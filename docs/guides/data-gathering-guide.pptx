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Metadata/LabelInfo.xml" ContentType="application/vnd.ms-office.classificationlabel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media/image12.svg" ContentType="image/svg+xml"/>
  <Override PartName="/ppt/media/image13.svg" ContentType="image/svg+xml"/>
  <Override PartName="/ppt/media/image16.svg" ContentType="image/svg+xml"/>
  <Override PartName="/ppt/media/image2.svg" ContentType="image/svg+xml"/>
  <Override PartName="/ppt/media/image5.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slideLayouts/slideLayout127.xml" ContentType="application/vnd.openxmlformats-officedocument.presentationml.slideLayout+xml"/>
  <Override PartName="/ppt/slideLayouts/slideLayout128.xml" ContentType="application/vnd.openxmlformats-officedocument.presentationml.slideLayout+xml"/>
  <Override PartName="/ppt/slideLayouts/slideLayout129.xml" ContentType="application/vnd.openxmlformats-officedocument.presentationml.slideLayout+xml"/>
  <Override PartName="/ppt/slideLayouts/slideLayout13.xml" ContentType="application/vnd.openxmlformats-officedocument.presentationml.slideLayout+xml"/>
  <Override PartName="/ppt/slideLayouts/slideLayout130.xml" ContentType="application/vnd.openxmlformats-officedocument.presentationml.slideLayout+xml"/>
  <Override PartName="/ppt/slideLayouts/slideLayout131.xml" ContentType="application/vnd.openxmlformats-officedocument.presentationml.slideLayout+xml"/>
  <Override PartName="/ppt/slideLayouts/slideLayout132.xml" ContentType="application/vnd.openxmlformats-officedocument.presentationml.slideLayout+xml"/>
  <Override PartName="/ppt/slideLayouts/slideLayout133.xml" ContentType="application/vnd.openxmlformats-officedocument.presentationml.slideLayout+xml"/>
  <Override PartName="/ppt/slideLayouts/slideLayout134.xml" ContentType="application/vnd.openxmlformats-officedocument.presentationml.slideLayout+xml"/>
  <Override PartName="/ppt/slideLayouts/slideLayout135.xml" ContentType="application/vnd.openxmlformats-officedocument.presentationml.slideLayout+xml"/>
  <Override PartName="/ppt/slideLayouts/slideLayout136.xml" ContentType="application/vnd.openxmlformats-officedocument.presentationml.slideLayout+xml"/>
  <Override PartName="/ppt/slideLayouts/slideLayout137.xml" ContentType="application/vnd.openxmlformats-officedocument.presentationml.slideLayout+xml"/>
  <Override PartName="/ppt/slideLayouts/slideLayout138.xml" ContentType="application/vnd.openxmlformats-officedocument.presentationml.slideLayout+xml"/>
  <Override PartName="/ppt/slideLayouts/slideLayout139.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 Id="rId6" Type="http://schemas.microsoft.com/office/2020/02/relationships/classificationlabels" Target="docMetadata/LabelInfo.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703" r:id="rId4"/>
    <p:sldMasterId id="2147483748" r:id="rId5"/>
    <p:sldMasterId id="2147483780" r:id="rId6"/>
    <p:sldMasterId id="2147483792" r:id="rId7"/>
  </p:sldMasterIdLst>
  <p:notesMasterIdLst>
    <p:notesMasterId r:id="rId23"/>
  </p:notesMasterIdLst>
  <p:sldIdLst>
    <p:sldId id="3635" r:id="rId8"/>
    <p:sldId id="3640" r:id="rId9"/>
    <p:sldId id="3642" r:id="rId10"/>
    <p:sldId id="2113417633" r:id="rId11"/>
    <p:sldId id="3641" r:id="rId12"/>
    <p:sldId id="2113417644" r:id="rId13"/>
    <p:sldId id="2113417636" r:id="rId14"/>
    <p:sldId id="2113417640" r:id="rId15"/>
    <p:sldId id="2113417637" r:id="rId16"/>
    <p:sldId id="2113417638" r:id="rId17"/>
    <p:sldId id="2113417639" r:id="rId18"/>
    <p:sldId id="2113417641" r:id="rId19"/>
    <p:sldId id="2113417642" r:id="rId20"/>
    <p:sldId id="2113417643" r:id="rId21"/>
    <p:sldId id="2113417635" r:id="rId2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401" autoAdjust="0"/>
    <p:restoredTop sz="96197"/>
  </p:normalViewPr>
  <p:slideViewPr>
    <p:cSldViewPr snapToGrid="0">
      <p:cViewPr varScale="1">
        <p:scale>
          <a:sx n="122" d="100"/>
          <a:sy n="122" d="100"/>
        </p:scale>
        <p:origin x="216" y="23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Master" Target="slideMasters/slideMaster2.xml"/><Relationship Id="rId6" Type="http://schemas.openxmlformats.org/officeDocument/2006/relationships/slideMaster" Target="slideMasters/slideMaster3.xml"/><Relationship Id="rId7" Type="http://schemas.openxmlformats.org/officeDocument/2006/relationships/slideMaster" Target="slideMasters/slideMaster4.xml"/><Relationship Id="rId8" Type="http://schemas.openxmlformats.org/officeDocument/2006/relationships/slide" Target="slides/slide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notesMaster" Target="notesMasters/notesMaster1.xml"/><Relationship Id="rId24" Type="http://schemas.openxmlformats.org/officeDocument/2006/relationships/presProps" Target="presProps.xml"/><Relationship Id="rId25" Type="http://schemas.openxmlformats.org/officeDocument/2006/relationships/viewProps" Target="viewProps.xml"/><Relationship Id="rId26" Type="http://schemas.openxmlformats.org/officeDocument/2006/relationships/theme" Target="theme/theme1.xml"/><Relationship Id="rId2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5.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dirty="0"/>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F02AA4D3-060E-49D2-912D-96A7D93FCDF8}" type="datetimeFigureOut">
              <a:rPr lang="en-GB" smtClean="0"/>
              <a:t>26/04/2026</a:t>
            </a:fld>
            <a:endParaRPr lang="en-GB" dirty="0"/>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dirty="0"/>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dirty="0"/>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2D56DED-E57E-45F6-9687-078C30D07030}" type="slidenum">
              <a:rPr lang="en-GB" smtClean="0"/>
              <a:t>‹#›</a:t>
            </a:fld>
            <a:endParaRPr lang="en-GB" dirty="0"/>
          </a:p>
        </p:txBody>
      </p:sp>
    </p:spTree>
    <p:extLst>
      <p:ext uri="{BB962C8B-B14F-4D97-AF65-F5344CB8AC3E}">
        <p14:creationId xmlns:p14="http://schemas.microsoft.com/office/powerpoint/2010/main" val="41250243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GB" dirty="0"/>
          </a:p>
        </p:txBody>
      </p:sp>
      <p:sp>
        <p:nvSpPr>
          <p:cNvPr id="4" name="Slide Number Placeholder 3"/>
          <p:cNvSpPr>
            <a:spLocks noGrp="1"/>
          </p:cNvSpPr>
          <p:nvPr>
            <p:ph type="sldNum" sz="quarter" idx="5"/>
          </p:nvPr>
        </p:nvSpPr>
        <p:spPr/>
        <p:txBody>
          <a:bodyPr/>
          <a:lstStyle/>
          <a:p>
            <a:pPr marL="0" marR="0" lvl="0" indent="0" algn="r" defTabSz="228600" rtl="0" eaLnBrk="1" fontAlgn="auto" latinLnBrk="0" hangingPunct="1">
              <a:lnSpc>
                <a:spcPct val="100000"/>
              </a:lnSpc>
              <a:spcBef>
                <a:spcPts val="0"/>
              </a:spcBef>
              <a:spcAft>
                <a:spcPts val="0"/>
              </a:spcAft>
              <a:buClrTx/>
              <a:buSzTx/>
              <a:buFontTx/>
              <a:buNone/>
              <a:tabLst/>
              <a:defRPr/>
            </a:pPr>
            <a:fld id="{743F7EE4-7D84-4D77-B4B2-0C966043B366}" type="slidenum">
              <a:rPr kumimoji="0" lang="en-US" sz="1200" b="0" i="0" u="none" strike="noStrike" kern="1200" cap="none" spc="0" normalizeH="0" baseline="0" noProof="0" smtClean="0">
                <a:ln>
                  <a:noFill/>
                </a:ln>
                <a:solidFill>
                  <a:prstClr val="black"/>
                </a:solidFill>
                <a:effectLst/>
                <a:uLnTx/>
                <a:uFillTx/>
                <a:latin typeface="Calibri" panose="020F0502020204030204"/>
                <a:ea typeface="+mn-ea"/>
                <a:cs typeface="+mn-cs"/>
              </a:rPr>
              <a:pPr marL="0" marR="0" lvl="0" indent="0" algn="r" defTabSz="228600" rtl="0" eaLnBrk="1" fontAlgn="auto" latinLnBrk="0" hangingPunct="1">
                <a:lnSpc>
                  <a:spcPct val="100000"/>
                </a:lnSpc>
                <a:spcBef>
                  <a:spcPts val="0"/>
                </a:spcBef>
                <a:spcAft>
                  <a:spcPts val="0"/>
                </a:spcAft>
                <a:buClrTx/>
                <a:buSzTx/>
                <a:buFontTx/>
                <a:buNone/>
                <a:tabLst/>
                <a:defRPr/>
              </a:pPr>
              <a:t>1</a:t>
            </a:fld>
            <a:endParaRPr kumimoji="0" lang="en-US" sz="1200" b="0" i="0" u="none" strike="noStrike" kern="1200" cap="none" spc="0" normalizeH="0" baseline="0" noProof="0" dirty="0">
              <a:ln>
                <a:noFill/>
              </a:ln>
              <a:solidFill>
                <a:prstClr val="black"/>
              </a:solidFill>
              <a:effectLst/>
              <a:uLnTx/>
              <a:uFillTx/>
              <a:latin typeface="Calibri" panose="020F0502020204030204"/>
              <a:ea typeface="+mn-ea"/>
              <a:cs typeface="+mn-cs"/>
            </a:endParaRPr>
          </a:p>
        </p:txBody>
      </p:sp>
    </p:spTree>
    <p:extLst>
      <p:ext uri="{BB962C8B-B14F-4D97-AF65-F5344CB8AC3E}">
        <p14:creationId xmlns:p14="http://schemas.microsoft.com/office/powerpoint/2010/main" val="2545267239"/>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4.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4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4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 Id="rId3" Type="http://schemas.openxmlformats.org/officeDocument/2006/relationships/image" Target="../media/image2.svg"/></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4.png"/><Relationship Id="rId3" Type="http://schemas.openxmlformats.org/officeDocument/2006/relationships/image" Target="../media/image2.svg"/></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1.emf"/></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1.emf"/></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1.emf"/></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 Id="rId3" Type="http://schemas.openxmlformats.org/officeDocument/2006/relationships/image" Target="../media/image5.svg"/></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svg"/><Relationship Id="rId3" Type="http://schemas.openxmlformats.org/officeDocument/2006/relationships/image" Target="../media/image7.png"/></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5.svg"/></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svg"/></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9.png"/></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9.png"/></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10.png"/></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svg"/><Relationship Id="rId3" Type="http://schemas.openxmlformats.org/officeDocument/2006/relationships/image" Target="../media/image10.png"/></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svg"/></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svg"/></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8.png"/><Relationship Id="rId3" Type="http://schemas.openxmlformats.org/officeDocument/2006/relationships/image" Target="../media/image5.svg"/></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 Id="rId3" Type="http://schemas.openxmlformats.org/officeDocument/2006/relationships/image" Target="../media/image5.svg"/></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2.svg"/></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8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emf"/></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svg"/></Relationships>
</file>

<file path=ppt/slideLayouts/_rels/slideLayout123.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svg"/><Relationship Id="rId3" Type="http://schemas.openxmlformats.org/officeDocument/2006/relationships/image" Target="../media/image7.png"/></Relationships>
</file>

<file path=ppt/slideLayouts/_rels/slideLayout124.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5.svg"/></Relationships>
</file>

<file path=ppt/slideLayouts/_rels/slideLayout125.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8.png"/><Relationship Id="rId3" Type="http://schemas.openxmlformats.org/officeDocument/2006/relationships/image" Target="../media/image5.svg"/></Relationships>
</file>

<file path=ppt/slideLayouts/_rels/slideLayout126.xml.rels><?xml version='1.0' encoding='UTF-8' standalone='yes'?>
<Relationships xmlns="http://schemas.openxmlformats.org/package/2006/relationships"><Relationship Id="rId1" Type="http://schemas.openxmlformats.org/officeDocument/2006/relationships/slideMaster" Target="../slideMasters/slideMaster3.xml"/><Relationship Id="rId2" Type="http://schemas.openxmlformats.org/officeDocument/2006/relationships/image" Target="../media/image11.png"/><Relationship Id="rId3" Type="http://schemas.openxmlformats.org/officeDocument/2006/relationships/image" Target="../media/image5.svg"/></Relationships>
</file>

<file path=ppt/slideLayouts/_rels/slideLayout12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5.svg"/></Relationships>
</file>

<file path=ppt/slideLayouts/_rels/slideLayout12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5.png"/><Relationship Id="rId3" Type="http://schemas.openxmlformats.org/officeDocument/2006/relationships/image" Target="../media/image16.svg"/></Relationships>
</file>

<file path=ppt/slideLayouts/_rels/slideLayout12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7.png"/><Relationship Id="rId3" Type="http://schemas.openxmlformats.org/officeDocument/2006/relationships/image" Target="../media/image5.svg"/></Relationships>
</file>

<file path=ppt/slideLayouts/_rels/slideLayout130.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8.png"/><Relationship Id="rId3" Type="http://schemas.openxmlformats.org/officeDocument/2006/relationships/image" Target="../media/image16.svg"/></Relationships>
</file>

<file path=ppt/slideLayouts/_rels/slideLayout131.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6.svg"/><Relationship Id="rId3" Type="http://schemas.openxmlformats.org/officeDocument/2006/relationships/image" Target="../media/image19.png"/></Relationships>
</file>

<file path=ppt/slideLayouts/_rels/slideLayout132.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5.svg"/><Relationship Id="rId3" Type="http://schemas.openxmlformats.org/officeDocument/2006/relationships/image" Target="../media/image20.png"/></Relationships>
</file>

<file path=ppt/slideLayouts/_rels/slideLayout133.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14.png"/><Relationship Id="rId3" Type="http://schemas.openxmlformats.org/officeDocument/2006/relationships/image" Target="../media/image5.svg"/></Relationships>
</file>

<file path=ppt/slideLayouts/_rels/slideLayout134.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5.svg"/></Relationships>
</file>

<file path=ppt/slideLayouts/_rels/slideLayout135.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5.svg"/></Relationships>
</file>

<file path=ppt/slideLayouts/_rels/slideLayout136.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5.svg"/></Relationships>
</file>

<file path=ppt/slideLayouts/_rels/slideLayout137.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1.png"/><Relationship Id="rId3" Type="http://schemas.openxmlformats.org/officeDocument/2006/relationships/image" Target="../media/image5.svg"/></Relationships>
</file>

<file path=ppt/slideLayouts/_rels/slideLayout138.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s>
</file>

<file path=ppt/slideLayouts/_rels/slideLayout139.xml.rels><?xml version='1.0' encoding='UTF-8' standalone='yes'?>
<Relationships xmlns="http://schemas.openxmlformats.org/package/2006/relationships"><Relationship Id="rId1" Type="http://schemas.openxmlformats.org/officeDocument/2006/relationships/slideMaster" Target="../slideMasters/slideMaster4.xml"/><Relationship Id="rId2" Type="http://schemas.openxmlformats.org/officeDocument/2006/relationships/image" Target="../media/image22.png"/><Relationship Id="rId3" Type="http://schemas.openxmlformats.org/officeDocument/2006/relationships/image" Target="../media/image5.svg"/></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p:nvSpPr>
        <p:spPr bwMode="white">
          <a:xfrm>
            <a:off x="3082413" y="0"/>
            <a:ext cx="28022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5611368"/>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607712"/>
          </a:xfrm>
        </p:spPr>
        <p:txBody>
          <a:bodyPr/>
          <a:lstStyle/>
          <a:p>
            <a:r>
              <a:rPr lang="en-US"/>
              <a:t>Click to edit Master title style</a:t>
            </a:r>
          </a:p>
        </p:txBody>
      </p:sp>
    </p:spTree>
    <p:extLst>
      <p:ext uri="{BB962C8B-B14F-4D97-AF65-F5344CB8AC3E}">
        <p14:creationId xmlns:p14="http://schemas.microsoft.com/office/powerpoint/2010/main" val="7887505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Single Column - Simple with Sub">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p:nvSpPr>
        <p:spPr bwMode="white">
          <a:xfrm>
            <a:off x="3082413" y="0"/>
            <a:ext cx="28022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5097018"/>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5143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607712"/>
          </a:xfrm>
        </p:spPr>
        <p:txBody>
          <a:bodyPr/>
          <a:lstStyle/>
          <a:p>
            <a:r>
              <a:rPr lang="en-US"/>
              <a:t>Click to edit Master title style</a:t>
            </a:r>
          </a:p>
        </p:txBody>
      </p:sp>
    </p:spTree>
    <p:extLst>
      <p:ext uri="{BB962C8B-B14F-4D97-AF65-F5344CB8AC3E}">
        <p14:creationId xmlns:p14="http://schemas.microsoft.com/office/powerpoint/2010/main" val="323212827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p>
            <a:r>
              <a:rPr lang="en-US"/>
              <a:t>Click to edit Master title style</a:t>
            </a:r>
          </a:p>
        </p:txBody>
      </p:sp>
    </p:spTree>
    <p:extLst>
      <p:ext uri="{BB962C8B-B14F-4D97-AF65-F5344CB8AC3E}">
        <p14:creationId xmlns:p14="http://schemas.microsoft.com/office/powerpoint/2010/main" val="852820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hasCustomPrompt="1"/>
          </p:nvPr>
        </p:nvSpPr>
        <p:spPr>
          <a:xfrm>
            <a:off x="8029577" y="312485"/>
            <a:ext cx="3800474" cy="6175387"/>
          </a:xfrm>
          <a:prstGeom prst="rect">
            <a:avLst/>
          </a:prstGeom>
        </p:spPr>
        <p:txBody>
          <a:bodyPr vert="horz" lIns="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6176772"/>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1" y="1842516"/>
            <a:ext cx="2618253" cy="1138428"/>
          </a:xfrm>
        </p:spPr>
        <p:txBody>
          <a:bodyPr vert="horz" lIns="0" tIns="0" rIns="0" bIns="0" rtlCol="0">
            <a:noAutofit/>
          </a:bodyPr>
          <a:lstStyle>
            <a:lvl1pPr>
              <a:defRPr lang="en-US" sz="1900" dirty="0">
                <a:ln w="3175">
                  <a:noFill/>
                </a:ln>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182880"/>
          <a:lstStyle/>
          <a:p>
            <a:endParaRPr lang="en-GB"/>
          </a:p>
        </p:txBody>
      </p:sp>
    </p:spTree>
    <p:extLst>
      <p:ext uri="{BB962C8B-B14F-4D97-AF65-F5344CB8AC3E}">
        <p14:creationId xmlns:p14="http://schemas.microsoft.com/office/powerpoint/2010/main" val="82572261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152775" y="2416705"/>
            <a:ext cx="8591550" cy="4079346"/>
          </a:xfrm>
        </p:spPr>
        <p:txBody>
          <a:bodyPr/>
          <a:lstStyle/>
          <a:p>
            <a:r>
              <a:rPr lang="en-US"/>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310896"/>
            <a:ext cx="8580120" cy="1468660"/>
          </a:xfrm>
        </p:spPr>
        <p:txBody>
          <a:bodyPr lIns="18288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extLst>
      <p:ext uri="{BB962C8B-B14F-4D97-AF65-F5344CB8AC3E}">
        <p14:creationId xmlns:p14="http://schemas.microsoft.com/office/powerpoint/2010/main" val="220872358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468660"/>
          </a:xfrm>
        </p:spPr>
        <p:txBody>
          <a:bodyPr lIns="18288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410957315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4B8541B1-5A69-4116-9413-EDFFEC198E0C}" type="slidenum">
              <a:rPr lang="en-GB" smtClean="0"/>
              <a:t>‹#›</a:t>
            </a:fld>
            <a:endParaRPr lang="en-GB"/>
          </a:p>
        </p:txBody>
      </p:sp>
      <p:pic>
        <p:nvPicPr>
          <p:cNvPr id="6" name="Picture 5">
            <a:extLst>
              <a:ext uri="{FF2B5EF4-FFF2-40B4-BE49-F238E27FC236}">
                <a16:creationId xmlns:a16="http://schemas.microsoft.com/office/drawing/2014/main" id="{3F9E8279-BFE3-42FA-89A5-BD1779547B5B}"/>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1382466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4191000" y="6500158"/>
            <a:ext cx="2873446" cy="243205"/>
          </a:xfrm>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2646062"/>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6175387"/>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DDE50C59-4891-4B61-861D-AFDDCDDDBC49}"/>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80849940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3238500" y="6500158"/>
            <a:ext cx="2759146" cy="243205"/>
          </a:xfrm>
        </p:spPr>
        <p:txBody>
          <a:bodyPr/>
          <a:lstStyle>
            <a:lvl1pPr>
              <a:defRPr>
                <a:solidFill>
                  <a:schemeClr val="bg1"/>
                </a:solidFill>
              </a:defRPr>
            </a:lvl1pPr>
          </a:lstStyle>
          <a:p>
            <a:endParaRPr lang="en-GB"/>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A82C6687-F817-452E-A9E5-14021D46A7D9}"/>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99621401"/>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3238500" y="6500158"/>
            <a:ext cx="2823916" cy="243205"/>
          </a:xfrm>
        </p:spPr>
        <p:txBody>
          <a:bodyPr lIns="182880"/>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6175387"/>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2" name="Picture 11">
            <a:extLst>
              <a:ext uri="{FF2B5EF4-FFF2-40B4-BE49-F238E27FC236}">
                <a16:creationId xmlns:a16="http://schemas.microsoft.com/office/drawing/2014/main" id="{CD43B523-15C5-4B07-814A-A20877C99FBE}"/>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39188433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607712"/>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2972151"/>
          </a:xfrm>
        </p:spPr>
        <p:txBody>
          <a:bodyPr lIns="0"/>
          <a:lstStyle>
            <a:lvl1pPr>
              <a:defRPr/>
            </a:lvl1pPr>
            <a:lvl2pPr>
              <a:defRPr/>
            </a:lvl2pPr>
            <a:lvl3pPr>
              <a:defRPr/>
            </a:lvl3pPr>
            <a:lvl4pPr>
              <a:defRPr/>
            </a:lvl4pPr>
            <a:lvl5pPr>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D6BEBB49-959A-4EB0-A47F-63B63FBBE2B3}"/>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455196966"/>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2972151"/>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69532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56D9CD07-5AE1-482F-A618-9E43C9B6026D}"/>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4008033178"/>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showMasterSp="0" preserve="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2605049" cy="2972151"/>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3238500" y="876302"/>
            <a:ext cx="2666962" cy="292332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74CDD492-DA90-450D-9611-0AF03FB0F9F3}"/>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2265672491"/>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showMasterSp="0" preserve="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lvl1pPr>
              <a:defRPr>
                <a:solidFill>
                  <a:schemeClr val="tx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2605049" cy="2972151"/>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3238500" y="1584902"/>
            <a:ext cx="2666962" cy="2923320"/>
          </a:xfrm>
        </p:spPr>
        <p:txBody>
          <a:bodyPr lIns="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344489" y="876302"/>
            <a:ext cx="5561013" cy="69532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E10A35F-A572-41B6-9982-B2D09CD00418}"/>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396461327"/>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a:solidFill>
                  <a:schemeClr val="tx1"/>
                </a:solidFill>
              </a:rPr>
              <a:t>Click icon in the center of the slide to add picture</a:t>
            </a:r>
            <a:endParaRPr lang="en-US"/>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1500"/>
              </a:spcAft>
              <a:buFont typeface="Arial" panose="020B0604020202020204" pitchFamily="34" charset="0"/>
            </a:pPr>
            <a:r>
              <a:rPr lang="en-US"/>
              <a:t>Click to edit Master title style</a:t>
            </a:r>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7" name="Freeform 5">
            <a:extLst>
              <a:ext uri="{FF2B5EF4-FFF2-40B4-BE49-F238E27FC236}">
                <a16:creationId xmlns:a16="http://schemas.microsoft.com/office/drawing/2014/main" id="{62A334C7-39E0-4BC9-909A-79A06CAC7E86}"/>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901861447"/>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showMasterSp="0" preserve="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1800" b="0" i="0" u="none" strike="noStrike" kern="1200" cap="none" spc="0" normalizeH="0" baseline="0" noProof="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6000"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2"/>
                </a:solidFill>
              </a:defRPr>
            </a:lvl1pPr>
          </a:lstStyle>
          <a:p>
            <a:pPr marL="0" lvl="0" indent="0">
              <a:spcAft>
                <a:spcPts val="1500"/>
              </a:spcAft>
              <a:buFont typeface="Arial" panose="020B0604020202020204" pitchFamily="34" charset="0"/>
            </a:pPr>
            <a:r>
              <a:rPr lang="en-US"/>
              <a:t>Click to edit Master title style</a:t>
            </a:r>
          </a:p>
        </p:txBody>
      </p:sp>
      <p:sp>
        <p:nvSpPr>
          <p:cNvPr id="5" name="Content Placeholder 4">
            <a:extLst>
              <a:ext uri="{FF2B5EF4-FFF2-40B4-BE49-F238E27FC236}">
                <a16:creationId xmlns:a16="http://schemas.microsoft.com/office/drawing/2014/main" id="{A1FC5E1F-F93B-45F5-A1E9-06CBE05062C0}"/>
              </a:ext>
            </a:extLst>
          </p:cNvPr>
          <p:cNvSpPr>
            <a:spLocks noGrp="1"/>
          </p:cNvSpPr>
          <p:nvPr>
            <p:ph sz="quarter" idx="13"/>
          </p:nvPr>
        </p:nvSpPr>
        <p:spPr>
          <a:xfrm>
            <a:off x="897255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EBA87B6E-F16C-4855-A953-A8C4737FFBD6}"/>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74810734"/>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showMasterSp="0" preserve="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p:nvSpPr>
        <p:spPr bwMode="white">
          <a:xfrm>
            <a:off x="8972550" y="0"/>
            <a:ext cx="321945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9226296" y="310896"/>
            <a:ext cx="2601468" cy="6176772"/>
          </a:xfrm>
        </p:spPr>
        <p:txBody>
          <a:bodyPr vert="horz" lIns="0" tIns="0" rIns="0" bIns="0" rtlCol="0">
            <a:noAutofit/>
          </a:bodyPr>
          <a:lstStyle>
            <a:lvl1pPr marL="0" indent="0">
              <a:lnSpc>
                <a:spcPct val="110000"/>
              </a:lnSpc>
              <a:buNone/>
              <a:defRPr lang="en-US" sz="2600" dirty="0">
                <a:ln w="3175">
                  <a:noFill/>
                </a:ln>
                <a:solidFill>
                  <a:schemeClr val="bg1"/>
                </a:solidFill>
              </a:defRPr>
            </a:lvl1pPr>
          </a:lstStyle>
          <a:p>
            <a:pPr lvl="0" fontAlgn="base">
              <a:spcAft>
                <a:spcPts val="2625"/>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361951" y="200026"/>
            <a:ext cx="8467725" cy="4752975"/>
          </a:xfrm>
        </p:spPr>
        <p:txBody>
          <a:bodyPr lIns="0"/>
          <a:lstStyle>
            <a:lvl1pPr marL="0" indent="0">
              <a:buFont typeface="Arial" panose="020B0604020202020204" pitchFamily="34" charset="0"/>
              <a:buNone/>
              <a:defRPr lang="en-US" sz="6700" kern="1200" dirty="0">
                <a:ln w="38100">
                  <a:noFill/>
                </a:ln>
                <a:solidFill>
                  <a:srgbClr val="EB0000"/>
                </a:solidFill>
                <a:latin typeface="+mj-lt"/>
                <a:ea typeface="+mj-ea"/>
                <a:cs typeface="+mj-cs"/>
              </a:defRPr>
            </a:lvl1pPr>
          </a:lstStyle>
          <a:p>
            <a:pPr marL="142875" lvl="0" indent="-142875" fontAlgn="b">
              <a:lnSpc>
                <a:spcPct val="112000"/>
              </a:lnSpc>
              <a:spcBef>
                <a:spcPct val="0"/>
              </a:spcBef>
            </a:pPr>
            <a:r>
              <a:rPr lang="en-US"/>
              <a:t>Callout slide</a:t>
            </a:r>
          </a:p>
        </p:txBody>
      </p:sp>
      <p:pic>
        <p:nvPicPr>
          <p:cNvPr id="11" name="Picture 10">
            <a:extLst>
              <a:ext uri="{FF2B5EF4-FFF2-40B4-BE49-F238E27FC236}">
                <a16:creationId xmlns:a16="http://schemas.microsoft.com/office/drawing/2014/main" id="{D4434CB0-2D97-49C4-9549-325F9A985CA1}"/>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2350536607"/>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showMasterSp="0" preserve="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p:nvSpPr>
        <p:spPr bwMode="white">
          <a:xfrm>
            <a:off x="8972550" y="0"/>
            <a:ext cx="321945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8" name="Content Placeholder 7">
            <a:extLst>
              <a:ext uri="{FF2B5EF4-FFF2-40B4-BE49-F238E27FC236}">
                <a16:creationId xmlns:a16="http://schemas.microsoft.com/office/drawing/2014/main" id="{6CA01019-F071-4E1A-99E8-170815F58D79}"/>
              </a:ext>
            </a:extLst>
          </p:cNvPr>
          <p:cNvSpPr>
            <a:spLocks noGrp="1"/>
          </p:cNvSpPr>
          <p:nvPr>
            <p:ph sz="quarter" idx="15" hasCustomPrompt="1"/>
          </p:nvPr>
        </p:nvSpPr>
        <p:spPr>
          <a:xfrm>
            <a:off x="9220199" y="314326"/>
            <a:ext cx="2619375" cy="6172200"/>
          </a:xfrm>
        </p:spPr>
        <p:txBody>
          <a:bodyPr lIns="0"/>
          <a:lstStyle>
            <a:lvl1pPr marL="0" indent="0">
              <a:lnSpc>
                <a:spcPct val="110000"/>
              </a:lnSpc>
              <a:buNone/>
              <a:defRPr sz="2600">
                <a:solidFill>
                  <a:schemeClr val="bg1"/>
                </a:solidFill>
              </a:defRPr>
            </a:lvl1pPr>
            <a:lvl2pPr marL="283368" indent="0">
              <a:buNone/>
              <a:defRPr sz="2600">
                <a:solidFill>
                  <a:schemeClr val="bg1"/>
                </a:solidFill>
              </a:defRPr>
            </a:lvl2pPr>
            <a:lvl3pPr marL="566737" indent="0">
              <a:buNone/>
              <a:defRPr sz="2600">
                <a:solidFill>
                  <a:schemeClr val="bg1"/>
                </a:solidFill>
              </a:defRPr>
            </a:lvl3pPr>
            <a:lvl4pPr marL="850106" indent="0">
              <a:buNone/>
              <a:defRPr sz="2600">
                <a:solidFill>
                  <a:schemeClr val="bg1"/>
                </a:solidFill>
              </a:defRPr>
            </a:lvl4pPr>
            <a:lvl5pPr marL="1133475" indent="0">
              <a:buNone/>
              <a:defRPr sz="2600">
                <a:solidFill>
                  <a:schemeClr val="bg1"/>
                </a:solidFill>
              </a:defRPr>
            </a:lvl5pPr>
          </a:lstStyle>
          <a:p>
            <a:pPr lvl="0"/>
            <a:r>
              <a:rPr lang="en-US"/>
              <a:t>Additional information if needed</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292609" y="196596"/>
            <a:ext cx="8596049" cy="5244314"/>
          </a:xfrm>
          <a:ln w="12700">
            <a:noFill/>
          </a:ln>
        </p:spPr>
        <p:txBody>
          <a:bodyPr vert="horz" lIns="0" tIns="0" rIns="0" bIns="0" rtlCol="0" anchor="t" anchorCtr="0">
            <a:noAutofit/>
          </a:bodyPr>
          <a:lstStyle>
            <a:lvl1pPr marL="0" indent="0">
              <a:buNone/>
              <a:defRPr lang="en-US" sz="6700" i="1" dirty="0">
                <a:ln w="38100">
                  <a:noFill/>
                </a:ln>
                <a:solidFill>
                  <a:srgbClr val="EB0000"/>
                </a:solidFill>
                <a:latin typeface="+mj-lt"/>
                <a:ea typeface="+mj-ea"/>
                <a:cs typeface="+mj-cs"/>
              </a:defRPr>
            </a:lvl1pPr>
          </a:lstStyle>
          <a:p>
            <a:pPr marL="142875" lvl="0" indent="-142875" fontAlgn="b">
              <a:lnSpc>
                <a:spcPct val="112000"/>
              </a:lnSpc>
              <a:spcBef>
                <a:spcPct val="0"/>
              </a:spcBef>
            </a:pPr>
            <a:r>
              <a:rPr lang="en-US"/>
              <a:t>“Quote” slide</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345387" y="5407018"/>
            <a:ext cx="8553450" cy="400050"/>
          </a:xfrm>
        </p:spPr>
        <p:txBody>
          <a:bodyPr vert="horz" lIns="0" tIns="0" rIns="0" bIns="0" rtlCol="0">
            <a:noAutofit/>
          </a:bodyPr>
          <a:lstStyle>
            <a:lvl1pPr marL="0" indent="0">
              <a:buNone/>
              <a:defRPr lang="en-US" sz="1800" smtClean="0">
                <a:solidFill>
                  <a:schemeClr val="tx1"/>
                </a:solidFill>
              </a:defRPr>
            </a:lvl1pPr>
            <a:lvl2pPr>
              <a:defRPr lang="en-US" smtClean="0"/>
            </a:lvl2pPr>
            <a:lvl3pPr>
              <a:defRPr lang="en-US" smtClean="0"/>
            </a:lvl3pPr>
            <a:lvl4pPr>
              <a:defRPr lang="en-US" smtClean="0"/>
            </a:lvl4pPr>
            <a:lvl5pPr>
              <a:defRPr lang="en-US"/>
            </a:lvl5pPr>
          </a:lstStyle>
          <a:p>
            <a:pPr marL="142875" lvl="0" indent="-142875"/>
            <a:r>
              <a:rPr lang="en-US"/>
              <a:t>Quote Source (Name)</a:t>
            </a:r>
          </a:p>
        </p:txBody>
      </p:sp>
      <p:pic>
        <p:nvPicPr>
          <p:cNvPr id="9" name="Picture 8">
            <a:extLst>
              <a:ext uri="{FF2B5EF4-FFF2-40B4-BE49-F238E27FC236}">
                <a16:creationId xmlns:a16="http://schemas.microsoft.com/office/drawing/2014/main" id="{841E7A66-D870-4C1E-9E6E-1A17919A41F5}"/>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158392141"/>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showMasterSp="0" preserve="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E1422F4A-F341-4586-A8F8-46D4C7276617}"/>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341786843"/>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B5845AAA-BED0-4398-B713-72768175EACE}"/>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269065217"/>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showMasterSp="0" preserve="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6096000" cy="3429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a:ln>
            <a:noFill/>
          </a:ln>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37199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23" name="Picture 22">
            <a:extLst>
              <a:ext uri="{FF2B5EF4-FFF2-40B4-BE49-F238E27FC236}">
                <a16:creationId xmlns:a16="http://schemas.microsoft.com/office/drawing/2014/main" id="{A5EF6E62-49B7-4648-BD94-6E22AA138C49}"/>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665658790"/>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showMasterSp="0" preserve="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6096000" cy="1905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pic>
        <p:nvPicPr>
          <p:cNvPr id="17" name="Picture 16">
            <a:extLst>
              <a:ext uri="{FF2B5EF4-FFF2-40B4-BE49-F238E27FC236}">
                <a16:creationId xmlns:a16="http://schemas.microsoft.com/office/drawing/2014/main" id="{003C9149-C5DE-41D7-AA30-BF91FED573C2}"/>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076555627"/>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1138428"/>
          </a:xfrm>
        </p:spPr>
        <p:txBody>
          <a:bodyPr vert="horz" lIns="0" tIns="0" rIns="0" bIns="0" rtlCol="0">
            <a:noAutofit/>
          </a:bodyPr>
          <a:lstStyle>
            <a:lvl1pPr marL="11113" indent="-11113" algn="l">
              <a:buFontTx/>
              <a:buNone/>
              <a:tabLst/>
              <a:defRPr lang="en-US" sz="1900" dirty="0">
                <a:ln w="3175">
                  <a:noFill/>
                </a:ln>
                <a:solidFill>
                  <a:schemeClr val="bg1"/>
                </a:solidFill>
              </a:defRPr>
            </a:lvl1pPr>
          </a:lstStyle>
          <a:p>
            <a:pPr marL="142875" lvl="0" indent="-142875" fontAlgn="base"/>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2868613"/>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2" name="Freeform 5">
            <a:extLst>
              <a:ext uri="{FF2B5EF4-FFF2-40B4-BE49-F238E27FC236}">
                <a16:creationId xmlns:a16="http://schemas.microsoft.com/office/drawing/2014/main" id="{D54D659C-D8FD-4F93-8C77-B8A55AFB2AE7}"/>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207709183"/>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1138428"/>
          </a:xfrm>
        </p:spPr>
        <p:txBody>
          <a:bodyPr vert="horz" lIns="0" tIns="0" rIns="0" bIns="0" rtlCol="0">
            <a:no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1531053"/>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2868613"/>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GB"/>
          </a:p>
        </p:txBody>
      </p:sp>
      <p:sp>
        <p:nvSpPr>
          <p:cNvPr id="11" name="Freeform 5">
            <a:extLst>
              <a:ext uri="{FF2B5EF4-FFF2-40B4-BE49-F238E27FC236}">
                <a16:creationId xmlns:a16="http://schemas.microsoft.com/office/drawing/2014/main" id="{E2A96162-D306-4576-A5C2-48AEDBC2AE86}"/>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574850853"/>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38428"/>
          </a:xfrm>
        </p:spPr>
        <p:txBody>
          <a:bodyPr vert="horz" lIns="0" tIns="0" rIns="0" bIns="0" rtlCol="0">
            <a:noAutofit/>
          </a:bodyPr>
          <a:lstStyle>
            <a:lvl1pPr>
              <a:defRPr lang="en-US" sz="1900"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6176772"/>
          </a:xfrm>
        </p:spPr>
        <p:txBody>
          <a:bodyPr vert="horz" lIns="0" tIns="0" rIns="0" bIns="0" rtlCol="0">
            <a:noAutofit/>
          </a:bodyPr>
          <a:lstStyle>
            <a:lvl1pPr marL="142875" marR="0" indent="-142875"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a:solidFill>
                  <a:schemeClr val="bg1"/>
                </a:solidFill>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DE5BFC79-186A-4929-B2E7-4CC5D37CF893}"/>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103736772"/>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showMasterSp="0" preserve="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31751B68-E87A-4B97-835D-658C3BACD65D}"/>
              </a:ext>
            </a:extLst>
          </p:cNvPr>
          <p:cNvSpPr>
            <a:spLocks noGrp="1"/>
          </p:cNvSpPr>
          <p:nvPr>
            <p:ph sz="quarter" idx="13"/>
          </p:nvPr>
        </p:nvSpPr>
        <p:spPr>
          <a:xfrm>
            <a:off x="323850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2943A067-BA21-420F-B462-83F14269CE4A}"/>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60162336"/>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showMasterSp="0" preserve="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8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slide to add picture</a:t>
            </a:r>
          </a:p>
          <a:p>
            <a:endParaRPr lang="en-US"/>
          </a:p>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4476" y="365760"/>
            <a:ext cx="2878074" cy="2034540"/>
          </a:xfrm>
          <a:solidFill>
            <a:schemeClr val="tx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53601784-4D78-4579-A49D-1EDD743CA563}"/>
              </a:ext>
            </a:extLst>
          </p:cNvPr>
          <p:cNvSpPr>
            <a:spLocks noGrp="1"/>
          </p:cNvSpPr>
          <p:nvPr>
            <p:ph sz="quarter" idx="13"/>
          </p:nvPr>
        </p:nvSpPr>
        <p:spPr>
          <a:xfrm>
            <a:off x="897255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D263A39B-32BF-4C6F-BD0D-5E8D082789D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479299518"/>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showMasterSp="0">
  <p:cSld name="Image Slide - case study">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2110740" y="6500158"/>
            <a:ext cx="2759146" cy="243205"/>
          </a:xfrm>
        </p:spPr>
        <p:txBody>
          <a:bodyPr lIns="182880"/>
          <a:lstStyle>
            <a:lvl1pPr>
              <a:defRPr>
                <a:solidFill>
                  <a:schemeClr val="tx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hasCustomPrompt="1"/>
          </p:nvPr>
        </p:nvSpPr>
        <p:spPr>
          <a:xfrm>
            <a:off x="334496" y="268589"/>
            <a:ext cx="5571004" cy="607712"/>
          </a:xfrm>
        </p:spPr>
        <p:txBody>
          <a:bodyPr/>
          <a:lstStyle>
            <a:lvl1pPr>
              <a:defRPr kumimoji="0" lang="en-US" sz="2400" i="0" u="none" strike="noStrike" kern="1200" cap="none" spc="0" normalizeH="0" baseline="0" dirty="0">
                <a:ln>
                  <a:noFill/>
                </a:ln>
                <a:solidFill>
                  <a:schemeClr val="tx2"/>
                </a:solidFill>
                <a:effectLst/>
                <a:uLnTx/>
                <a:uFillTx/>
                <a:latin typeface="Arial"/>
                <a:ea typeface="+mn-ea"/>
                <a:cs typeface="+mn-cs"/>
              </a:defRPr>
            </a:lvl1pPr>
          </a:lstStyle>
          <a:p>
            <a:pPr marL="0" marR="0" lvl="0" indent="0" algn="l" defTabSz="228600" rtl="0" eaLnBrk="1" fontAlgn="auto" latinLnBrk="0" hangingPunct="1">
              <a:lnSpc>
                <a:spcPct val="100000"/>
              </a:lnSpc>
              <a:spcBef>
                <a:spcPts val="0"/>
              </a:spcBef>
              <a:spcAft>
                <a:spcPts val="0"/>
              </a:spcAft>
              <a:buClrTx/>
              <a:buSzTx/>
              <a:buFontTx/>
              <a:buNone/>
              <a:tabLst/>
              <a:defRPr/>
            </a:pPr>
            <a:r>
              <a:rPr lang="en-US"/>
              <a:t>Case study</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200152"/>
            <a:ext cx="5557799" cy="5295898"/>
          </a:xfrm>
        </p:spPr>
        <p:txBody>
          <a:bodyPr lIns="0"/>
          <a:lstStyle>
            <a:lvl1pPr marL="0" indent="0">
              <a:spcBef>
                <a:spcPts val="2400"/>
              </a:spcBef>
              <a:spcAft>
                <a:spcPts val="0"/>
              </a:spcAft>
              <a:buNone/>
              <a:defRPr sz="2000" b="1"/>
            </a:lvl1pPr>
            <a:lvl2pPr marL="283368" indent="0">
              <a:spcBef>
                <a:spcPts val="300"/>
              </a:spcBef>
              <a:spcAft>
                <a:spcPts val="300"/>
              </a:spcAft>
              <a:buNone/>
              <a:defRPr/>
            </a:lvl2pPr>
            <a:lvl3pPr marL="566737" indent="0">
              <a:spcBef>
                <a:spcPts val="300"/>
              </a:spcBef>
              <a:spcAft>
                <a:spcPts val="300"/>
              </a:spcAft>
              <a:buNone/>
              <a:defRPr/>
            </a:lvl3pPr>
            <a:lvl4pPr marL="850106" indent="0">
              <a:spcBef>
                <a:spcPts val="300"/>
              </a:spcBef>
              <a:spcAft>
                <a:spcPts val="300"/>
              </a:spcAft>
              <a:buNone/>
              <a:defRPr/>
            </a:lvl4pPr>
            <a:lvl5pPr marL="1133475" indent="0">
              <a:spcBef>
                <a:spcPts val="300"/>
              </a:spcBef>
              <a:spcAft>
                <a:spcPts val="300"/>
              </a:spcAft>
              <a:buNone/>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8" name="Content Placeholder 17">
            <a:extLst>
              <a:ext uri="{FF2B5EF4-FFF2-40B4-BE49-F238E27FC236}">
                <a16:creationId xmlns:a16="http://schemas.microsoft.com/office/drawing/2014/main" id="{D4200C12-46D4-4518-A0B7-3701251A4FB1}"/>
              </a:ext>
            </a:extLst>
          </p:cNvPr>
          <p:cNvSpPr>
            <a:spLocks noGrp="1"/>
          </p:cNvSpPr>
          <p:nvPr>
            <p:ph sz="quarter" idx="16"/>
          </p:nvPr>
        </p:nvSpPr>
        <p:spPr>
          <a:xfrm>
            <a:off x="6096000" y="5942052"/>
            <a:ext cx="6096000" cy="553998"/>
          </a:xfrm>
          <a:solidFill>
            <a:schemeClr val="bg2"/>
          </a:solidFill>
        </p:spPr>
        <p:txBody>
          <a:bodyPr wrap="square" lIns="182880" tIns="91440" rIns="182880" bIns="182880" anchor="b" anchorCtr="0">
            <a:spAutoFit/>
          </a:bodyPr>
          <a:lstStyle>
            <a:lvl1pPr marL="60325" indent="-60325" algn="l" defTabSz="914400" rtl="0" eaLnBrk="1" latinLnBrk="0" hangingPunct="1">
              <a:lnSpc>
                <a:spcPct val="100000"/>
              </a:lnSpc>
              <a:spcBef>
                <a:spcPts val="1200"/>
              </a:spcBef>
              <a:spcAft>
                <a:spcPts val="0"/>
              </a:spcAft>
              <a:buClr>
                <a:schemeClr val="tx2"/>
              </a:buClr>
              <a:buFont typeface="Arial" panose="020B0604020202020204" pitchFamily="34" charset="0"/>
              <a:buNone/>
              <a:defRPr lang="en-US" sz="1800" kern="1200" dirty="0" smtClean="0">
                <a:ln>
                  <a:noFill/>
                </a:ln>
                <a:solidFill>
                  <a:prstClr val="white"/>
                </a:solidFill>
                <a:latin typeface="+mn-lt"/>
                <a:ea typeface="+mn-ea"/>
                <a:cs typeface="+mn-cs"/>
              </a:defRPr>
            </a:lvl1pPr>
            <a:lvl2pPr>
              <a:defRPr lang="en-US" sz="900" smtClean="0"/>
            </a:lvl2pPr>
            <a:lvl3pPr>
              <a:defRPr lang="en-US" sz="900" smtClean="0"/>
            </a:lvl3pPr>
            <a:lvl4pPr>
              <a:defRPr lang="en-US" sz="900" smtClean="0"/>
            </a:lvl4pPr>
            <a:lvl5pPr>
              <a:defRPr lang="en-US" sz="900"/>
            </a:lvl5pPr>
          </a:lstStyle>
          <a:p>
            <a:pPr marL="74613" lvl="0" indent="-74613" defTabSz="228600"/>
            <a:r>
              <a:rPr lang="en-US"/>
              <a:t>Click to edit Master text styles</a:t>
            </a:r>
          </a:p>
        </p:txBody>
      </p:sp>
      <p:sp>
        <p:nvSpPr>
          <p:cNvPr id="9" name="Picture Placeholder 8">
            <a:extLst>
              <a:ext uri="{FF2B5EF4-FFF2-40B4-BE49-F238E27FC236}">
                <a16:creationId xmlns:a16="http://schemas.microsoft.com/office/drawing/2014/main" id="{F8BB2227-3D4D-4CC6-A74E-E59F4C42E1E7}"/>
              </a:ext>
            </a:extLst>
          </p:cNvPr>
          <p:cNvSpPr>
            <a:spLocks noGrp="1"/>
          </p:cNvSpPr>
          <p:nvPr>
            <p:ph type="pic" sz="quarter" idx="17" hasCustomPrompt="1"/>
          </p:nvPr>
        </p:nvSpPr>
        <p:spPr>
          <a:xfrm>
            <a:off x="4236692" y="6111829"/>
            <a:ext cx="1666875" cy="550862"/>
          </a:xfrm>
        </p:spPr>
        <p:txBody>
          <a:bodyPr anchor="ctr" anchorCtr="0"/>
          <a:lstStyle>
            <a:lvl1pPr marL="0" indent="0" algn="ctr">
              <a:buNone/>
              <a:defRPr b="0">
                <a:solidFill>
                  <a:schemeClr val="tx1"/>
                </a:solidFill>
                <a:highlight>
                  <a:srgbClr val="FFFF00"/>
                </a:highlight>
              </a:defRPr>
            </a:lvl1pPr>
          </a:lstStyle>
          <a:p>
            <a:r>
              <a:rPr lang="en-US"/>
              <a:t>LOGO</a:t>
            </a:r>
          </a:p>
        </p:txBody>
      </p:sp>
      <p:pic>
        <p:nvPicPr>
          <p:cNvPr id="10" name="Picture 9">
            <a:extLst>
              <a:ext uri="{FF2B5EF4-FFF2-40B4-BE49-F238E27FC236}">
                <a16:creationId xmlns:a16="http://schemas.microsoft.com/office/drawing/2014/main" id="{E26D4CF9-DA02-47C6-9FC8-B0A3A9F7ADDE}"/>
              </a:ext>
            </a:extLst>
          </p:cNvPr>
          <p:cNvPicPr>
            <a:picLocks noChangeAspect="1"/>
          </p:cNvPicPr>
          <p:nvPr/>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67280202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showMasterSp="0" preserve="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B4752C1F-6E8C-435A-BAC0-434144BBAEC8}"/>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241331209"/>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showMasterSp="0" preserve="1">
  <p:cSld name="1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62B4C78-B914-4446-A66F-140BF3BF0639}"/>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100104900"/>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showMasterSp="0" preserve="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6096000" cy="3429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3911602"/>
            <a:ext cx="2604228" cy="2551857"/>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p:spPr>
        <p:txBody>
          <a:bodyPr vert="horz" lIns="0" tIns="0" rIns="0" bIns="0" rtlCol="0">
            <a:noAutofit/>
          </a:bodyPr>
          <a:lstStyle>
            <a:lvl1pPr marL="0" indent="0">
              <a:buNone/>
              <a:defRPr lang="en-US" sz="1900">
                <a:ln w="3175">
                  <a:noFill/>
                </a:ln>
                <a:solidFill>
                  <a:schemeClr val="tx2"/>
                </a:solidFill>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3563605"/>
            <a:ext cx="2608263"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3563605"/>
            <a:ext cx="2608307"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3563605"/>
            <a:ext cx="2608322"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40" y="3902784"/>
            <a:ext cx="2605524"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BE21847E-13F4-4E38-8691-D656AF93AA4A}"/>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631449219"/>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showMasterSp="0" preserve="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6096000"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22BED7DB-D222-46CF-9B99-F1C631E2EF7F}"/>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786926350"/>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showMasterSp="0" preserve="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accent2"/>
          </a:solidFill>
          <a:ln w="12700">
            <a:noFill/>
          </a:ln>
        </p:spPr>
        <p:txBody>
          <a:bodyPr vert="horz" lIns="182880" tIns="91440" rIns="182880"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6A2D20C4-66D0-4CE2-8BD3-9DDCFA49A2E1}"/>
              </a:ext>
            </a:extLst>
          </p:cNvPr>
          <p:cNvSpPr>
            <a:spLocks noGrp="1"/>
          </p:cNvSpPr>
          <p:nvPr>
            <p:ph sz="quarter" idx="13"/>
          </p:nvPr>
        </p:nvSpPr>
        <p:spPr>
          <a:xfrm>
            <a:off x="323850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31A78552-D992-4658-BA5E-E928AC9D8C8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1792115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showMasterSp="0" preserve="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slide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6000" y="365760"/>
            <a:ext cx="2878074" cy="203454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01DF4AB6-0CA0-4F6F-A402-D64FFDDB2FD6}"/>
              </a:ext>
            </a:extLst>
          </p:cNvPr>
          <p:cNvSpPr>
            <a:spLocks noGrp="1"/>
          </p:cNvSpPr>
          <p:nvPr>
            <p:ph sz="quarter" idx="13"/>
          </p:nvPr>
        </p:nvSpPr>
        <p:spPr>
          <a:xfrm>
            <a:off x="897255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7AB3128C-224A-4FCF-B9C8-5AC4ED524CB1}"/>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000813179"/>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showMasterSp="0" preserve="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182880"/>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Text Placeholder 2">
            <a:extLst>
              <a:ext uri="{FF2B5EF4-FFF2-40B4-BE49-F238E27FC236}">
                <a16:creationId xmlns:a16="http://schemas.microsoft.com/office/drawing/2014/main" id="{D4D50CFA-DD46-479A-871F-605CCAC6B671}"/>
              </a:ext>
            </a:extLst>
          </p:cNvPr>
          <p:cNvSpPr>
            <a:spLocks noGrp="1"/>
          </p:cNvSpPr>
          <p:nvPr>
            <p:ph idx="1"/>
          </p:nvPr>
        </p:nvSpPr>
        <p:spPr>
          <a:xfrm>
            <a:off x="3238501" y="312485"/>
            <a:ext cx="8580301" cy="6175387"/>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1" name="Freeform 5">
            <a:extLst>
              <a:ext uri="{FF2B5EF4-FFF2-40B4-BE49-F238E27FC236}">
                <a16:creationId xmlns:a16="http://schemas.microsoft.com/office/drawing/2014/main" id="{9805233A-26E2-42B0-A929-15D77E5D60AD}"/>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959861400"/>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showMasterSp="0" preserve="1">
  <p:cSld name="2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2462C2CF-31F5-416E-BCB4-4A82A49459DE}"/>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176529720"/>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showMasterSp="0" preserve="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6096000" cy="3429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3911602"/>
            <a:ext cx="2604228" cy="2551857"/>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a:p>
            <a:endParaRPr lang="en-US"/>
          </a:p>
          <a:p>
            <a:endParaRPr lang="en-US"/>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3563605"/>
            <a:ext cx="2608263"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3563605"/>
            <a:ext cx="2532437"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3563605"/>
            <a:ext cx="2608322"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3911077"/>
            <a:ext cx="2605524"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3911077"/>
            <a:ext cx="2528905"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79D19EE4-D3FD-46BD-90D3-24A8C4336495}"/>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254928604"/>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showMasterSp="0" preserve="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6096000" cy="1905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GB"/>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4B8541B1-5A69-4116-9413-EDFFEC198E0C}" type="slidenum">
              <a:rPr lang="en-GB" smtClean="0"/>
              <a:t>‹#›</a:t>
            </a:fld>
            <a:endParaRPr lang="en-GB"/>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bwMode="white">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900" kern="1200" dirty="0">
                <a:ln w="3175">
                  <a:noFill/>
                </a:ln>
                <a:solidFill>
                  <a:schemeClr val="tx2"/>
                </a:solidFill>
                <a:latin typeface="+mn-lt"/>
                <a:ea typeface="+mn-ea"/>
                <a:cs typeface="+mn-cs"/>
              </a:defRPr>
            </a:lvl1pPr>
          </a:lstStyle>
          <a:p>
            <a:pPr marL="0" lvl="0" indent="0" algn="l" defTabSz="914400" rtl="0" eaLnBrk="1" fontAlgn="base" latinLnBrk="0" hangingPunct="1">
              <a:lnSpc>
                <a:spcPct val="100000"/>
              </a:lnSpc>
              <a:spcBef>
                <a:spcPts val="0"/>
              </a:spcBef>
              <a:spcAft>
                <a:spcPts val="1500"/>
              </a:spcAft>
              <a:buClr>
                <a:schemeClr val="tx2"/>
              </a:buClr>
              <a:buFont typeface="Arial" panose="020B0604020202020204" pitchFamily="34" charset="0"/>
              <a:buNone/>
            </a:pPr>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7" name="Freeform 5">
            <a:extLst>
              <a:ext uri="{FF2B5EF4-FFF2-40B4-BE49-F238E27FC236}">
                <a16:creationId xmlns:a16="http://schemas.microsoft.com/office/drawing/2014/main" id="{8FBD6D32-C64B-4DE4-BF37-7CF847BA88C8}"/>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tx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4206715128"/>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showMasterSp="0" preserve="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B3DF85A6-1AD2-4BCB-AAB5-75DBE64F6165}"/>
              </a:ext>
            </a:extLst>
          </p:cNvPr>
          <p:cNvSpPr>
            <a:spLocks noGrp="1"/>
          </p:cNvSpPr>
          <p:nvPr>
            <p:ph sz="quarter" idx="13"/>
          </p:nvPr>
        </p:nvSpPr>
        <p:spPr>
          <a:xfrm>
            <a:off x="323850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95EB7D96-D7B0-4CDD-8226-A5B6926114B1}"/>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3546840069"/>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showMasterSp="0" preserve="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GB"/>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4B8541B1-5A69-4116-9413-EDFFEC198E0C}" type="slidenum">
              <a:rPr lang="en-GB" smtClean="0"/>
              <a:t>‹#›</a:t>
            </a:fld>
            <a:endParaRPr lang="en-GB"/>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4476" y="365760"/>
            <a:ext cx="2878074" cy="203454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10" name="Content Placeholder 4">
            <a:extLst>
              <a:ext uri="{FF2B5EF4-FFF2-40B4-BE49-F238E27FC236}">
                <a16:creationId xmlns:a16="http://schemas.microsoft.com/office/drawing/2014/main" id="{DE114E42-B9CD-419F-AF34-28A5B96009CA}"/>
              </a:ext>
            </a:extLst>
          </p:cNvPr>
          <p:cNvSpPr>
            <a:spLocks noGrp="1"/>
          </p:cNvSpPr>
          <p:nvPr>
            <p:ph sz="quarter" idx="13"/>
          </p:nvPr>
        </p:nvSpPr>
        <p:spPr>
          <a:xfrm>
            <a:off x="8972550" y="2400300"/>
            <a:ext cx="2857500" cy="2057400"/>
          </a:xfrm>
          <a:solidFill>
            <a:schemeClr val="bg1"/>
          </a:solidFill>
        </p:spPr>
        <p:txBody>
          <a:bodyPr tIns="137160" rIns="18288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8" name="Freeform 5">
            <a:extLst>
              <a:ext uri="{FF2B5EF4-FFF2-40B4-BE49-F238E27FC236}">
                <a16:creationId xmlns:a16="http://schemas.microsoft.com/office/drawing/2014/main" id="{58B04D86-084D-4319-96B9-CA48FBCF4170}"/>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spTree>
    <p:extLst>
      <p:ext uri="{BB962C8B-B14F-4D97-AF65-F5344CB8AC3E}">
        <p14:creationId xmlns:p14="http://schemas.microsoft.com/office/powerpoint/2010/main" val="58915368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2BEC3E-A067-4A39-9F54-CEB6FA458C88}"/>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GB"/>
          </a:p>
        </p:txBody>
      </p:sp>
      <p:sp>
        <p:nvSpPr>
          <p:cNvPr id="3" name="Subtitle 2">
            <a:extLst>
              <a:ext uri="{FF2B5EF4-FFF2-40B4-BE49-F238E27FC236}">
                <a16:creationId xmlns:a16="http://schemas.microsoft.com/office/drawing/2014/main" id="{C0BE1A82-1658-47A7-93D2-1F29443FFDB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72B4C0B8-65CA-4A69-8560-816C23DC0D6E}"/>
              </a:ext>
            </a:extLst>
          </p:cNvPr>
          <p:cNvSpPr>
            <a:spLocks noGrp="1"/>
          </p:cNvSpPr>
          <p:nvPr>
            <p:ph type="dt" sz="half" idx="10"/>
          </p:nvPr>
        </p:nvSpPr>
        <p:spPr/>
        <p:txBody>
          <a:bodyPr/>
          <a:lstStyle/>
          <a:p>
            <a:fld id="{0BE14206-A1E3-45A1-98ED-D70DCE73C9F2}" type="datetimeFigureOut">
              <a:rPr lang="en-GB" smtClean="0"/>
              <a:t>26/04/2026</a:t>
            </a:fld>
            <a:endParaRPr lang="en-GB"/>
          </a:p>
        </p:txBody>
      </p:sp>
      <p:sp>
        <p:nvSpPr>
          <p:cNvPr id="5" name="Footer Placeholder 4">
            <a:extLst>
              <a:ext uri="{FF2B5EF4-FFF2-40B4-BE49-F238E27FC236}">
                <a16:creationId xmlns:a16="http://schemas.microsoft.com/office/drawing/2014/main" id="{D3A246D5-0A4F-44C0-B667-92126D7C2672}"/>
              </a:ext>
            </a:extLst>
          </p:cNvPr>
          <p:cNvSpPr>
            <a:spLocks noGrp="1"/>
          </p:cNvSpPr>
          <p:nvPr>
            <p:ph type="ftr" sz="quarter" idx="11"/>
          </p:nvPr>
        </p:nvSpPr>
        <p:spPr/>
        <p:txBody>
          <a:bodyPr/>
          <a:lstStyle/>
          <a:p>
            <a:endParaRPr lang="en-GB"/>
          </a:p>
        </p:txBody>
      </p:sp>
      <p:sp>
        <p:nvSpPr>
          <p:cNvPr id="6" name="Slide Number Placeholder 5">
            <a:extLst>
              <a:ext uri="{FF2B5EF4-FFF2-40B4-BE49-F238E27FC236}">
                <a16:creationId xmlns:a16="http://schemas.microsoft.com/office/drawing/2014/main" id="{658AAE26-50A4-4EF6-AD2F-33B7BED5DA01}"/>
              </a:ext>
            </a:extLst>
          </p:cNvPr>
          <p:cNvSpPr>
            <a:spLocks noGrp="1"/>
          </p:cNvSpPr>
          <p:nvPr>
            <p:ph type="sldNum" sz="quarter" idx="12"/>
          </p:nvPr>
        </p:nvSpPr>
        <p:spPr/>
        <p:txBody>
          <a:bodyPr/>
          <a:lstStyle/>
          <a:p>
            <a:fld id="{4B8541B1-5A69-4116-9413-EDFFEC198E0C}" type="slidenum">
              <a:rPr lang="en-GB" smtClean="0"/>
              <a:t>‹#›</a:t>
            </a:fld>
            <a:endParaRPr lang="en-GB"/>
          </a:p>
        </p:txBody>
      </p:sp>
    </p:spTree>
    <p:extLst>
      <p:ext uri="{BB962C8B-B14F-4D97-AF65-F5344CB8AC3E}">
        <p14:creationId xmlns:p14="http://schemas.microsoft.com/office/powerpoint/2010/main" val="984125855"/>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grpSp>
        <p:nvGrpSpPr>
          <p:cNvPr id="5" name="Group 4">
            <a:extLst>
              <a:ext uri="{FF2B5EF4-FFF2-40B4-BE49-F238E27FC236}">
                <a16:creationId xmlns:a16="http://schemas.microsoft.com/office/drawing/2014/main" id="{4CD80BBE-E9C1-4ADE-A161-0379299AA354}"/>
              </a:ext>
            </a:extLst>
          </p:cNvPr>
          <p:cNvGrpSpPr/>
          <p:nvPr/>
        </p:nvGrpSpPr>
        <p:grpSpPr>
          <a:xfrm>
            <a:off x="10241279" y="5808617"/>
            <a:ext cx="1455289" cy="742043"/>
            <a:chOff x="6551613" y="3198813"/>
            <a:chExt cx="5856287" cy="2986087"/>
          </a:xfrm>
          <a:solidFill>
            <a:schemeClr val="bg1"/>
          </a:solidFill>
        </p:grpSpPr>
        <p:sp>
          <p:nvSpPr>
            <p:cNvPr id="7" name="Freeform 5">
              <a:extLst>
                <a:ext uri="{FF2B5EF4-FFF2-40B4-BE49-F238E27FC236}">
                  <a16:creationId xmlns:a16="http://schemas.microsoft.com/office/drawing/2014/main" id="{07ACEAA7-1C6C-469C-841B-DBCC48ED2727}"/>
                </a:ext>
              </a:extLst>
            </p:cNvPr>
            <p:cNvSpPr>
              <a:spLocks/>
            </p:cNvSpPr>
            <p:nvPr/>
          </p:nvSpPr>
          <p:spPr bwMode="auto">
            <a:xfrm>
              <a:off x="6559550" y="3346450"/>
              <a:ext cx="822325" cy="1155700"/>
            </a:xfrm>
            <a:custGeom>
              <a:avLst/>
              <a:gdLst>
                <a:gd name="T0" fmla="*/ 209 w 218"/>
                <a:gd name="T1" fmla="*/ 36 h 306"/>
                <a:gd name="T2" fmla="*/ 181 w 218"/>
                <a:gd name="T3" fmla="*/ 68 h 306"/>
                <a:gd name="T4" fmla="*/ 115 w 218"/>
                <a:gd name="T5" fmla="*/ 42 h 306"/>
                <a:gd name="T6" fmla="*/ 70 w 218"/>
                <a:gd name="T7" fmla="*/ 77 h 306"/>
                <a:gd name="T8" fmla="*/ 130 w 218"/>
                <a:gd name="T9" fmla="*/ 123 h 306"/>
                <a:gd name="T10" fmla="*/ 218 w 218"/>
                <a:gd name="T11" fmla="*/ 216 h 306"/>
                <a:gd name="T12" fmla="*/ 106 w 218"/>
                <a:gd name="T13" fmla="*/ 306 h 306"/>
                <a:gd name="T14" fmla="*/ 0 w 218"/>
                <a:gd name="T15" fmla="*/ 266 h 306"/>
                <a:gd name="T16" fmla="*/ 29 w 218"/>
                <a:gd name="T17" fmla="*/ 233 h 306"/>
                <a:gd name="T18" fmla="*/ 105 w 218"/>
                <a:gd name="T19" fmla="*/ 263 h 306"/>
                <a:gd name="T20" fmla="*/ 159 w 218"/>
                <a:gd name="T21" fmla="*/ 219 h 306"/>
                <a:gd name="T22" fmla="*/ 101 w 218"/>
                <a:gd name="T23" fmla="*/ 169 h 306"/>
                <a:gd name="T24" fmla="*/ 12 w 218"/>
                <a:gd name="T25" fmla="*/ 81 h 306"/>
                <a:gd name="T26" fmla="*/ 112 w 218"/>
                <a:gd name="T27" fmla="*/ 0 h 306"/>
                <a:gd name="T28" fmla="*/ 209 w 218"/>
                <a:gd name="T29" fmla="*/ 36 h 30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218" h="306">
                  <a:moveTo>
                    <a:pt x="209" y="36"/>
                  </a:moveTo>
                  <a:cubicBezTo>
                    <a:pt x="181" y="68"/>
                    <a:pt x="181" y="68"/>
                    <a:pt x="181" y="68"/>
                  </a:cubicBezTo>
                  <a:cubicBezTo>
                    <a:pt x="160" y="50"/>
                    <a:pt x="140" y="42"/>
                    <a:pt x="115" y="42"/>
                  </a:cubicBezTo>
                  <a:cubicBezTo>
                    <a:pt x="89" y="42"/>
                    <a:pt x="70" y="54"/>
                    <a:pt x="70" y="77"/>
                  </a:cubicBezTo>
                  <a:cubicBezTo>
                    <a:pt x="70" y="99"/>
                    <a:pt x="81" y="108"/>
                    <a:pt x="130" y="123"/>
                  </a:cubicBezTo>
                  <a:cubicBezTo>
                    <a:pt x="182" y="139"/>
                    <a:pt x="218" y="161"/>
                    <a:pt x="218" y="216"/>
                  </a:cubicBezTo>
                  <a:cubicBezTo>
                    <a:pt x="218" y="269"/>
                    <a:pt x="176" y="306"/>
                    <a:pt x="106" y="306"/>
                  </a:cubicBezTo>
                  <a:cubicBezTo>
                    <a:pt x="59" y="306"/>
                    <a:pt x="24" y="290"/>
                    <a:pt x="0" y="266"/>
                  </a:cubicBezTo>
                  <a:cubicBezTo>
                    <a:pt x="29" y="233"/>
                    <a:pt x="29" y="233"/>
                    <a:pt x="29" y="233"/>
                  </a:cubicBezTo>
                  <a:cubicBezTo>
                    <a:pt x="51" y="252"/>
                    <a:pt x="74" y="263"/>
                    <a:pt x="105" y="263"/>
                  </a:cubicBezTo>
                  <a:cubicBezTo>
                    <a:pt x="136" y="263"/>
                    <a:pt x="159" y="248"/>
                    <a:pt x="159" y="219"/>
                  </a:cubicBezTo>
                  <a:cubicBezTo>
                    <a:pt x="159" y="194"/>
                    <a:pt x="147" y="183"/>
                    <a:pt x="101" y="169"/>
                  </a:cubicBezTo>
                  <a:cubicBezTo>
                    <a:pt x="39" y="150"/>
                    <a:pt x="12" y="125"/>
                    <a:pt x="12" y="81"/>
                  </a:cubicBezTo>
                  <a:cubicBezTo>
                    <a:pt x="12" y="32"/>
                    <a:pt x="54" y="0"/>
                    <a:pt x="112" y="0"/>
                  </a:cubicBezTo>
                  <a:cubicBezTo>
                    <a:pt x="155" y="0"/>
                    <a:pt x="184" y="12"/>
                    <a:pt x="209" y="36"/>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8" name="Freeform 6">
              <a:extLst>
                <a:ext uri="{FF2B5EF4-FFF2-40B4-BE49-F238E27FC236}">
                  <a16:creationId xmlns:a16="http://schemas.microsoft.com/office/drawing/2014/main" id="{781C4BC7-E6C3-48AF-AB86-B4B67AE2B2AC}"/>
                </a:ext>
              </a:extLst>
            </p:cNvPr>
            <p:cNvSpPr>
              <a:spLocks noEditPoints="1"/>
            </p:cNvSpPr>
            <p:nvPr/>
          </p:nvSpPr>
          <p:spPr bwMode="auto">
            <a:xfrm>
              <a:off x="7456488" y="3603625"/>
              <a:ext cx="800100" cy="898525"/>
            </a:xfrm>
            <a:custGeom>
              <a:avLst/>
              <a:gdLst>
                <a:gd name="T0" fmla="*/ 212 w 212"/>
                <a:gd name="T1" fmla="*/ 119 h 238"/>
                <a:gd name="T2" fmla="*/ 106 w 212"/>
                <a:gd name="T3" fmla="*/ 238 h 238"/>
                <a:gd name="T4" fmla="*/ 0 w 212"/>
                <a:gd name="T5" fmla="*/ 119 h 238"/>
                <a:gd name="T6" fmla="*/ 106 w 212"/>
                <a:gd name="T7" fmla="*/ 0 h 238"/>
                <a:gd name="T8" fmla="*/ 212 w 212"/>
                <a:gd name="T9" fmla="*/ 119 h 238"/>
                <a:gd name="T10" fmla="*/ 57 w 212"/>
                <a:gd name="T11" fmla="*/ 119 h 238"/>
                <a:gd name="T12" fmla="*/ 106 w 212"/>
                <a:gd name="T13" fmla="*/ 197 h 238"/>
                <a:gd name="T14" fmla="*/ 154 w 212"/>
                <a:gd name="T15" fmla="*/ 119 h 238"/>
                <a:gd name="T16" fmla="*/ 106 w 212"/>
                <a:gd name="T17" fmla="*/ 42 h 238"/>
                <a:gd name="T18" fmla="*/ 57 w 212"/>
                <a:gd name="T19" fmla="*/ 119 h 23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8">
                  <a:moveTo>
                    <a:pt x="212" y="119"/>
                  </a:moveTo>
                  <a:cubicBezTo>
                    <a:pt x="212" y="190"/>
                    <a:pt x="172" y="238"/>
                    <a:pt x="106" y="238"/>
                  </a:cubicBezTo>
                  <a:cubicBezTo>
                    <a:pt x="40" y="238"/>
                    <a:pt x="0" y="193"/>
                    <a:pt x="0" y="119"/>
                  </a:cubicBezTo>
                  <a:cubicBezTo>
                    <a:pt x="0" y="48"/>
                    <a:pt x="40" y="0"/>
                    <a:pt x="106" y="0"/>
                  </a:cubicBezTo>
                  <a:cubicBezTo>
                    <a:pt x="173" y="0"/>
                    <a:pt x="212" y="46"/>
                    <a:pt x="212" y="119"/>
                  </a:cubicBezTo>
                  <a:moveTo>
                    <a:pt x="57" y="119"/>
                  </a:moveTo>
                  <a:cubicBezTo>
                    <a:pt x="57" y="173"/>
                    <a:pt x="74" y="197"/>
                    <a:pt x="106" y="197"/>
                  </a:cubicBezTo>
                  <a:cubicBezTo>
                    <a:pt x="138" y="197"/>
                    <a:pt x="154" y="173"/>
                    <a:pt x="154" y="119"/>
                  </a:cubicBezTo>
                  <a:cubicBezTo>
                    <a:pt x="154" y="66"/>
                    <a:pt x="138" y="42"/>
                    <a:pt x="106" y="42"/>
                  </a:cubicBezTo>
                  <a:cubicBezTo>
                    <a:pt x="74" y="42"/>
                    <a:pt x="57" y="66"/>
                    <a:pt x="57" y="11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0" name="Freeform 7">
              <a:extLst>
                <a:ext uri="{FF2B5EF4-FFF2-40B4-BE49-F238E27FC236}">
                  <a16:creationId xmlns:a16="http://schemas.microsoft.com/office/drawing/2014/main" id="{0EB10CA2-AD98-46FB-904E-3FC53AF6D322}"/>
                </a:ext>
              </a:extLst>
            </p:cNvPr>
            <p:cNvSpPr>
              <a:spLocks/>
            </p:cNvSpPr>
            <p:nvPr/>
          </p:nvSpPr>
          <p:spPr bwMode="auto">
            <a:xfrm>
              <a:off x="8369300" y="3267075"/>
              <a:ext cx="342900" cy="1235075"/>
            </a:xfrm>
            <a:custGeom>
              <a:avLst/>
              <a:gdLst>
                <a:gd name="T0" fmla="*/ 0 w 91"/>
                <a:gd name="T1" fmla="*/ 269 h 327"/>
                <a:gd name="T2" fmla="*/ 0 w 91"/>
                <a:gd name="T3" fmla="*/ 6 h 327"/>
                <a:gd name="T4" fmla="*/ 54 w 91"/>
                <a:gd name="T5" fmla="*/ 0 h 327"/>
                <a:gd name="T6" fmla="*/ 54 w 91"/>
                <a:gd name="T7" fmla="*/ 268 h 327"/>
                <a:gd name="T8" fmla="*/ 67 w 91"/>
                <a:gd name="T9" fmla="*/ 283 h 327"/>
                <a:gd name="T10" fmla="*/ 80 w 91"/>
                <a:gd name="T11" fmla="*/ 281 h 327"/>
                <a:gd name="T12" fmla="*/ 91 w 91"/>
                <a:gd name="T13" fmla="*/ 320 h 327"/>
                <a:gd name="T14" fmla="*/ 55 w 91"/>
                <a:gd name="T15" fmla="*/ 327 h 327"/>
                <a:gd name="T16" fmla="*/ 0 w 91"/>
                <a:gd name="T17" fmla="*/ 269 h 32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91" h="327">
                  <a:moveTo>
                    <a:pt x="0" y="269"/>
                  </a:moveTo>
                  <a:cubicBezTo>
                    <a:pt x="0" y="6"/>
                    <a:pt x="0" y="6"/>
                    <a:pt x="0" y="6"/>
                  </a:cubicBezTo>
                  <a:cubicBezTo>
                    <a:pt x="54" y="0"/>
                    <a:pt x="54" y="0"/>
                    <a:pt x="54" y="0"/>
                  </a:cubicBezTo>
                  <a:cubicBezTo>
                    <a:pt x="54" y="268"/>
                    <a:pt x="54" y="268"/>
                    <a:pt x="54" y="268"/>
                  </a:cubicBezTo>
                  <a:cubicBezTo>
                    <a:pt x="54" y="278"/>
                    <a:pt x="58" y="283"/>
                    <a:pt x="67" y="283"/>
                  </a:cubicBezTo>
                  <a:cubicBezTo>
                    <a:pt x="72" y="283"/>
                    <a:pt x="76" y="283"/>
                    <a:pt x="80" y="281"/>
                  </a:cubicBezTo>
                  <a:cubicBezTo>
                    <a:pt x="91" y="320"/>
                    <a:pt x="91" y="320"/>
                    <a:pt x="91" y="320"/>
                  </a:cubicBezTo>
                  <a:cubicBezTo>
                    <a:pt x="82" y="324"/>
                    <a:pt x="69" y="327"/>
                    <a:pt x="55" y="327"/>
                  </a:cubicBezTo>
                  <a:cubicBezTo>
                    <a:pt x="20" y="327"/>
                    <a:pt x="0" y="306"/>
                    <a:pt x="0" y="2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1" name="Freeform 8">
              <a:extLst>
                <a:ext uri="{FF2B5EF4-FFF2-40B4-BE49-F238E27FC236}">
                  <a16:creationId xmlns:a16="http://schemas.microsoft.com/office/drawing/2014/main" id="{B9E5C79F-E295-488C-8EE4-9FF1E890F79F}"/>
                </a:ext>
              </a:extLst>
            </p:cNvPr>
            <p:cNvSpPr>
              <a:spLocks/>
            </p:cNvSpPr>
            <p:nvPr/>
          </p:nvSpPr>
          <p:spPr bwMode="auto">
            <a:xfrm>
              <a:off x="8640763" y="3630613"/>
              <a:ext cx="803275" cy="849312"/>
            </a:xfrm>
            <a:custGeom>
              <a:avLst/>
              <a:gdLst>
                <a:gd name="T0" fmla="*/ 330 w 506"/>
                <a:gd name="T1" fmla="*/ 535 h 535"/>
                <a:gd name="T2" fmla="*/ 176 w 506"/>
                <a:gd name="T3" fmla="*/ 535 h 535"/>
                <a:gd name="T4" fmla="*/ 0 w 506"/>
                <a:gd name="T5" fmla="*/ 0 h 535"/>
                <a:gd name="T6" fmla="*/ 140 w 506"/>
                <a:gd name="T7" fmla="*/ 0 h 535"/>
                <a:gd name="T8" fmla="*/ 254 w 506"/>
                <a:gd name="T9" fmla="*/ 430 h 535"/>
                <a:gd name="T10" fmla="*/ 371 w 506"/>
                <a:gd name="T11" fmla="*/ 0 h 535"/>
                <a:gd name="T12" fmla="*/ 506 w 506"/>
                <a:gd name="T13" fmla="*/ 0 h 535"/>
                <a:gd name="T14" fmla="*/ 330 w 506"/>
                <a:gd name="T15" fmla="*/ 535 h 535"/>
              </a:gdLst>
              <a:ahLst/>
              <a:cxnLst>
                <a:cxn ang="0">
                  <a:pos x="T0" y="T1"/>
                </a:cxn>
                <a:cxn ang="0">
                  <a:pos x="T2" y="T3"/>
                </a:cxn>
                <a:cxn ang="0">
                  <a:pos x="T4" y="T5"/>
                </a:cxn>
                <a:cxn ang="0">
                  <a:pos x="T6" y="T7"/>
                </a:cxn>
                <a:cxn ang="0">
                  <a:pos x="T8" y="T9"/>
                </a:cxn>
                <a:cxn ang="0">
                  <a:pos x="T10" y="T11"/>
                </a:cxn>
                <a:cxn ang="0">
                  <a:pos x="T12" y="T13"/>
                </a:cxn>
                <a:cxn ang="0">
                  <a:pos x="T14" y="T15"/>
                </a:cxn>
              </a:cxnLst>
              <a:rect l="0" t="0" r="r" b="b"/>
              <a:pathLst>
                <a:path w="506" h="535">
                  <a:moveTo>
                    <a:pt x="330" y="535"/>
                  </a:moveTo>
                  <a:lnTo>
                    <a:pt x="176" y="535"/>
                  </a:lnTo>
                  <a:lnTo>
                    <a:pt x="0" y="0"/>
                  </a:lnTo>
                  <a:lnTo>
                    <a:pt x="140" y="0"/>
                  </a:lnTo>
                  <a:lnTo>
                    <a:pt x="254" y="430"/>
                  </a:lnTo>
                  <a:lnTo>
                    <a:pt x="371" y="0"/>
                  </a:lnTo>
                  <a:lnTo>
                    <a:pt x="506" y="0"/>
                  </a:lnTo>
                  <a:lnTo>
                    <a:pt x="330" y="535"/>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3" name="Freeform 9">
              <a:extLst>
                <a:ext uri="{FF2B5EF4-FFF2-40B4-BE49-F238E27FC236}">
                  <a16:creationId xmlns:a16="http://schemas.microsoft.com/office/drawing/2014/main" id="{EFBA0CC9-5A1F-479E-8678-19B836D49C6A}"/>
                </a:ext>
              </a:extLst>
            </p:cNvPr>
            <p:cNvSpPr>
              <a:spLocks noEditPoints="1"/>
            </p:cNvSpPr>
            <p:nvPr/>
          </p:nvSpPr>
          <p:spPr bwMode="auto">
            <a:xfrm>
              <a:off x="9471025" y="3198813"/>
              <a:ext cx="255587" cy="1281112"/>
            </a:xfrm>
            <a:custGeom>
              <a:avLst/>
              <a:gdLst>
                <a:gd name="T0" fmla="*/ 68 w 68"/>
                <a:gd name="T1" fmla="*/ 33 h 339"/>
                <a:gd name="T2" fmla="*/ 34 w 68"/>
                <a:gd name="T3" fmla="*/ 66 h 339"/>
                <a:gd name="T4" fmla="*/ 0 w 68"/>
                <a:gd name="T5" fmla="*/ 33 h 339"/>
                <a:gd name="T6" fmla="*/ 34 w 68"/>
                <a:gd name="T7" fmla="*/ 0 h 339"/>
                <a:gd name="T8" fmla="*/ 68 w 68"/>
                <a:gd name="T9" fmla="*/ 33 h 339"/>
                <a:gd name="T10" fmla="*/ 62 w 68"/>
                <a:gd name="T11" fmla="*/ 339 h 339"/>
                <a:gd name="T12" fmla="*/ 7 w 68"/>
                <a:gd name="T13" fmla="*/ 339 h 339"/>
                <a:gd name="T14" fmla="*/ 7 w 68"/>
                <a:gd name="T15" fmla="*/ 114 h 339"/>
                <a:gd name="T16" fmla="*/ 62 w 68"/>
                <a:gd name="T17" fmla="*/ 114 h 339"/>
                <a:gd name="T18" fmla="*/ 62 w 68"/>
                <a:gd name="T19" fmla="*/ 339 h 3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68" h="339">
                  <a:moveTo>
                    <a:pt x="68" y="33"/>
                  </a:moveTo>
                  <a:cubicBezTo>
                    <a:pt x="68" y="51"/>
                    <a:pt x="54" y="66"/>
                    <a:pt x="34" y="66"/>
                  </a:cubicBezTo>
                  <a:cubicBezTo>
                    <a:pt x="14" y="66"/>
                    <a:pt x="0" y="51"/>
                    <a:pt x="0" y="33"/>
                  </a:cubicBezTo>
                  <a:cubicBezTo>
                    <a:pt x="0" y="14"/>
                    <a:pt x="14" y="0"/>
                    <a:pt x="34" y="0"/>
                  </a:cubicBezTo>
                  <a:cubicBezTo>
                    <a:pt x="54" y="0"/>
                    <a:pt x="68" y="14"/>
                    <a:pt x="68" y="33"/>
                  </a:cubicBezTo>
                  <a:moveTo>
                    <a:pt x="62" y="339"/>
                  </a:moveTo>
                  <a:cubicBezTo>
                    <a:pt x="7" y="339"/>
                    <a:pt x="7" y="339"/>
                    <a:pt x="7" y="339"/>
                  </a:cubicBezTo>
                  <a:cubicBezTo>
                    <a:pt x="7" y="114"/>
                    <a:pt x="7" y="114"/>
                    <a:pt x="7" y="114"/>
                  </a:cubicBezTo>
                  <a:cubicBezTo>
                    <a:pt x="62" y="114"/>
                    <a:pt x="62" y="114"/>
                    <a:pt x="62" y="114"/>
                  </a:cubicBezTo>
                  <a:lnTo>
                    <a:pt x="62" y="339"/>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4" name="Freeform 10">
              <a:extLst>
                <a:ext uri="{FF2B5EF4-FFF2-40B4-BE49-F238E27FC236}">
                  <a16:creationId xmlns:a16="http://schemas.microsoft.com/office/drawing/2014/main" id="{17FF4A07-8B4D-47A8-9A59-AA3085E43920}"/>
                </a:ext>
              </a:extLst>
            </p:cNvPr>
            <p:cNvSpPr>
              <a:spLocks/>
            </p:cNvSpPr>
            <p:nvPr/>
          </p:nvSpPr>
          <p:spPr bwMode="auto">
            <a:xfrm>
              <a:off x="9877425" y="3603625"/>
              <a:ext cx="693737" cy="876300"/>
            </a:xfrm>
            <a:custGeom>
              <a:avLst/>
              <a:gdLst>
                <a:gd name="T0" fmla="*/ 184 w 184"/>
                <a:gd name="T1" fmla="*/ 69 h 232"/>
                <a:gd name="T2" fmla="*/ 184 w 184"/>
                <a:gd name="T3" fmla="*/ 232 h 232"/>
                <a:gd name="T4" fmla="*/ 129 w 184"/>
                <a:gd name="T5" fmla="*/ 232 h 232"/>
                <a:gd name="T6" fmla="*/ 129 w 184"/>
                <a:gd name="T7" fmla="*/ 77 h 232"/>
                <a:gd name="T8" fmla="*/ 102 w 184"/>
                <a:gd name="T9" fmla="*/ 41 h 232"/>
                <a:gd name="T10" fmla="*/ 54 w 184"/>
                <a:gd name="T11" fmla="*/ 75 h 232"/>
                <a:gd name="T12" fmla="*/ 54 w 184"/>
                <a:gd name="T13" fmla="*/ 232 h 232"/>
                <a:gd name="T14" fmla="*/ 0 w 184"/>
                <a:gd name="T15" fmla="*/ 232 h 232"/>
                <a:gd name="T16" fmla="*/ 0 w 184"/>
                <a:gd name="T17" fmla="*/ 7 h 232"/>
                <a:gd name="T18" fmla="*/ 47 w 184"/>
                <a:gd name="T19" fmla="*/ 7 h 232"/>
                <a:gd name="T20" fmla="*/ 51 w 184"/>
                <a:gd name="T21" fmla="*/ 36 h 232"/>
                <a:gd name="T22" fmla="*/ 120 w 184"/>
                <a:gd name="T23" fmla="*/ 0 h 232"/>
                <a:gd name="T24" fmla="*/ 184 w 184"/>
                <a:gd name="T25" fmla="*/ 69 h 2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232">
                  <a:moveTo>
                    <a:pt x="184" y="69"/>
                  </a:moveTo>
                  <a:cubicBezTo>
                    <a:pt x="184" y="232"/>
                    <a:pt x="184" y="232"/>
                    <a:pt x="184" y="232"/>
                  </a:cubicBezTo>
                  <a:cubicBezTo>
                    <a:pt x="129" y="232"/>
                    <a:pt x="129" y="232"/>
                    <a:pt x="129" y="232"/>
                  </a:cubicBezTo>
                  <a:cubicBezTo>
                    <a:pt x="129" y="77"/>
                    <a:pt x="129" y="77"/>
                    <a:pt x="129" y="77"/>
                  </a:cubicBezTo>
                  <a:cubicBezTo>
                    <a:pt x="129" y="49"/>
                    <a:pt x="119" y="41"/>
                    <a:pt x="102" y="41"/>
                  </a:cubicBezTo>
                  <a:cubicBezTo>
                    <a:pt x="82" y="41"/>
                    <a:pt x="68" y="54"/>
                    <a:pt x="54" y="75"/>
                  </a:cubicBezTo>
                  <a:cubicBezTo>
                    <a:pt x="54" y="232"/>
                    <a:pt x="54" y="232"/>
                    <a:pt x="54" y="232"/>
                  </a:cubicBezTo>
                  <a:cubicBezTo>
                    <a:pt x="0" y="232"/>
                    <a:pt x="0" y="232"/>
                    <a:pt x="0" y="232"/>
                  </a:cubicBezTo>
                  <a:cubicBezTo>
                    <a:pt x="0" y="7"/>
                    <a:pt x="0" y="7"/>
                    <a:pt x="0" y="7"/>
                  </a:cubicBezTo>
                  <a:cubicBezTo>
                    <a:pt x="47" y="7"/>
                    <a:pt x="47" y="7"/>
                    <a:pt x="47" y="7"/>
                  </a:cubicBezTo>
                  <a:cubicBezTo>
                    <a:pt x="51" y="36"/>
                    <a:pt x="51" y="36"/>
                    <a:pt x="51" y="36"/>
                  </a:cubicBezTo>
                  <a:cubicBezTo>
                    <a:pt x="69" y="14"/>
                    <a:pt x="91" y="0"/>
                    <a:pt x="120" y="0"/>
                  </a:cubicBezTo>
                  <a:cubicBezTo>
                    <a:pt x="160" y="0"/>
                    <a:pt x="184" y="26"/>
                    <a:pt x="184" y="69"/>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5" name="Freeform 11">
              <a:extLst>
                <a:ext uri="{FF2B5EF4-FFF2-40B4-BE49-F238E27FC236}">
                  <a16:creationId xmlns:a16="http://schemas.microsoft.com/office/drawing/2014/main" id="{8693E875-09F4-48DF-AFDE-3A3E0AA5EA2C}"/>
                </a:ext>
              </a:extLst>
            </p:cNvPr>
            <p:cNvSpPr>
              <a:spLocks noEditPoints="1"/>
            </p:cNvSpPr>
            <p:nvPr/>
          </p:nvSpPr>
          <p:spPr bwMode="auto">
            <a:xfrm>
              <a:off x="10628313" y="3509963"/>
              <a:ext cx="836612" cy="1322387"/>
            </a:xfrm>
            <a:custGeom>
              <a:avLst/>
              <a:gdLst>
                <a:gd name="T0" fmla="*/ 222 w 222"/>
                <a:gd name="T1" fmla="*/ 44 h 350"/>
                <a:gd name="T2" fmla="*/ 156 w 222"/>
                <a:gd name="T3" fmla="*/ 51 h 350"/>
                <a:gd name="T4" fmla="*/ 197 w 222"/>
                <a:gd name="T5" fmla="*/ 109 h 350"/>
                <a:gd name="T6" fmla="*/ 107 w 222"/>
                <a:gd name="T7" fmla="*/ 185 h 350"/>
                <a:gd name="T8" fmla="*/ 80 w 222"/>
                <a:gd name="T9" fmla="*/ 182 h 350"/>
                <a:gd name="T10" fmla="*/ 71 w 222"/>
                <a:gd name="T11" fmla="*/ 198 h 350"/>
                <a:gd name="T12" fmla="*/ 98 w 222"/>
                <a:gd name="T13" fmla="*/ 214 h 350"/>
                <a:gd name="T14" fmla="*/ 132 w 222"/>
                <a:gd name="T15" fmla="*/ 214 h 350"/>
                <a:gd name="T16" fmla="*/ 214 w 222"/>
                <a:gd name="T17" fmla="*/ 278 h 350"/>
                <a:gd name="T18" fmla="*/ 102 w 222"/>
                <a:gd name="T19" fmla="*/ 350 h 350"/>
                <a:gd name="T20" fmla="*/ 0 w 222"/>
                <a:gd name="T21" fmla="*/ 279 h 350"/>
                <a:gd name="T22" fmla="*/ 48 w 222"/>
                <a:gd name="T23" fmla="*/ 279 h 350"/>
                <a:gd name="T24" fmla="*/ 103 w 222"/>
                <a:gd name="T25" fmla="*/ 311 h 350"/>
                <a:gd name="T26" fmla="*/ 159 w 222"/>
                <a:gd name="T27" fmla="*/ 281 h 350"/>
                <a:gd name="T28" fmla="*/ 121 w 222"/>
                <a:gd name="T29" fmla="*/ 255 h 350"/>
                <a:gd name="T30" fmla="*/ 87 w 222"/>
                <a:gd name="T31" fmla="*/ 255 h 350"/>
                <a:gd name="T32" fmla="*/ 23 w 222"/>
                <a:gd name="T33" fmla="*/ 211 h 350"/>
                <a:gd name="T34" fmla="*/ 49 w 222"/>
                <a:gd name="T35" fmla="*/ 170 h 350"/>
                <a:gd name="T36" fmla="*/ 10 w 222"/>
                <a:gd name="T37" fmla="*/ 106 h 350"/>
                <a:gd name="T38" fmla="*/ 103 w 222"/>
                <a:gd name="T39" fmla="*/ 25 h 350"/>
                <a:gd name="T40" fmla="*/ 208 w 222"/>
                <a:gd name="T41" fmla="*/ 0 h 350"/>
                <a:gd name="T42" fmla="*/ 222 w 222"/>
                <a:gd name="T43" fmla="*/ 44 h 350"/>
                <a:gd name="T44" fmla="*/ 65 w 222"/>
                <a:gd name="T45" fmla="*/ 105 h 350"/>
                <a:gd name="T46" fmla="*/ 105 w 222"/>
                <a:gd name="T47" fmla="*/ 150 h 350"/>
                <a:gd name="T48" fmla="*/ 145 w 222"/>
                <a:gd name="T49" fmla="*/ 105 h 350"/>
                <a:gd name="T50" fmla="*/ 104 w 222"/>
                <a:gd name="T51" fmla="*/ 62 h 350"/>
                <a:gd name="T52" fmla="*/ 65 w 222"/>
                <a:gd name="T53" fmla="*/ 105 h 35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50">
                  <a:moveTo>
                    <a:pt x="222" y="44"/>
                  </a:moveTo>
                  <a:cubicBezTo>
                    <a:pt x="205" y="50"/>
                    <a:pt x="183" y="51"/>
                    <a:pt x="156" y="51"/>
                  </a:cubicBezTo>
                  <a:cubicBezTo>
                    <a:pt x="184" y="64"/>
                    <a:pt x="197" y="81"/>
                    <a:pt x="197" y="109"/>
                  </a:cubicBezTo>
                  <a:cubicBezTo>
                    <a:pt x="197" y="153"/>
                    <a:pt x="163" y="185"/>
                    <a:pt x="107" y="185"/>
                  </a:cubicBezTo>
                  <a:cubicBezTo>
                    <a:pt x="97" y="185"/>
                    <a:pt x="88" y="184"/>
                    <a:pt x="80" y="182"/>
                  </a:cubicBezTo>
                  <a:cubicBezTo>
                    <a:pt x="74" y="185"/>
                    <a:pt x="71" y="191"/>
                    <a:pt x="71" y="198"/>
                  </a:cubicBezTo>
                  <a:cubicBezTo>
                    <a:pt x="71" y="206"/>
                    <a:pt x="75" y="214"/>
                    <a:pt x="98" y="214"/>
                  </a:cubicBezTo>
                  <a:cubicBezTo>
                    <a:pt x="132" y="214"/>
                    <a:pt x="132" y="214"/>
                    <a:pt x="132" y="214"/>
                  </a:cubicBezTo>
                  <a:cubicBezTo>
                    <a:pt x="182" y="214"/>
                    <a:pt x="214" y="241"/>
                    <a:pt x="214" y="278"/>
                  </a:cubicBezTo>
                  <a:cubicBezTo>
                    <a:pt x="214" y="323"/>
                    <a:pt x="176" y="350"/>
                    <a:pt x="102" y="350"/>
                  </a:cubicBezTo>
                  <a:cubicBezTo>
                    <a:pt x="22" y="350"/>
                    <a:pt x="0" y="324"/>
                    <a:pt x="0" y="279"/>
                  </a:cubicBezTo>
                  <a:cubicBezTo>
                    <a:pt x="48" y="279"/>
                    <a:pt x="48" y="279"/>
                    <a:pt x="48" y="279"/>
                  </a:cubicBezTo>
                  <a:cubicBezTo>
                    <a:pt x="48" y="301"/>
                    <a:pt x="58" y="311"/>
                    <a:pt x="103" y="311"/>
                  </a:cubicBezTo>
                  <a:cubicBezTo>
                    <a:pt x="147" y="311"/>
                    <a:pt x="159" y="299"/>
                    <a:pt x="159" y="281"/>
                  </a:cubicBezTo>
                  <a:cubicBezTo>
                    <a:pt x="159" y="265"/>
                    <a:pt x="146" y="255"/>
                    <a:pt x="121" y="255"/>
                  </a:cubicBezTo>
                  <a:cubicBezTo>
                    <a:pt x="87" y="255"/>
                    <a:pt x="87" y="255"/>
                    <a:pt x="87" y="255"/>
                  </a:cubicBezTo>
                  <a:cubicBezTo>
                    <a:pt x="42" y="255"/>
                    <a:pt x="23" y="235"/>
                    <a:pt x="23" y="211"/>
                  </a:cubicBezTo>
                  <a:cubicBezTo>
                    <a:pt x="23" y="196"/>
                    <a:pt x="33" y="180"/>
                    <a:pt x="49" y="170"/>
                  </a:cubicBezTo>
                  <a:cubicBezTo>
                    <a:pt x="22" y="155"/>
                    <a:pt x="10" y="135"/>
                    <a:pt x="10" y="106"/>
                  </a:cubicBezTo>
                  <a:cubicBezTo>
                    <a:pt x="10" y="57"/>
                    <a:pt x="48" y="25"/>
                    <a:pt x="103" y="25"/>
                  </a:cubicBezTo>
                  <a:cubicBezTo>
                    <a:pt x="156" y="27"/>
                    <a:pt x="181" y="15"/>
                    <a:pt x="208" y="0"/>
                  </a:cubicBezTo>
                  <a:lnTo>
                    <a:pt x="222" y="44"/>
                  </a:lnTo>
                  <a:close/>
                  <a:moveTo>
                    <a:pt x="65" y="105"/>
                  </a:moveTo>
                  <a:cubicBezTo>
                    <a:pt x="65" y="133"/>
                    <a:pt x="79" y="150"/>
                    <a:pt x="105" y="150"/>
                  </a:cubicBezTo>
                  <a:cubicBezTo>
                    <a:pt x="131" y="150"/>
                    <a:pt x="145" y="133"/>
                    <a:pt x="145" y="105"/>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6" name="Freeform 12">
              <a:extLst>
                <a:ext uri="{FF2B5EF4-FFF2-40B4-BE49-F238E27FC236}">
                  <a16:creationId xmlns:a16="http://schemas.microsoft.com/office/drawing/2014/main" id="{30BC2F92-20AB-4C9D-83BC-16D359C9AF3A}"/>
                </a:ext>
              </a:extLst>
            </p:cNvPr>
            <p:cNvSpPr>
              <a:spLocks/>
            </p:cNvSpPr>
            <p:nvPr/>
          </p:nvSpPr>
          <p:spPr bwMode="auto">
            <a:xfrm>
              <a:off x="6551613" y="4722813"/>
              <a:ext cx="822325" cy="1109662"/>
            </a:xfrm>
            <a:custGeom>
              <a:avLst/>
              <a:gdLst>
                <a:gd name="T0" fmla="*/ 504 w 518"/>
                <a:gd name="T1" fmla="*/ 107 h 699"/>
                <a:gd name="T2" fmla="*/ 323 w 518"/>
                <a:gd name="T3" fmla="*/ 107 h 699"/>
                <a:gd name="T4" fmla="*/ 323 w 518"/>
                <a:gd name="T5" fmla="*/ 699 h 699"/>
                <a:gd name="T6" fmla="*/ 188 w 518"/>
                <a:gd name="T7" fmla="*/ 699 h 699"/>
                <a:gd name="T8" fmla="*/ 188 w 518"/>
                <a:gd name="T9" fmla="*/ 107 h 699"/>
                <a:gd name="T10" fmla="*/ 0 w 518"/>
                <a:gd name="T11" fmla="*/ 107 h 699"/>
                <a:gd name="T12" fmla="*/ 0 w 518"/>
                <a:gd name="T13" fmla="*/ 0 h 699"/>
                <a:gd name="T14" fmla="*/ 518 w 518"/>
                <a:gd name="T15" fmla="*/ 0 h 699"/>
                <a:gd name="T16" fmla="*/ 504 w 518"/>
                <a:gd name="T17" fmla="*/ 107 h 69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18" h="699">
                  <a:moveTo>
                    <a:pt x="504" y="107"/>
                  </a:moveTo>
                  <a:lnTo>
                    <a:pt x="323" y="107"/>
                  </a:lnTo>
                  <a:lnTo>
                    <a:pt x="323" y="699"/>
                  </a:lnTo>
                  <a:lnTo>
                    <a:pt x="188" y="699"/>
                  </a:lnTo>
                  <a:lnTo>
                    <a:pt x="188" y="107"/>
                  </a:lnTo>
                  <a:lnTo>
                    <a:pt x="0" y="107"/>
                  </a:lnTo>
                  <a:lnTo>
                    <a:pt x="0" y="0"/>
                  </a:lnTo>
                  <a:lnTo>
                    <a:pt x="518" y="0"/>
                  </a:lnTo>
                  <a:lnTo>
                    <a:pt x="504" y="10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7" name="Freeform 13">
              <a:extLst>
                <a:ext uri="{FF2B5EF4-FFF2-40B4-BE49-F238E27FC236}">
                  <a16:creationId xmlns:a16="http://schemas.microsoft.com/office/drawing/2014/main" id="{F5677F5A-4561-41FC-A9BB-FD8D5C2FFF86}"/>
                </a:ext>
              </a:extLst>
            </p:cNvPr>
            <p:cNvSpPr>
              <a:spLocks noEditPoints="1"/>
            </p:cNvSpPr>
            <p:nvPr/>
          </p:nvSpPr>
          <p:spPr bwMode="auto">
            <a:xfrm>
              <a:off x="7227888" y="4959350"/>
              <a:ext cx="798512" cy="896937"/>
            </a:xfrm>
            <a:custGeom>
              <a:avLst/>
              <a:gdLst>
                <a:gd name="T0" fmla="*/ 212 w 212"/>
                <a:gd name="T1" fmla="*/ 118 h 237"/>
                <a:gd name="T2" fmla="*/ 106 w 212"/>
                <a:gd name="T3" fmla="*/ 237 h 237"/>
                <a:gd name="T4" fmla="*/ 0 w 212"/>
                <a:gd name="T5" fmla="*/ 118 h 237"/>
                <a:gd name="T6" fmla="*/ 106 w 212"/>
                <a:gd name="T7" fmla="*/ 0 h 237"/>
                <a:gd name="T8" fmla="*/ 212 w 212"/>
                <a:gd name="T9" fmla="*/ 118 h 237"/>
                <a:gd name="T10" fmla="*/ 57 w 212"/>
                <a:gd name="T11" fmla="*/ 118 h 237"/>
                <a:gd name="T12" fmla="*/ 106 w 212"/>
                <a:gd name="T13" fmla="*/ 196 h 237"/>
                <a:gd name="T14" fmla="*/ 154 w 212"/>
                <a:gd name="T15" fmla="*/ 118 h 237"/>
                <a:gd name="T16" fmla="*/ 106 w 212"/>
                <a:gd name="T17" fmla="*/ 41 h 237"/>
                <a:gd name="T18" fmla="*/ 57 w 212"/>
                <a:gd name="T19" fmla="*/ 11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212" h="237">
                  <a:moveTo>
                    <a:pt x="212" y="118"/>
                  </a:moveTo>
                  <a:cubicBezTo>
                    <a:pt x="212" y="189"/>
                    <a:pt x="172" y="237"/>
                    <a:pt x="106" y="237"/>
                  </a:cubicBezTo>
                  <a:cubicBezTo>
                    <a:pt x="39" y="237"/>
                    <a:pt x="0" y="192"/>
                    <a:pt x="0" y="118"/>
                  </a:cubicBezTo>
                  <a:cubicBezTo>
                    <a:pt x="0" y="48"/>
                    <a:pt x="39" y="0"/>
                    <a:pt x="106" y="0"/>
                  </a:cubicBezTo>
                  <a:cubicBezTo>
                    <a:pt x="172" y="0"/>
                    <a:pt x="212" y="45"/>
                    <a:pt x="212" y="118"/>
                  </a:cubicBezTo>
                  <a:moveTo>
                    <a:pt x="57" y="118"/>
                  </a:moveTo>
                  <a:cubicBezTo>
                    <a:pt x="57" y="172"/>
                    <a:pt x="74" y="196"/>
                    <a:pt x="106" y="196"/>
                  </a:cubicBezTo>
                  <a:cubicBezTo>
                    <a:pt x="138" y="196"/>
                    <a:pt x="154" y="172"/>
                    <a:pt x="154" y="118"/>
                  </a:cubicBezTo>
                  <a:cubicBezTo>
                    <a:pt x="154" y="65"/>
                    <a:pt x="138" y="41"/>
                    <a:pt x="106" y="41"/>
                  </a:cubicBezTo>
                  <a:cubicBezTo>
                    <a:pt x="74" y="41"/>
                    <a:pt x="57" y="65"/>
                    <a:pt x="57" y="118"/>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8" name="Freeform 14">
              <a:extLst>
                <a:ext uri="{FF2B5EF4-FFF2-40B4-BE49-F238E27FC236}">
                  <a16:creationId xmlns:a16="http://schemas.microsoft.com/office/drawing/2014/main" id="{4EF423AE-2087-4E28-AD07-42A25FBD874C}"/>
                </a:ext>
              </a:extLst>
            </p:cNvPr>
            <p:cNvSpPr>
              <a:spLocks noEditPoints="1"/>
            </p:cNvSpPr>
            <p:nvPr/>
          </p:nvSpPr>
          <p:spPr bwMode="auto">
            <a:xfrm>
              <a:off x="8048625" y="4865688"/>
              <a:ext cx="838200" cy="1319212"/>
            </a:xfrm>
            <a:custGeom>
              <a:avLst/>
              <a:gdLst>
                <a:gd name="T0" fmla="*/ 222 w 222"/>
                <a:gd name="T1" fmla="*/ 43 h 349"/>
                <a:gd name="T2" fmla="*/ 157 w 222"/>
                <a:gd name="T3" fmla="*/ 51 h 349"/>
                <a:gd name="T4" fmla="*/ 197 w 222"/>
                <a:gd name="T5" fmla="*/ 109 h 349"/>
                <a:gd name="T6" fmla="*/ 107 w 222"/>
                <a:gd name="T7" fmla="*/ 184 h 349"/>
                <a:gd name="T8" fmla="*/ 80 w 222"/>
                <a:gd name="T9" fmla="*/ 181 h 349"/>
                <a:gd name="T10" fmla="*/ 71 w 222"/>
                <a:gd name="T11" fmla="*/ 197 h 349"/>
                <a:gd name="T12" fmla="*/ 98 w 222"/>
                <a:gd name="T13" fmla="*/ 213 h 349"/>
                <a:gd name="T14" fmla="*/ 132 w 222"/>
                <a:gd name="T15" fmla="*/ 213 h 349"/>
                <a:gd name="T16" fmla="*/ 214 w 222"/>
                <a:gd name="T17" fmla="*/ 277 h 349"/>
                <a:gd name="T18" fmla="*/ 102 w 222"/>
                <a:gd name="T19" fmla="*/ 349 h 349"/>
                <a:gd name="T20" fmla="*/ 0 w 222"/>
                <a:gd name="T21" fmla="*/ 278 h 349"/>
                <a:gd name="T22" fmla="*/ 48 w 222"/>
                <a:gd name="T23" fmla="*/ 278 h 349"/>
                <a:gd name="T24" fmla="*/ 103 w 222"/>
                <a:gd name="T25" fmla="*/ 311 h 349"/>
                <a:gd name="T26" fmla="*/ 159 w 222"/>
                <a:gd name="T27" fmla="*/ 281 h 349"/>
                <a:gd name="T28" fmla="*/ 121 w 222"/>
                <a:gd name="T29" fmla="*/ 254 h 349"/>
                <a:gd name="T30" fmla="*/ 87 w 222"/>
                <a:gd name="T31" fmla="*/ 254 h 349"/>
                <a:gd name="T32" fmla="*/ 23 w 222"/>
                <a:gd name="T33" fmla="*/ 211 h 349"/>
                <a:gd name="T34" fmla="*/ 49 w 222"/>
                <a:gd name="T35" fmla="*/ 169 h 349"/>
                <a:gd name="T36" fmla="*/ 10 w 222"/>
                <a:gd name="T37" fmla="*/ 106 h 349"/>
                <a:gd name="T38" fmla="*/ 103 w 222"/>
                <a:gd name="T39" fmla="*/ 25 h 349"/>
                <a:gd name="T40" fmla="*/ 208 w 222"/>
                <a:gd name="T41" fmla="*/ 0 h 349"/>
                <a:gd name="T42" fmla="*/ 222 w 222"/>
                <a:gd name="T43" fmla="*/ 43 h 349"/>
                <a:gd name="T44" fmla="*/ 65 w 222"/>
                <a:gd name="T45" fmla="*/ 105 h 349"/>
                <a:gd name="T46" fmla="*/ 105 w 222"/>
                <a:gd name="T47" fmla="*/ 149 h 349"/>
                <a:gd name="T48" fmla="*/ 145 w 222"/>
                <a:gd name="T49" fmla="*/ 104 h 349"/>
                <a:gd name="T50" fmla="*/ 104 w 222"/>
                <a:gd name="T51" fmla="*/ 62 h 349"/>
                <a:gd name="T52" fmla="*/ 65 w 222"/>
                <a:gd name="T53" fmla="*/ 105 h 34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Lst>
              <a:rect l="0" t="0" r="r" b="b"/>
              <a:pathLst>
                <a:path w="222" h="349">
                  <a:moveTo>
                    <a:pt x="222" y="43"/>
                  </a:moveTo>
                  <a:cubicBezTo>
                    <a:pt x="205" y="49"/>
                    <a:pt x="183" y="51"/>
                    <a:pt x="157" y="51"/>
                  </a:cubicBezTo>
                  <a:cubicBezTo>
                    <a:pt x="184" y="63"/>
                    <a:pt x="197" y="80"/>
                    <a:pt x="197" y="109"/>
                  </a:cubicBezTo>
                  <a:cubicBezTo>
                    <a:pt x="197" y="152"/>
                    <a:pt x="163" y="184"/>
                    <a:pt x="107" y="184"/>
                  </a:cubicBezTo>
                  <a:cubicBezTo>
                    <a:pt x="97" y="184"/>
                    <a:pt x="88" y="183"/>
                    <a:pt x="80" y="181"/>
                  </a:cubicBezTo>
                  <a:cubicBezTo>
                    <a:pt x="74" y="185"/>
                    <a:pt x="71" y="191"/>
                    <a:pt x="71" y="197"/>
                  </a:cubicBezTo>
                  <a:cubicBezTo>
                    <a:pt x="71" y="205"/>
                    <a:pt x="75" y="213"/>
                    <a:pt x="98" y="213"/>
                  </a:cubicBezTo>
                  <a:cubicBezTo>
                    <a:pt x="132" y="213"/>
                    <a:pt x="132" y="213"/>
                    <a:pt x="132" y="213"/>
                  </a:cubicBezTo>
                  <a:cubicBezTo>
                    <a:pt x="182" y="213"/>
                    <a:pt x="214" y="240"/>
                    <a:pt x="214" y="277"/>
                  </a:cubicBezTo>
                  <a:cubicBezTo>
                    <a:pt x="214" y="322"/>
                    <a:pt x="176" y="349"/>
                    <a:pt x="102" y="349"/>
                  </a:cubicBezTo>
                  <a:cubicBezTo>
                    <a:pt x="22" y="349"/>
                    <a:pt x="0" y="323"/>
                    <a:pt x="0" y="278"/>
                  </a:cubicBezTo>
                  <a:cubicBezTo>
                    <a:pt x="48" y="278"/>
                    <a:pt x="48" y="278"/>
                    <a:pt x="48" y="278"/>
                  </a:cubicBezTo>
                  <a:cubicBezTo>
                    <a:pt x="48" y="301"/>
                    <a:pt x="58" y="311"/>
                    <a:pt x="103" y="311"/>
                  </a:cubicBezTo>
                  <a:cubicBezTo>
                    <a:pt x="147" y="311"/>
                    <a:pt x="159" y="299"/>
                    <a:pt x="159" y="281"/>
                  </a:cubicBezTo>
                  <a:cubicBezTo>
                    <a:pt x="159" y="264"/>
                    <a:pt x="146" y="254"/>
                    <a:pt x="121" y="254"/>
                  </a:cubicBezTo>
                  <a:cubicBezTo>
                    <a:pt x="87" y="254"/>
                    <a:pt x="87" y="254"/>
                    <a:pt x="87" y="254"/>
                  </a:cubicBezTo>
                  <a:cubicBezTo>
                    <a:pt x="42" y="254"/>
                    <a:pt x="23" y="234"/>
                    <a:pt x="23" y="211"/>
                  </a:cubicBezTo>
                  <a:cubicBezTo>
                    <a:pt x="23" y="195"/>
                    <a:pt x="33" y="179"/>
                    <a:pt x="49" y="169"/>
                  </a:cubicBezTo>
                  <a:cubicBezTo>
                    <a:pt x="22" y="154"/>
                    <a:pt x="10" y="134"/>
                    <a:pt x="10" y="106"/>
                  </a:cubicBezTo>
                  <a:cubicBezTo>
                    <a:pt x="10" y="57"/>
                    <a:pt x="48" y="25"/>
                    <a:pt x="103" y="25"/>
                  </a:cubicBezTo>
                  <a:cubicBezTo>
                    <a:pt x="156" y="26"/>
                    <a:pt x="181" y="14"/>
                    <a:pt x="208" y="0"/>
                  </a:cubicBezTo>
                  <a:lnTo>
                    <a:pt x="222" y="43"/>
                  </a:lnTo>
                  <a:close/>
                  <a:moveTo>
                    <a:pt x="65" y="105"/>
                  </a:moveTo>
                  <a:cubicBezTo>
                    <a:pt x="65" y="132"/>
                    <a:pt x="80" y="149"/>
                    <a:pt x="105" y="149"/>
                  </a:cubicBezTo>
                  <a:cubicBezTo>
                    <a:pt x="131" y="149"/>
                    <a:pt x="145" y="133"/>
                    <a:pt x="145" y="104"/>
                  </a:cubicBezTo>
                  <a:cubicBezTo>
                    <a:pt x="145" y="76"/>
                    <a:pt x="131" y="62"/>
                    <a:pt x="104" y="62"/>
                  </a:cubicBezTo>
                  <a:cubicBezTo>
                    <a:pt x="79" y="62"/>
                    <a:pt x="65" y="79"/>
                    <a:pt x="65" y="105"/>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19" name="Freeform 15">
              <a:extLst>
                <a:ext uri="{FF2B5EF4-FFF2-40B4-BE49-F238E27FC236}">
                  <a16:creationId xmlns:a16="http://schemas.microsoft.com/office/drawing/2014/main" id="{88875B8D-1DDF-474C-8A0D-CA26410880F2}"/>
                </a:ext>
              </a:extLst>
            </p:cNvPr>
            <p:cNvSpPr>
              <a:spLocks noEditPoints="1"/>
            </p:cNvSpPr>
            <p:nvPr/>
          </p:nvSpPr>
          <p:spPr bwMode="auto">
            <a:xfrm>
              <a:off x="8851900" y="4959350"/>
              <a:ext cx="750887" cy="896937"/>
            </a:xfrm>
            <a:custGeom>
              <a:avLst/>
              <a:gdLst>
                <a:gd name="T0" fmla="*/ 197 w 199"/>
                <a:gd name="T1" fmla="*/ 135 h 237"/>
                <a:gd name="T2" fmla="*/ 56 w 199"/>
                <a:gd name="T3" fmla="*/ 135 h 237"/>
                <a:gd name="T4" fmla="*/ 112 w 199"/>
                <a:gd name="T5" fmla="*/ 196 h 237"/>
                <a:gd name="T6" fmla="*/ 168 w 199"/>
                <a:gd name="T7" fmla="*/ 176 h 237"/>
                <a:gd name="T8" fmla="*/ 190 w 199"/>
                <a:gd name="T9" fmla="*/ 207 h 237"/>
                <a:gd name="T10" fmla="*/ 107 w 199"/>
                <a:gd name="T11" fmla="*/ 237 h 237"/>
                <a:gd name="T12" fmla="*/ 0 w 199"/>
                <a:gd name="T13" fmla="*/ 120 h 237"/>
                <a:gd name="T14" fmla="*/ 100 w 199"/>
                <a:gd name="T15" fmla="*/ 0 h 237"/>
                <a:gd name="T16" fmla="*/ 199 w 199"/>
                <a:gd name="T17" fmla="*/ 113 h 237"/>
                <a:gd name="T18" fmla="*/ 197 w 199"/>
                <a:gd name="T19" fmla="*/ 135 h 237"/>
                <a:gd name="T20" fmla="*/ 145 w 199"/>
                <a:gd name="T21" fmla="*/ 98 h 237"/>
                <a:gd name="T22" fmla="*/ 101 w 199"/>
                <a:gd name="T23" fmla="*/ 38 h 237"/>
                <a:gd name="T24" fmla="*/ 56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7" y="135"/>
                  </a:moveTo>
                  <a:cubicBezTo>
                    <a:pt x="56" y="135"/>
                    <a:pt x="56" y="135"/>
                    <a:pt x="56" y="135"/>
                  </a:cubicBezTo>
                  <a:cubicBezTo>
                    <a:pt x="60" y="181"/>
                    <a:pt x="82" y="196"/>
                    <a:pt x="112" y="196"/>
                  </a:cubicBezTo>
                  <a:cubicBezTo>
                    <a:pt x="132" y="196"/>
                    <a:pt x="148" y="190"/>
                    <a:pt x="168" y="176"/>
                  </a:cubicBezTo>
                  <a:cubicBezTo>
                    <a:pt x="190" y="207"/>
                    <a:pt x="190" y="207"/>
                    <a:pt x="190" y="207"/>
                  </a:cubicBezTo>
                  <a:cubicBezTo>
                    <a:pt x="168" y="225"/>
                    <a:pt x="141" y="237"/>
                    <a:pt x="107" y="237"/>
                  </a:cubicBezTo>
                  <a:cubicBezTo>
                    <a:pt x="37" y="237"/>
                    <a:pt x="0" y="191"/>
                    <a:pt x="0" y="120"/>
                  </a:cubicBezTo>
                  <a:cubicBezTo>
                    <a:pt x="0" y="52"/>
                    <a:pt x="36" y="0"/>
                    <a:pt x="100" y="0"/>
                  </a:cubicBezTo>
                  <a:cubicBezTo>
                    <a:pt x="163" y="0"/>
                    <a:pt x="199" y="42"/>
                    <a:pt x="199" y="113"/>
                  </a:cubicBezTo>
                  <a:cubicBezTo>
                    <a:pt x="199" y="121"/>
                    <a:pt x="198" y="129"/>
                    <a:pt x="197" y="135"/>
                  </a:cubicBezTo>
                  <a:moveTo>
                    <a:pt x="145" y="98"/>
                  </a:moveTo>
                  <a:cubicBezTo>
                    <a:pt x="145" y="61"/>
                    <a:pt x="132" y="38"/>
                    <a:pt x="101" y="38"/>
                  </a:cubicBezTo>
                  <a:cubicBezTo>
                    <a:pt x="75" y="38"/>
                    <a:pt x="59" y="55"/>
                    <a:pt x="56"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0" name="Freeform 16">
              <a:extLst>
                <a:ext uri="{FF2B5EF4-FFF2-40B4-BE49-F238E27FC236}">
                  <a16:creationId xmlns:a16="http://schemas.microsoft.com/office/drawing/2014/main" id="{AD24EEE4-D914-4CA5-863B-380C164D7818}"/>
                </a:ext>
              </a:extLst>
            </p:cNvPr>
            <p:cNvSpPr>
              <a:spLocks/>
            </p:cNvSpPr>
            <p:nvPr/>
          </p:nvSpPr>
          <p:spPr bwMode="auto">
            <a:xfrm>
              <a:off x="9598025" y="4770438"/>
              <a:ext cx="600075" cy="1085850"/>
            </a:xfrm>
            <a:custGeom>
              <a:avLst/>
              <a:gdLst>
                <a:gd name="T0" fmla="*/ 159 w 159"/>
                <a:gd name="T1" fmla="*/ 270 h 287"/>
                <a:gd name="T2" fmla="*/ 103 w 159"/>
                <a:gd name="T3" fmla="*/ 287 h 287"/>
                <a:gd name="T4" fmla="*/ 35 w 159"/>
                <a:gd name="T5" fmla="*/ 214 h 287"/>
                <a:gd name="T6" fmla="*/ 35 w 159"/>
                <a:gd name="T7" fmla="*/ 95 h 287"/>
                <a:gd name="T8" fmla="*/ 0 w 159"/>
                <a:gd name="T9" fmla="*/ 95 h 287"/>
                <a:gd name="T10" fmla="*/ 0 w 159"/>
                <a:gd name="T11" fmla="*/ 56 h 287"/>
                <a:gd name="T12" fmla="*/ 35 w 159"/>
                <a:gd name="T13" fmla="*/ 56 h 287"/>
                <a:gd name="T14" fmla="*/ 35 w 159"/>
                <a:gd name="T15" fmla="*/ 6 h 287"/>
                <a:gd name="T16" fmla="*/ 90 w 159"/>
                <a:gd name="T17" fmla="*/ 0 h 287"/>
                <a:gd name="T18" fmla="*/ 90 w 159"/>
                <a:gd name="T19" fmla="*/ 56 h 287"/>
                <a:gd name="T20" fmla="*/ 142 w 159"/>
                <a:gd name="T21" fmla="*/ 56 h 287"/>
                <a:gd name="T22" fmla="*/ 136 w 159"/>
                <a:gd name="T23" fmla="*/ 95 h 287"/>
                <a:gd name="T24" fmla="*/ 90 w 159"/>
                <a:gd name="T25" fmla="*/ 95 h 287"/>
                <a:gd name="T26" fmla="*/ 90 w 159"/>
                <a:gd name="T27" fmla="*/ 213 h 287"/>
                <a:gd name="T28" fmla="*/ 113 w 159"/>
                <a:gd name="T29" fmla="*/ 244 h 287"/>
                <a:gd name="T30" fmla="*/ 140 w 159"/>
                <a:gd name="T31" fmla="*/ 236 h 287"/>
                <a:gd name="T32" fmla="*/ 159 w 159"/>
                <a:gd name="T33" fmla="*/ 270 h 28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159" h="287">
                  <a:moveTo>
                    <a:pt x="159" y="270"/>
                  </a:moveTo>
                  <a:cubicBezTo>
                    <a:pt x="143" y="282"/>
                    <a:pt x="123" y="287"/>
                    <a:pt x="103" y="287"/>
                  </a:cubicBezTo>
                  <a:cubicBezTo>
                    <a:pt x="59" y="287"/>
                    <a:pt x="35" y="262"/>
                    <a:pt x="35" y="214"/>
                  </a:cubicBezTo>
                  <a:cubicBezTo>
                    <a:pt x="35" y="95"/>
                    <a:pt x="35" y="95"/>
                    <a:pt x="35" y="95"/>
                  </a:cubicBezTo>
                  <a:cubicBezTo>
                    <a:pt x="0" y="95"/>
                    <a:pt x="0" y="95"/>
                    <a:pt x="0" y="95"/>
                  </a:cubicBezTo>
                  <a:cubicBezTo>
                    <a:pt x="0" y="56"/>
                    <a:pt x="0" y="56"/>
                    <a:pt x="0" y="56"/>
                  </a:cubicBezTo>
                  <a:cubicBezTo>
                    <a:pt x="35" y="56"/>
                    <a:pt x="35" y="56"/>
                    <a:pt x="35" y="56"/>
                  </a:cubicBezTo>
                  <a:cubicBezTo>
                    <a:pt x="35" y="6"/>
                    <a:pt x="35" y="6"/>
                    <a:pt x="35" y="6"/>
                  </a:cubicBezTo>
                  <a:cubicBezTo>
                    <a:pt x="90" y="0"/>
                    <a:pt x="90" y="0"/>
                    <a:pt x="90" y="0"/>
                  </a:cubicBezTo>
                  <a:cubicBezTo>
                    <a:pt x="90" y="56"/>
                    <a:pt x="90" y="56"/>
                    <a:pt x="90" y="56"/>
                  </a:cubicBezTo>
                  <a:cubicBezTo>
                    <a:pt x="142" y="56"/>
                    <a:pt x="142" y="56"/>
                    <a:pt x="142" y="56"/>
                  </a:cubicBezTo>
                  <a:cubicBezTo>
                    <a:pt x="136" y="95"/>
                    <a:pt x="136" y="95"/>
                    <a:pt x="136" y="95"/>
                  </a:cubicBezTo>
                  <a:cubicBezTo>
                    <a:pt x="90" y="95"/>
                    <a:pt x="90" y="95"/>
                    <a:pt x="90" y="95"/>
                  </a:cubicBezTo>
                  <a:cubicBezTo>
                    <a:pt x="90" y="213"/>
                    <a:pt x="90" y="213"/>
                    <a:pt x="90" y="213"/>
                  </a:cubicBezTo>
                  <a:cubicBezTo>
                    <a:pt x="90" y="235"/>
                    <a:pt x="97" y="244"/>
                    <a:pt x="113" y="244"/>
                  </a:cubicBezTo>
                  <a:cubicBezTo>
                    <a:pt x="122" y="244"/>
                    <a:pt x="130" y="241"/>
                    <a:pt x="140" y="236"/>
                  </a:cubicBezTo>
                  <a:lnTo>
                    <a:pt x="159" y="270"/>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1" name="Freeform 17">
              <a:extLst>
                <a:ext uri="{FF2B5EF4-FFF2-40B4-BE49-F238E27FC236}">
                  <a16:creationId xmlns:a16="http://schemas.microsoft.com/office/drawing/2014/main" id="{0974722C-B5F3-45EE-AE0D-5977D6CAA91E}"/>
                </a:ext>
              </a:extLst>
            </p:cNvPr>
            <p:cNvSpPr>
              <a:spLocks/>
            </p:cNvSpPr>
            <p:nvPr/>
          </p:nvSpPr>
          <p:spPr bwMode="auto">
            <a:xfrm>
              <a:off x="10244138" y="4624388"/>
              <a:ext cx="693737" cy="1208087"/>
            </a:xfrm>
            <a:custGeom>
              <a:avLst/>
              <a:gdLst>
                <a:gd name="T0" fmla="*/ 184 w 184"/>
                <a:gd name="T1" fmla="*/ 157 h 320"/>
                <a:gd name="T2" fmla="*/ 184 w 184"/>
                <a:gd name="T3" fmla="*/ 320 h 320"/>
                <a:gd name="T4" fmla="*/ 129 w 184"/>
                <a:gd name="T5" fmla="*/ 320 h 320"/>
                <a:gd name="T6" fmla="*/ 129 w 184"/>
                <a:gd name="T7" fmla="*/ 166 h 320"/>
                <a:gd name="T8" fmla="*/ 102 w 184"/>
                <a:gd name="T9" fmla="*/ 130 h 320"/>
                <a:gd name="T10" fmla="*/ 54 w 184"/>
                <a:gd name="T11" fmla="*/ 163 h 320"/>
                <a:gd name="T12" fmla="*/ 54 w 184"/>
                <a:gd name="T13" fmla="*/ 320 h 320"/>
                <a:gd name="T14" fmla="*/ 0 w 184"/>
                <a:gd name="T15" fmla="*/ 320 h 320"/>
                <a:gd name="T16" fmla="*/ 0 w 184"/>
                <a:gd name="T17" fmla="*/ 5 h 320"/>
                <a:gd name="T18" fmla="*/ 54 w 184"/>
                <a:gd name="T19" fmla="*/ 0 h 320"/>
                <a:gd name="T20" fmla="*/ 54 w 184"/>
                <a:gd name="T21" fmla="*/ 122 h 320"/>
                <a:gd name="T22" fmla="*/ 120 w 184"/>
                <a:gd name="T23" fmla="*/ 89 h 320"/>
                <a:gd name="T24" fmla="*/ 184 w 184"/>
                <a:gd name="T25" fmla="*/ 157 h 320"/>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Lst>
              <a:rect l="0" t="0" r="r" b="b"/>
              <a:pathLst>
                <a:path w="184" h="320">
                  <a:moveTo>
                    <a:pt x="184" y="157"/>
                  </a:moveTo>
                  <a:cubicBezTo>
                    <a:pt x="184" y="320"/>
                    <a:pt x="184" y="320"/>
                    <a:pt x="184" y="320"/>
                  </a:cubicBezTo>
                  <a:cubicBezTo>
                    <a:pt x="129" y="320"/>
                    <a:pt x="129" y="320"/>
                    <a:pt x="129" y="320"/>
                  </a:cubicBezTo>
                  <a:cubicBezTo>
                    <a:pt x="129" y="166"/>
                    <a:pt x="129" y="166"/>
                    <a:pt x="129" y="166"/>
                  </a:cubicBezTo>
                  <a:cubicBezTo>
                    <a:pt x="129" y="138"/>
                    <a:pt x="118" y="130"/>
                    <a:pt x="102" y="130"/>
                  </a:cubicBezTo>
                  <a:cubicBezTo>
                    <a:pt x="82" y="130"/>
                    <a:pt x="67" y="143"/>
                    <a:pt x="54" y="163"/>
                  </a:cubicBezTo>
                  <a:cubicBezTo>
                    <a:pt x="54" y="320"/>
                    <a:pt x="54" y="320"/>
                    <a:pt x="54" y="320"/>
                  </a:cubicBezTo>
                  <a:cubicBezTo>
                    <a:pt x="0" y="320"/>
                    <a:pt x="0" y="320"/>
                    <a:pt x="0" y="320"/>
                  </a:cubicBezTo>
                  <a:cubicBezTo>
                    <a:pt x="0" y="5"/>
                    <a:pt x="0" y="5"/>
                    <a:pt x="0" y="5"/>
                  </a:cubicBezTo>
                  <a:cubicBezTo>
                    <a:pt x="54" y="0"/>
                    <a:pt x="54" y="0"/>
                    <a:pt x="54" y="0"/>
                  </a:cubicBezTo>
                  <a:cubicBezTo>
                    <a:pt x="54" y="122"/>
                    <a:pt x="54" y="122"/>
                    <a:pt x="54" y="122"/>
                  </a:cubicBezTo>
                  <a:cubicBezTo>
                    <a:pt x="72" y="101"/>
                    <a:pt x="93" y="89"/>
                    <a:pt x="120" y="89"/>
                  </a:cubicBezTo>
                  <a:cubicBezTo>
                    <a:pt x="160" y="89"/>
                    <a:pt x="184" y="115"/>
                    <a:pt x="184" y="157"/>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2" name="Freeform 18">
              <a:extLst>
                <a:ext uri="{FF2B5EF4-FFF2-40B4-BE49-F238E27FC236}">
                  <a16:creationId xmlns:a16="http://schemas.microsoft.com/office/drawing/2014/main" id="{6AA35440-C817-473B-8A19-8A9BA333C734}"/>
                </a:ext>
              </a:extLst>
            </p:cNvPr>
            <p:cNvSpPr>
              <a:spLocks noEditPoints="1"/>
            </p:cNvSpPr>
            <p:nvPr/>
          </p:nvSpPr>
          <p:spPr bwMode="auto">
            <a:xfrm>
              <a:off x="11039475" y="4959350"/>
              <a:ext cx="749300" cy="896937"/>
            </a:xfrm>
            <a:custGeom>
              <a:avLst/>
              <a:gdLst>
                <a:gd name="T0" fmla="*/ 198 w 199"/>
                <a:gd name="T1" fmla="*/ 135 h 237"/>
                <a:gd name="T2" fmla="*/ 57 w 199"/>
                <a:gd name="T3" fmla="*/ 135 h 237"/>
                <a:gd name="T4" fmla="*/ 112 w 199"/>
                <a:gd name="T5" fmla="*/ 196 h 237"/>
                <a:gd name="T6" fmla="*/ 168 w 199"/>
                <a:gd name="T7" fmla="*/ 176 h 237"/>
                <a:gd name="T8" fmla="*/ 191 w 199"/>
                <a:gd name="T9" fmla="*/ 207 h 237"/>
                <a:gd name="T10" fmla="*/ 107 w 199"/>
                <a:gd name="T11" fmla="*/ 237 h 237"/>
                <a:gd name="T12" fmla="*/ 0 w 199"/>
                <a:gd name="T13" fmla="*/ 120 h 237"/>
                <a:gd name="T14" fmla="*/ 100 w 199"/>
                <a:gd name="T15" fmla="*/ 0 h 237"/>
                <a:gd name="T16" fmla="*/ 199 w 199"/>
                <a:gd name="T17" fmla="*/ 113 h 237"/>
                <a:gd name="T18" fmla="*/ 198 w 199"/>
                <a:gd name="T19" fmla="*/ 135 h 237"/>
                <a:gd name="T20" fmla="*/ 145 w 199"/>
                <a:gd name="T21" fmla="*/ 98 h 237"/>
                <a:gd name="T22" fmla="*/ 101 w 199"/>
                <a:gd name="T23" fmla="*/ 38 h 237"/>
                <a:gd name="T24" fmla="*/ 57 w 199"/>
                <a:gd name="T25" fmla="*/ 100 h 237"/>
                <a:gd name="T26" fmla="*/ 145 w 199"/>
                <a:gd name="T27" fmla="*/ 100 h 237"/>
                <a:gd name="T28" fmla="*/ 145 w 199"/>
                <a:gd name="T29" fmla="*/ 98 h 23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Lst>
              <a:rect l="0" t="0" r="r" b="b"/>
              <a:pathLst>
                <a:path w="199" h="237">
                  <a:moveTo>
                    <a:pt x="198" y="135"/>
                  </a:moveTo>
                  <a:cubicBezTo>
                    <a:pt x="57" y="135"/>
                    <a:pt x="57" y="135"/>
                    <a:pt x="57" y="135"/>
                  </a:cubicBezTo>
                  <a:cubicBezTo>
                    <a:pt x="61" y="181"/>
                    <a:pt x="82" y="196"/>
                    <a:pt x="112" y="196"/>
                  </a:cubicBezTo>
                  <a:cubicBezTo>
                    <a:pt x="132" y="196"/>
                    <a:pt x="149" y="190"/>
                    <a:pt x="168" y="176"/>
                  </a:cubicBezTo>
                  <a:cubicBezTo>
                    <a:pt x="191" y="207"/>
                    <a:pt x="191" y="207"/>
                    <a:pt x="191" y="207"/>
                  </a:cubicBezTo>
                  <a:cubicBezTo>
                    <a:pt x="169" y="225"/>
                    <a:pt x="141" y="237"/>
                    <a:pt x="107" y="237"/>
                  </a:cubicBezTo>
                  <a:cubicBezTo>
                    <a:pt x="38" y="237"/>
                    <a:pt x="0" y="191"/>
                    <a:pt x="0" y="120"/>
                  </a:cubicBezTo>
                  <a:cubicBezTo>
                    <a:pt x="0" y="52"/>
                    <a:pt x="36" y="0"/>
                    <a:pt x="100" y="0"/>
                  </a:cubicBezTo>
                  <a:cubicBezTo>
                    <a:pt x="163" y="0"/>
                    <a:pt x="199" y="42"/>
                    <a:pt x="199" y="113"/>
                  </a:cubicBezTo>
                  <a:cubicBezTo>
                    <a:pt x="199" y="121"/>
                    <a:pt x="198" y="129"/>
                    <a:pt x="198" y="135"/>
                  </a:cubicBezTo>
                  <a:moveTo>
                    <a:pt x="145" y="98"/>
                  </a:moveTo>
                  <a:cubicBezTo>
                    <a:pt x="145" y="61"/>
                    <a:pt x="132" y="38"/>
                    <a:pt x="101" y="38"/>
                  </a:cubicBezTo>
                  <a:cubicBezTo>
                    <a:pt x="76" y="38"/>
                    <a:pt x="60" y="55"/>
                    <a:pt x="57" y="100"/>
                  </a:cubicBezTo>
                  <a:cubicBezTo>
                    <a:pt x="145" y="100"/>
                    <a:pt x="145" y="100"/>
                    <a:pt x="145" y="100"/>
                  </a:cubicBezTo>
                  <a:lnTo>
                    <a:pt x="145" y="98"/>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3" name="Freeform 19">
              <a:extLst>
                <a:ext uri="{FF2B5EF4-FFF2-40B4-BE49-F238E27FC236}">
                  <a16:creationId xmlns:a16="http://schemas.microsoft.com/office/drawing/2014/main" id="{9806855E-1115-4D33-B7D2-7867ACC82E85}"/>
                </a:ext>
              </a:extLst>
            </p:cNvPr>
            <p:cNvSpPr>
              <a:spLocks/>
            </p:cNvSpPr>
            <p:nvPr/>
          </p:nvSpPr>
          <p:spPr bwMode="auto">
            <a:xfrm>
              <a:off x="11903075" y="4959350"/>
              <a:ext cx="504825" cy="873125"/>
            </a:xfrm>
            <a:custGeom>
              <a:avLst/>
              <a:gdLst>
                <a:gd name="T0" fmla="*/ 134 w 134"/>
                <a:gd name="T1" fmla="*/ 3 h 231"/>
                <a:gd name="T2" fmla="*/ 124 w 134"/>
                <a:gd name="T3" fmla="*/ 56 h 231"/>
                <a:gd name="T4" fmla="*/ 104 w 134"/>
                <a:gd name="T5" fmla="*/ 53 h 231"/>
                <a:gd name="T6" fmla="*/ 55 w 134"/>
                <a:gd name="T7" fmla="*/ 111 h 231"/>
                <a:gd name="T8" fmla="*/ 55 w 134"/>
                <a:gd name="T9" fmla="*/ 231 h 231"/>
                <a:gd name="T10" fmla="*/ 0 w 134"/>
                <a:gd name="T11" fmla="*/ 231 h 231"/>
                <a:gd name="T12" fmla="*/ 0 w 134"/>
                <a:gd name="T13" fmla="*/ 6 h 231"/>
                <a:gd name="T14" fmla="*/ 47 w 134"/>
                <a:gd name="T15" fmla="*/ 6 h 231"/>
                <a:gd name="T16" fmla="*/ 52 w 134"/>
                <a:gd name="T17" fmla="*/ 50 h 231"/>
                <a:gd name="T18" fmla="*/ 111 w 134"/>
                <a:gd name="T19" fmla="*/ 0 h 231"/>
                <a:gd name="T20" fmla="*/ 134 w 134"/>
                <a:gd name="T21" fmla="*/ 3 h 23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4" h="231">
                  <a:moveTo>
                    <a:pt x="134" y="3"/>
                  </a:moveTo>
                  <a:cubicBezTo>
                    <a:pt x="124" y="56"/>
                    <a:pt x="124" y="56"/>
                    <a:pt x="124" y="56"/>
                  </a:cubicBezTo>
                  <a:cubicBezTo>
                    <a:pt x="118" y="54"/>
                    <a:pt x="112" y="53"/>
                    <a:pt x="104" y="53"/>
                  </a:cubicBezTo>
                  <a:cubicBezTo>
                    <a:pt x="77" y="53"/>
                    <a:pt x="63" y="73"/>
                    <a:pt x="55" y="111"/>
                  </a:cubicBezTo>
                  <a:cubicBezTo>
                    <a:pt x="55" y="231"/>
                    <a:pt x="55" y="231"/>
                    <a:pt x="55" y="231"/>
                  </a:cubicBezTo>
                  <a:cubicBezTo>
                    <a:pt x="0" y="231"/>
                    <a:pt x="0" y="231"/>
                    <a:pt x="0" y="231"/>
                  </a:cubicBezTo>
                  <a:cubicBezTo>
                    <a:pt x="0" y="6"/>
                    <a:pt x="0" y="6"/>
                    <a:pt x="0" y="6"/>
                  </a:cubicBezTo>
                  <a:cubicBezTo>
                    <a:pt x="47" y="6"/>
                    <a:pt x="47" y="6"/>
                    <a:pt x="47" y="6"/>
                  </a:cubicBezTo>
                  <a:cubicBezTo>
                    <a:pt x="52" y="50"/>
                    <a:pt x="52" y="50"/>
                    <a:pt x="52" y="50"/>
                  </a:cubicBezTo>
                  <a:cubicBezTo>
                    <a:pt x="63" y="18"/>
                    <a:pt x="85" y="0"/>
                    <a:pt x="111" y="0"/>
                  </a:cubicBezTo>
                  <a:cubicBezTo>
                    <a:pt x="119" y="0"/>
                    <a:pt x="126" y="1"/>
                    <a:pt x="134" y="3"/>
                  </a:cubicBezTo>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4" name="Freeform 20">
              <a:extLst>
                <a:ext uri="{FF2B5EF4-FFF2-40B4-BE49-F238E27FC236}">
                  <a16:creationId xmlns:a16="http://schemas.microsoft.com/office/drawing/2014/main" id="{80621759-201B-44E2-B1DC-8EA13B8E70BE}"/>
                </a:ext>
              </a:extLst>
            </p:cNvPr>
            <p:cNvSpPr>
              <a:spLocks/>
            </p:cNvSpPr>
            <p:nvPr/>
          </p:nvSpPr>
          <p:spPr bwMode="auto">
            <a:xfrm>
              <a:off x="12158663" y="5703888"/>
              <a:ext cx="87312" cy="128587"/>
            </a:xfrm>
            <a:custGeom>
              <a:avLst/>
              <a:gdLst>
                <a:gd name="T0" fmla="*/ 52 w 55"/>
                <a:gd name="T1" fmla="*/ 7 h 81"/>
                <a:gd name="T2" fmla="*/ 29 w 55"/>
                <a:gd name="T3" fmla="*/ 7 h 81"/>
                <a:gd name="T4" fmla="*/ 29 w 55"/>
                <a:gd name="T5" fmla="*/ 81 h 81"/>
                <a:gd name="T6" fmla="*/ 24 w 55"/>
                <a:gd name="T7" fmla="*/ 81 h 81"/>
                <a:gd name="T8" fmla="*/ 24 w 55"/>
                <a:gd name="T9" fmla="*/ 7 h 81"/>
                <a:gd name="T10" fmla="*/ 0 w 55"/>
                <a:gd name="T11" fmla="*/ 7 h 81"/>
                <a:gd name="T12" fmla="*/ 0 w 55"/>
                <a:gd name="T13" fmla="*/ 0 h 81"/>
                <a:gd name="T14" fmla="*/ 55 w 55"/>
                <a:gd name="T15" fmla="*/ 0 h 81"/>
                <a:gd name="T16" fmla="*/ 52 w 55"/>
                <a:gd name="T17" fmla="*/ 7 h 81"/>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Lst>
              <a:rect l="0" t="0" r="r" b="b"/>
              <a:pathLst>
                <a:path w="55" h="81">
                  <a:moveTo>
                    <a:pt x="52" y="7"/>
                  </a:moveTo>
                  <a:lnTo>
                    <a:pt x="29" y="7"/>
                  </a:lnTo>
                  <a:lnTo>
                    <a:pt x="29" y="81"/>
                  </a:lnTo>
                  <a:lnTo>
                    <a:pt x="24" y="81"/>
                  </a:lnTo>
                  <a:lnTo>
                    <a:pt x="24" y="7"/>
                  </a:lnTo>
                  <a:lnTo>
                    <a:pt x="0" y="7"/>
                  </a:lnTo>
                  <a:lnTo>
                    <a:pt x="0" y="0"/>
                  </a:lnTo>
                  <a:lnTo>
                    <a:pt x="55" y="0"/>
                  </a:lnTo>
                  <a:lnTo>
                    <a:pt x="52" y="7"/>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sp>
          <p:nvSpPr>
            <p:cNvPr id="25" name="Freeform 21">
              <a:extLst>
                <a:ext uri="{FF2B5EF4-FFF2-40B4-BE49-F238E27FC236}">
                  <a16:creationId xmlns:a16="http://schemas.microsoft.com/office/drawing/2014/main" id="{97FC4F56-3F67-4DAF-BCB9-0CF464380EE0}"/>
                </a:ext>
              </a:extLst>
            </p:cNvPr>
            <p:cNvSpPr>
              <a:spLocks/>
            </p:cNvSpPr>
            <p:nvPr/>
          </p:nvSpPr>
          <p:spPr bwMode="auto">
            <a:xfrm>
              <a:off x="12245975" y="5703888"/>
              <a:ext cx="115887" cy="128587"/>
            </a:xfrm>
            <a:custGeom>
              <a:avLst/>
              <a:gdLst>
                <a:gd name="T0" fmla="*/ 31 w 31"/>
                <a:gd name="T1" fmla="*/ 34 h 34"/>
                <a:gd name="T2" fmla="*/ 28 w 31"/>
                <a:gd name="T3" fmla="*/ 34 h 34"/>
                <a:gd name="T4" fmla="*/ 27 w 31"/>
                <a:gd name="T5" fmla="*/ 18 h 34"/>
                <a:gd name="T6" fmla="*/ 26 w 31"/>
                <a:gd name="T7" fmla="*/ 3 h 34"/>
                <a:gd name="T8" fmla="*/ 17 w 31"/>
                <a:gd name="T9" fmla="*/ 30 h 34"/>
                <a:gd name="T10" fmla="*/ 14 w 31"/>
                <a:gd name="T11" fmla="*/ 30 h 34"/>
                <a:gd name="T12" fmla="*/ 6 w 31"/>
                <a:gd name="T13" fmla="*/ 3 h 34"/>
                <a:gd name="T14" fmla="*/ 4 w 31"/>
                <a:gd name="T15" fmla="*/ 18 h 34"/>
                <a:gd name="T16" fmla="*/ 3 w 31"/>
                <a:gd name="T17" fmla="*/ 34 h 34"/>
                <a:gd name="T18" fmla="*/ 0 w 31"/>
                <a:gd name="T19" fmla="*/ 34 h 34"/>
                <a:gd name="T20" fmla="*/ 3 w 31"/>
                <a:gd name="T21" fmla="*/ 0 h 34"/>
                <a:gd name="T22" fmla="*/ 7 w 31"/>
                <a:gd name="T23" fmla="*/ 0 h 34"/>
                <a:gd name="T24" fmla="*/ 16 w 31"/>
                <a:gd name="T25" fmla="*/ 26 h 34"/>
                <a:gd name="T26" fmla="*/ 24 w 31"/>
                <a:gd name="T27" fmla="*/ 0 h 34"/>
                <a:gd name="T28" fmla="*/ 28 w 31"/>
                <a:gd name="T29" fmla="*/ 0 h 34"/>
                <a:gd name="T30" fmla="*/ 31 w 31"/>
                <a:gd name="T31" fmla="*/ 34 h 34"/>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Lst>
              <a:rect l="0" t="0" r="r" b="b"/>
              <a:pathLst>
                <a:path w="31" h="34">
                  <a:moveTo>
                    <a:pt x="31" y="34"/>
                  </a:moveTo>
                  <a:cubicBezTo>
                    <a:pt x="28" y="34"/>
                    <a:pt x="28" y="34"/>
                    <a:pt x="28" y="34"/>
                  </a:cubicBezTo>
                  <a:cubicBezTo>
                    <a:pt x="27" y="18"/>
                    <a:pt x="27" y="18"/>
                    <a:pt x="27" y="18"/>
                  </a:cubicBezTo>
                  <a:cubicBezTo>
                    <a:pt x="26" y="12"/>
                    <a:pt x="26" y="6"/>
                    <a:pt x="26" y="3"/>
                  </a:cubicBezTo>
                  <a:cubicBezTo>
                    <a:pt x="17" y="30"/>
                    <a:pt x="17" y="30"/>
                    <a:pt x="17" y="30"/>
                  </a:cubicBezTo>
                  <a:cubicBezTo>
                    <a:pt x="14" y="30"/>
                    <a:pt x="14" y="30"/>
                    <a:pt x="14" y="30"/>
                  </a:cubicBezTo>
                  <a:cubicBezTo>
                    <a:pt x="6" y="3"/>
                    <a:pt x="6" y="3"/>
                    <a:pt x="6" y="3"/>
                  </a:cubicBezTo>
                  <a:cubicBezTo>
                    <a:pt x="5" y="6"/>
                    <a:pt x="5" y="12"/>
                    <a:pt x="4" y="18"/>
                  </a:cubicBezTo>
                  <a:cubicBezTo>
                    <a:pt x="3" y="34"/>
                    <a:pt x="3" y="34"/>
                    <a:pt x="3" y="34"/>
                  </a:cubicBezTo>
                  <a:cubicBezTo>
                    <a:pt x="0" y="34"/>
                    <a:pt x="0" y="34"/>
                    <a:pt x="0" y="34"/>
                  </a:cubicBezTo>
                  <a:cubicBezTo>
                    <a:pt x="3" y="0"/>
                    <a:pt x="3" y="0"/>
                    <a:pt x="3" y="0"/>
                  </a:cubicBezTo>
                  <a:cubicBezTo>
                    <a:pt x="7" y="0"/>
                    <a:pt x="7" y="0"/>
                    <a:pt x="7" y="0"/>
                  </a:cubicBezTo>
                  <a:cubicBezTo>
                    <a:pt x="16" y="26"/>
                    <a:pt x="16" y="26"/>
                    <a:pt x="16" y="26"/>
                  </a:cubicBezTo>
                  <a:cubicBezTo>
                    <a:pt x="24" y="0"/>
                    <a:pt x="24" y="0"/>
                    <a:pt x="24" y="0"/>
                  </a:cubicBezTo>
                  <a:cubicBezTo>
                    <a:pt x="28" y="0"/>
                    <a:pt x="28" y="0"/>
                    <a:pt x="28" y="0"/>
                  </a:cubicBezTo>
                  <a:lnTo>
                    <a:pt x="31" y="34"/>
                  </a:lnTo>
                  <a:close/>
                </a:path>
              </a:pathLst>
            </a:custGeom>
            <a:grpFill/>
            <a:ln>
              <a:noFill/>
            </a:ln>
            <a:extLst>
              <a:ext uri="{91240B29-F687-4F45-9708-019B960494DF}">
                <a14:hiddenLine xmlns:a14="http://schemas.microsoft.com/office/drawing/2010/main" w="9525">
                  <a:solidFill>
                    <a:srgbClr val="000000"/>
                  </a:solidFill>
                  <a:round/>
                  <a:headEnd/>
                  <a:tailEnd/>
                </a14:hiddenLine>
              </a:ext>
            </a:extLst>
          </p:spPr>
          <p:txBody>
            <a:bodyPr vert="horz" wrap="square" lIns="91440" tIns="45720" rIns="91440" bIns="45720" numCol="1" anchor="t" anchorCtr="0" compatLnSpc="1">
              <a:prstTxWarp prst="textNoShape">
                <a:avLst/>
              </a:prstTxWarp>
            </a:bodyPr>
            <a:lstStyle/>
            <a:p>
              <a:endParaRPr lang="en-US"/>
            </a:p>
          </p:txBody>
        </p:sp>
      </p:grpSp>
    </p:spTree>
    <p:extLst>
      <p:ext uri="{BB962C8B-B14F-4D97-AF65-F5344CB8AC3E}">
        <p14:creationId xmlns:p14="http://schemas.microsoft.com/office/powerpoint/2010/main" val="2970705710"/>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showMasterSp="0" userDrawn="1">
  <p:cSld name="PostIt Image w Columns">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2120"/>
            <a:ext cx="12193524" cy="4953000"/>
          </a:xfrm>
          <a:solidFill>
            <a:schemeClr val="bg1">
              <a:lumMod val="85000"/>
            </a:schemeClr>
          </a:solidFill>
        </p:spPr>
        <p:txBody>
          <a:bodyPr/>
          <a:lstStyle>
            <a:lvl1pPr>
              <a:defRPr>
                <a:ln>
                  <a:noFill/>
                </a:ln>
              </a:defRPr>
            </a:lvl1pPr>
          </a:lstStyle>
          <a:p>
            <a:endParaRPr lang="en-US"/>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ln>
                  <a:noFill/>
                </a:ln>
                <a:solidFill>
                  <a:schemeClr val="tx1"/>
                </a:solidFill>
              </a:defRPr>
            </a:lvl1pPr>
          </a:lstStyle>
          <a:p>
            <a:endParaRPr lang="en-US"/>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ln>
                  <a:noFill/>
                </a:ln>
                <a:solidFill>
                  <a:schemeClr val="tx1"/>
                </a:solidFill>
              </a:defRPr>
            </a:lvl1pPr>
          </a:lstStyle>
          <a:p>
            <a:fld id="{762E77F0-FB5B-4E8E-9BC9-34F14560A017}" type="slidenum">
              <a:rPr lang="en-US" smtClean="0"/>
              <a:pPr/>
              <a:t>‹#›</a:t>
            </a:fld>
            <a:endParaRPr lang="en-US"/>
          </a:p>
        </p:txBody>
      </p:sp>
      <p:sp>
        <p:nvSpPr>
          <p:cNvPr id="2" name="Title 1">
            <a:extLst>
              <a:ext uri="{FF2B5EF4-FFF2-40B4-BE49-F238E27FC236}">
                <a16:creationId xmlns:a16="http://schemas.microsoft.com/office/drawing/2014/main" id="{AD5C2CD8-DC86-C544-8C8F-8AA6368F4C1E}"/>
              </a:ext>
            </a:extLst>
          </p:cNvPr>
          <p:cNvSpPr>
            <a:spLocks noGrp="1"/>
          </p:cNvSpPr>
          <p:nvPr>
            <p:ph type="title"/>
          </p:nvPr>
        </p:nvSpPr>
        <p:spPr>
          <a:xfrm>
            <a:off x="361950" y="365760"/>
            <a:ext cx="2952750" cy="1024890"/>
          </a:xfrm>
          <a:solidFill>
            <a:schemeClr val="bg1"/>
          </a:solidFill>
        </p:spPr>
        <p:txBody>
          <a:bodyPr lIns="360000" tIns="146304" rIns="182880" bIns="182880"/>
          <a:lstStyle>
            <a:lvl1pPr>
              <a:defRPr>
                <a:ln w="9525">
                  <a:noFill/>
                </a:ln>
              </a:defRPr>
            </a:lvl1pPr>
          </a:lstStyle>
          <a:p>
            <a:r>
              <a:rPr lang="en-US"/>
              <a:t>Click to edit Master title style</a:t>
            </a:r>
          </a:p>
        </p:txBody>
      </p:sp>
      <p:sp>
        <p:nvSpPr>
          <p:cNvPr id="12" name="Text Placeholder 11">
            <a:extLst>
              <a:ext uri="{FF2B5EF4-FFF2-40B4-BE49-F238E27FC236}">
                <a16:creationId xmlns:a16="http://schemas.microsoft.com/office/drawing/2014/main" id="{DCC058C0-AC01-CB46-87CA-5136C7D81224}"/>
              </a:ext>
            </a:extLst>
          </p:cNvPr>
          <p:cNvSpPr>
            <a:spLocks noGrp="1"/>
          </p:cNvSpPr>
          <p:nvPr>
            <p:ph type="body" sz="quarter" idx="15" hasCustomPrompt="1"/>
          </p:nvPr>
        </p:nvSpPr>
        <p:spPr>
          <a:xfrm>
            <a:off x="3302000" y="5075238"/>
            <a:ext cx="2603500" cy="228600"/>
          </a:xfrm>
        </p:spPr>
        <p:txBody>
          <a:bodyPr vert="horz" lIns="0" tIns="0" rIns="0" bIns="0" rtlCol="0">
            <a:noAutofit/>
          </a:bodyPr>
          <a:lstStyle>
            <a:lvl1pPr>
              <a:defRPr lang="en-US" b="1" smtClean="0">
                <a:ln>
                  <a:noFill/>
                </a:ln>
              </a:defRPr>
            </a:lvl1pPr>
            <a:lvl2pPr>
              <a:defRPr lang="en-US" smtClean="0"/>
            </a:lvl2pPr>
            <a:lvl3pPr>
              <a:defRPr lang="en-US" smtClean="0"/>
            </a:lvl3pPr>
            <a:lvl4pPr>
              <a:defRPr lang="en-US" smtClean="0"/>
            </a:lvl4pPr>
            <a:lvl5pPr>
              <a:defRPr lang="en-US"/>
            </a:lvl5pPr>
          </a:lstStyle>
          <a:p>
            <a:pPr lvl="0"/>
            <a:r>
              <a:rPr lang="en-US"/>
              <a:t>Header / Logo 1</a:t>
            </a:r>
          </a:p>
        </p:txBody>
      </p:sp>
      <p:sp>
        <p:nvSpPr>
          <p:cNvPr id="14" name="Text Placeholder 13">
            <a:extLst>
              <a:ext uri="{FF2B5EF4-FFF2-40B4-BE49-F238E27FC236}">
                <a16:creationId xmlns:a16="http://schemas.microsoft.com/office/drawing/2014/main" id="{3A174CE8-FAED-E344-9D43-F895B3880257}"/>
              </a:ext>
            </a:extLst>
          </p:cNvPr>
          <p:cNvSpPr>
            <a:spLocks noGrp="1"/>
          </p:cNvSpPr>
          <p:nvPr>
            <p:ph type="body" sz="quarter" idx="16" hasCustomPrompt="1"/>
          </p:nvPr>
        </p:nvSpPr>
        <p:spPr>
          <a:xfrm>
            <a:off x="3302667" y="5388783"/>
            <a:ext cx="2606040" cy="937260"/>
          </a:xfrm>
        </p:spPr>
        <p:txBody>
          <a:bodyPr vert="horz" lIns="0" tIns="0" rIns="0" bIns="0" rtlCol="0">
            <a:noAutofit/>
          </a:bodyPr>
          <a:lstStyle>
            <a:lvl1pPr>
              <a:defRPr lang="en-US" sz="1125" dirty="0" smtClean="0">
                <a:ln>
                  <a:noFill/>
                </a:ln>
              </a:defRPr>
            </a:lvl1pPr>
            <a:lvl2pPr>
              <a:defRPr lang="en-US" sz="1125" dirty="0" smtClean="0"/>
            </a:lvl2pPr>
            <a:lvl3pPr>
              <a:defRPr lang="en-US" sz="1125" dirty="0" smtClean="0"/>
            </a:lvl3pPr>
            <a:lvl4pPr>
              <a:defRPr lang="en-US" sz="1125" dirty="0" smtClean="0"/>
            </a:lvl4pPr>
            <a:lvl5pPr>
              <a:defRPr lang="en-US" sz="1125" dirty="0"/>
            </a:lvl5pPr>
          </a:lstStyle>
          <a:p>
            <a:pPr lvl="0">
              <a:spcAft>
                <a:spcPts val="1125"/>
              </a:spcAft>
            </a:pPr>
            <a:r>
              <a:rPr lang="en-US"/>
              <a:t>Text Here. Replace header with a logo/icon if needed.</a:t>
            </a:r>
          </a:p>
        </p:txBody>
      </p:sp>
      <p:sp>
        <p:nvSpPr>
          <p:cNvPr id="17" name="Text Placeholder 16">
            <a:extLst>
              <a:ext uri="{FF2B5EF4-FFF2-40B4-BE49-F238E27FC236}">
                <a16:creationId xmlns:a16="http://schemas.microsoft.com/office/drawing/2014/main" id="{90495CBD-86BD-F448-B412-5619D1E08B92}"/>
              </a:ext>
            </a:extLst>
          </p:cNvPr>
          <p:cNvSpPr>
            <a:spLocks noGrp="1"/>
          </p:cNvSpPr>
          <p:nvPr>
            <p:ph type="body" sz="quarter" idx="17" hasCustomPrompt="1"/>
          </p:nvPr>
        </p:nvSpPr>
        <p:spPr>
          <a:xfrm>
            <a:off x="6272657" y="5074920"/>
            <a:ext cx="2601468" cy="228600"/>
          </a:xfrm>
        </p:spPr>
        <p:txBody>
          <a:bodyPr vert="horz" lIns="0" tIns="0" rIns="0" bIns="0" rtlCol="0">
            <a:noAutofit/>
          </a:bodyPr>
          <a:lstStyle>
            <a:lvl1pPr>
              <a:defRPr lang="en-US" b="1" dirty="0" smtClean="0">
                <a:ln>
                  <a:noFill/>
                </a:ln>
              </a:defRPr>
            </a:lvl1pPr>
            <a:lvl2pPr>
              <a:defRPr lang="en-US" dirty="0" smtClean="0"/>
            </a:lvl2pPr>
            <a:lvl3pPr>
              <a:defRPr lang="en-US" dirty="0" smtClean="0"/>
            </a:lvl3pPr>
            <a:lvl4pPr>
              <a:defRPr lang="en-US" dirty="0" smtClean="0"/>
            </a:lvl4pPr>
            <a:lvl5pPr>
              <a:defRPr lang="en-US" dirty="0"/>
            </a:lvl5pPr>
          </a:lstStyle>
          <a:p>
            <a:pPr lvl="0"/>
            <a:r>
              <a:rPr lang="en-US"/>
              <a:t>Header / Logo 2</a:t>
            </a:r>
          </a:p>
        </p:txBody>
      </p:sp>
      <p:sp>
        <p:nvSpPr>
          <p:cNvPr id="19" name="Text Placeholder 18">
            <a:extLst>
              <a:ext uri="{FF2B5EF4-FFF2-40B4-BE49-F238E27FC236}">
                <a16:creationId xmlns:a16="http://schemas.microsoft.com/office/drawing/2014/main" id="{C019A4AC-BDD1-5E47-B147-29012BDE337D}"/>
              </a:ext>
            </a:extLst>
          </p:cNvPr>
          <p:cNvSpPr>
            <a:spLocks noGrp="1"/>
          </p:cNvSpPr>
          <p:nvPr>
            <p:ph type="body" sz="quarter" idx="18" hasCustomPrompt="1"/>
          </p:nvPr>
        </p:nvSpPr>
        <p:spPr>
          <a:xfrm>
            <a:off x="6272784" y="5387404"/>
            <a:ext cx="2606040" cy="937260"/>
          </a:xfrm>
        </p:spPr>
        <p:txBody>
          <a:bodyPr vert="horz" lIns="0" tIns="0" rIns="0" bIns="0" rtlCol="0">
            <a:noAutofit/>
          </a:bodyPr>
          <a:lstStyle>
            <a:lvl1pPr>
              <a:defRPr lang="en-US" sz="1125" dirty="0" smtClean="0">
                <a:ln>
                  <a:noFill/>
                </a:ln>
              </a:defRPr>
            </a:lvl1pPr>
            <a:lvl2pPr>
              <a:defRPr lang="en-US" sz="1125" dirty="0" smtClean="0"/>
            </a:lvl2pPr>
            <a:lvl3pPr>
              <a:defRPr lang="en-US" sz="1125" dirty="0" smtClean="0"/>
            </a:lvl3pPr>
            <a:lvl4pPr>
              <a:defRPr lang="en-US" sz="1125" dirty="0" smtClean="0"/>
            </a:lvl4pPr>
            <a:lvl5pPr>
              <a:defRPr lang="en-US" sz="1125" dirty="0"/>
            </a:lvl5pPr>
          </a:lstStyle>
          <a:p>
            <a:pPr lvl="0">
              <a:spcAft>
                <a:spcPts val="1125"/>
              </a:spcAft>
            </a:pPr>
            <a:r>
              <a:rPr lang="en-US"/>
              <a:t>Text Here. Replace header with a logo/icon if needed.</a:t>
            </a:r>
          </a:p>
        </p:txBody>
      </p:sp>
      <p:sp>
        <p:nvSpPr>
          <p:cNvPr id="21" name="Text Placeholder 20">
            <a:extLst>
              <a:ext uri="{FF2B5EF4-FFF2-40B4-BE49-F238E27FC236}">
                <a16:creationId xmlns:a16="http://schemas.microsoft.com/office/drawing/2014/main" id="{23F25846-6125-3043-A992-08E3E149E901}"/>
              </a:ext>
            </a:extLst>
          </p:cNvPr>
          <p:cNvSpPr>
            <a:spLocks noGrp="1"/>
          </p:cNvSpPr>
          <p:nvPr>
            <p:ph type="body" sz="quarter" idx="19" hasCustomPrompt="1"/>
          </p:nvPr>
        </p:nvSpPr>
        <p:spPr>
          <a:xfrm>
            <a:off x="9225725" y="5074920"/>
            <a:ext cx="2601468" cy="228600"/>
          </a:xfrm>
        </p:spPr>
        <p:txBody>
          <a:bodyPr vert="horz" lIns="0" tIns="0" rIns="0" bIns="0" rtlCol="0">
            <a:noAutofit/>
          </a:bodyPr>
          <a:lstStyle>
            <a:lvl1pPr>
              <a:defRPr lang="en-US" b="1" smtClean="0">
                <a:ln>
                  <a:noFill/>
                </a:ln>
              </a:defRPr>
            </a:lvl1pPr>
            <a:lvl2pPr>
              <a:defRPr lang="en-US" smtClean="0"/>
            </a:lvl2pPr>
            <a:lvl3pPr>
              <a:defRPr lang="en-US" smtClean="0"/>
            </a:lvl3pPr>
            <a:lvl4pPr>
              <a:defRPr lang="en-US" smtClean="0"/>
            </a:lvl4pPr>
            <a:lvl5pPr>
              <a:defRPr lang="en-US"/>
            </a:lvl5pPr>
          </a:lstStyle>
          <a:p>
            <a:pPr lvl="0"/>
            <a:r>
              <a:rPr lang="en-US"/>
              <a:t>Header / Logo 3</a:t>
            </a:r>
          </a:p>
        </p:txBody>
      </p:sp>
      <p:sp>
        <p:nvSpPr>
          <p:cNvPr id="23" name="Text Placeholder 22">
            <a:extLst>
              <a:ext uri="{FF2B5EF4-FFF2-40B4-BE49-F238E27FC236}">
                <a16:creationId xmlns:a16="http://schemas.microsoft.com/office/drawing/2014/main" id="{95B46F53-F64E-AC4D-B9A3-A430265FFAD6}"/>
              </a:ext>
            </a:extLst>
          </p:cNvPr>
          <p:cNvSpPr>
            <a:spLocks noGrp="1"/>
          </p:cNvSpPr>
          <p:nvPr>
            <p:ph type="body" sz="quarter" idx="20" hasCustomPrompt="1"/>
          </p:nvPr>
        </p:nvSpPr>
        <p:spPr>
          <a:xfrm>
            <a:off x="9226296" y="5390388"/>
            <a:ext cx="2606040" cy="937260"/>
          </a:xfrm>
        </p:spPr>
        <p:txBody>
          <a:bodyPr vert="horz" lIns="0" tIns="0" rIns="0" bIns="0" rtlCol="0">
            <a:noAutofit/>
          </a:bodyPr>
          <a:lstStyle>
            <a:lvl1pPr>
              <a:defRPr lang="en-US" sz="1125" smtClean="0">
                <a:ln>
                  <a:noFill/>
                </a:ln>
              </a:defRPr>
            </a:lvl1pPr>
            <a:lvl2pPr>
              <a:defRPr lang="en-US" sz="1125" smtClean="0"/>
            </a:lvl2pPr>
            <a:lvl3pPr>
              <a:defRPr lang="en-US" sz="1125" smtClean="0"/>
            </a:lvl3pPr>
            <a:lvl4pPr>
              <a:defRPr lang="en-US" sz="1125" smtClean="0"/>
            </a:lvl4pPr>
            <a:lvl5pPr>
              <a:defRPr lang="en-US" sz="1125"/>
            </a:lvl5pPr>
          </a:lstStyle>
          <a:p>
            <a:pPr lvl="0">
              <a:spcAft>
                <a:spcPts val="1125"/>
              </a:spcAft>
            </a:pPr>
            <a:r>
              <a:rPr lang="en-US"/>
              <a:t>Text Here. Replace header with a logo/icon if needed.</a:t>
            </a:r>
          </a:p>
        </p:txBody>
      </p:sp>
      <p:sp>
        <p:nvSpPr>
          <p:cNvPr id="24" name="Freeform 5">
            <a:extLst>
              <a:ext uri="{FF2B5EF4-FFF2-40B4-BE49-F238E27FC236}">
                <a16:creationId xmlns:a16="http://schemas.microsoft.com/office/drawing/2014/main" id="{348EC69C-A083-3247-99EE-F0491CBBF240}"/>
              </a:ext>
            </a:extLst>
          </p:cNvPr>
          <p:cNvSpPr>
            <a:spLocks noEditPoints="1"/>
          </p:cNvSpPr>
          <p:nvPr userDrawn="1"/>
        </p:nvSpPr>
        <p:spPr bwMode="auto">
          <a:xfrm>
            <a:off x="363576" y="6454886"/>
            <a:ext cx="1448171" cy="288477"/>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tx1"/>
          </a:solidFill>
          <a:ln>
            <a:noFill/>
          </a:ln>
        </p:spPr>
        <p:txBody>
          <a:bodyPr vert="horz" wrap="square" lIns="45720" tIns="22860" rIns="45720" bIns="22860" numCol="1" anchor="t" anchorCtr="0" compatLnSpc="1">
            <a:prstTxWarp prst="textNoShape">
              <a:avLst/>
            </a:prstTxWarp>
          </a:bodyPr>
          <a:lstStyle/>
          <a:p>
            <a:endParaRPr lang="en-US" sz="450">
              <a:ln>
                <a:noFill/>
              </a:ln>
            </a:endParaRPr>
          </a:p>
        </p:txBody>
      </p:sp>
    </p:spTree>
    <p:extLst>
      <p:ext uri="{BB962C8B-B14F-4D97-AF65-F5344CB8AC3E}">
        <p14:creationId xmlns:p14="http://schemas.microsoft.com/office/powerpoint/2010/main" val="324890758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mc:AlternateContent xmlns:mc="http://schemas.openxmlformats.org/markup-compatibility/2006" xmlns:p14="http://schemas.microsoft.com/office/powerpoint/2010/main">
    <mc:Choice Requires="p14">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14:presetBounceEnd="50000">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14:bounceEnd="50000">
                                          <p:cBhvr additive="base">
                                            <p:cTn id="7" dur="500" fill="hold"/>
                                            <p:tgtEl>
                                              <p:spTgt spid="2"/>
                                            </p:tgtEl>
                                            <p:attrNameLst>
                                              <p:attrName>ppt_x</p:attrName>
                                            </p:attrNameLst>
                                          </p:cBhvr>
                                          <p:tavLst>
                                            <p:tav tm="0">
                                              <p:val>
                                                <p:strVal val="0-#ppt_w/2"/>
                                              </p:val>
                                            </p:tav>
                                            <p:tav tm="100000">
                                              <p:val>
                                                <p:strVal val="#ppt_x"/>
                                              </p:val>
                                            </p:tav>
                                          </p:tavLst>
                                        </p:anim>
                                        <p:anim calcmode="lin" valueType="num" p14:bounceEnd="50000">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mc:Choice>
    <mc:Fallback xmlns="">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 presetClass="entr" presetSubtype="8" fill="hold" grpId="0" nodeType="afterEffect">
                                      <p:stCondLst>
                                        <p:cond delay="0"/>
                                      </p:stCondLst>
                                      <p:childTnLst>
                                        <p:set>
                                          <p:cBhvr>
                                            <p:cTn id="6" dur="1" fill="hold">
                                              <p:stCondLst>
                                                <p:cond delay="0"/>
                                              </p:stCondLst>
                                            </p:cTn>
                                            <p:tgtEl>
                                              <p:spTgt spid="2"/>
                                            </p:tgtEl>
                                            <p:attrNameLst>
                                              <p:attrName>style.visibility</p:attrName>
                                            </p:attrNameLst>
                                          </p:cBhvr>
                                          <p:to>
                                            <p:strVal val="visible"/>
                                          </p:to>
                                        </p:set>
                                        <p:anim calcmode="lin" valueType="num">
                                          <p:cBhvr additive="base">
                                            <p:cTn id="7" dur="500" fill="hold"/>
                                            <p:tgtEl>
                                              <p:spTgt spid="2"/>
                                            </p:tgtEl>
                                            <p:attrNameLst>
                                              <p:attrName>ppt_x</p:attrName>
                                            </p:attrNameLst>
                                          </p:cBhvr>
                                          <p:tavLst>
                                            <p:tav tm="0">
                                              <p:val>
                                                <p:strVal val="0-#ppt_w/2"/>
                                              </p:val>
                                            </p:tav>
                                            <p:tav tm="100000">
                                              <p:val>
                                                <p:strVal val="#ppt_x"/>
                                              </p:val>
                                            </p:tav>
                                          </p:tavLst>
                                        </p:anim>
                                        <p:anim calcmode="lin" valueType="num">
                                          <p:cBhvr additive="base">
                                            <p:cTn id="8" dur="500" fill="hold"/>
                                            <p:tgtEl>
                                              <p:spTgt spid="2"/>
                                            </p:tgtEl>
                                            <p:attrNameLst>
                                              <p:attrName>ppt_y</p:attrName>
                                            </p:attrNameLst>
                                          </p:cBhvr>
                                          <p:tavLst>
                                            <p:tav tm="0">
                                              <p:val>
                                                <p:strVal val="#ppt_y"/>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Lst>
      </p:timing>
    </mc:Fallback>
  </mc:AlternateContent>
</p:sldLayout>
</file>

<file path=ppt/slideLayouts/slideLayout44.xml><?xml version="1.0" encoding="utf-8"?>
<p:sldLayout xmlns:a="http://schemas.openxmlformats.org/drawingml/2006/main" xmlns:r="http://schemas.openxmlformats.org/officeDocument/2006/relationships" xmlns:p="http://schemas.openxmlformats.org/presentationml/2006/main" showMasterSp="0" userDrawn="1">
  <p:cSld name="Image Title 01">
    <p:spTree>
      <p:nvGrpSpPr>
        <p:cNvPr id="1" name=""/>
        <p:cNvGrpSpPr/>
        <p:nvPr/>
      </p:nvGrpSpPr>
      <p:grpSpPr>
        <a:xfrm>
          <a:off x="0" y="0"/>
          <a:ext cx="0" cy="0"/>
          <a:chOff x="0" y="0"/>
          <a:chExt cx="0" cy="0"/>
        </a:xfrm>
      </p:grpSpPr>
      <p:sp>
        <p:nvSpPr>
          <p:cNvPr id="5" name="Picture Placeholder 4">
            <a:extLst>
              <a:ext uri="{FF2B5EF4-FFF2-40B4-BE49-F238E27FC236}">
                <a16:creationId xmlns:a16="http://schemas.microsoft.com/office/drawing/2014/main" id="{25A85A06-2F38-EF44-A887-B19E66BB54AB}"/>
              </a:ext>
            </a:extLst>
          </p:cNvPr>
          <p:cNvSpPr>
            <a:spLocks noGrp="1"/>
          </p:cNvSpPr>
          <p:nvPr>
            <p:ph type="pic" sz="quarter" idx="11"/>
          </p:nvPr>
        </p:nvSpPr>
        <p:spPr>
          <a:xfrm>
            <a:off x="4610100" y="0"/>
            <a:ext cx="7578852" cy="6858000"/>
          </a:xfrm>
          <a:solidFill>
            <a:schemeClr val="bg1">
              <a:lumMod val="75000"/>
            </a:schemeClr>
          </a:solidFill>
        </p:spPr>
        <p:txBody>
          <a:bodyPr/>
          <a:lstStyle>
            <a:lvl1pPr>
              <a:defRPr>
                <a:ln>
                  <a:noFill/>
                </a:ln>
              </a:defRPr>
            </a:lvl1pPr>
          </a:lstStyle>
          <a:p>
            <a:endParaRPr lang="en-US"/>
          </a:p>
        </p:txBody>
      </p:sp>
      <p:sp>
        <p:nvSpPr>
          <p:cNvPr id="2" name="Title 1"/>
          <p:cNvSpPr>
            <a:spLocks noGrp="1"/>
          </p:cNvSpPr>
          <p:nvPr>
            <p:ph type="ctrTitle" hasCustomPrompt="1"/>
          </p:nvPr>
        </p:nvSpPr>
        <p:spPr>
          <a:xfrm>
            <a:off x="324612" y="278892"/>
            <a:ext cx="4114038" cy="2157984"/>
          </a:xfrm>
        </p:spPr>
        <p:txBody>
          <a:bodyPr anchor="b" anchorCtr="0">
            <a:noAutofit/>
          </a:bodyPr>
          <a:lstStyle>
            <a:lvl1pPr algn="l" fontAlgn="b">
              <a:lnSpc>
                <a:spcPct val="112000"/>
              </a:lnSpc>
              <a:defRPr sz="4500">
                <a:ln w="190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338328" y="2514600"/>
            <a:ext cx="4100322" cy="1152144"/>
          </a:xfrm>
        </p:spPr>
        <p:txBody>
          <a:bodyPr vert="horz" lIns="0" tIns="0" rIns="0" bIns="0" rtlCol="0" anchor="t">
            <a:noAutofit/>
          </a:bodyPr>
          <a:lstStyle>
            <a:lvl1pPr>
              <a:defRPr lang="en-US" sz="2625">
                <a:ln w="1270">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347472" y="4901184"/>
            <a:ext cx="4091178" cy="790956"/>
          </a:xfrm>
        </p:spPr>
        <p:txBody>
          <a:bodyPr>
            <a:noAutofit/>
          </a:bodyPr>
          <a:lstStyle>
            <a:lvl1pPr marL="0" indent="0">
              <a:spcBef>
                <a:spcPts val="0"/>
              </a:spcBef>
              <a:buNone/>
              <a:defRPr>
                <a:ln>
                  <a:noFill/>
                </a:ln>
              </a:defRPr>
            </a:lvl1pPr>
          </a:lstStyle>
          <a:p>
            <a:pPr lvl="0"/>
            <a:r>
              <a:rPr lang="en-US"/>
              <a:t>Name goes here</a:t>
            </a:r>
            <a:br>
              <a:rPr lang="en-US"/>
            </a:br>
            <a:r>
              <a:rPr lang="en-US"/>
              <a:t>Position goes here</a:t>
            </a:r>
          </a:p>
        </p:txBody>
      </p:sp>
      <p:pic>
        <p:nvPicPr>
          <p:cNvPr id="7" name="Picture 6">
            <a:extLst>
              <a:ext uri="{FF2B5EF4-FFF2-40B4-BE49-F238E27FC236}">
                <a16:creationId xmlns:a16="http://schemas.microsoft.com/office/drawing/2014/main" id="{B4866BA3-BB3A-4529-B6CC-115C8BB85115}"/>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464917140"/>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p:cSld name="1_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885514307"/>
      </p:ext>
    </p:extLst>
  </p:cSld>
  <p:clrMapOvr>
    <a:masterClrMapping/>
  </p:clrMapOvr>
  <p:hf hdr="0" ftr="0" dt="0"/>
</p:sldLayout>
</file>

<file path=ppt/slideLayouts/slideLayout46.xml><?xml version="1.0" encoding="utf-8"?>
<p:sldLayout xmlns:a="http://schemas.openxmlformats.org/drawingml/2006/main" xmlns:r="http://schemas.openxmlformats.org/officeDocument/2006/relationships" xmlns:p="http://schemas.openxmlformats.org/presentationml/2006/main" showMasterSp="0" preserve="1">
  <p:cSld name="Single Column - Simpl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lvl1pPr>
              <a:defRPr>
                <a:solidFill>
                  <a:schemeClr val="tx1"/>
                </a:solidFill>
              </a:defRPr>
            </a:lvl1pPr>
          </a:lstStyle>
          <a:p>
            <a:r>
              <a:rPr lang="en-GB"/>
              <a:t>Click to edit Master title style</a:t>
            </a:r>
            <a:endParaRPr lang="en-US" dirty="0"/>
          </a:p>
        </p:txBody>
      </p:sp>
      <p:sp>
        <p:nvSpPr>
          <p:cNvPr id="8" name="Footer Placeholder 4">
            <a:extLst>
              <a:ext uri="{FF2B5EF4-FFF2-40B4-BE49-F238E27FC236}">
                <a16:creationId xmlns:a16="http://schemas.microsoft.com/office/drawing/2014/main" id="{511B4943-9DA0-F14A-892A-9BC4A5B1D48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A91D94F9-4B13-7A48-9521-67EFFE4F91B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3" name="Graphic 2">
            <a:extLst>
              <a:ext uri="{FF2B5EF4-FFF2-40B4-BE49-F238E27FC236}">
                <a16:creationId xmlns:a16="http://schemas.microsoft.com/office/drawing/2014/main" id="{00D83E88-A286-BF1F-719B-20F1C44734C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cxnSp>
        <p:nvCxnSpPr>
          <p:cNvPr id="2" name="Straight Connector 1">
            <a:extLst>
              <a:ext uri="{FF2B5EF4-FFF2-40B4-BE49-F238E27FC236}">
                <a16:creationId xmlns:a16="http://schemas.microsoft.com/office/drawing/2014/main" id="{9720D620-A98D-8E56-CDB8-0DC6E5725E42}"/>
              </a:ext>
            </a:extLst>
          </p:cNvPr>
          <p:cNvCxnSpPr>
            <a:cxnSpLocks/>
          </p:cNvCxnSpPr>
          <p:nvPr/>
        </p:nvCxnSpPr>
        <p:spPr>
          <a:xfrm flipV="1">
            <a:off x="0" y="1075695"/>
            <a:ext cx="12192000" cy="7394"/>
          </a:xfrm>
          <a:prstGeom prst="line">
            <a:avLst/>
          </a:prstGeom>
          <a:ln w="19050">
            <a:solidFill>
              <a:schemeClr val="tx1"/>
            </a:solidFill>
          </a:ln>
        </p:spPr>
        <p:style>
          <a:lnRef idx="1">
            <a:schemeClr val="accent1"/>
          </a:lnRef>
          <a:fillRef idx="0">
            <a:schemeClr val="accent1"/>
          </a:fillRef>
          <a:effectRef idx="0">
            <a:schemeClr val="accent1"/>
          </a:effectRef>
          <a:fontRef idx="minor">
            <a:schemeClr val="tx1"/>
          </a:fontRef>
        </p:style>
      </p:cxnSp>
      <p:sp>
        <p:nvSpPr>
          <p:cNvPr id="4" name="Rectangle 3">
            <a:extLst>
              <a:ext uri="{FF2B5EF4-FFF2-40B4-BE49-F238E27FC236}">
                <a16:creationId xmlns:a16="http://schemas.microsoft.com/office/drawing/2014/main" id="{71FBEB87-5B79-FA3A-DF07-6F47FF0D95EE}"/>
              </a:ext>
            </a:extLst>
          </p:cNvPr>
          <p:cNvSpPr/>
          <p:nvPr userDrawn="1"/>
        </p:nvSpPr>
        <p:spPr>
          <a:xfrm>
            <a:off x="3082413" y="0"/>
            <a:ext cx="28022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Tree>
    <p:extLst>
      <p:ext uri="{BB962C8B-B14F-4D97-AF65-F5344CB8AC3E}">
        <p14:creationId xmlns:p14="http://schemas.microsoft.com/office/powerpoint/2010/main" val="3847193448"/>
      </p:ext>
    </p:extLst>
  </p:cSld>
  <p:clrMapOvr>
    <a:masterClrMapping/>
  </p:clrMapOvr>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p:cSld name="Single column Simple - with subhead">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869781"/>
            <a:ext cx="11468100" cy="1744067"/>
          </a:xfr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sp>
        <p:nvSpPr>
          <p:cNvPr id="8" name="Footer Placeholder 4">
            <a:extLst>
              <a:ext uri="{FF2B5EF4-FFF2-40B4-BE49-F238E27FC236}">
                <a16:creationId xmlns:a16="http://schemas.microsoft.com/office/drawing/2014/main" id="{674407F1-A2F8-A84F-8E52-03F123F4BEF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C88CD766-7446-9844-8381-BB1A5421A8C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
        <p:nvSpPr>
          <p:cNvPr id="3" name="Text Placeholder 2">
            <a:extLst>
              <a:ext uri="{FF2B5EF4-FFF2-40B4-BE49-F238E27FC236}">
                <a16:creationId xmlns:a16="http://schemas.microsoft.com/office/drawing/2014/main" id="{3D5AAC42-935B-0E18-6CAC-AB1A022B59F1}"/>
              </a:ext>
            </a:extLst>
          </p:cNvPr>
          <p:cNvSpPr>
            <a:spLocks noGrp="1"/>
          </p:cNvSpPr>
          <p:nvPr>
            <p:ph type="body" sz="quarter" idx="13" hasCustomPrompt="1"/>
          </p:nvPr>
        </p:nvSpPr>
        <p:spPr>
          <a:xfrm>
            <a:off x="170878" y="1390650"/>
            <a:ext cx="11468100" cy="292388"/>
          </a:xfrm>
        </p:spPr>
        <p:txBody>
          <a:bodyPr/>
          <a:lstStyle>
            <a:lvl1pPr marL="0" indent="0">
              <a:buNone/>
              <a:defRPr sz="1900" b="1"/>
            </a:lvl1pPr>
            <a:lvl2pPr marL="283368" indent="0">
              <a:buNone/>
              <a:defRPr/>
            </a:lvl2pPr>
          </a:lstStyle>
          <a:p>
            <a:r>
              <a:rPr lang="en-US" dirty="0"/>
              <a:t>Subtitle or callout if needed, all titles and subtitles are sentence case </a:t>
            </a:r>
          </a:p>
        </p:txBody>
      </p:sp>
    </p:spTree>
    <p:extLst>
      <p:ext uri="{BB962C8B-B14F-4D97-AF65-F5344CB8AC3E}">
        <p14:creationId xmlns:p14="http://schemas.microsoft.com/office/powerpoint/2010/main" val="3066093513"/>
      </p:ext>
    </p:extLst>
  </p:cSld>
  <p:clrMapOvr>
    <a:masterClrMapping/>
  </p:clrMapOvr>
  <p:hf hdr="0" ftr="0" dt="0"/>
</p:sldLayout>
</file>

<file path=ppt/slideLayouts/slideLayout48.xml><?xml version="1.0" encoding="utf-8"?>
<p:sldLayout xmlns:a="http://schemas.openxmlformats.org/drawingml/2006/main" xmlns:r="http://schemas.openxmlformats.org/officeDocument/2006/relationships" xmlns:p="http://schemas.openxmlformats.org/presentationml/2006/main" showMasterSp="0" preserve="1">
  <p:cSld name="Title Only">
    <p:spTree>
      <p:nvGrpSpPr>
        <p:cNvPr id="1" name=""/>
        <p:cNvGrpSpPr/>
        <p:nvPr/>
      </p:nvGrpSpPr>
      <p:grpSpPr>
        <a:xfrm>
          <a:off x="0" y="0"/>
          <a:ext cx="0" cy="0"/>
          <a:chOff x="0" y="0"/>
          <a:chExt cx="0" cy="0"/>
        </a:xfrm>
      </p:grpSpPr>
      <p:grpSp>
        <p:nvGrpSpPr>
          <p:cNvPr id="5" name="Group 4">
            <a:extLst>
              <a:ext uri="{FF2B5EF4-FFF2-40B4-BE49-F238E27FC236}">
                <a16:creationId xmlns:a16="http://schemas.microsoft.com/office/drawing/2014/main" id="{7F38F25E-FF38-834D-521D-D61E09DDD2AB}"/>
              </a:ext>
            </a:extLst>
          </p:cNvPr>
          <p:cNvGrpSpPr/>
          <p:nvPr/>
        </p:nvGrpSpPr>
        <p:grpSpPr>
          <a:xfrm>
            <a:off x="0" y="-2403"/>
            <a:ext cx="12667343" cy="1099683"/>
            <a:chOff x="0" y="-2403"/>
            <a:chExt cx="12667343" cy="1099683"/>
          </a:xfrm>
        </p:grpSpPr>
        <p:sp>
          <p:nvSpPr>
            <p:cNvPr id="7" name="Rectangle 6">
              <a:extLst>
                <a:ext uri="{FF2B5EF4-FFF2-40B4-BE49-F238E27FC236}">
                  <a16:creationId xmlns:a16="http://schemas.microsoft.com/office/drawing/2014/main" id="{7051444A-8DCA-DDB2-763E-349707F988F2}"/>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10" name="Picture 9">
              <a:extLst>
                <a:ext uri="{FF2B5EF4-FFF2-40B4-BE49-F238E27FC236}">
                  <a16:creationId xmlns:a16="http://schemas.microsoft.com/office/drawing/2014/main" id="{528A3E14-429A-2111-9034-26AFC851FE02}"/>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GB"/>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517818497"/>
      </p:ext>
    </p:extLst>
  </p:cSld>
  <p:clrMapOvr>
    <a:masterClrMapping/>
  </p:clrMapOvr>
  <p:hf hdr="0" ftr="0" dt="0"/>
</p:sldLayout>
</file>

<file path=ppt/slideLayouts/slideLayout49.xml><?xml version="1.0" encoding="utf-8"?>
<p:sldLayout xmlns:a="http://schemas.openxmlformats.org/drawingml/2006/main" xmlns:r="http://schemas.openxmlformats.org/officeDocument/2006/relationships" xmlns:p="http://schemas.openxmlformats.org/presentationml/2006/main" showMasterSp="0" preserve="1">
  <p:cSld name="Title Only_2 line">
    <p:spTree>
      <p:nvGrpSpPr>
        <p:cNvPr id="1" name=""/>
        <p:cNvGrpSpPr/>
        <p:nvPr/>
      </p:nvGrpSpPr>
      <p:grpSpPr>
        <a:xfrm>
          <a:off x="0" y="0"/>
          <a:ext cx="0" cy="0"/>
          <a:chOff x="0" y="0"/>
          <a:chExt cx="0" cy="0"/>
        </a:xfrm>
      </p:grpSpPr>
      <p:sp>
        <p:nvSpPr>
          <p:cNvPr id="3" name="Rectangle 2">
            <a:extLst>
              <a:ext uri="{FF2B5EF4-FFF2-40B4-BE49-F238E27FC236}">
                <a16:creationId xmlns:a16="http://schemas.microsoft.com/office/drawing/2014/main" id="{BBF274A9-9392-1E6D-7D16-896285565278}"/>
              </a:ext>
            </a:extLst>
          </p:cNvPr>
          <p:cNvSpPr/>
          <p:nvPr/>
        </p:nvSpPr>
        <p:spPr>
          <a:xfrm>
            <a:off x="0" y="0"/>
            <a:ext cx="12192000" cy="1540042"/>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4" name="Picture 3">
            <a:extLst>
              <a:ext uri="{FF2B5EF4-FFF2-40B4-BE49-F238E27FC236}">
                <a16:creationId xmlns:a16="http://schemas.microsoft.com/office/drawing/2014/main" id="{4F67146D-3C58-F6B2-201A-B16919DBC4AF}"/>
              </a:ext>
            </a:extLst>
          </p:cNvPr>
          <p:cNvPicPr>
            <a:picLocks noChangeAspect="1"/>
          </p:cNvPicPr>
          <p:nvPr/>
        </p:nvPicPr>
        <p:blipFill rotWithShape="1">
          <a:blip r:embed="rId2" cstate="screen">
            <a:extLst>
              <a:ext uri="{28A0092B-C50C-407E-A947-70E740481C1C}">
                <a14:useLocalDpi xmlns:a14="http://schemas.microsoft.com/office/drawing/2010/main"/>
              </a:ext>
            </a:extLst>
          </a:blip>
          <a:srcRect/>
          <a:stretch/>
        </p:blipFill>
        <p:spPr>
          <a:xfrm>
            <a:off x="4101556" y="-8229"/>
            <a:ext cx="8580301" cy="1548271"/>
          </a:xfrm>
          <a:prstGeom prst="rect">
            <a:avLst/>
          </a:prstGeom>
        </p:spPr>
      </p:pic>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GB"/>
              <a:t>Click to edit Master title style</a:t>
            </a:r>
            <a:endParaRPr lang="en-US" dirty="0"/>
          </a:p>
        </p:txBody>
      </p:sp>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099572509"/>
      </p:ext>
    </p:extLst>
  </p:cSld>
  <p:clrMapOvr>
    <a:masterClrMapping/>
  </p:clrMapOvr>
  <p:hf hdr="0" ftr="0" dt="0"/>
</p:sldLayout>
</file>

<file path=ppt/slideLayouts/slideLayout50.xml><?xml version="1.0" encoding="utf-8"?>
<p:sldLayout xmlns:a="http://schemas.openxmlformats.org/drawingml/2006/main" xmlns:r="http://schemas.openxmlformats.org/officeDocument/2006/relationships" xmlns:p="http://schemas.openxmlformats.org/presentationml/2006/main" showMasterSp="0" preserve="1">
  <p:cSld name="Blank">
    <p:spTree>
      <p:nvGrpSpPr>
        <p:cNvPr id="1" name=""/>
        <p:cNvGrpSpPr/>
        <p:nvPr/>
      </p:nvGrpSpPr>
      <p:grpSpPr>
        <a:xfrm>
          <a:off x="0" y="0"/>
          <a:ext cx="0" cy="0"/>
          <a:chOff x="0" y="0"/>
          <a:chExt cx="0" cy="0"/>
        </a:xfrm>
      </p:grpSpPr>
      <p:pic>
        <p:nvPicPr>
          <p:cNvPr id="6" name="Graphic 5">
            <a:extLst>
              <a:ext uri="{FF2B5EF4-FFF2-40B4-BE49-F238E27FC236}">
                <a16:creationId xmlns:a16="http://schemas.microsoft.com/office/drawing/2014/main" id="{12884396-8B33-D54E-9D5C-8DF3AC225E8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D8E8B6FE-1EA1-4A45-8B59-C7565AB84AF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2E51BDC4-21D2-2742-B5B2-528B8B14F91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126029514"/>
      </p:ext>
    </p:extLst>
  </p:cSld>
  <p:clrMapOvr>
    <a:masterClrMapping/>
  </p:clrMapOvr>
  <p:hf hdr="0" ftr="0" dt="0"/>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5364173" cy="484043"/>
          </a:xfrm>
        </p:spPr>
        <p:txBody>
          <a:bodyPr wrap="square">
            <a:spAutoFit/>
          </a:bodyPr>
          <a:lstStyle/>
          <a:p>
            <a:r>
              <a:rPr lang="en-GB"/>
              <a:t>Click to edit Master title style</a:t>
            </a:r>
            <a:endParaRPr lang="en-US" dirty="0"/>
          </a:p>
        </p:txBody>
      </p:sp>
      <p:sp>
        <p:nvSpPr>
          <p:cNvPr id="8" name="Footer Placeholder 4">
            <a:extLst>
              <a:ext uri="{FF2B5EF4-FFF2-40B4-BE49-F238E27FC236}">
                <a16:creationId xmlns:a16="http://schemas.microsoft.com/office/drawing/2014/main" id="{7D4F1EC5-6BB8-4049-A825-325656113ED2}"/>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E7854F2A-2BBB-9446-B185-6215C140A16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913859474"/>
      </p:ext>
    </p:extLst>
  </p:cSld>
  <p:clrMapOvr>
    <a:masterClrMapping/>
  </p:clrMapOvr>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1388582"/>
            <a:ext cx="3800474" cy="1744067"/>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3657600" cy="1744067"/>
          </a:xfr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388582"/>
            <a:ext cx="2734056" cy="1169551"/>
          </a:xfr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dirty="0"/>
          </a:p>
        </p:txBody>
      </p:sp>
      <p:sp>
        <p:nvSpPr>
          <p:cNvPr id="11" name="Footer Placeholder 4">
            <a:extLst>
              <a:ext uri="{FF2B5EF4-FFF2-40B4-BE49-F238E27FC236}">
                <a16:creationId xmlns:a16="http://schemas.microsoft.com/office/drawing/2014/main" id="{BD398495-5CA8-A54C-9A38-9431C227BC1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2" name="Slide Number Placeholder 5">
            <a:extLst>
              <a:ext uri="{FF2B5EF4-FFF2-40B4-BE49-F238E27FC236}">
                <a16:creationId xmlns:a16="http://schemas.microsoft.com/office/drawing/2014/main" id="{A111FE5C-B17D-C948-BFCC-6ED5E14CB169}"/>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637971528"/>
      </p:ext>
    </p:extLst>
  </p:cSld>
  <p:clrMapOvr>
    <a:masterClrMapping/>
  </p:clrMapOvr>
  <p:hf hdr="0" ftr="0" dt="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3543377"/>
            <a:ext cx="8591550" cy="276999"/>
          </a:xfrm>
        </p:spPr>
        <p:txBody>
          <a:bodyPr>
            <a:spAutoFit/>
          </a:bodyPr>
          <a:lstStyle/>
          <a:p>
            <a:r>
              <a:rPr lang="en-GB"/>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8" name="Footer Placeholder 4">
            <a:extLst>
              <a:ext uri="{FF2B5EF4-FFF2-40B4-BE49-F238E27FC236}">
                <a16:creationId xmlns:a16="http://schemas.microsoft.com/office/drawing/2014/main" id="{6814554E-586D-8349-951F-737144ECEFF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AED0D651-E967-D846-AE30-12C061B6AD3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463996099"/>
      </p:ext>
    </p:extLst>
  </p:cSld>
  <p:clrMapOvr>
    <a:masterClrMapping/>
  </p:clrMapOvr>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p:cSld name="Table Slide">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1388582"/>
            <a:ext cx="8580120" cy="1744067"/>
          </a:xfrm>
        </p:spPr>
        <p:txBody>
          <a:bodyPr lIns="18288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388582"/>
            <a:ext cx="2734056"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8" name="Footer Placeholder 4">
            <a:extLst>
              <a:ext uri="{FF2B5EF4-FFF2-40B4-BE49-F238E27FC236}">
                <a16:creationId xmlns:a16="http://schemas.microsoft.com/office/drawing/2014/main" id="{D53B314B-9934-844F-8E14-6C502D2AE42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9" name="Slide Number Placeholder 5">
            <a:extLst>
              <a:ext uri="{FF2B5EF4-FFF2-40B4-BE49-F238E27FC236}">
                <a16:creationId xmlns:a16="http://schemas.microsoft.com/office/drawing/2014/main" id="{3CFD438D-CA4D-3A43-9B82-E14EC033B7C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240827918"/>
      </p:ext>
    </p:extLst>
  </p:cSld>
  <p:clrMapOvr>
    <a:masterClrMapping/>
  </p:clrMapOvr>
</p:sldLayout>
</file>

<file path=ppt/slideLayouts/slideLayout55.xml><?xml version="1.0" encoding="utf-8"?>
<p:sldLayout xmlns:a="http://schemas.openxmlformats.org/drawingml/2006/main" xmlns:r="http://schemas.openxmlformats.org/officeDocument/2006/relationships" xmlns:p="http://schemas.openxmlformats.org/presentationml/2006/main" showMasterSp="0" preserve="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lvl1pPr>
              <a:defRPr>
                <a:solidFill>
                  <a:schemeClr val="tx1"/>
                </a:solidFill>
              </a:defRPr>
            </a:lvl1pPr>
          </a:lstStyle>
          <a:p>
            <a:r>
              <a:rPr lang="en-GB"/>
              <a:t>Click to edit Master title style</a:t>
            </a:r>
            <a:endParaRPr lang="en-US" dirty="0"/>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p:nvCxnSpPr>
        <p:spPr>
          <a:xfrm>
            <a:off x="4191000" y="0"/>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2AD6F17-DC4F-CE4D-A30F-37972705D1EB}"/>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4" name="Slide Number Placeholder 5">
            <a:extLst>
              <a:ext uri="{FF2B5EF4-FFF2-40B4-BE49-F238E27FC236}">
                <a16:creationId xmlns:a16="http://schemas.microsoft.com/office/drawing/2014/main" id="{5F1A3402-461B-144B-A624-EADA6F4A5FE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4258978191"/>
      </p:ext>
    </p:extLst>
  </p:cSld>
  <p:clrMapOvr>
    <a:masterClrMapping/>
  </p:clrMapOvr>
  <p:hf hdr="0" ftr="0" dt="0"/>
</p:sldLayout>
</file>

<file path=ppt/slideLayouts/slideLayout56.xml><?xml version="1.0" encoding="utf-8"?>
<p:sldLayout xmlns:a="http://schemas.openxmlformats.org/drawingml/2006/main" xmlns:r="http://schemas.openxmlformats.org/officeDocument/2006/relationships" xmlns:p="http://schemas.openxmlformats.org/presentationml/2006/main" showMasterSp="0" preserve="1">
  <p:cSld name="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GB"/>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A428A25E-B962-BD41-AC5A-2B7F8C365999}"/>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0" name="Slide Number Placeholder 5">
            <a:extLst>
              <a:ext uri="{FF2B5EF4-FFF2-40B4-BE49-F238E27FC236}">
                <a16:creationId xmlns:a16="http://schemas.microsoft.com/office/drawing/2014/main" id="{5A8BC5D7-A295-2344-8AAD-7A638D1246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pic>
        <p:nvPicPr>
          <p:cNvPr id="2" name="Picture 1">
            <a:extLst>
              <a:ext uri="{FF2B5EF4-FFF2-40B4-BE49-F238E27FC236}">
                <a16:creationId xmlns:a16="http://schemas.microsoft.com/office/drawing/2014/main" id="{2C50F812-03D7-D910-2BE7-77BA6FA475E7}"/>
              </a:ext>
            </a:extLst>
          </p:cNvPr>
          <p:cNvPicPr>
            <a:picLocks noChangeAspect="1"/>
          </p:cNvPicPr>
          <p:nvPr userDrawn="1"/>
        </p:nvPicPr>
        <p:blipFill>
          <a:blip r:embed="rId3"/>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718528461"/>
      </p:ext>
    </p:extLst>
  </p:cSld>
  <p:clrMapOvr>
    <a:masterClrMapping/>
  </p:clrMapOvr>
</p:sldLayout>
</file>

<file path=ppt/slideLayouts/slideLayout57.xml><?xml version="1.0" encoding="utf-8"?>
<p:sldLayout xmlns:a="http://schemas.openxmlformats.org/drawingml/2006/main" xmlns:r="http://schemas.openxmlformats.org/officeDocument/2006/relationships" xmlns:p="http://schemas.openxmlformats.org/presentationml/2006/main" showMasterSp="0" preserve="1">
  <p:cSld name="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solidFill>
                  <a:schemeClr val="tx1"/>
                </a:solidFill>
              </a:defRPr>
            </a:lvl1pPr>
          </a:lstStyle>
          <a:p>
            <a:r>
              <a:rPr lang="en-GB"/>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12" name="Graphic 11">
            <a:extLst>
              <a:ext uri="{FF2B5EF4-FFF2-40B4-BE49-F238E27FC236}">
                <a16:creationId xmlns:a16="http://schemas.microsoft.com/office/drawing/2014/main" id="{2D21F748-F78B-AA44-87E0-992F504FBC0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69668EDE-1295-9546-ABA0-27E4B7F5041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4" name="Slide Number Placeholder 5">
            <a:extLst>
              <a:ext uri="{FF2B5EF4-FFF2-40B4-BE49-F238E27FC236}">
                <a16:creationId xmlns:a16="http://schemas.microsoft.com/office/drawing/2014/main" id="{361D0353-9518-CE4F-AEC9-0A3AD47D4590}"/>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836588792"/>
      </p:ext>
    </p:extLst>
  </p:cSld>
  <p:clrMapOvr>
    <a:masterClrMapping/>
  </p:clrMapOvr>
  <p:hf hdr="0" ftr="0" dt="0"/>
</p:sldLayout>
</file>

<file path=ppt/slideLayouts/slideLayout58.xml><?xml version="1.0" encoding="utf-8"?>
<p:sldLayout xmlns:a="http://schemas.openxmlformats.org/drawingml/2006/main" xmlns:r="http://schemas.openxmlformats.org/officeDocument/2006/relationships" xmlns:p="http://schemas.openxmlformats.org/presentationml/2006/main" showMasterSp="0" preserve="1">
  <p:cSld name="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lstStyle>
            <a:lvl1pPr>
              <a:defRPr>
                <a:solidFill>
                  <a:schemeClr val="tx1"/>
                </a:solidFill>
              </a:defRPr>
            </a:lvl1pPr>
          </a:lstStyle>
          <a:p>
            <a:r>
              <a:rPr lang="en-GB"/>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1744067"/>
          </a:xfrm>
        </p:spPr>
        <p:txBody>
          <a:bodyPr lIns="0">
            <a:spAutoFit/>
          </a:bodyPr>
          <a:lstStyle>
            <a:lvl1pPr>
              <a:defRPr/>
            </a:lvl1pPr>
            <a:lvl2pPr>
              <a:defRPr/>
            </a:lvl2pPr>
            <a:lvl3pPr>
              <a:defRPr/>
            </a:lvl3pPr>
            <a:lvl4pPr>
              <a:defRPr/>
            </a:lvl4pPr>
            <a:lvl5pPr>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9" name="Graphic 8">
            <a:extLst>
              <a:ext uri="{FF2B5EF4-FFF2-40B4-BE49-F238E27FC236}">
                <a16:creationId xmlns:a16="http://schemas.microsoft.com/office/drawing/2014/main" id="{59F508EA-9B74-CF42-99A9-ABCDB2E9903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35545590-189E-BE41-BDD7-DCC3999A6E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1D0045EB-86A1-6D46-873D-E4EC1E9D359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pic>
        <p:nvPicPr>
          <p:cNvPr id="2" name="Picture 1">
            <a:extLst>
              <a:ext uri="{FF2B5EF4-FFF2-40B4-BE49-F238E27FC236}">
                <a16:creationId xmlns:a16="http://schemas.microsoft.com/office/drawing/2014/main" id="{7E3E0D2F-03E5-02A3-599B-86BE2AA69FAA}"/>
              </a:ext>
            </a:extLst>
          </p:cNvPr>
          <p:cNvPicPr>
            <a:picLocks noChangeAspect="1"/>
          </p:cNvPicPr>
          <p:nvPr userDrawn="1"/>
        </p:nvPicPr>
        <p:blipFill>
          <a:blip r:embed="rId3"/>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452593107"/>
      </p:ext>
    </p:extLst>
  </p:cSld>
  <p:clrMapOvr>
    <a:masterClrMapping/>
  </p:clrMapOvr>
</p:sldLayout>
</file>

<file path=ppt/slideLayouts/slideLayout59.xml><?xml version="1.0" encoding="utf-8"?>
<p:sldLayout xmlns:a="http://schemas.openxmlformats.org/drawingml/2006/main" xmlns:r="http://schemas.openxmlformats.org/officeDocument/2006/relationships" xmlns:p="http://schemas.openxmlformats.org/presentationml/2006/main" showMasterSp="0" preserve="1">
  <p:cSld name="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solidFill>
                  <a:schemeClr val="tx1"/>
                </a:solidFill>
              </a:defRPr>
            </a:lvl1pPr>
          </a:lstStyle>
          <a:p>
            <a:r>
              <a:rPr lang="en-GB"/>
              <a:t>Click to edit Master title style</a:t>
            </a:r>
            <a:endParaRPr lang="en-US" dirty="0"/>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1744067"/>
          </a:xfrm>
        </p:spPr>
        <p:txBody>
          <a:bodyPr lIns="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584775"/>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9C7DEFAB-97E6-284D-BD67-FB08386B5E6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2DA1221E-A67C-744E-9C4B-331BEF727F33}"/>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D46CF78B-534F-E345-BE6A-BED63A26C73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pic>
        <p:nvPicPr>
          <p:cNvPr id="2" name="Picture 1">
            <a:extLst>
              <a:ext uri="{FF2B5EF4-FFF2-40B4-BE49-F238E27FC236}">
                <a16:creationId xmlns:a16="http://schemas.microsoft.com/office/drawing/2014/main" id="{79A8E892-031A-9F24-A623-603C5989656B}"/>
              </a:ext>
            </a:extLst>
          </p:cNvPr>
          <p:cNvPicPr>
            <a:picLocks noChangeAspect="1"/>
          </p:cNvPicPr>
          <p:nvPr userDrawn="1"/>
        </p:nvPicPr>
        <p:blipFill>
          <a:blip r:embed="rId3"/>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4011834902"/>
      </p:ext>
    </p:extLst>
  </p:cSld>
  <p:clrMapOvr>
    <a:masterClrMapping/>
  </p:clrMapOvr>
</p:sldLayout>
</file>

<file path=ppt/slideLayouts/slideLayout60.xml><?xml version="1.0" encoding="utf-8"?>
<p:sldLayout xmlns:a="http://schemas.openxmlformats.org/drawingml/2006/main" xmlns:r="http://schemas.openxmlformats.org/officeDocument/2006/relationships" xmlns:p="http://schemas.openxmlformats.org/presentationml/2006/main" showMasterSp="0" preserve="1">
  <p:cSld name="1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bwMode="white">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dirty="0">
                <a:solidFill>
                  <a:schemeClr val="tx1"/>
                </a:solidFill>
              </a:rPr>
              <a:t>Click icon in the center of the slide to add picture</a:t>
            </a:r>
            <a:endParaRPr lang="en-US" dirty="0"/>
          </a:p>
        </p:txBody>
      </p:sp>
      <p:sp>
        <p:nvSpPr>
          <p:cNvPr id="8" name="Text Placeholder 2">
            <a:extLst>
              <a:ext uri="{FF2B5EF4-FFF2-40B4-BE49-F238E27FC236}">
                <a16:creationId xmlns:a16="http://schemas.microsoft.com/office/drawing/2014/main" id="{DE3845FB-10F7-4C99-A1E5-CEB253E259A7}"/>
              </a:ext>
            </a:extLst>
          </p:cNvPr>
          <p:cNvSpPr>
            <a:spLocks noGrp="1"/>
          </p:cNvSpPr>
          <p:nvPr>
            <p:ph idx="1"/>
          </p:nvPr>
        </p:nvSpPr>
        <p:spPr>
          <a:xfrm>
            <a:off x="3238501" y="2400300"/>
            <a:ext cx="2857499" cy="2057400"/>
          </a:xfrm>
          <a:prstGeom prst="rect">
            <a:avLst/>
          </a:prstGeom>
          <a:solidFill>
            <a:schemeClr val="bg1"/>
          </a:solidFill>
        </p:spPr>
        <p:txBody>
          <a:bodyPr vert="horz" lIns="182880" tIns="137160" rIns="182880" bIns="0" rtlCol="0">
            <a:no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182880" tIns="91440" rIns="182880" bIns="155448" rtlCol="0" anchor="t" anchorCtr="0">
            <a:noAutofit/>
          </a:bodyPr>
          <a:lstStyle>
            <a:lvl1pPr>
              <a:defRPr lang="en-US" dirty="0">
                <a:ln w="9525">
                  <a:noFill/>
                </a:ln>
                <a:solidFill>
                  <a:schemeClr val="tx1"/>
                </a:solidFill>
              </a:defRPr>
            </a:lvl1pPr>
          </a:lstStyle>
          <a:p>
            <a:pPr marL="0" lvl="0" indent="0">
              <a:spcAft>
                <a:spcPts val="1500"/>
              </a:spcAft>
              <a:buFont typeface="Arial" panose="020B0604020202020204" pitchFamily="34" charset="0"/>
            </a:pPr>
            <a:r>
              <a:rPr lang="en-GB"/>
              <a:t>Click to edit Master title style</a:t>
            </a:r>
            <a:endParaRPr lang="en-US" dirty="0"/>
          </a:p>
        </p:txBody>
      </p:sp>
      <p:sp>
        <p:nvSpPr>
          <p:cNvPr id="5" name="AutoShape 3">
            <a:extLst>
              <a:ext uri="{FF2B5EF4-FFF2-40B4-BE49-F238E27FC236}">
                <a16:creationId xmlns:a16="http://schemas.microsoft.com/office/drawing/2014/main" id="{69C2AE59-6CA1-45A7-8D89-5A2A716D8833}"/>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0" name="Graphic 9">
            <a:extLst>
              <a:ext uri="{FF2B5EF4-FFF2-40B4-BE49-F238E27FC236}">
                <a16:creationId xmlns:a16="http://schemas.microsoft.com/office/drawing/2014/main" id="{D97CAA73-BE46-614E-9C41-8AF7FB50184C}"/>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A4D9BADF-324E-5B4F-A422-61F7145DA2D8}"/>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700835EC-3A47-8644-806F-A3840BA3472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603586972"/>
      </p:ext>
    </p:extLst>
  </p:cSld>
  <p:clrMapOvr>
    <a:masterClrMapping/>
  </p:clrMapOvr>
  <p:hf hdr="0" ftr="0" dt="0"/>
</p:sldLayout>
</file>

<file path=ppt/slideLayouts/slideLayout61.xml><?xml version="1.0" encoding="utf-8"?>
<p:sldLayout xmlns:a="http://schemas.openxmlformats.org/drawingml/2006/main" xmlns:r="http://schemas.openxmlformats.org/officeDocument/2006/relationships" xmlns:p="http://schemas.openxmlformats.org/presentationml/2006/main" showMasterSp="0" preserve="1">
  <p:cSld name="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pic>
        <p:nvPicPr>
          <p:cNvPr id="4" name="Picture 3">
            <a:extLst>
              <a:ext uri="{FF2B5EF4-FFF2-40B4-BE49-F238E27FC236}">
                <a16:creationId xmlns:a16="http://schemas.microsoft.com/office/drawing/2014/main" id="{DC3D7A00-2891-24B2-ED6C-5B28CC4847A3}"/>
              </a:ext>
            </a:extLst>
          </p:cNvPr>
          <p:cNvPicPr>
            <a:picLocks noChangeAspect="1"/>
          </p:cNvPicPr>
          <p:nvPr/>
        </p:nvPicPr>
        <p:blipFill>
          <a:blip r:embed="rId2"/>
          <a:stretch>
            <a:fillRect/>
          </a:stretch>
        </p:blipFill>
        <p:spPr>
          <a:xfrm>
            <a:off x="0" y="2209800"/>
            <a:ext cx="3238500" cy="4648200"/>
          </a:xfrm>
          <a:prstGeom prst="rect">
            <a:avLst/>
          </a:prstGeom>
        </p:spPr>
      </p:pic>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GB"/>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110255298"/>
      </p:ext>
    </p:extLst>
  </p:cSld>
  <p:clrMapOvr>
    <a:masterClrMapping/>
  </p:clrMapOvr>
  <p:hf hdr="0" ftr="0" dt="0"/>
</p:sldLayout>
</file>

<file path=ppt/slideLayouts/slideLayout62.xml><?xml version="1.0" encoding="utf-8"?>
<p:sldLayout xmlns:a="http://schemas.openxmlformats.org/drawingml/2006/main" xmlns:r="http://schemas.openxmlformats.org/officeDocument/2006/relationships" xmlns:p="http://schemas.openxmlformats.org/presentationml/2006/main" showMasterSp="0" preserve="1">
  <p:cSld name="1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a:off x="0" y="0"/>
            <a:ext cx="3238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p:spPr>
        <p:txBody>
          <a:bodyPr vert="horz" lIns="182880" tIns="0" rIns="0" bIns="0" rtlCol="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lang="en-US"/>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bg1"/>
                </a:solidFill>
              </a:defRPr>
            </a:lvl1pPr>
          </a:lstStyle>
          <a:p>
            <a:r>
              <a:rPr lang="en-GB"/>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4" name="Picture 3">
            <a:extLst>
              <a:ext uri="{FF2B5EF4-FFF2-40B4-BE49-F238E27FC236}">
                <a16:creationId xmlns:a16="http://schemas.microsoft.com/office/drawing/2014/main" id="{80CA3236-00EC-F44A-FE12-1CA61956F0E7}"/>
              </a:ext>
            </a:extLst>
          </p:cNvPr>
          <p:cNvPicPr>
            <a:picLocks noChangeAspect="1"/>
          </p:cNvPicPr>
          <p:nvPr/>
        </p:nvPicPr>
        <p:blipFill>
          <a:blip r:embed="rId3"/>
          <a:stretch>
            <a:fillRect/>
          </a:stretch>
        </p:blipFill>
        <p:spPr>
          <a:xfrm>
            <a:off x="0" y="4745736"/>
            <a:ext cx="3226194" cy="2112264"/>
          </a:xfrm>
          <a:prstGeom prst="rect">
            <a:avLst/>
          </a:prstGeom>
        </p:spPr>
      </p:pic>
    </p:spTree>
    <p:extLst>
      <p:ext uri="{BB962C8B-B14F-4D97-AF65-F5344CB8AC3E}">
        <p14:creationId xmlns:p14="http://schemas.microsoft.com/office/powerpoint/2010/main" val="4246133311"/>
      </p:ext>
    </p:extLst>
  </p:cSld>
  <p:clrMapOvr>
    <a:masterClrMapping/>
  </p:clrMapOvr>
  <p:hf hdr="0" ftr="0" dt="0"/>
</p:sldLayout>
</file>

<file path=ppt/slideLayouts/slideLayout63.xml><?xml version="1.0" encoding="utf-8"?>
<p:sldLayout xmlns:a="http://schemas.openxmlformats.org/drawingml/2006/main" xmlns:r="http://schemas.openxmlformats.org/officeDocument/2006/relationships" xmlns:p="http://schemas.openxmlformats.org/presentationml/2006/main" showMasterSp="0" preserve="1">
  <p:cSld name="2_Single Column - Clouds">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p:nvSpPr>
        <p:spPr bwMode="white">
          <a:xfrm flipH="1">
            <a:off x="3238500" y="0"/>
            <a:ext cx="8953500" cy="6858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pic>
        <p:nvPicPr>
          <p:cNvPr id="6" name="Picture 5">
            <a:extLst>
              <a:ext uri="{FF2B5EF4-FFF2-40B4-BE49-F238E27FC236}">
                <a16:creationId xmlns:a16="http://schemas.microsoft.com/office/drawing/2014/main" id="{33331F37-F452-DCB3-4411-C1A01ACA6086}"/>
              </a:ext>
            </a:extLst>
          </p:cNvPr>
          <p:cNvPicPr>
            <a:picLocks noChangeAspect="1"/>
          </p:cNvPicPr>
          <p:nvPr/>
        </p:nvPicPr>
        <p:blipFill>
          <a:blip r:embed="rId2"/>
          <a:stretch>
            <a:fillRect/>
          </a:stretch>
        </p:blipFill>
        <p:spPr>
          <a:xfrm>
            <a:off x="3238500" y="1752600"/>
            <a:ext cx="7797800" cy="510540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tx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lvl1pPr>
              <a:defRPr>
                <a:solidFill>
                  <a:schemeClr val="tx1"/>
                </a:solidFill>
              </a:defRPr>
            </a:lvl1pPr>
          </a:lstStyle>
          <a:p>
            <a:r>
              <a:rPr lang="en-GB"/>
              <a:t>Click to edit Master title style</a:t>
            </a:r>
            <a:endParaRPr lang="en-US" dirty="0"/>
          </a:p>
        </p:txBody>
      </p:sp>
      <p:pic>
        <p:nvPicPr>
          <p:cNvPr id="10" name="Graphic 9">
            <a:extLst>
              <a:ext uri="{FF2B5EF4-FFF2-40B4-BE49-F238E27FC236}">
                <a16:creationId xmlns:a16="http://schemas.microsoft.com/office/drawing/2014/main" id="{560B9142-7D87-064B-BCED-0E0338E2CEBB}"/>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51EF0F92-F9D8-774A-BEDF-4788A4D4BE1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A37D1E50-4538-8C42-905A-A71267A9B8E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366236312"/>
      </p:ext>
    </p:extLst>
  </p:cSld>
  <p:clrMapOvr>
    <a:masterClrMapping/>
  </p:clrMapOvr>
  <p:hf hdr="0" ftr="0" dt="0"/>
</p:sldLayout>
</file>

<file path=ppt/slideLayouts/slideLayout64.xml><?xml version="1.0" encoding="utf-8"?>
<p:sldLayout xmlns:a="http://schemas.openxmlformats.org/drawingml/2006/main" xmlns:r="http://schemas.openxmlformats.org/officeDocument/2006/relationships" xmlns:p="http://schemas.openxmlformats.org/presentationml/2006/main" showMasterSp="0" preserve="1">
  <p:cSld name="Three Quarters Image Slide">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275A4A0-E19C-C4F8-98F8-140F87325D35}"/>
              </a:ext>
            </a:extLst>
          </p:cNvPr>
          <p:cNvPicPr>
            <a:picLocks noChangeAspect="1"/>
          </p:cNvPicPr>
          <p:nvPr/>
        </p:nvPicPr>
        <p:blipFill>
          <a:blip r:embed="rId2"/>
          <a:stretch>
            <a:fillRect/>
          </a:stretch>
        </p:blipFill>
        <p:spPr>
          <a:xfrm>
            <a:off x="914400" y="780779"/>
            <a:ext cx="2330793" cy="6077221"/>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GB"/>
              <a:t>Click to edit Master title style</a:t>
            </a:r>
            <a:endParaRPr lang="en-US" dirty="0"/>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8" y="1843749"/>
            <a:ext cx="1810884" cy="1461939"/>
          </a:xfrm>
        </p:spPr>
        <p:txBody>
          <a:bodyPr wrap="square"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35F2CBC9-A0AF-2443-B4F3-88F00DA34117}"/>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1" name="Footer Placeholder 4">
            <a:extLst>
              <a:ext uri="{FF2B5EF4-FFF2-40B4-BE49-F238E27FC236}">
                <a16:creationId xmlns:a16="http://schemas.microsoft.com/office/drawing/2014/main" id="{EA2D8B16-7E02-9445-B5E1-B56444A338A0}"/>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58296D2F-477C-6447-A70C-6F56CD3959A6}"/>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3" name="Freeform 5">
            <a:extLst>
              <a:ext uri="{FF2B5EF4-FFF2-40B4-BE49-F238E27FC236}">
                <a16:creationId xmlns:a16="http://schemas.microsoft.com/office/drawing/2014/main" id="{CF993681-4306-8218-D551-85F4AB7B6DB4}"/>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755039615"/>
      </p:ext>
    </p:extLst>
  </p:cSld>
  <p:clrMapOvr>
    <a:masterClrMapping/>
  </p:clrMapOvr>
</p:sldLayout>
</file>

<file path=ppt/slideLayouts/slideLayout65.xml><?xml version="1.0" encoding="utf-8"?>
<p:sldLayout xmlns:a="http://schemas.openxmlformats.org/drawingml/2006/main" xmlns:r="http://schemas.openxmlformats.org/officeDocument/2006/relationships" xmlns:p="http://schemas.openxmlformats.org/presentationml/2006/main" showMasterSp="0" preserve="1">
  <p:cSld name="1/2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292388"/>
          </a:xfrm>
          <a:ln>
            <a:noFill/>
          </a:ln>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176916205"/>
      </p:ext>
    </p:extLst>
  </p:cSld>
  <p:clrMapOvr>
    <a:masterClrMapping/>
  </p:clrMapOvr>
  <p:hf hdr="0" ftr="0" dt="0"/>
</p:sldLayout>
</file>

<file path=ppt/slideLayouts/slideLayout66.xml><?xml version="1.0" encoding="utf-8"?>
<p:sldLayout xmlns:a="http://schemas.openxmlformats.org/drawingml/2006/main" xmlns:r="http://schemas.openxmlformats.org/officeDocument/2006/relationships" xmlns:p="http://schemas.openxmlformats.org/presentationml/2006/main" showMasterSp="0" preserve="1">
  <p:cSld name="1/2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0"/>
            <a:ext cx="12192000" cy="3429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8" y="269748"/>
            <a:ext cx="2907482"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dirty="0"/>
          </a:p>
        </p:txBody>
      </p:sp>
      <p:pic>
        <p:nvPicPr>
          <p:cNvPr id="23" name="Graphic 22">
            <a:extLst>
              <a:ext uri="{FF2B5EF4-FFF2-40B4-BE49-F238E27FC236}">
                <a16:creationId xmlns:a16="http://schemas.microsoft.com/office/drawing/2014/main" id="{01F92179-1104-CC43-A3D0-81DE97CCA71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7" name="Footer Placeholder 4">
            <a:extLst>
              <a:ext uri="{FF2B5EF4-FFF2-40B4-BE49-F238E27FC236}">
                <a16:creationId xmlns:a16="http://schemas.microsoft.com/office/drawing/2014/main" id="{98AD107B-C2D7-D04F-9BED-9375FC6FECF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8" name="Slide Number Placeholder 5">
            <a:extLst>
              <a:ext uri="{FF2B5EF4-FFF2-40B4-BE49-F238E27FC236}">
                <a16:creationId xmlns:a16="http://schemas.microsoft.com/office/drawing/2014/main" id="{995587E1-B0B0-5141-BA1B-AF30B431A0D1}"/>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7" name="Picture 6">
            <a:extLst>
              <a:ext uri="{FF2B5EF4-FFF2-40B4-BE49-F238E27FC236}">
                <a16:creationId xmlns:a16="http://schemas.microsoft.com/office/drawing/2014/main" id="{8001B6C8-F508-BAAE-CBBF-1708CB85F33E}"/>
              </a:ext>
            </a:extLst>
          </p:cNvPr>
          <p:cNvPicPr>
            <a:picLocks noChangeAspect="1"/>
          </p:cNvPicPr>
          <p:nvPr/>
        </p:nvPicPr>
        <p:blipFill rotWithShape="1">
          <a:blip r:embed="rId3" cstate="screen">
            <a:extLst>
              <a:ext uri="{28A0092B-C50C-407E-A947-70E740481C1C}">
                <a14:useLocalDpi xmlns:a14="http://schemas.microsoft.com/office/drawing/2010/main"/>
              </a:ext>
            </a:extLst>
          </a:blip>
          <a:srcRect/>
          <a:stretch/>
        </p:blipFill>
        <p:spPr>
          <a:xfrm>
            <a:off x="1757213" y="0"/>
            <a:ext cx="10434787" cy="3429000"/>
          </a:xfrm>
          <a:prstGeom prst="rect">
            <a:avLst/>
          </a:prstGeom>
        </p:spPr>
      </p:pic>
    </p:spTree>
    <p:extLst>
      <p:ext uri="{BB962C8B-B14F-4D97-AF65-F5344CB8AC3E}">
        <p14:creationId xmlns:p14="http://schemas.microsoft.com/office/powerpoint/2010/main" val="3387009496"/>
      </p:ext>
    </p:extLst>
  </p:cSld>
  <p:clrMapOvr>
    <a:masterClrMapping/>
  </p:clrMapOvr>
  <p:hf hdr="0" ftr="0" dt="0"/>
</p:sldLayout>
</file>

<file path=ppt/slideLayouts/slideLayout67.xml><?xml version="1.0" encoding="utf-8"?>
<p:sldLayout xmlns:a="http://schemas.openxmlformats.org/drawingml/2006/main" xmlns:r="http://schemas.openxmlformats.org/officeDocument/2006/relationships" xmlns:p="http://schemas.openxmlformats.org/presentationml/2006/main" showMasterSp="0" preserve="1">
  <p:cSld name="1/4 header / 4 colum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292388"/>
          </a:xfrm>
        </p:spPr>
        <p:txBody>
          <a:bodyPr vert="horz" lIns="0" tIns="0" rIns="0" bIns="0" rtlCol="0">
            <a:spAutoFit/>
          </a:bodyPr>
          <a:lstStyle>
            <a:lvl1pPr marL="0" indent="0">
              <a:buNone/>
              <a:defRPr lang="en-US" sz="1900">
                <a:ln w="3175">
                  <a:noFill/>
                </a:ln>
                <a:solidFill>
                  <a:schemeClr val="tx2"/>
                </a:solidFill>
              </a:defRPr>
            </a:lvl1pPr>
          </a:lstStyle>
          <a:p>
            <a:pPr lvl="0" fontAlgn="base"/>
            <a:r>
              <a:rPr lang="en-US" dirty="0"/>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2021066"/>
          </a:xfrm>
        </p:spPr>
        <p:txBody>
          <a:bodyPr lIns="0">
            <a:spAutoFit/>
          </a:bodyPr>
          <a:lst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lvl5p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9" name="Picture 8">
            <a:extLst>
              <a:ext uri="{FF2B5EF4-FFF2-40B4-BE49-F238E27FC236}">
                <a16:creationId xmlns:a16="http://schemas.microsoft.com/office/drawing/2014/main" id="{18F9BD06-D191-BDCC-0EAC-42370967C2B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3478110696"/>
      </p:ext>
    </p:extLst>
  </p:cSld>
  <p:clrMapOvr>
    <a:masterClrMapping/>
  </p:clrMapOvr>
  <p:hf hdr="0" ftr="0" dt="0"/>
</p:sldLayout>
</file>

<file path=ppt/slideLayouts/slideLayout68.xml><?xml version="1.0" encoding="utf-8"?>
<p:sldLayout xmlns:a="http://schemas.openxmlformats.org/drawingml/2006/main" xmlns:r="http://schemas.openxmlformats.org/officeDocument/2006/relationships" xmlns:p="http://schemas.openxmlformats.org/presentationml/2006/main" showMasterSp="0" preserve="1">
  <p:cSld name="1/4 header / CLEAN">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p:nvSpPr>
        <p:spPr bwMode="white">
          <a:xfrm>
            <a:off x="0" y="1"/>
            <a:ext cx="12192000" cy="190500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3242201" cy="1008802"/>
          </a:xfrm>
          <a:ln w="12700">
            <a:noFill/>
          </a:ln>
        </p:spPr>
        <p:txBody>
          <a:bodyPr vert="horz" wrap="square" lIns="0" tIns="0" rIns="0" bIns="0" rtlCol="0" anchor="t" anchorCtr="0">
            <a:spAutoFit/>
          </a:bodyPr>
          <a:lstStyle>
            <a:lvl1pPr>
              <a:defRPr lang="en-US" dirty="0">
                <a:ln w="9525">
                  <a:noFill/>
                </a:ln>
                <a:solidFill>
                  <a:schemeClr val="bg1"/>
                </a:solidFill>
              </a:defRPr>
            </a:lvl1pPr>
          </a:lstStyle>
          <a:p>
            <a:pPr marL="0" lvl="0"/>
            <a:r>
              <a:rPr lang="en-GB"/>
              <a:t>Click to edit Master title style</a:t>
            </a:r>
            <a:endParaRPr lang="en-US" dirty="0"/>
          </a:p>
        </p:txBody>
      </p:sp>
      <p:pic>
        <p:nvPicPr>
          <p:cNvPr id="17" name="Graphic 16">
            <a:extLst>
              <a:ext uri="{FF2B5EF4-FFF2-40B4-BE49-F238E27FC236}">
                <a16:creationId xmlns:a16="http://schemas.microsoft.com/office/drawing/2014/main" id="{8E9FB75F-D2B2-AC4A-903F-467C4C27BB3E}"/>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0" name="Footer Placeholder 4">
            <a:extLst>
              <a:ext uri="{FF2B5EF4-FFF2-40B4-BE49-F238E27FC236}">
                <a16:creationId xmlns:a16="http://schemas.microsoft.com/office/drawing/2014/main" id="{09915CAC-37C5-D041-B16E-A68FC3F6AE6A}"/>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21" name="Slide Number Placeholder 5">
            <a:extLst>
              <a:ext uri="{FF2B5EF4-FFF2-40B4-BE49-F238E27FC236}">
                <a16:creationId xmlns:a16="http://schemas.microsoft.com/office/drawing/2014/main" id="{85DA5A3C-BCD0-6E4F-A118-246FF1A0F11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pic>
        <p:nvPicPr>
          <p:cNvPr id="3" name="Picture 2">
            <a:extLst>
              <a:ext uri="{FF2B5EF4-FFF2-40B4-BE49-F238E27FC236}">
                <a16:creationId xmlns:a16="http://schemas.microsoft.com/office/drawing/2014/main" id="{C7C982CA-A7CF-7C04-1CB1-C8824A257D5C}"/>
              </a:ext>
            </a:extLst>
          </p:cNvPr>
          <p:cNvPicPr>
            <a:picLocks noChangeAspect="1"/>
          </p:cNvPicPr>
          <p:nvPr/>
        </p:nvPicPr>
        <p:blipFill>
          <a:blip r:embed="rId3"/>
          <a:stretch>
            <a:fillRect/>
          </a:stretch>
        </p:blipFill>
        <p:spPr>
          <a:xfrm rot="10800000">
            <a:off x="3924300" y="0"/>
            <a:ext cx="8267700" cy="1905000"/>
          </a:xfrm>
          <a:prstGeom prst="rect">
            <a:avLst/>
          </a:prstGeom>
        </p:spPr>
      </p:pic>
    </p:spTree>
    <p:extLst>
      <p:ext uri="{BB962C8B-B14F-4D97-AF65-F5344CB8AC3E}">
        <p14:creationId xmlns:p14="http://schemas.microsoft.com/office/powerpoint/2010/main" val="2549928440"/>
      </p:ext>
    </p:extLst>
  </p:cSld>
  <p:clrMapOvr>
    <a:masterClrMapping/>
  </p:clrMapOvr>
  <p:hf hdr="0" ftr="0" dt="0"/>
</p:sldLayout>
</file>

<file path=ppt/slideLayouts/slideLayout69.xml><?xml version="1.0" encoding="utf-8"?>
<p:sldLayout xmlns:a="http://schemas.openxmlformats.org/drawingml/2006/main" xmlns:r="http://schemas.openxmlformats.org/officeDocument/2006/relationships" xmlns:p="http://schemas.openxmlformats.org/presentationml/2006/main" showMasterSp="0" preserve="1">
  <p:cSld name="Half Image Slide">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E5AE153A-C27C-ED1B-A797-B1AF88EB49A5}"/>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584775"/>
          </a:xfrm>
        </p:spPr>
        <p:txBody>
          <a:bodyPr vert="horz" lIns="0" tIns="0" rIns="0" bIns="0" rtlCol="0">
            <a:spAutoFit/>
          </a:bodyPr>
          <a:lstStyle>
            <a:lvl1pPr marL="11113" indent="-11113" algn="l">
              <a:buFontTx/>
              <a:buNone/>
              <a:tabLst/>
              <a:defRPr lang="en-US" sz="1900" dirty="0">
                <a:ln w="3175">
                  <a:noFill/>
                </a:ln>
                <a:solidFill>
                  <a:schemeClr val="bg1"/>
                </a:solidFill>
              </a:defRPr>
            </a:lvl1pPr>
          </a:lstStyle>
          <a:p>
            <a:pPr marL="142875" lvl="0" indent="-142875" fontAlgn="base"/>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GB"/>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2" name="Freeform 5">
            <a:extLst>
              <a:ext uri="{FF2B5EF4-FFF2-40B4-BE49-F238E27FC236}">
                <a16:creationId xmlns:a16="http://schemas.microsoft.com/office/drawing/2014/main" id="{D9327E16-EEA9-5161-B6FF-49B3E1F9525A}"/>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408150044"/>
      </p:ext>
    </p:extLst>
  </p:cSld>
  <p:clrMapOvr>
    <a:masterClrMapping/>
  </p:clrMapOvr>
</p:sldLayout>
</file>

<file path=ppt/slideLayouts/slideLayout70.xml><?xml version="1.0" encoding="utf-8"?>
<p:sldLayout xmlns:a="http://schemas.openxmlformats.org/drawingml/2006/main" xmlns:r="http://schemas.openxmlformats.org/officeDocument/2006/relationships" xmlns:p="http://schemas.openxmlformats.org/presentationml/2006/main" showMasterSp="0" preserve="1">
  <p:cSld name="Half Image Slide - CLEAN">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6E9DF5-DA4D-AF41-F284-D6545E66BD73}"/>
              </a:ext>
            </a:extLst>
          </p:cNvPr>
          <p:cNvPicPr>
            <a:picLocks noChangeAspect="1"/>
          </p:cNvPicPr>
          <p:nvPr/>
        </p:nvPicPr>
        <p:blipFill>
          <a:blip r:embed="rId2"/>
          <a:stretch>
            <a:fillRect/>
          </a:stretch>
        </p:blipFill>
        <p:spPr>
          <a:xfrm flipH="1">
            <a:off x="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484043"/>
          </a:xfrm>
        </p:spPr>
        <p:txBody>
          <a:bodyPr>
            <a:spAutoFit/>
          </a:bodyPr>
          <a:lstStyle>
            <a:lvl1pPr>
              <a:defRPr>
                <a:ln w="9525">
                  <a:noFill/>
                </a:ln>
                <a:solidFill>
                  <a:schemeClr val="bg1"/>
                </a:solidFill>
              </a:defRPr>
            </a:lvl1pPr>
          </a:lstStyle>
          <a:p>
            <a:r>
              <a:rPr lang="en-GB"/>
              <a:t>Click to edit Master title style</a:t>
            </a:r>
            <a:endParaRPr lang="en-US" dirty="0"/>
          </a:p>
        </p:txBody>
      </p:sp>
      <p:sp>
        <p:nvSpPr>
          <p:cNvPr id="11" name="AutoShape 3">
            <a:extLst>
              <a:ext uri="{FF2B5EF4-FFF2-40B4-BE49-F238E27FC236}">
                <a16:creationId xmlns:a16="http://schemas.microsoft.com/office/drawing/2014/main" id="{D98D0E38-C70F-492A-89D3-C6748F1169D2}"/>
              </a:ext>
            </a:extLst>
          </p:cNvPr>
          <p:cNvSpPr>
            <a:spLocks noChangeAspect="1" noChangeArrowheads="1" noTextEdit="1"/>
          </p:cNvSpPr>
          <p:nvPr/>
        </p:nvSpPr>
        <p:spPr bwMode="auto">
          <a:xfrm>
            <a:off x="328613" y="6297613"/>
            <a:ext cx="14827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endParaRPr lang="en-US"/>
          </a:p>
        </p:txBody>
      </p:sp>
      <p:pic>
        <p:nvPicPr>
          <p:cNvPr id="12" name="Graphic 11">
            <a:extLst>
              <a:ext uri="{FF2B5EF4-FFF2-40B4-BE49-F238E27FC236}">
                <a16:creationId xmlns:a16="http://schemas.microsoft.com/office/drawing/2014/main" id="{5C9FC3AD-D3D1-F54B-B826-C460CDFA78CA}"/>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3" name="Footer Placeholder 4">
            <a:extLst>
              <a:ext uri="{FF2B5EF4-FFF2-40B4-BE49-F238E27FC236}">
                <a16:creationId xmlns:a16="http://schemas.microsoft.com/office/drawing/2014/main" id="{97EFC10F-7E5E-EE44-BD96-5D17E0E85DC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078B89E7-6DD3-7A43-A83F-A343C8B19514}"/>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17356963"/>
      </p:ext>
    </p:extLst>
  </p:cSld>
  <p:clrMapOvr>
    <a:masterClrMapping/>
  </p:clrMapOvr>
  <p:hf hdr="0" ftr="0" dt="0"/>
</p:sldLayout>
</file>

<file path=ppt/slideLayouts/slideLayout71.xml><?xml version="1.0" encoding="utf-8"?>
<p:sldLayout xmlns:a="http://schemas.openxmlformats.org/drawingml/2006/main" xmlns:r="http://schemas.openxmlformats.org/officeDocument/2006/relationships" xmlns:p="http://schemas.openxmlformats.org/presentationml/2006/main" showMasterSp="0" preserve="1">
  <p:cSld name="Half Imag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F21FBB69-2B1F-1005-8EB3-A8CA021F7215}"/>
              </a:ext>
            </a:extLst>
          </p:cNvPr>
          <p:cNvPicPr>
            <a:picLocks noChangeAspect="1"/>
          </p:cNvPicPr>
          <p:nvPr/>
        </p:nvPicPr>
        <p:blipFill>
          <a:blip r:embed="rId2"/>
          <a:stretch>
            <a:fillRect/>
          </a:stretch>
        </p:blipFill>
        <p:spPr>
          <a:xfrm>
            <a:off x="10121900"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pic>
        <p:nvPicPr>
          <p:cNvPr id="11" name="Graphic 10">
            <a:extLst>
              <a:ext uri="{FF2B5EF4-FFF2-40B4-BE49-F238E27FC236}">
                <a16:creationId xmlns:a16="http://schemas.microsoft.com/office/drawing/2014/main" id="{560D37C1-D211-7745-B68E-02001098F85F}"/>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584775"/>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484043"/>
          </a:xfrm>
        </p:spPr>
        <p:txBody>
          <a:bodyPr>
            <a:spAutoFit/>
          </a:bodyPr>
          <a:lstStyle>
            <a:lvl1pPr>
              <a:defRPr>
                <a:ln w="9525">
                  <a:noFill/>
                </a:ln>
                <a:solidFill>
                  <a:schemeClr val="bg1"/>
                </a:solidFill>
              </a:defRPr>
            </a:lvl1pPr>
          </a:lstStyle>
          <a:p>
            <a:r>
              <a:rPr lang="en-GB"/>
              <a:t>Click to edit Master title style</a:t>
            </a:r>
            <a:endParaRPr lang="en-US" dirty="0"/>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1744067"/>
          </a:xfrm>
        </p:spPr>
        <p:txBody>
          <a:bodyPr lIns="0">
            <a:spAutoFit/>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12" name="Footer Placeholder 4">
            <a:extLst>
              <a:ext uri="{FF2B5EF4-FFF2-40B4-BE49-F238E27FC236}">
                <a16:creationId xmlns:a16="http://schemas.microsoft.com/office/drawing/2014/main" id="{030F3032-5515-C84F-A5D0-90898242F86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FEAC8327-2A21-3A42-BA7B-F64F4DEAA72D}"/>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2" name="Freeform 5">
            <a:extLst>
              <a:ext uri="{FF2B5EF4-FFF2-40B4-BE49-F238E27FC236}">
                <a16:creationId xmlns:a16="http://schemas.microsoft.com/office/drawing/2014/main" id="{4BEF58CE-0700-A5CC-0002-A3D8D084629C}"/>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4130984148"/>
      </p:ext>
    </p:extLst>
  </p:cSld>
  <p:clrMapOvr>
    <a:masterClrMapping/>
  </p:clrMapOvr>
</p:sldLayout>
</file>

<file path=ppt/slideLayouts/slideLayout72.xml><?xml version="1.0" encoding="utf-8"?>
<p:sldLayout xmlns:a="http://schemas.openxmlformats.org/drawingml/2006/main" xmlns:r="http://schemas.openxmlformats.org/officeDocument/2006/relationships" xmlns:p="http://schemas.openxmlformats.org/presentationml/2006/main" showMasterSp="0" preserve="1">
  <p:cSld name="Half Imag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7E79AC3-2DC9-96CB-4501-666928E88325}"/>
              </a:ext>
            </a:extLst>
          </p:cNvPr>
          <p:cNvPicPr>
            <a:picLocks noChangeAspect="1"/>
          </p:cNvPicPr>
          <p:nvPr/>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a:p>
            <a:pPr marR="0" lvl="0" fontAlgn="auto">
              <a:buSzTx/>
              <a:tabLst/>
            </a:pPr>
            <a:endParaRPr lang="en-US"/>
          </a:p>
          <a:p>
            <a:pPr marR="0" lvl="0" fontAlgn="auto">
              <a:buSzTx/>
              <a:tabLst/>
            </a:pPr>
            <a:endParaRPr lang="en-US"/>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69551"/>
          </a:xfrm>
        </p:spPr>
        <p:txBody>
          <a:bodyPr vert="horz" lIns="0" tIns="0" rIns="0" bIns="0" rtlCol="0">
            <a:spAutoFit/>
          </a:bodyPr>
          <a:lstStyle>
            <a:lvl1pPr>
              <a:defRPr lang="en-US" sz="1900" dirty="0">
                <a:ln w="3175">
                  <a:noFill/>
                </a:ln>
                <a:solidFill>
                  <a:schemeClr val="bg1"/>
                </a:solidFill>
              </a:defRPr>
            </a:lvl1pPr>
          </a:lstStyle>
          <a:p>
            <a:pPr marL="0" lvl="0" indent="0" fontAlgn="base">
              <a:buNone/>
            </a:pPr>
            <a:r>
              <a:rPr lang="en-US" dirty="0"/>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2021066"/>
          </a:xfrm>
        </p:spPr>
        <p:txBody>
          <a:bodyPr vert="horz" lIns="0" tIns="0" rIns="0" bIns="0" rtlCol="0">
            <a:spAutoFit/>
          </a:bodyPr>
          <a:lstStyle>
            <a:lvl1pPr marL="142875" marR="0" indent="-142875"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700"/>
              </a:spcAft>
              <a:buClr>
                <a:schemeClr val="bg1"/>
              </a:buClr>
              <a:buSzTx/>
              <a:buFont typeface="Arial" panose="020B0604020202020204" pitchFamily="34" charset="0"/>
              <a:buChar char="•"/>
              <a:tabLst/>
              <a:defRPr lang="en-US" dirty="0">
                <a:solidFill>
                  <a:schemeClr val="bg1"/>
                </a:solidFill>
              </a:defRPr>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n w="9525">
                  <a:noFill/>
                </a:ln>
                <a:solidFill>
                  <a:schemeClr val="bg1"/>
                </a:solidFill>
              </a:defRPr>
            </a:lvl1pPr>
          </a:lstStyle>
          <a:p>
            <a:r>
              <a:rPr lang="en-GB"/>
              <a:t>Click to edit Master title style</a:t>
            </a:r>
            <a:endParaRPr lang="en-US" dirty="0"/>
          </a:p>
        </p:txBody>
      </p:sp>
      <p:pic>
        <p:nvPicPr>
          <p:cNvPr id="10" name="Graphic 9">
            <a:extLst>
              <a:ext uri="{FF2B5EF4-FFF2-40B4-BE49-F238E27FC236}">
                <a16:creationId xmlns:a16="http://schemas.microsoft.com/office/drawing/2014/main" id="{38317098-BF10-BA42-A3E5-65C0634430A9}"/>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Footer Placeholder 4">
            <a:extLst>
              <a:ext uri="{FF2B5EF4-FFF2-40B4-BE49-F238E27FC236}">
                <a16:creationId xmlns:a16="http://schemas.microsoft.com/office/drawing/2014/main" id="{B4D4954A-7D78-384F-A44A-7BC1E849140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49BE3EAB-DEA7-184A-90BB-B4E1E574417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2" name="Freeform 5">
            <a:extLst>
              <a:ext uri="{FF2B5EF4-FFF2-40B4-BE49-F238E27FC236}">
                <a16:creationId xmlns:a16="http://schemas.microsoft.com/office/drawing/2014/main" id="{9CECA73E-63FF-9AE2-7363-4C2127106487}"/>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2042353978"/>
      </p:ext>
    </p:extLst>
  </p:cSld>
  <p:clrMapOvr>
    <a:masterClrMapping/>
  </p:clrMapOvr>
</p:sldLayout>
</file>

<file path=ppt/slideLayouts/slideLayout73.xml><?xml version="1.0" encoding="utf-8"?>
<p:sldLayout xmlns:a="http://schemas.openxmlformats.org/drawingml/2006/main" xmlns:r="http://schemas.openxmlformats.org/officeDocument/2006/relationships" xmlns:p="http://schemas.openxmlformats.org/presentationml/2006/main" showMasterSp="0">
  <p:cSld name="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00" dirty="0">
                <a:ln>
                  <a:noFill/>
                </a:ln>
                <a:solidFill>
                  <a:schemeClr val="bg1"/>
                </a:solidFill>
              </a:defRPr>
            </a:lvl1pPr>
          </a:lstStyle>
          <a:p>
            <a:pPr lvl="0"/>
            <a:r>
              <a:rPr lang="en-US" dirty="0"/>
              <a:t>All titles/subtitles are sentence case</a:t>
            </a:r>
          </a:p>
        </p:txBody>
      </p:sp>
      <p:sp>
        <p:nvSpPr>
          <p:cNvPr id="6" name="Freeform 5">
            <a:extLst>
              <a:ext uri="{FF2B5EF4-FFF2-40B4-BE49-F238E27FC236}">
                <a16:creationId xmlns:a16="http://schemas.microsoft.com/office/drawing/2014/main" id="{B96AE158-57F3-42F7-BA5B-F9CAC8029C8B}"/>
              </a:ext>
            </a:extLst>
          </p:cNvPr>
          <p:cNvSpPr>
            <a:spLocks noEditPoints="1"/>
          </p:cNvSpPr>
          <p:nvPr/>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a:p>
        </p:txBody>
      </p:sp>
      <p:pic>
        <p:nvPicPr>
          <p:cNvPr id="11" name="Graphic 10">
            <a:extLst>
              <a:ext uri="{FF2B5EF4-FFF2-40B4-BE49-F238E27FC236}">
                <a16:creationId xmlns:a16="http://schemas.microsoft.com/office/drawing/2014/main" id="{E2097F27-DC5D-B0F0-CE35-0D1889844CE1}"/>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9579525" y="5693264"/>
            <a:ext cx="2283862" cy="1029241"/>
          </a:xfrm>
          <a:prstGeom prst="rect">
            <a:avLst/>
          </a:prstGeom>
        </p:spPr>
      </p:pic>
      <p:sp>
        <p:nvSpPr>
          <p:cNvPr id="2" name="Freeform 5">
            <a:extLst>
              <a:ext uri="{FF2B5EF4-FFF2-40B4-BE49-F238E27FC236}">
                <a16:creationId xmlns:a16="http://schemas.microsoft.com/office/drawing/2014/main" id="{12E0757C-CC51-5F96-2C2D-9DBBD3CAF1F3}"/>
              </a:ext>
            </a:extLst>
          </p:cNvPr>
          <p:cNvSpPr>
            <a:spLocks noEditPoints="1"/>
          </p:cNvSpPr>
          <p:nvPr userDrawn="1"/>
        </p:nvSpPr>
        <p:spPr bwMode="auto">
          <a:xfrm>
            <a:off x="363577" y="6454887"/>
            <a:ext cx="1448171" cy="288477"/>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45720" tIns="22860" rIns="45720" bIns="22860" numCol="1" anchor="t" anchorCtr="0" compatLnSpc="1">
            <a:prstTxWarp prst="textNoShape">
              <a:avLst/>
            </a:prstTxWarp>
          </a:bodyPr>
          <a:lstStyle/>
          <a:p>
            <a:endParaRPr lang="en-US" sz="450" dirty="0"/>
          </a:p>
        </p:txBody>
      </p:sp>
    </p:spTree>
    <p:extLst>
      <p:ext uri="{BB962C8B-B14F-4D97-AF65-F5344CB8AC3E}">
        <p14:creationId xmlns:p14="http://schemas.microsoft.com/office/powerpoint/2010/main" val="337176186"/>
      </p:ext>
    </p:extLst>
  </p:cSld>
  <p:clrMapOvr>
    <a:masterClrMapping/>
  </p:clrMapOvr>
</p:sldLayout>
</file>

<file path=ppt/slideLayouts/slideLayout74.xml><?xml version="1.0" encoding="utf-8"?>
<p:sldLayout xmlns:a="http://schemas.openxmlformats.org/drawingml/2006/main" xmlns:r="http://schemas.openxmlformats.org/officeDocument/2006/relationships" xmlns:p="http://schemas.openxmlformats.org/presentationml/2006/main" showMasterSp="0" userDrawn="1">
  <p:cSld name="Title Slide 3">
    <p:spTree>
      <p:nvGrpSpPr>
        <p:cNvPr id="1" name=""/>
        <p:cNvGrpSpPr/>
        <p:nvPr/>
      </p:nvGrpSpPr>
      <p:grpSpPr>
        <a:xfrm>
          <a:off x="0" y="0"/>
          <a:ext cx="0" cy="0"/>
          <a:chOff x="0" y="0"/>
          <a:chExt cx="0" cy="0"/>
        </a:xfrm>
      </p:grpSpPr>
      <p:sp>
        <p:nvSpPr>
          <p:cNvPr id="2" name="Title 1"/>
          <p:cNvSpPr>
            <a:spLocks noGrp="1"/>
          </p:cNvSpPr>
          <p:nvPr>
            <p:ph type="ctrTitle" hasCustomPrompt="1"/>
          </p:nvPr>
        </p:nvSpPr>
        <p:spPr>
          <a:xfrm>
            <a:off x="324612" y="278892"/>
            <a:ext cx="5771388" cy="2157984"/>
          </a:xfrm>
        </p:spPr>
        <p:txBody>
          <a:bodyPr anchor="b" anchorCtr="0">
            <a:noAutofit/>
          </a:bodyPr>
          <a:lstStyle>
            <a:lvl1pPr algn="l" fontAlgn="b">
              <a:lnSpc>
                <a:spcPct val="112000"/>
              </a:lnSpc>
              <a:defRPr sz="4500">
                <a:ln w="9525">
                  <a:noFill/>
                </a:ln>
                <a:solidFill>
                  <a:srgbClr val="EB0000"/>
                </a:solidFill>
              </a:defRPr>
            </a:lvl1pPr>
          </a:lstStyle>
          <a:p>
            <a:r>
              <a:rPr lang="en-US"/>
              <a:t>Title with</a:t>
            </a:r>
            <a:br>
              <a:rPr lang="en-US"/>
            </a:br>
            <a:r>
              <a:rPr lang="en-US"/>
              <a:t>multiple lines</a:t>
            </a:r>
            <a:br>
              <a:rPr lang="en-US"/>
            </a:br>
            <a:r>
              <a:rPr lang="en-US"/>
              <a:t>here</a:t>
            </a:r>
          </a:p>
        </p:txBody>
      </p:sp>
      <p:sp>
        <p:nvSpPr>
          <p:cNvPr id="3" name="Subtitle 2"/>
          <p:cNvSpPr>
            <a:spLocks noGrp="1"/>
          </p:cNvSpPr>
          <p:nvPr>
            <p:ph type="subTitle" idx="1" hasCustomPrompt="1"/>
          </p:nvPr>
        </p:nvSpPr>
        <p:spPr>
          <a:xfrm>
            <a:off x="338328" y="2514601"/>
            <a:ext cx="5757672" cy="1153319"/>
          </a:xfrm>
        </p:spPr>
        <p:txBody>
          <a:bodyPr vert="horz" lIns="0" tIns="0" rIns="0" bIns="0" rtlCol="0" anchor="t">
            <a:noAutofit/>
          </a:bodyPr>
          <a:lstStyle>
            <a:lvl1pPr marL="0" indent="0">
              <a:buNone/>
              <a:defRPr lang="en-US" sz="2625" dirty="0">
                <a:ln>
                  <a:noFill/>
                </a:ln>
              </a:defRPr>
            </a:lvl1pPr>
          </a:lstStyle>
          <a:p>
            <a:pPr lvl="0"/>
            <a:r>
              <a:rPr lang="en-US"/>
              <a:t>Date/subtitle goes here</a:t>
            </a:r>
          </a:p>
        </p:txBody>
      </p:sp>
      <p:sp>
        <p:nvSpPr>
          <p:cNvPr id="17" name="Text Placeholder 16">
            <a:extLst>
              <a:ext uri="{FF2B5EF4-FFF2-40B4-BE49-F238E27FC236}">
                <a16:creationId xmlns:a16="http://schemas.microsoft.com/office/drawing/2014/main" id="{53F3D094-8507-4675-9425-D7CCB291279A}"/>
              </a:ext>
            </a:extLst>
          </p:cNvPr>
          <p:cNvSpPr>
            <a:spLocks noGrp="1"/>
          </p:cNvSpPr>
          <p:nvPr>
            <p:ph type="body" sz="quarter" idx="10" hasCustomPrompt="1"/>
          </p:nvPr>
        </p:nvSpPr>
        <p:spPr>
          <a:xfrm>
            <a:off x="347472" y="4901185"/>
            <a:ext cx="5748528" cy="790575"/>
          </a:xfrm>
        </p:spPr>
        <p:txBody>
          <a:bodyPr/>
          <a:lstStyle>
            <a:lvl1pPr marL="0" indent="0">
              <a:spcBef>
                <a:spcPts val="0"/>
              </a:spcBef>
              <a:buNone/>
              <a:defRPr/>
            </a:lvl1pPr>
          </a:lstStyle>
          <a:p>
            <a:pPr lvl="0"/>
            <a:r>
              <a:rPr lang="en-US"/>
              <a:t>Name goes here</a:t>
            </a:r>
            <a:br>
              <a:rPr lang="en-US"/>
            </a:br>
            <a:r>
              <a:rPr lang="en-US"/>
              <a:t>Position goes here</a:t>
            </a:r>
          </a:p>
        </p:txBody>
      </p:sp>
      <p:sp>
        <p:nvSpPr>
          <p:cNvPr id="8" name="Freeform: Shape 13">
            <a:extLst>
              <a:ext uri="{FF2B5EF4-FFF2-40B4-BE49-F238E27FC236}">
                <a16:creationId xmlns:a16="http://schemas.microsoft.com/office/drawing/2014/main" id="{9F557C70-FE77-1840-9176-02291FB36A72}"/>
              </a:ext>
            </a:extLst>
          </p:cNvPr>
          <p:cNvSpPr/>
          <p:nvPr userDrawn="1"/>
        </p:nvSpPr>
        <p:spPr>
          <a:xfrm>
            <a:off x="7078981" y="1"/>
            <a:ext cx="5113020" cy="6859631"/>
          </a:xfrm>
          <a:custGeom>
            <a:avLst/>
            <a:gdLst>
              <a:gd name="connsiteX0" fmla="*/ 2570684 w 10226039"/>
              <a:gd name="connsiteY0" fmla="*/ 0 h 13719261"/>
              <a:gd name="connsiteX1" fmla="*/ 6040601 w 10226039"/>
              <a:gd name="connsiteY1" fmla="*/ 0 h 13719261"/>
              <a:gd name="connsiteX2" fmla="*/ 5489003 w 10226039"/>
              <a:gd name="connsiteY2" fmla="*/ 2946777 h 13719261"/>
              <a:gd name="connsiteX3" fmla="*/ 8422727 w 10226039"/>
              <a:gd name="connsiteY3" fmla="*/ 44613 h 13719261"/>
              <a:gd name="connsiteX4" fmla="*/ 8543311 w 10226039"/>
              <a:gd name="connsiteY4" fmla="*/ 0 h 13719261"/>
              <a:gd name="connsiteX5" fmla="*/ 10226039 w 10226039"/>
              <a:gd name="connsiteY5" fmla="*/ 0 h 13719261"/>
              <a:gd name="connsiteX6" fmla="*/ 10226039 w 10226039"/>
              <a:gd name="connsiteY6" fmla="*/ 3726234 h 13719261"/>
              <a:gd name="connsiteX7" fmla="*/ 10218619 w 10226039"/>
              <a:gd name="connsiteY7" fmla="*/ 3765852 h 13719261"/>
              <a:gd name="connsiteX8" fmla="*/ 5004857 w 10226039"/>
              <a:gd name="connsiteY8" fmla="*/ 8040537 h 13719261"/>
              <a:gd name="connsiteX9" fmla="*/ 3940763 w 10226039"/>
              <a:gd name="connsiteY9" fmla="*/ 13719261 h 13719261"/>
              <a:gd name="connsiteX10" fmla="*/ 0 w 10226039"/>
              <a:gd name="connsiteY10" fmla="*/ 13719261 h 1371926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Lst>
            <a:rect l="l" t="t" r="r" b="b"/>
            <a:pathLst>
              <a:path w="10226039" h="13719261">
                <a:moveTo>
                  <a:pt x="2570684" y="0"/>
                </a:moveTo>
                <a:lnTo>
                  <a:pt x="6040601" y="0"/>
                </a:lnTo>
                <a:lnTo>
                  <a:pt x="5489003" y="2946777"/>
                </a:lnTo>
                <a:cubicBezTo>
                  <a:pt x="6058449" y="1630922"/>
                  <a:pt x="7116933" y="587408"/>
                  <a:pt x="8422727" y="44613"/>
                </a:cubicBezTo>
                <a:lnTo>
                  <a:pt x="8543311" y="0"/>
                </a:lnTo>
                <a:lnTo>
                  <a:pt x="10226039" y="0"/>
                </a:lnTo>
                <a:lnTo>
                  <a:pt x="10226039" y="3726234"/>
                </a:lnTo>
                <a:lnTo>
                  <a:pt x="10218619" y="3765852"/>
                </a:lnTo>
                <a:cubicBezTo>
                  <a:pt x="7524903" y="3351926"/>
                  <a:pt x="5632205" y="4691887"/>
                  <a:pt x="5004857" y="8040537"/>
                </a:cubicBezTo>
                <a:lnTo>
                  <a:pt x="3940763" y="13719261"/>
                </a:lnTo>
                <a:lnTo>
                  <a:pt x="0" y="13719261"/>
                </a:lnTo>
                <a:close/>
              </a:path>
            </a:pathLst>
          </a:custGeom>
          <a:gradFill>
            <a:gsLst>
              <a:gs pos="0">
                <a:schemeClr val="tx2"/>
              </a:gs>
              <a:gs pos="100000">
                <a:schemeClr val="accent4"/>
              </a:gs>
              <a:gs pos="50000">
                <a:schemeClr val="accent2"/>
              </a:gs>
            </a:gsLst>
            <a:lin ang="5400000" scaled="1"/>
          </a:gradFill>
          <a:ln w="12537" cap="flat">
            <a:noFill/>
            <a:prstDash val="solid"/>
            <a:miter/>
          </a:ln>
        </p:spPr>
        <p:txBody>
          <a:bodyPr wrap="square" rtlCol="0" anchor="ctr">
            <a:noAutofit/>
          </a:bodyPr>
          <a:lstStyle/>
          <a:p>
            <a:endParaRPr lang="en-US" sz="450" dirty="0"/>
          </a:p>
        </p:txBody>
      </p:sp>
      <p:sp>
        <p:nvSpPr>
          <p:cNvPr id="7" name="TextBox 6">
            <a:extLst>
              <a:ext uri="{FF2B5EF4-FFF2-40B4-BE49-F238E27FC236}">
                <a16:creationId xmlns:a16="http://schemas.microsoft.com/office/drawing/2014/main" id="{8E86A58D-A8F4-7A42-B2E2-D3E6C32D02EC}"/>
              </a:ext>
            </a:extLst>
          </p:cNvPr>
          <p:cNvSpPr txBox="1"/>
          <p:nvPr userDrawn="1"/>
        </p:nvSpPr>
        <p:spPr>
          <a:xfrm>
            <a:off x="9081369" y="6581001"/>
            <a:ext cx="1215025" cy="276999"/>
          </a:xfrm>
          <a:prstGeom prst="rect">
            <a:avLst/>
          </a:prstGeom>
          <a:noFill/>
        </p:spPr>
        <p:txBody>
          <a:bodyPr wrap="square" rtlCol="0">
            <a:spAutoFit/>
          </a:bodyPr>
          <a:lstStyle/>
          <a:p>
            <a:pPr algn="l"/>
            <a:r>
              <a:rPr lang="en-US" sz="1200" dirty="0">
                <a:solidFill>
                  <a:schemeClr val="accent4"/>
                </a:solidFill>
              </a:rPr>
              <a:t>TM</a:t>
            </a:r>
          </a:p>
        </p:txBody>
      </p:sp>
      <p:pic>
        <p:nvPicPr>
          <p:cNvPr id="9" name="Picture 8">
            <a:extLst>
              <a:ext uri="{FF2B5EF4-FFF2-40B4-BE49-F238E27FC236}">
                <a16:creationId xmlns:a16="http://schemas.microsoft.com/office/drawing/2014/main" id="{B18C2F85-53AD-4385-86D2-047DFF3E103B}"/>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92225855"/>
      </p:ext>
    </p:extLst>
  </p:cSld>
  <p:clrMapOvr>
    <a:masterClrMapping/>
  </p:clrMapOvr>
</p:sldLayout>
</file>

<file path=ppt/slideLayouts/slideLayout75.xml><?xml version="1.0" encoding="utf-8"?>
<p:sldLayout xmlns:a="http://schemas.openxmlformats.org/drawingml/2006/main" xmlns:r="http://schemas.openxmlformats.org/officeDocument/2006/relationships" xmlns:p="http://schemas.openxmlformats.org/presentationml/2006/main" userDrawn="1">
  <p:cSld name="Single Column - Simple with Sub">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5097018"/>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514350"/>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607712"/>
          </a:xfrm>
        </p:spPr>
        <p:txBody>
          <a:bodyPr/>
          <a:lstStyle/>
          <a:p>
            <a:r>
              <a:rPr lang="en-US"/>
              <a:t>Click to edit Master title style</a:t>
            </a:r>
          </a:p>
        </p:txBody>
      </p:sp>
    </p:spTree>
    <p:extLst>
      <p:ext uri="{BB962C8B-B14F-4D97-AF65-F5344CB8AC3E}">
        <p14:creationId xmlns:p14="http://schemas.microsoft.com/office/powerpoint/2010/main" val="174396089"/>
      </p:ext>
    </p:extLst>
  </p:cSld>
  <p:clrMapOvr>
    <a:masterClrMapping/>
  </p:clrMapOvr>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2_Single Column - Sim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880F77ED-A2A4-4EFE-8DC0-C63FB58288D9}"/>
              </a:ext>
            </a:extLst>
          </p:cNvPr>
          <p:cNvSpPr/>
          <p:nvPr userDrawn="1"/>
        </p:nvSpPr>
        <p:spPr>
          <a:xfrm>
            <a:off x="3082413" y="0"/>
            <a:ext cx="28022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5611368"/>
          </a:xfrm>
        </p:spPr>
        <p:txBody>
          <a:bodyPr vert="horz" lIns="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607712"/>
          </a:xfrm>
        </p:spPr>
        <p:txBody>
          <a:bodyPr/>
          <a:lstStyle/>
          <a:p>
            <a:r>
              <a:rPr lang="en-US"/>
              <a:t>Click to edit Master title style</a:t>
            </a:r>
          </a:p>
        </p:txBody>
      </p:sp>
    </p:spTree>
    <p:extLst>
      <p:ext uri="{BB962C8B-B14F-4D97-AF65-F5344CB8AC3E}">
        <p14:creationId xmlns:p14="http://schemas.microsoft.com/office/powerpoint/2010/main" val="242029802"/>
      </p:ext>
    </p:extLst>
  </p:cSld>
  <p:clrMapOvr>
    <a:masterClrMapping/>
  </p:clrMapOvr>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1_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p>
            <a:r>
              <a:rPr lang="en-US"/>
              <a:t>Click to edit Master title style</a:t>
            </a:r>
          </a:p>
        </p:txBody>
      </p:sp>
    </p:spTree>
    <p:extLst>
      <p:ext uri="{BB962C8B-B14F-4D97-AF65-F5344CB8AC3E}">
        <p14:creationId xmlns:p14="http://schemas.microsoft.com/office/powerpoint/2010/main" val="2991582139"/>
      </p:ext>
    </p:extLst>
  </p:cSld>
  <p:clrMapOvr>
    <a:masterClrMapping/>
  </p:clrMapOvr>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1_Double Column">
    <p:spTree>
      <p:nvGrpSpPr>
        <p:cNvPr id="1" name=""/>
        <p:cNvGrpSpPr/>
        <p:nvPr/>
      </p:nvGrpSpPr>
      <p:grpSpPr>
        <a:xfrm>
          <a:off x="0" y="0"/>
          <a:ext cx="0" cy="0"/>
          <a:chOff x="0" y="0"/>
          <a:chExt cx="0" cy="0"/>
        </a:xfrm>
      </p:grpSpPr>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6176772"/>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1" y="1842516"/>
            <a:ext cx="2618253" cy="1138428"/>
          </a:xfrm>
        </p:spPr>
        <p:txBody>
          <a:bodyPr vert="horz" lIns="0" tIns="0" rIns="0" bIns="0" rtlCol="0">
            <a:noAutofit/>
          </a:bodyPr>
          <a:lstStyle>
            <a:lvl1pPr>
              <a:defRPr lang="en-US" sz="1875" dirty="0">
                <a:ln w="3175">
                  <a:noFill/>
                </a:ln>
              </a:defRPr>
            </a:lvl1pPr>
          </a:lstStyle>
          <a:p>
            <a:pPr marL="0" lvl="0" indent="0" fontAlgn="base">
              <a:buNone/>
            </a:pPr>
            <a:r>
              <a:rPr lang="en-US"/>
              <a:t>Subtitle or callout if needed, all titles and subtitles are sentence case </a:t>
            </a:r>
          </a:p>
        </p:txBody>
      </p:sp>
      <p:sp>
        <p:nvSpPr>
          <p:cNvPr id="6" name="Text Placeholder 5">
            <a:extLst>
              <a:ext uri="{FF2B5EF4-FFF2-40B4-BE49-F238E27FC236}">
                <a16:creationId xmlns:a16="http://schemas.microsoft.com/office/drawing/2014/main" id="{808F5F46-46D7-FC41-96C7-36DEC6BD8687}"/>
              </a:ext>
            </a:extLst>
          </p:cNvPr>
          <p:cNvSpPr>
            <a:spLocks noGrp="1"/>
          </p:cNvSpPr>
          <p:nvPr>
            <p:ph type="body" sz="quarter" idx="14"/>
          </p:nvPr>
        </p:nvSpPr>
        <p:spPr>
          <a:xfrm>
            <a:off x="8020050" y="312484"/>
            <a:ext cx="3809492" cy="6176772"/>
          </a:xfrm>
        </p:spPr>
        <p:txBody>
          <a:bodyPr vert="horz" lIns="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lstStyle>
            <a:lvl1pPr>
              <a:defRPr/>
            </a:lvl1pPr>
          </a:lstStyle>
          <a:p>
            <a:r>
              <a:rPr lang="en-US"/>
              <a:t>Click to edit Master title style</a:t>
            </a:r>
          </a:p>
        </p:txBody>
      </p:sp>
      <p:sp>
        <p:nvSpPr>
          <p:cNvPr id="10" name="Footer Placeholder 9">
            <a:extLst>
              <a:ext uri="{FF2B5EF4-FFF2-40B4-BE49-F238E27FC236}">
                <a16:creationId xmlns:a16="http://schemas.microsoft.com/office/drawing/2014/main" id="{7F500EC3-B56F-D543-A50F-942AF23525BB}"/>
              </a:ext>
            </a:extLst>
          </p:cNvPr>
          <p:cNvSpPr>
            <a:spLocks noGrp="1"/>
          </p:cNvSpPr>
          <p:nvPr>
            <p:ph type="ftr" sz="quarter" idx="15"/>
          </p:nvPr>
        </p:nvSpPr>
        <p:spPr/>
        <p:txBody>
          <a:bodyPr lIns="365760"/>
          <a:lstStyle/>
          <a:p>
            <a:endParaRPr lang="en-US" dirty="0"/>
          </a:p>
        </p:txBody>
      </p:sp>
    </p:spTree>
    <p:extLst>
      <p:ext uri="{BB962C8B-B14F-4D97-AF65-F5344CB8AC3E}">
        <p14:creationId xmlns:p14="http://schemas.microsoft.com/office/powerpoint/2010/main" val="1192623604"/>
      </p:ext>
    </p:extLst>
  </p:cSld>
  <p:clrMapOvr>
    <a:masterClrMapping/>
  </p:clrMapOvr>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1_Chart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152775" y="2416705"/>
            <a:ext cx="8591550" cy="4079346"/>
          </a:xfrm>
        </p:spPr>
        <p:txBody>
          <a:bodyPr/>
          <a:lstStyle/>
          <a:p>
            <a:r>
              <a:rPr lang="en-US" dirty="0"/>
              <a:t>Click icon to add chart</a:t>
            </a:r>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p:txBody>
          <a:bodyPr/>
          <a:lstStyle/>
          <a:p>
            <a:r>
              <a:rPr lang="en-US"/>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9" name="Text Placeholder 6">
            <a:extLst>
              <a:ext uri="{FF2B5EF4-FFF2-40B4-BE49-F238E27FC236}">
                <a16:creationId xmlns:a16="http://schemas.microsoft.com/office/drawing/2014/main" id="{0DE29CAF-37DB-469A-A4BC-F015B5D92449}"/>
              </a:ext>
            </a:extLst>
          </p:cNvPr>
          <p:cNvSpPr>
            <a:spLocks noGrp="1"/>
          </p:cNvSpPr>
          <p:nvPr>
            <p:ph type="body" sz="quarter" idx="15"/>
          </p:nvPr>
        </p:nvSpPr>
        <p:spPr>
          <a:xfrm>
            <a:off x="3238500" y="310896"/>
            <a:ext cx="8580120" cy="1468660"/>
          </a:xfrm>
        </p:spPr>
        <p:txBody>
          <a:bodyPr lIns="18288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Tree>
    <p:extLst>
      <p:ext uri="{BB962C8B-B14F-4D97-AF65-F5344CB8AC3E}">
        <p14:creationId xmlns:p14="http://schemas.microsoft.com/office/powerpoint/2010/main" val="1134468915"/>
      </p:ext>
    </p:extLst>
  </p:cSld>
  <p:clrMapOvr>
    <a:masterClrMapping/>
  </p:clrMapOvr>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1_Table Slide">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468660"/>
          </a:xfrm>
        </p:spPr>
        <p:txBody>
          <a:bodyPr lIns="18288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p:txBody>
          <a:bodyPr/>
          <a:lstStyle/>
          <a:p>
            <a:r>
              <a:rPr lang="en-US"/>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spTree>
    <p:extLst>
      <p:ext uri="{BB962C8B-B14F-4D97-AF65-F5344CB8AC3E}">
        <p14:creationId xmlns:p14="http://schemas.microsoft.com/office/powerpoint/2010/main" val="3338883268"/>
      </p:ext>
    </p:extLst>
  </p:cSld>
  <p:clrMapOvr>
    <a:masterClrMapping/>
  </p:clrMapOvr>
</p:sldLayout>
</file>

<file path=ppt/slideLayouts/slideLayout81.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607712"/>
          </a:xfrm>
        </p:spPr>
        <p:txBody>
          <a:bodyPr/>
          <a:lstStyle/>
          <a:p>
            <a:r>
              <a:rPr lang="en-US"/>
              <a:t>Click to edit Master title style</a:t>
            </a:r>
          </a:p>
        </p:txBody>
      </p:sp>
      <p:sp>
        <p:nvSpPr>
          <p:cNvPr id="3" name="Footer Placeholder 2">
            <a:extLst>
              <a:ext uri="{FF2B5EF4-FFF2-40B4-BE49-F238E27FC236}">
                <a16:creationId xmlns:a16="http://schemas.microsoft.com/office/drawing/2014/main" id="{476EBF41-6E4F-CC45-9467-0CE6DA4A5B1A}"/>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A82870D3-B21C-6F49-A89A-D8B3AEF5AC9C}"/>
              </a:ext>
            </a:extLst>
          </p:cNvPr>
          <p:cNvSpPr>
            <a:spLocks noGrp="1"/>
          </p:cNvSpPr>
          <p:nvPr>
            <p:ph type="sldNum" sz="quarter" idx="11"/>
          </p:nvPr>
        </p:nvSpPr>
        <p:spPr/>
        <p:txBody>
          <a:bodyPr/>
          <a:lstStyle/>
          <a:p>
            <a:fld id="{762E77F0-FB5B-4E8E-9BC9-34F14560A017}" type="slidenum">
              <a:rPr lang="en-US" smtClean="0"/>
              <a:pPr/>
              <a:t>‹#›</a:t>
            </a:fld>
            <a:endParaRPr lang="en-US" dirty="0"/>
          </a:p>
        </p:txBody>
      </p:sp>
      <p:pic>
        <p:nvPicPr>
          <p:cNvPr id="6" name="Picture 5">
            <a:extLst>
              <a:ext uri="{FF2B5EF4-FFF2-40B4-BE49-F238E27FC236}">
                <a16:creationId xmlns:a16="http://schemas.microsoft.com/office/drawing/2014/main" id="{520484D5-16DE-4712-B129-D2A66A2FCE22}"/>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2117375"/>
      </p:ext>
    </p:extLst>
  </p:cSld>
  <p:clrMapOvr>
    <a:masterClrMapping/>
  </p:clrMapOvr>
</p:sldLayout>
</file>

<file path=ppt/slideLayouts/slideLayout82.xml><?xml version="1.0" encoding="utf-8"?>
<p:sldLayout xmlns:a="http://schemas.openxmlformats.org/drawingml/2006/main" xmlns:r="http://schemas.openxmlformats.org/officeDocument/2006/relationships" xmlns:p="http://schemas.openxmlformats.org/presentationml/2006/main" showMasterSp="0" preserve="1" userDrawn="1">
  <p:cSld name="1_Wide Layout Single Column">
    <p:spTree>
      <p:nvGrpSpPr>
        <p:cNvPr id="1" name=""/>
        <p:cNvGrpSpPr/>
        <p:nvPr/>
      </p:nvGrpSpPr>
      <p:grpSpPr>
        <a:xfrm>
          <a:off x="0" y="0"/>
          <a:ext cx="0" cy="0"/>
          <a:chOff x="0" y="0"/>
          <a:chExt cx="0" cy="0"/>
        </a:xfrm>
      </p:grpSpPr>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4191000" y="6500158"/>
            <a:ext cx="2873446" cy="243205"/>
          </a:xfrm>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4191000" y="310896"/>
            <a:ext cx="762762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z="1600"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z="1600"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z="1600"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z="1600"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z="1600" dirty="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1140245"/>
          </a:xfrm>
        </p:spPr>
        <p:txBody>
          <a:bodyPr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2646062"/>
          </a:xfrm>
        </p:spPr>
        <p:txBody>
          <a:bodyPr/>
          <a:lstStyle/>
          <a:p>
            <a:r>
              <a:rPr lang="en-US"/>
              <a:t>Click to edit Master title style</a:t>
            </a:r>
          </a:p>
        </p:txBody>
      </p:sp>
      <p:cxnSp>
        <p:nvCxnSpPr>
          <p:cNvPr id="8" name="Straight Connector 7">
            <a:extLst>
              <a:ext uri="{FF2B5EF4-FFF2-40B4-BE49-F238E27FC236}">
                <a16:creationId xmlns:a16="http://schemas.microsoft.com/office/drawing/2014/main" id="{F957024A-18DC-E948-83FF-954BAEFA54C4}"/>
              </a:ext>
            </a:extLst>
          </p:cNvPr>
          <p:cNvCxnSpPr>
            <a:cxnSpLocks/>
          </p:cNvCxnSpPr>
          <p:nvPr userDrawn="1"/>
        </p:nvCxnSpPr>
        <p:spPr>
          <a:xfrm>
            <a:off x="4191000" y="93209"/>
            <a:ext cx="0" cy="6858000"/>
          </a:xfrm>
          <a:prstGeom prst="line">
            <a:avLst/>
          </a:prstGeom>
          <a:ln w="3175">
            <a:solidFill>
              <a:schemeClr val="tx1"/>
            </a:solidFill>
          </a:ln>
        </p:spPr>
        <p:style>
          <a:lnRef idx="1">
            <a:schemeClr val="accent1"/>
          </a:lnRef>
          <a:fillRef idx="0">
            <a:schemeClr val="accent1"/>
          </a:fillRef>
          <a:effectRef idx="0">
            <a:schemeClr val="accent1"/>
          </a:effectRef>
          <a:fontRef idx="minor">
            <a:schemeClr val="tx1"/>
          </a:fontRef>
        </p:style>
      </p:cxnSp>
      <p:pic>
        <p:nvPicPr>
          <p:cNvPr id="11" name="Picture 10">
            <a:extLst>
              <a:ext uri="{FF2B5EF4-FFF2-40B4-BE49-F238E27FC236}">
                <a16:creationId xmlns:a16="http://schemas.microsoft.com/office/drawing/2014/main" id="{B8DEF417-431A-4C33-8A76-58BBE129E967}"/>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293314362"/>
      </p:ext>
    </p:extLst>
  </p:cSld>
  <p:clrMapOvr>
    <a:masterClrMapping/>
  </p:clrMapOvr>
</p:sldLayout>
</file>

<file path=ppt/slideLayouts/slideLayout83.xml><?xml version="1.0" encoding="utf-8"?>
<p:sldLayout xmlns:a="http://schemas.openxmlformats.org/drawingml/2006/main" xmlns:r="http://schemas.openxmlformats.org/officeDocument/2006/relationships" xmlns:p="http://schemas.openxmlformats.org/presentationml/2006/main" showMasterSp="0" preserve="1" userDrawn="1">
  <p:cSld name="1_Image Slide 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8953500" cy="6858000"/>
          </a:xfr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dirty="0"/>
              <a:t>Click icon in the center of box to add picture</a:t>
            </a:r>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vl1pPr>
          </a:lstStyle>
          <a:p>
            <a:r>
              <a:rPr lang="en-US"/>
              <a:t>Click to edit Master title style</a:t>
            </a:r>
          </a:p>
        </p:txBody>
      </p:sp>
      <p:sp>
        <p:nvSpPr>
          <p:cNvPr id="10" name="Footer Placeholder 2">
            <a:extLst>
              <a:ext uri="{FF2B5EF4-FFF2-40B4-BE49-F238E27FC236}">
                <a16:creationId xmlns:a16="http://schemas.microsoft.com/office/drawing/2014/main" id="{7073E864-1AAE-4F30-B18C-AC7366759B29}"/>
              </a:ext>
            </a:extLst>
          </p:cNvPr>
          <p:cNvSpPr>
            <a:spLocks noGrp="1"/>
          </p:cNvSpPr>
          <p:nvPr>
            <p:ph type="ftr" sz="quarter" idx="10"/>
          </p:nvPr>
        </p:nvSpPr>
        <p:spPr>
          <a:xfrm>
            <a:off x="3238500" y="6500158"/>
            <a:ext cx="2759146" cy="243205"/>
          </a:xfrm>
        </p:spPr>
        <p:txBody>
          <a:bodyPr/>
          <a:lstStyle>
            <a:lvl1pPr>
              <a:defRPr>
                <a:solidFill>
                  <a:schemeClr val="bg1"/>
                </a:solidFill>
              </a:defRPr>
            </a:lvl1pPr>
          </a:lstStyle>
          <a:p>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E01928CC-EE62-4CC7-B7D1-1F8AD45338D2}"/>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134508282"/>
      </p:ext>
    </p:extLst>
  </p:cSld>
  <p:clrMapOvr>
    <a:masterClrMapping/>
  </p:clrMapOvr>
</p:sldLayout>
</file>

<file path=ppt/slideLayouts/slideLayout84.xml><?xml version="1.0" encoding="utf-8"?>
<p:sldLayout xmlns:a="http://schemas.openxmlformats.org/drawingml/2006/main" xmlns:r="http://schemas.openxmlformats.org/officeDocument/2006/relationships" xmlns:p="http://schemas.openxmlformats.org/presentationml/2006/main" showMasterSp="0" preserve="1" userDrawn="1">
  <p:cSld name="1_Image Slide 2">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a:xfrm>
            <a:off x="3238500" y="6500158"/>
            <a:ext cx="2823916" cy="243205"/>
          </a:xfrm>
        </p:spPr>
        <p:txBody>
          <a:bodyPr lIns="365760"/>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tx1"/>
                </a:solidFill>
              </a:defRPr>
            </a:lvl1p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8972550" y="310896"/>
            <a:ext cx="285750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smtClean="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smtClean="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smtClean="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smtClean="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lstStyle>
            <a:lvl1pPr>
              <a:defRPr/>
            </a:lvl1pPr>
          </a:lstStyle>
          <a:p>
            <a:r>
              <a:rPr lang="en-US"/>
              <a:t>Click to edit Master title style</a:t>
            </a:r>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88492984-4EB5-4E4A-8FC1-E5337341B709}"/>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167800369"/>
      </p:ext>
    </p:extLst>
  </p:cSld>
  <p:clrMapOvr>
    <a:masterClrMapping/>
  </p:clrMapOvr>
</p:sldLayout>
</file>

<file path=ppt/slideLayouts/slideLayout85.xml><?xml version="1.0" encoding="utf-8"?>
<p:sldLayout xmlns:a="http://schemas.openxmlformats.org/drawingml/2006/main" xmlns:r="http://schemas.openxmlformats.org/officeDocument/2006/relationships" xmlns:p="http://schemas.openxmlformats.org/presentationml/2006/main" showMasterSp="0" preserve="1" userDrawn="1">
  <p:cSld name="1_Image Slide 3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607712"/>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5557799" cy="2972151"/>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BC7F59C7-6089-4A74-BCED-ACDC9A78027F}"/>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936368144"/>
      </p:ext>
    </p:extLst>
  </p:cSld>
  <p:clrMapOvr>
    <a:masterClrMapping/>
  </p:clrMapOvr>
</p:sldLayout>
</file>

<file path=ppt/slideLayouts/slideLayout86.xml><?xml version="1.0" encoding="utf-8"?>
<p:sldLayout xmlns:a="http://schemas.openxmlformats.org/drawingml/2006/main" xmlns:r="http://schemas.openxmlformats.org/officeDocument/2006/relationships" xmlns:p="http://schemas.openxmlformats.org/presentationml/2006/main" showMasterSp="0" preserve="1" userDrawn="1">
  <p:cSld name="1_Image Slide 3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5557799" cy="2972151"/>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8">
            <a:extLst>
              <a:ext uri="{FF2B5EF4-FFF2-40B4-BE49-F238E27FC236}">
                <a16:creationId xmlns:a16="http://schemas.microsoft.com/office/drawing/2014/main" id="{7E2CAB91-DDF9-42DE-8B4B-CC01A9F5884C}"/>
              </a:ext>
            </a:extLst>
          </p:cNvPr>
          <p:cNvSpPr>
            <a:spLocks noGrp="1"/>
          </p:cNvSpPr>
          <p:nvPr>
            <p:ph type="body" sz="quarter" idx="13" hasCustomPrompt="1"/>
          </p:nvPr>
        </p:nvSpPr>
        <p:spPr>
          <a:xfrm>
            <a:off x="344489" y="876302"/>
            <a:ext cx="5561013" cy="69532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9" name="Picture 8">
            <a:extLst>
              <a:ext uri="{FF2B5EF4-FFF2-40B4-BE49-F238E27FC236}">
                <a16:creationId xmlns:a16="http://schemas.microsoft.com/office/drawing/2014/main" id="{CB6528F4-B103-418F-B114-1DFE38B86E27}"/>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994307006"/>
      </p:ext>
    </p:extLst>
  </p:cSld>
  <p:clrMapOvr>
    <a:masterClrMapping/>
  </p:clrMapOvr>
</p:sldLayout>
</file>

<file path=ppt/slideLayouts/slideLayout87.xml><?xml version="1.0" encoding="utf-8"?>
<p:sldLayout xmlns:a="http://schemas.openxmlformats.org/drawingml/2006/main" xmlns:r="http://schemas.openxmlformats.org/officeDocument/2006/relationships" xmlns:p="http://schemas.openxmlformats.org/presentationml/2006/main" showMasterSp="0" preserve="1" userDrawn="1">
  <p:cSld name="Image Slide 4 ">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876302"/>
            <a:ext cx="2605049" cy="2972151"/>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3238500" y="876302"/>
            <a:ext cx="2666962" cy="292332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pic>
        <p:nvPicPr>
          <p:cNvPr id="9" name="Picture 8">
            <a:extLst>
              <a:ext uri="{FF2B5EF4-FFF2-40B4-BE49-F238E27FC236}">
                <a16:creationId xmlns:a16="http://schemas.microsoft.com/office/drawing/2014/main" id="{EA4E166B-520B-45F4-AEB1-079C224DD278}"/>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4014620864"/>
      </p:ext>
    </p:extLst>
  </p:cSld>
  <p:clrMapOvr>
    <a:masterClrMapping/>
  </p:clrMapOvr>
</p:sldLayout>
</file>

<file path=ppt/slideLayouts/slideLayout88.xml><?xml version="1.0" encoding="utf-8"?>
<p:sldLayout xmlns:a="http://schemas.openxmlformats.org/drawingml/2006/main" xmlns:r="http://schemas.openxmlformats.org/officeDocument/2006/relationships" xmlns:p="http://schemas.openxmlformats.org/presentationml/2006/main" showMasterSp="0" preserve="1" userDrawn="1">
  <p:cSld name="Image Slide 4 with subhead">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lvl1pPr>
              <a:defRPr>
                <a:solidFill>
                  <a:schemeClr val="tx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vl1pPr>
          </a:lstStyle>
          <a:p>
            <a:r>
              <a:rPr lang="en-US"/>
              <a:t>Click to edit Master title style</a:t>
            </a:r>
          </a:p>
        </p:txBody>
      </p:sp>
      <p:sp>
        <p:nvSpPr>
          <p:cNvPr id="7" name="Text Placeholder 6">
            <a:extLst>
              <a:ext uri="{FF2B5EF4-FFF2-40B4-BE49-F238E27FC236}">
                <a16:creationId xmlns:a16="http://schemas.microsoft.com/office/drawing/2014/main" id="{745E180F-3B5D-714C-85F9-F9DC513E6364}"/>
              </a:ext>
            </a:extLst>
          </p:cNvPr>
          <p:cNvSpPr>
            <a:spLocks noGrp="1"/>
          </p:cNvSpPr>
          <p:nvPr>
            <p:ph type="body" sz="quarter" idx="15"/>
          </p:nvPr>
        </p:nvSpPr>
        <p:spPr>
          <a:xfrm>
            <a:off x="347702" y="1584903"/>
            <a:ext cx="2605049" cy="2972151"/>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Text Placeholder 9">
            <a:extLst>
              <a:ext uri="{FF2B5EF4-FFF2-40B4-BE49-F238E27FC236}">
                <a16:creationId xmlns:a16="http://schemas.microsoft.com/office/drawing/2014/main" id="{6C63B45C-B418-7748-8927-54F5E6F9FA61}"/>
              </a:ext>
            </a:extLst>
          </p:cNvPr>
          <p:cNvSpPr>
            <a:spLocks noGrp="1"/>
          </p:cNvSpPr>
          <p:nvPr>
            <p:ph type="body" sz="quarter" idx="16"/>
          </p:nvPr>
        </p:nvSpPr>
        <p:spPr>
          <a:xfrm>
            <a:off x="3238500" y="1584902"/>
            <a:ext cx="2666962" cy="2923320"/>
          </a:xfrm>
        </p:spPr>
        <p:txBody>
          <a:bodyPr lIns="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3" name="Text Placeholder 8">
            <a:extLst>
              <a:ext uri="{FF2B5EF4-FFF2-40B4-BE49-F238E27FC236}">
                <a16:creationId xmlns:a16="http://schemas.microsoft.com/office/drawing/2014/main" id="{9192A8DF-7DE3-4714-9178-8644E5472F7A}"/>
              </a:ext>
            </a:extLst>
          </p:cNvPr>
          <p:cNvSpPr>
            <a:spLocks noGrp="1"/>
          </p:cNvSpPr>
          <p:nvPr>
            <p:ph type="body" sz="quarter" idx="13" hasCustomPrompt="1"/>
          </p:nvPr>
        </p:nvSpPr>
        <p:spPr>
          <a:xfrm>
            <a:off x="344489" y="876302"/>
            <a:ext cx="5561013" cy="69532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tx1"/>
                </a:solidFill>
                <a:latin typeface="+mn-lt"/>
                <a:ea typeface="+mn-ea"/>
                <a:cs typeface="+mn-cs"/>
              </a:defRPr>
            </a:lvl1pPr>
          </a:lstStyle>
          <a:p>
            <a:r>
              <a:rPr lang="en-US"/>
              <a:t>Subtitle or callout if needed, all titles and subtitles are sentence case </a:t>
            </a:r>
          </a:p>
        </p:txBody>
      </p:sp>
      <p:pic>
        <p:nvPicPr>
          <p:cNvPr id="11" name="Picture 10">
            <a:extLst>
              <a:ext uri="{FF2B5EF4-FFF2-40B4-BE49-F238E27FC236}">
                <a16:creationId xmlns:a16="http://schemas.microsoft.com/office/drawing/2014/main" id="{8D8E05D2-F04D-41D8-8B79-A72C6B5BB816}"/>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916908972"/>
      </p:ext>
    </p:extLst>
  </p:cSld>
  <p:clrMapOvr>
    <a:masterClrMapping/>
  </p:clrMapOvr>
</p:sldLayout>
</file>

<file path=ppt/slideLayouts/slideLayout89.xml><?xml version="1.0" encoding="utf-8"?>
<p:sldLayout xmlns:a="http://schemas.openxmlformats.org/drawingml/2006/main" xmlns:r="http://schemas.openxmlformats.org/officeDocument/2006/relationships" xmlns:p="http://schemas.openxmlformats.org/presentationml/2006/main" showMasterSp="0" preserve="1" userDrawn="1">
  <p:cSld name="2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sz="1800" dirty="0">
                <a:solidFill>
                  <a:schemeClr val="tx1"/>
                </a:solidFill>
              </a:rPr>
              <a:t>Click icon in the center of the slide to add picture</a:t>
            </a:r>
            <a:endParaRPr lang="en-US" dirty="0"/>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323850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60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60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60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60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60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902A831D-23BF-4C78-BD6E-375B8EEC1865}"/>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813947858"/>
      </p:ext>
    </p:extLst>
  </p:cSld>
  <p:clrMapOvr>
    <a:masterClrMapping/>
  </p:clrMapOvr>
</p:sldLayout>
</file>

<file path=ppt/slideLayouts/slideLayout90.xml><?xml version="1.0" encoding="utf-8"?>
<p:sldLayout xmlns:a="http://schemas.openxmlformats.org/drawingml/2006/main" xmlns:r="http://schemas.openxmlformats.org/officeDocument/2006/relationships" xmlns:p="http://schemas.openxmlformats.org/presentationml/2006/main" showMasterSp="0" preserve="1" userDrawn="1">
  <p:cSld name="4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75000"/>
            </a:schemeClr>
          </a:solidFill>
        </p:spPr>
        <p:txBody>
          <a:bodyPr vert="horz" lIns="365760" tIns="0" rIns="0" bIns="0" rtlCol="0">
            <a:noAutofit/>
          </a:bodyPr>
          <a:lstStyle>
            <a:lvl1pPr>
              <a:defRPr lang="en-US" noProof="0" dirty="0"/>
            </a:lvl1pPr>
          </a:lstStyle>
          <a:p>
            <a:pPr marR="0" lvl="0" fontAlgn="auto">
              <a:buSzTx/>
              <a:tabLst/>
            </a:pPr>
            <a:r>
              <a:rPr kumimoji="0" lang="en-US" sz="1800" b="0" i="0" u="none" strike="noStrike" kern="1200" cap="none" spc="0" normalizeH="0" baseline="0" noProof="0" dirty="0">
                <a:ln>
                  <a:noFill/>
                </a:ln>
                <a:solidFill>
                  <a:prstClr val="black"/>
                </a:solidFill>
                <a:effectLst/>
                <a:uLnTx/>
                <a:uFillTx/>
                <a:latin typeface="+mn-lt"/>
                <a:ea typeface="+mn-ea"/>
                <a:cs typeface="+mn-cs"/>
              </a:rPr>
              <a:t>Click icon in the center of the slide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8974074"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6000" y="365760"/>
            <a:ext cx="2878074" cy="2034540"/>
          </a:xfrm>
          <a:solidFill>
            <a:schemeClr val="bg1"/>
          </a:solidFill>
          <a:ln w="12700">
            <a:noFill/>
          </a:ln>
        </p:spPr>
        <p:txBody>
          <a:bodyPr vert="horz" lIns="228600" tIns="155448" rIns="329184" bIns="155448" rtlCol="0" anchor="t" anchorCtr="0">
            <a:noAutofit/>
          </a:bodyPr>
          <a:lstStyle>
            <a:lvl1pPr>
              <a:defRPr lang="en-US" dirty="0">
                <a:ln w="9525">
                  <a:noFill/>
                </a:ln>
                <a:solidFill>
                  <a:schemeClr val="tx2"/>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48484F5-F9A7-49D4-82F2-F109C6EDA029}"/>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2789427065"/>
      </p:ext>
    </p:extLst>
  </p:cSld>
  <p:clrMapOvr>
    <a:masterClrMapping/>
  </p:clrMapOvr>
</p:sldLayout>
</file>

<file path=ppt/slideLayouts/slideLayout91.xml><?xml version="1.0" encoding="utf-8"?>
<p:sldLayout xmlns:a="http://schemas.openxmlformats.org/drawingml/2006/main" xmlns:r="http://schemas.openxmlformats.org/officeDocument/2006/relationships" xmlns:p="http://schemas.openxmlformats.org/presentationml/2006/main" showMasterSp="0" preserve="1" userDrawn="1">
  <p:cSld name="Callout">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8972550" y="0"/>
            <a:ext cx="321945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9226296" y="310896"/>
            <a:ext cx="2601468" cy="6176772"/>
          </a:xfrm>
        </p:spPr>
        <p:txBody>
          <a:bodyPr vert="horz" lIns="0" tIns="0" rIns="0" bIns="0" rtlCol="0">
            <a:noAutofit/>
          </a:bodyPr>
          <a:lstStyle>
            <a:lvl1pPr>
              <a:lnSpc>
                <a:spcPct val="110000"/>
              </a:lnSpc>
              <a:defRPr lang="en-US" sz="2625" dirty="0">
                <a:ln w="3175">
                  <a:noFill/>
                </a:ln>
                <a:solidFill>
                  <a:schemeClr val="bg1"/>
                </a:solidFill>
              </a:defRPr>
            </a:lvl1pPr>
          </a:lstStyle>
          <a:p>
            <a:pPr lvl="0" fontAlgn="base">
              <a:spcAft>
                <a:spcPts val="2625"/>
              </a:spcAft>
            </a:pPr>
            <a:r>
              <a:rPr lang="en-US"/>
              <a:t>Additional information if needed</a:t>
            </a:r>
          </a:p>
        </p:txBody>
      </p:sp>
      <p:sp>
        <p:nvSpPr>
          <p:cNvPr id="12" name="Text Placeholder 11">
            <a:extLst>
              <a:ext uri="{FF2B5EF4-FFF2-40B4-BE49-F238E27FC236}">
                <a16:creationId xmlns:a16="http://schemas.microsoft.com/office/drawing/2014/main" id="{C7C1E554-861B-49F4-AA38-891CFFC9B9FC}"/>
              </a:ext>
            </a:extLst>
          </p:cNvPr>
          <p:cNvSpPr>
            <a:spLocks noGrp="1"/>
          </p:cNvSpPr>
          <p:nvPr>
            <p:ph type="body" sz="quarter" idx="14" hasCustomPrompt="1"/>
          </p:nvPr>
        </p:nvSpPr>
        <p:spPr>
          <a:xfrm>
            <a:off x="361951" y="200026"/>
            <a:ext cx="8467725" cy="4752975"/>
          </a:xfrm>
        </p:spPr>
        <p:txBody>
          <a:bodyPr lIns="0"/>
          <a:lstStyle>
            <a:lvl1pPr marL="0" indent="0">
              <a:buFont typeface="Arial" panose="020B0604020202020204" pitchFamily="34" charset="0"/>
              <a:buNone/>
              <a:defRPr lang="en-US" sz="6750" kern="1200" dirty="0">
                <a:ln w="38100">
                  <a:noFill/>
                </a:ln>
                <a:solidFill>
                  <a:srgbClr val="EB0000"/>
                </a:solidFill>
                <a:latin typeface="+mj-lt"/>
                <a:ea typeface="+mj-ea"/>
                <a:cs typeface="+mj-cs"/>
              </a:defRPr>
            </a:lvl1pPr>
          </a:lstStyle>
          <a:p>
            <a:pPr marL="142875" lvl="0" indent="-142875" fontAlgn="b">
              <a:lnSpc>
                <a:spcPct val="112000"/>
              </a:lnSpc>
              <a:spcBef>
                <a:spcPct val="0"/>
              </a:spcBef>
            </a:pPr>
            <a:r>
              <a:rPr lang="en-US"/>
              <a:t>Callout slide</a:t>
            </a:r>
          </a:p>
        </p:txBody>
      </p:sp>
      <p:pic>
        <p:nvPicPr>
          <p:cNvPr id="8" name="Picture 7">
            <a:extLst>
              <a:ext uri="{FF2B5EF4-FFF2-40B4-BE49-F238E27FC236}">
                <a16:creationId xmlns:a16="http://schemas.microsoft.com/office/drawing/2014/main" id="{D0FEDF07-2F82-420C-94A2-62D6554BEA1B}"/>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57960539"/>
      </p:ext>
    </p:extLst>
  </p:cSld>
  <p:clrMapOvr>
    <a:masterClrMapping/>
  </p:clrMapOvr>
</p:sldLayout>
</file>

<file path=ppt/slideLayouts/slideLayout92.xml><?xml version="1.0" encoding="utf-8"?>
<p:sldLayout xmlns:a="http://schemas.openxmlformats.org/drawingml/2006/main" xmlns:r="http://schemas.openxmlformats.org/officeDocument/2006/relationships" xmlns:p="http://schemas.openxmlformats.org/presentationml/2006/main" showMasterSp="0" preserve="1" userDrawn="1">
  <p:cSld name="Quote">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47731692-D7FB-43A5-9242-6381F710CEE4}"/>
              </a:ext>
            </a:extLst>
          </p:cNvPr>
          <p:cNvSpPr/>
          <p:nvPr userDrawn="1"/>
        </p:nvSpPr>
        <p:spPr>
          <a:xfrm>
            <a:off x="8972550" y="0"/>
            <a:ext cx="3219450" cy="6858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hasCustomPrompt="1"/>
          </p:nvPr>
        </p:nvSpPr>
        <p:spPr>
          <a:xfrm>
            <a:off x="292609" y="196596"/>
            <a:ext cx="8596049" cy="5244314"/>
          </a:xfrm>
          <a:ln w="12700">
            <a:noFill/>
          </a:ln>
        </p:spPr>
        <p:txBody>
          <a:bodyPr vert="horz" lIns="0" tIns="0" rIns="0" bIns="0" rtlCol="0" anchor="t" anchorCtr="0">
            <a:noAutofit/>
          </a:bodyPr>
          <a:lstStyle>
            <a:lvl1pPr marL="0" indent="0">
              <a:buNone/>
              <a:defRPr lang="en-US" sz="6750" i="1" dirty="0">
                <a:ln w="38100">
                  <a:noFill/>
                </a:ln>
                <a:solidFill>
                  <a:srgbClr val="EB0000"/>
                </a:solidFill>
                <a:latin typeface="+mj-lt"/>
                <a:ea typeface="+mj-ea"/>
                <a:cs typeface="+mj-cs"/>
              </a:defRPr>
            </a:lvl1pPr>
          </a:lstStyle>
          <a:p>
            <a:pPr marL="142875" lvl="0" indent="-142875" fontAlgn="b">
              <a:lnSpc>
                <a:spcPct val="112000"/>
              </a:lnSpc>
              <a:spcBef>
                <a:spcPct val="0"/>
              </a:spcBef>
            </a:pPr>
            <a:r>
              <a:rPr lang="en-US"/>
              <a:t>“Quote” slide</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9226296" y="310896"/>
            <a:ext cx="2601468" cy="6176772"/>
          </a:xfrm>
        </p:spPr>
        <p:txBody>
          <a:bodyPr vert="horz" lIns="0" tIns="0" rIns="0" bIns="0" rtlCol="0">
            <a:noAutofit/>
          </a:bodyPr>
          <a:lstStyle>
            <a:lvl1pPr>
              <a:lnSpc>
                <a:spcPct val="110000"/>
              </a:lnSpc>
              <a:spcBef>
                <a:spcPts val="0"/>
              </a:spcBef>
              <a:spcAft>
                <a:spcPts val="2625"/>
              </a:spcAft>
              <a:defRPr lang="en-US" sz="2625" dirty="0">
                <a:ln w="3175">
                  <a:noFill/>
                </a:ln>
                <a:solidFill>
                  <a:schemeClr val="bg1"/>
                </a:solidFill>
              </a:defRPr>
            </a:lvl1pPr>
          </a:lstStyle>
          <a:p>
            <a:pPr marL="0" lvl="0" indent="0" fontAlgn="base">
              <a:lnSpc>
                <a:spcPct val="100000"/>
              </a:lnSpc>
              <a:buNone/>
            </a:pPr>
            <a:r>
              <a:rPr lang="en-US"/>
              <a:t>Additional information if needed</a:t>
            </a:r>
          </a:p>
        </p:txBody>
      </p:sp>
      <p:sp>
        <p:nvSpPr>
          <p:cNvPr id="6" name="Text Placeholder 5">
            <a:extLst>
              <a:ext uri="{FF2B5EF4-FFF2-40B4-BE49-F238E27FC236}">
                <a16:creationId xmlns:a16="http://schemas.microsoft.com/office/drawing/2014/main" id="{3044BCD3-75F2-9749-A1BD-AE47F442AD56}"/>
              </a:ext>
            </a:extLst>
          </p:cNvPr>
          <p:cNvSpPr>
            <a:spLocks noGrp="1"/>
          </p:cNvSpPr>
          <p:nvPr>
            <p:ph type="body" sz="quarter" idx="14" hasCustomPrompt="1"/>
          </p:nvPr>
        </p:nvSpPr>
        <p:spPr>
          <a:xfrm>
            <a:off x="345387" y="5407018"/>
            <a:ext cx="8553450" cy="400050"/>
          </a:xfrm>
        </p:spPr>
        <p:txBody>
          <a:bodyPr vert="horz" lIns="0" tIns="0" rIns="0" bIns="0" rtlCol="0">
            <a:noAutofit/>
          </a:bodyPr>
          <a:lstStyle>
            <a:lvl1pPr marL="0" indent="0">
              <a:buNone/>
              <a:defRPr lang="en-US" sz="1875" smtClean="0">
                <a:solidFill>
                  <a:schemeClr val="tx1"/>
                </a:solidFill>
              </a:defRPr>
            </a:lvl1pPr>
            <a:lvl2pPr>
              <a:defRPr lang="en-US" smtClean="0"/>
            </a:lvl2pPr>
            <a:lvl3pPr>
              <a:defRPr lang="en-US" smtClean="0"/>
            </a:lvl3pPr>
            <a:lvl4pPr>
              <a:defRPr lang="en-US" smtClean="0"/>
            </a:lvl4pPr>
            <a:lvl5pPr>
              <a:defRPr lang="en-US"/>
            </a:lvl5pPr>
          </a:lstStyle>
          <a:p>
            <a:pPr marL="142875" lvl="0" indent="-142875"/>
            <a:r>
              <a:rPr lang="en-US"/>
              <a:t>Quote Source (Name)</a:t>
            </a:r>
          </a:p>
        </p:txBody>
      </p:sp>
      <p:pic>
        <p:nvPicPr>
          <p:cNvPr id="11" name="Picture 10">
            <a:extLst>
              <a:ext uri="{FF2B5EF4-FFF2-40B4-BE49-F238E27FC236}">
                <a16:creationId xmlns:a16="http://schemas.microsoft.com/office/drawing/2014/main" id="{02FA3E51-7126-49BB-AEEB-D6ADD15D3E1A}"/>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869204613"/>
      </p:ext>
    </p:extLst>
  </p:cSld>
  <p:clrMapOvr>
    <a:masterClrMapping/>
  </p:clrMapOvr>
</p:sldLayout>
</file>

<file path=ppt/slideLayouts/slideLayout93.xml><?xml version="1.0" encoding="utf-8"?>
<p:sldLayout xmlns:a="http://schemas.openxmlformats.org/drawingml/2006/main" xmlns:r="http://schemas.openxmlformats.org/officeDocument/2006/relationships" xmlns:p="http://schemas.openxmlformats.org/presentationml/2006/main" showMasterSp="0" preserve="1" userDrawn="1">
  <p:cSld name="Single Column - Red">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3238500" cy="6858000"/>
          </a:xfrm>
          <a:prstGeom prst="rect">
            <a:avLst/>
          </a:prstGeom>
          <a:solidFill>
            <a:schemeClr val="tx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1CF5BF08-9925-43E8-91A6-E1D67778F479}"/>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638545194"/>
      </p:ext>
    </p:extLst>
  </p:cSld>
  <p:clrMapOvr>
    <a:masterClrMapping/>
  </p:clrMapOvr>
</p:sldLayout>
</file>

<file path=ppt/slideLayouts/slideLayout94.xml><?xml version="1.0" encoding="utf-8"?>
<p:sldLayout xmlns:a="http://schemas.openxmlformats.org/drawingml/2006/main" xmlns:r="http://schemas.openxmlformats.org/officeDocument/2006/relationships" xmlns:p="http://schemas.openxmlformats.org/presentationml/2006/main" showMasterSp="0" preserve="1" userDrawn="1">
  <p:cSld name="1_Three Quarters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6ADF87FB-085E-4952-9CFB-477310A66959}"/>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F9DE99E-8802-4D87-A0BB-5C0BED023606}"/>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093825607"/>
      </p:ext>
    </p:extLst>
  </p:cSld>
  <p:clrMapOvr>
    <a:masterClrMapping/>
  </p:clrMapOvr>
</p:sldLayout>
</file>

<file path=ppt/slideLayouts/slideLayout95.xml><?xml version="1.0" encoding="utf-8"?>
<p:sldLayout xmlns:a="http://schemas.openxmlformats.org/drawingml/2006/main" xmlns:r="http://schemas.openxmlformats.org/officeDocument/2006/relationships" xmlns:p="http://schemas.openxmlformats.org/presentationml/2006/main" showMasterSp="0" preserve="1" userDrawn="1">
  <p:cSld name="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6096000" cy="3429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a:p>
            <a:endParaRPr lang="en-US" dirty="0"/>
          </a:p>
          <a:p>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41240" y="3563605"/>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9202" y="3563605"/>
            <a:ext cx="260830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6203" y="3563605"/>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17" name="Text Placeholder 6">
            <a:extLst>
              <a:ext uri="{FF2B5EF4-FFF2-40B4-BE49-F238E27FC236}">
                <a16:creationId xmlns:a16="http://schemas.microsoft.com/office/drawing/2014/main" id="{F1BE4CE4-FD45-443A-BF63-DD30D8352F18}"/>
              </a:ext>
            </a:extLst>
          </p:cNvPr>
          <p:cNvSpPr>
            <a:spLocks noGrp="1"/>
          </p:cNvSpPr>
          <p:nvPr>
            <p:ph type="body" sz="quarter" idx="21"/>
          </p:nvPr>
        </p:nvSpPr>
        <p:spPr>
          <a:xfrm>
            <a:off x="348146" y="3911077"/>
            <a:ext cx="2604228" cy="237199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9" name="Text Placeholder 27">
            <a:extLst>
              <a:ext uri="{FF2B5EF4-FFF2-40B4-BE49-F238E27FC236}">
                <a16:creationId xmlns:a16="http://schemas.microsoft.com/office/drawing/2014/main" id="{9E9A9093-0FB5-474B-89ED-A35D3811588C}"/>
              </a:ext>
            </a:extLst>
          </p:cNvPr>
          <p:cNvSpPr>
            <a:spLocks noGrp="1"/>
          </p:cNvSpPr>
          <p:nvPr>
            <p:ph type="body" sz="quarter" idx="22"/>
          </p:nvPr>
        </p:nvSpPr>
        <p:spPr>
          <a:xfrm>
            <a:off x="3241239" y="3911078"/>
            <a:ext cx="2605524"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0" name="Text Placeholder 29">
            <a:extLst>
              <a:ext uri="{FF2B5EF4-FFF2-40B4-BE49-F238E27FC236}">
                <a16:creationId xmlns:a16="http://schemas.microsoft.com/office/drawing/2014/main" id="{FF042C6C-A711-46C7-BA08-D7D1DBA5B436}"/>
              </a:ext>
            </a:extLst>
          </p:cNvPr>
          <p:cNvSpPr>
            <a:spLocks noGrp="1"/>
          </p:cNvSpPr>
          <p:nvPr>
            <p:ph type="body" sz="quarter" idx="23"/>
          </p:nvPr>
        </p:nvSpPr>
        <p:spPr>
          <a:xfrm>
            <a:off x="6099204" y="3911078"/>
            <a:ext cx="2604669"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21" name="Text Placeholder 31">
            <a:extLst>
              <a:ext uri="{FF2B5EF4-FFF2-40B4-BE49-F238E27FC236}">
                <a16:creationId xmlns:a16="http://schemas.microsoft.com/office/drawing/2014/main" id="{E0D4AA41-1DA9-4674-8804-6E312BE2AEE4}"/>
              </a:ext>
            </a:extLst>
          </p:cNvPr>
          <p:cNvSpPr>
            <a:spLocks noGrp="1"/>
          </p:cNvSpPr>
          <p:nvPr>
            <p:ph type="body" sz="quarter" idx="24"/>
          </p:nvPr>
        </p:nvSpPr>
        <p:spPr>
          <a:xfrm>
            <a:off x="8976204" y="3911078"/>
            <a:ext cx="2604669" cy="2371737"/>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23" name="Picture 22">
            <a:extLst>
              <a:ext uri="{FF2B5EF4-FFF2-40B4-BE49-F238E27FC236}">
                <a16:creationId xmlns:a16="http://schemas.microsoft.com/office/drawing/2014/main" id="{2B13526F-D661-4B4D-A012-B0B4FA8383A3}"/>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964706107"/>
      </p:ext>
    </p:extLst>
  </p:cSld>
  <p:clrMapOvr>
    <a:masterClrMapping/>
  </p:clrMapOvr>
</p:sldLayout>
</file>

<file path=ppt/slideLayouts/slideLayout96.xml><?xml version="1.0" encoding="utf-8"?>
<p:sldLayout xmlns:a="http://schemas.openxmlformats.org/drawingml/2006/main" xmlns:r="http://schemas.openxmlformats.org/officeDocument/2006/relationships" xmlns:p="http://schemas.openxmlformats.org/presentationml/2006/main" showMasterSp="0" preserve="1" userDrawn="1">
  <p:cSld name="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1"/>
            <a:ext cx="6096000" cy="1905000"/>
          </a:xfrm>
          <a:prstGeom prst="rect">
            <a:avLst/>
          </a:prstGeom>
          <a:solidFill>
            <a:srgbClr val="EB0000"/>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a:p>
            <a:endParaRPr lang="en-US" dirty="0"/>
          </a:p>
          <a:p>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F0D9B8CA-A228-4CA4-90F2-2C16B5B6429C}"/>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558740057"/>
      </p:ext>
    </p:extLst>
  </p:cSld>
  <p:clrMapOvr>
    <a:masterClrMapping/>
  </p:clrMapOvr>
</p:sldLayout>
</file>

<file path=ppt/slideLayouts/slideLayout97.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609600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6" y="1842516"/>
            <a:ext cx="5560464" cy="1138428"/>
          </a:xfrm>
        </p:spPr>
        <p:txBody>
          <a:bodyPr vert="horz" lIns="0" tIns="0" rIns="0" bIns="0" rtlCol="0">
            <a:noAutofit/>
          </a:bodyPr>
          <a:lstStyle>
            <a:lvl1pPr>
              <a:defRPr lang="en-US" sz="1875"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5571004" cy="1531053"/>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347662" y="3379788"/>
            <a:ext cx="5557838" cy="2868613"/>
          </a:xfrm>
        </p:spPr>
        <p:txBody>
          <a:bodyPr/>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10" name="Freeform 5">
            <a:extLst>
              <a:ext uri="{FF2B5EF4-FFF2-40B4-BE49-F238E27FC236}">
                <a16:creationId xmlns:a16="http://schemas.microsoft.com/office/drawing/2014/main" id="{08B903AE-3FEF-49ED-A049-44973DCE9826}"/>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666485736"/>
      </p:ext>
    </p:extLst>
  </p:cSld>
  <p:clrMapOvr>
    <a:masterClrMapping/>
  </p:clrMapOvr>
</p:sldLayout>
</file>

<file path=ppt/slideLayouts/slideLayout98.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2">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0" y="0"/>
            <a:ext cx="60960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6269586" y="1842516"/>
            <a:ext cx="5560464" cy="1138428"/>
          </a:xfrm>
        </p:spPr>
        <p:txBody>
          <a:bodyPr vert="horz" lIns="0" tIns="0" rIns="0" bIns="0" rtlCol="0">
            <a:noAutofit/>
          </a:bodyPr>
          <a:lstStyle>
            <a:lvl1pPr>
              <a:defRPr lang="en-US" sz="1875"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6259046" y="268589"/>
            <a:ext cx="5571004" cy="1531053"/>
          </a:xfrm>
        </p:spPr>
        <p:txBody>
          <a:bodyPr/>
          <a:lstStyle>
            <a:lvl1pPr>
              <a:defRPr>
                <a:ln w="9525">
                  <a:noFill/>
                </a:ln>
                <a:solidFill>
                  <a:schemeClr val="bg1"/>
                </a:solidFill>
              </a:defRPr>
            </a:lvl1pPr>
          </a:lstStyle>
          <a:p>
            <a:r>
              <a:rPr lang="en-US"/>
              <a:t>Click to edit Master title style</a:t>
            </a:r>
          </a:p>
        </p:txBody>
      </p:sp>
      <p:sp>
        <p:nvSpPr>
          <p:cNvPr id="7" name="Text Placeholder 6">
            <a:extLst>
              <a:ext uri="{FF2B5EF4-FFF2-40B4-BE49-F238E27FC236}">
                <a16:creationId xmlns:a16="http://schemas.microsoft.com/office/drawing/2014/main" id="{811D0CA3-B974-D04C-9182-9E93BC0CCFC9}"/>
              </a:ext>
            </a:extLst>
          </p:cNvPr>
          <p:cNvSpPr>
            <a:spLocks noGrp="1"/>
          </p:cNvSpPr>
          <p:nvPr>
            <p:ph type="body" sz="quarter" idx="15"/>
          </p:nvPr>
        </p:nvSpPr>
        <p:spPr>
          <a:xfrm>
            <a:off x="6272212" y="3379788"/>
            <a:ext cx="5557838" cy="2868613"/>
          </a:xfrm>
        </p:spPr>
        <p:txBody>
          <a:bodyPr lIns="0"/>
          <a:lstStyle>
            <a:lvl1pPr>
              <a:buClr>
                <a:schemeClr val="bg1"/>
              </a:buClr>
              <a:defRPr>
                <a:solidFill>
                  <a:schemeClr val="bg1"/>
                </a:solidFill>
              </a:defRPr>
            </a:lvl1pPr>
            <a:lvl2pPr>
              <a:buClr>
                <a:schemeClr val="bg1"/>
              </a:buClr>
              <a:defRPr>
                <a:solidFill>
                  <a:schemeClr val="bg1"/>
                </a:solidFill>
              </a:defRPr>
            </a:lvl2pPr>
            <a:lvl3pPr>
              <a:buClr>
                <a:schemeClr val="bg1"/>
              </a:buClr>
              <a:defRPr>
                <a:solidFill>
                  <a:schemeClr val="bg1"/>
                </a:solidFill>
              </a:defRPr>
            </a:lvl3pPr>
            <a:lvl4pPr>
              <a:buClr>
                <a:schemeClr val="bg1"/>
              </a:buClr>
              <a:defRPr>
                <a:solidFill>
                  <a:schemeClr val="bg1"/>
                </a:solidFill>
              </a:defRPr>
            </a:lvl4pPr>
            <a:lvl5pPr>
              <a:buClr>
                <a:schemeClr val="bg1"/>
              </a:buClr>
              <a:defRPr>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2" name="Footer Placeholder 1">
            <a:extLst>
              <a:ext uri="{FF2B5EF4-FFF2-40B4-BE49-F238E27FC236}">
                <a16:creationId xmlns:a16="http://schemas.microsoft.com/office/drawing/2014/main" id="{D6180987-34BC-BB49-BF99-2ACD33B56FF7}"/>
              </a:ext>
            </a:extLst>
          </p:cNvPr>
          <p:cNvSpPr>
            <a:spLocks noGrp="1"/>
          </p:cNvSpPr>
          <p:nvPr>
            <p:ph type="ftr" sz="quarter" idx="16"/>
          </p:nvPr>
        </p:nvSpPr>
        <p:spPr/>
        <p:txBody>
          <a:bodyPr/>
          <a:lstStyle>
            <a:lvl1pPr>
              <a:defRPr>
                <a:solidFill>
                  <a:schemeClr val="bg1"/>
                </a:solidFill>
              </a:defRPr>
            </a:lvl1pPr>
          </a:lstStyle>
          <a:p>
            <a:endParaRPr lang="en-US" dirty="0"/>
          </a:p>
        </p:txBody>
      </p:sp>
      <p:sp>
        <p:nvSpPr>
          <p:cNvPr id="10" name="Freeform 5">
            <a:extLst>
              <a:ext uri="{FF2B5EF4-FFF2-40B4-BE49-F238E27FC236}">
                <a16:creationId xmlns:a16="http://schemas.microsoft.com/office/drawing/2014/main" id="{EEF1AFAF-2421-493C-806B-2FBA1427BDA3}"/>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647804065"/>
      </p:ext>
    </p:extLst>
  </p:cSld>
  <p:clrMapOvr>
    <a:masterClrMapping/>
  </p:clrMapOvr>
</p:sldLayout>
</file>

<file path=ppt/slideLayouts/slideLayout99.xml><?xml version="1.0" encoding="utf-8"?>
<p:sldLayout xmlns:a="http://schemas.openxmlformats.org/drawingml/2006/main" xmlns:r="http://schemas.openxmlformats.org/officeDocument/2006/relationships" xmlns:p="http://schemas.openxmlformats.org/presentationml/2006/main" showMasterSp="0" preserve="1" userDrawn="1">
  <p:cSld name="1_Half Image Slide 3">
    <p:bg>
      <p:bgPr>
        <a:solidFill>
          <a:srgbClr val="EB0000"/>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573405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5037" y="1842516"/>
            <a:ext cx="2607714" cy="1138428"/>
          </a:xfrm>
        </p:spPr>
        <p:txBody>
          <a:bodyPr vert="horz" lIns="0" tIns="0" rIns="0" bIns="0" rtlCol="0">
            <a:noAutofit/>
          </a:bodyPr>
          <a:lstStyle>
            <a:lvl1pPr>
              <a:defRPr lang="en-US" sz="1875" dirty="0">
                <a:ln w="3175">
                  <a:noFill/>
                </a:ln>
                <a:solidFill>
                  <a:schemeClr val="bg1"/>
                </a:solidFill>
              </a:defRPr>
            </a:lvl1pPr>
          </a:lstStyle>
          <a:p>
            <a:pPr marL="0" lvl="0" indent="0" fontAlgn="base">
              <a:buNone/>
            </a:pPr>
            <a:r>
              <a:rPr lang="en-US"/>
              <a:t>Subtitle or callout if needed, all titles and subtitles are sentence case </a:t>
            </a:r>
          </a:p>
        </p:txBody>
      </p:sp>
      <p:sp>
        <p:nvSpPr>
          <p:cNvPr id="7" name="Text Placeholder 6">
            <a:extLst>
              <a:ext uri="{FF2B5EF4-FFF2-40B4-BE49-F238E27FC236}">
                <a16:creationId xmlns:a16="http://schemas.microsoft.com/office/drawing/2014/main" id="{2592A8BA-00F9-DD43-8481-FE14DFB0D4A3}"/>
              </a:ext>
            </a:extLst>
          </p:cNvPr>
          <p:cNvSpPr>
            <a:spLocks noGrp="1"/>
          </p:cNvSpPr>
          <p:nvPr>
            <p:ph type="body" sz="quarter" idx="15"/>
          </p:nvPr>
        </p:nvSpPr>
        <p:spPr>
          <a:xfrm>
            <a:off x="9226550" y="310896"/>
            <a:ext cx="2603500" cy="6176772"/>
          </a:xfrm>
        </p:spPr>
        <p:txBody>
          <a:bodyPr vert="horz" lIns="0" tIns="0" rIns="0" bIns="0" rtlCol="0">
            <a:noAutofit/>
          </a:bodyPr>
          <a:lstStyle>
            <a:lvl1pPr marL="142875" marR="0" indent="-142875"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smtClean="0">
                <a:solidFill>
                  <a:schemeClr val="bg1"/>
                </a:solidFill>
              </a:defRPr>
            </a:lvl1pPr>
            <a:lvl2pPr marL="428625" marR="0" indent="-145257"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2pPr>
            <a:lvl3pPr marL="714375" marR="0" indent="-147638"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3pPr>
            <a:lvl4pPr marL="1000125" marR="0" indent="-150019"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smtClean="0">
                <a:solidFill>
                  <a:schemeClr val="bg1"/>
                </a:solidFill>
              </a:defRPr>
            </a:lvl4pPr>
            <a:lvl5pPr marL="1285875" marR="0" indent="-152400" algn="l" defTabSz="914400" rtl="0" eaLnBrk="1" fontAlgn="auto" latinLnBrk="0" hangingPunct="1">
              <a:lnSpc>
                <a:spcPct val="100000"/>
              </a:lnSpc>
              <a:spcBef>
                <a:spcPts val="0"/>
              </a:spcBef>
              <a:spcAft>
                <a:spcPts val="1500"/>
              </a:spcAft>
              <a:buClr>
                <a:schemeClr val="bg1"/>
              </a:buClr>
              <a:buSzTx/>
              <a:buFont typeface="Arial" panose="020B0604020202020204" pitchFamily="34" charset="0"/>
              <a:buChar char="•"/>
              <a:tabLst/>
              <a:defRPr lang="en-US" dirty="0">
                <a:solidFill>
                  <a:schemeClr val="bg1"/>
                </a:solidFill>
              </a:defRPr>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11BF3AF-6E43-4A1A-A814-8C52B1AE48FE}"/>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672102858"/>
      </p:ext>
    </p:extLst>
  </p:cSld>
  <p:clrMapOvr>
    <a:masterClrMapping/>
  </p:clrMapOvr>
</p:sldLayout>
</file>

<file path=ppt/slideLayouts/slideLayout100.xml><?xml version="1.0" encoding="utf-8"?>
<p:sldLayout xmlns:a="http://schemas.openxmlformats.org/drawingml/2006/main" xmlns:r="http://schemas.openxmlformats.org/officeDocument/2006/relationships" xmlns:p="http://schemas.openxmlformats.org/presentationml/2006/main" showMasterSp="0" preserve="1" userDrawn="1">
  <p:cSld name="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slide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323850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D610A9BD-424B-4759-89B6-9AB73E4DF3F4}"/>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843023499"/>
      </p:ext>
    </p:extLst>
  </p:cSld>
  <p:clrMapOvr>
    <a:masterClrMapping/>
  </p:clrMapOvr>
</p:sldLayout>
</file>

<file path=ppt/slideLayouts/slideLayout101.xml><?xml version="1.0" encoding="utf-8"?>
<p:sldLayout xmlns:a="http://schemas.openxmlformats.org/drawingml/2006/main" xmlns:r="http://schemas.openxmlformats.org/officeDocument/2006/relationships" xmlns:p="http://schemas.openxmlformats.org/presentationml/2006/main" showMasterSp="0" preserve="1" userDrawn="1">
  <p:cSld name="5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8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slide to add picture</a:t>
            </a:r>
          </a:p>
          <a:p>
            <a:endParaRPr lang="en-US" dirty="0"/>
          </a:p>
          <a:p>
            <a:endParaRPr lang="en-US" dirty="0"/>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897255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4476" y="365760"/>
            <a:ext cx="2878074" cy="2034540"/>
          </a:xfrm>
          <a:solidFill>
            <a:schemeClr val="tx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AEAE3CF-1B66-42CE-B82A-9BBD9C08CDD5}"/>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237916088"/>
      </p:ext>
    </p:extLst>
  </p:cSld>
  <p:clrMapOvr>
    <a:masterClrMapping/>
  </p:clrMapOvr>
</p:sldLayout>
</file>

<file path=ppt/slideLayouts/slideLayout102.xml><?xml version="1.0" encoding="utf-8"?>
<p:sldLayout xmlns:a="http://schemas.openxmlformats.org/drawingml/2006/main" xmlns:r="http://schemas.openxmlformats.org/officeDocument/2006/relationships" xmlns:p="http://schemas.openxmlformats.org/presentationml/2006/main" showMasterSp="0" preserve="1" userDrawn="1">
  <p:cSld name="Single Column - Purpl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3238500" cy="6858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lang="en-US" dirty="0"/>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59CA273E-354C-4099-BD3B-72488E3AD774}"/>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599095672"/>
      </p:ext>
    </p:extLst>
  </p:cSld>
  <p:clrMapOvr>
    <a:masterClrMapping/>
  </p:clrMapOvr>
</p:sldLayout>
</file>

<file path=ppt/slideLayouts/slideLayout103.xml><?xml version="1.0" encoding="utf-8"?>
<p:sldLayout xmlns:a="http://schemas.openxmlformats.org/drawingml/2006/main" xmlns:r="http://schemas.openxmlformats.org/officeDocument/2006/relationships" xmlns:p="http://schemas.openxmlformats.org/presentationml/2006/main" showMasterSp="0" preserve="1" userDrawn="1">
  <p:cSld name="2_Three Quarters Image Slide">
    <p:bg>
      <p:bgPr>
        <a:solidFill>
          <a:schemeClr val="accent2"/>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974D1DD3-642B-4C79-A73C-241B70A94F6C}"/>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54D08F3D-D744-4759-9D4C-A7E7BDF5AF3A}"/>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3992648454"/>
      </p:ext>
    </p:extLst>
  </p:cSld>
  <p:clrMapOvr>
    <a:masterClrMapping/>
  </p:clrMapOvr>
</p:sldLayout>
</file>

<file path=ppt/slideLayouts/slideLayout104.xml><?xml version="1.0" encoding="utf-8"?>
<p:sldLayout xmlns:a="http://schemas.openxmlformats.org/drawingml/2006/main" xmlns:r="http://schemas.openxmlformats.org/officeDocument/2006/relationships" xmlns:p="http://schemas.openxmlformats.org/presentationml/2006/main" showMasterSp="0" preserve="1" userDrawn="1">
  <p:cSld name="1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6096000" cy="3429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3911602"/>
            <a:ext cx="2604228" cy="2551857"/>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a:p>
            <a:endParaRPr lang="en-US" dirty="0"/>
          </a:p>
          <a:p>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3563605"/>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3563605"/>
            <a:ext cx="260830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3563605"/>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3911077"/>
            <a:ext cx="2605524"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884C8F79-7DA2-4E9F-9651-417DF832F3EB}"/>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105328874"/>
      </p:ext>
    </p:extLst>
  </p:cSld>
  <p:clrMapOvr>
    <a:masterClrMapping/>
  </p:clrMapOvr>
</p:sldLayout>
</file>

<file path=ppt/slideLayouts/slideLayout105.xml><?xml version="1.0" encoding="utf-8"?>
<p:sldLayout xmlns:a="http://schemas.openxmlformats.org/drawingml/2006/main" xmlns:r="http://schemas.openxmlformats.org/officeDocument/2006/relationships" xmlns:p="http://schemas.openxmlformats.org/presentationml/2006/main" showMasterSp="0" preserve="1" userDrawn="1">
  <p:cSld name="1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1"/>
            <a:ext cx="6096000" cy="1905000"/>
          </a:xfrm>
          <a:prstGeom prst="rect">
            <a:avLst/>
          </a:prstGeom>
          <a:solidFill>
            <a:schemeClr val="accent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a:p>
            <a:endParaRPr lang="en-US" dirty="0"/>
          </a:p>
          <a:p>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72744DCE-C3CF-495F-9AEF-B2E276524D61}"/>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2739076306"/>
      </p:ext>
    </p:extLst>
  </p:cSld>
  <p:clrMapOvr>
    <a:masterClrMapping/>
  </p:clrMapOvr>
</p:sldLayout>
</file>

<file path=ppt/slideLayouts/slideLayout106.xml><?xml version="1.0" encoding="utf-8"?>
<p:sldLayout xmlns:a="http://schemas.openxmlformats.org/drawingml/2006/main" xmlns:r="http://schemas.openxmlformats.org/officeDocument/2006/relationships" xmlns:p="http://schemas.openxmlformats.org/presentationml/2006/main" showMasterSp="0" preserve="1" userDrawn="1">
  <p:cSld name="3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slide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323850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89F7D717-4240-48F3-A18B-094446C56461}"/>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746800136"/>
      </p:ext>
    </p:extLst>
  </p:cSld>
  <p:clrMapOvr>
    <a:masterClrMapping/>
  </p:clrMapOvr>
</p:sldLayout>
</file>

<file path=ppt/slideLayouts/slideLayout107.xml><?xml version="1.0" encoding="utf-8"?>
<p:sldLayout xmlns:a="http://schemas.openxmlformats.org/drawingml/2006/main" xmlns:r="http://schemas.openxmlformats.org/officeDocument/2006/relationships" xmlns:p="http://schemas.openxmlformats.org/presentationml/2006/main" showMasterSp="0" preserve="1" userDrawn="1">
  <p:cSld name="6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hasCustomPrompt="1"/>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slide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8974074"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6000" y="365760"/>
            <a:ext cx="2878074" cy="2034540"/>
          </a:xfrm>
          <a:solidFill>
            <a:schemeClr val="accent2"/>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6D1DE763-0A5C-4E6C-ADAD-63E5D4EE154C}"/>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4246903853"/>
      </p:ext>
    </p:extLst>
  </p:cSld>
  <p:clrMapOvr>
    <a:masterClrMapping/>
  </p:clrMapOvr>
</p:sldLayout>
</file>

<file path=ppt/slideLayouts/slideLayout108.xml><?xml version="1.0" encoding="utf-8"?>
<p:sldLayout xmlns:a="http://schemas.openxmlformats.org/drawingml/2006/main" xmlns:r="http://schemas.openxmlformats.org/officeDocument/2006/relationships" xmlns:p="http://schemas.openxmlformats.org/presentationml/2006/main" showMasterSp="0" preserve="1" userDrawn="1">
  <p:cSld name="Single Column - Blue">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B55D1C46-DA5B-44B3-B594-6A390F5F6E6E}"/>
              </a:ext>
            </a:extLst>
          </p:cNvPr>
          <p:cNvSpPr/>
          <p:nvPr userDrawn="1"/>
        </p:nvSpPr>
        <p:spPr>
          <a:xfrm>
            <a:off x="0" y="0"/>
            <a:ext cx="3238500" cy="6858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lIns="365760"/>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6176772"/>
          </a:xfrm>
        </p:spPr>
        <p:txBody>
          <a:bodyPr vert="horz" lIns="182880" tIns="0" rIns="0" bIns="0" rtlCol="0">
            <a:noAutofit/>
          </a:bodyPr>
          <a:lstStyle>
            <a:lvl1pPr>
              <a:defRPr lang="en-US" dirty="0"/>
            </a:lvl1pPr>
            <a:lvl2pPr>
              <a:defRPr lang="en-US" dirty="0"/>
            </a:lvl2pPr>
            <a:lvl3pPr>
              <a:defRPr lang="en-US" dirty="0"/>
            </a:lvl3pPr>
            <a:lvl4pPr>
              <a:defRPr lang="en-US" dirty="0"/>
            </a:lvl4pPr>
            <a:lvl5pPr>
              <a:defRPr lang="en-US" dirty="0"/>
            </a:lvl5pPr>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lstStyle>
            <a:lvl1pPr>
              <a:defRPr>
                <a:solidFill>
                  <a:schemeClr val="bg1"/>
                </a:solidFill>
              </a:defRPr>
            </a:lvl1pPr>
          </a:lstStyle>
          <a:p>
            <a:r>
              <a:rPr lang="en-US"/>
              <a:t>Click to edit Master title style</a:t>
            </a:r>
          </a:p>
        </p:txBody>
      </p:sp>
      <p:sp>
        <p:nvSpPr>
          <p:cNvPr id="10" name="Freeform 5">
            <a:extLst>
              <a:ext uri="{FF2B5EF4-FFF2-40B4-BE49-F238E27FC236}">
                <a16:creationId xmlns:a16="http://schemas.microsoft.com/office/drawing/2014/main" id="{7B94E043-64BC-4ABE-8DF4-6F0A6FC91FC4}"/>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2387058455"/>
      </p:ext>
    </p:extLst>
  </p:cSld>
  <p:clrMapOvr>
    <a:masterClrMapping/>
  </p:clrMapOvr>
</p:sldLayout>
</file>

<file path=ppt/slideLayouts/slideLayout109.xml><?xml version="1.0" encoding="utf-8"?>
<p:sldLayout xmlns:a="http://schemas.openxmlformats.org/drawingml/2006/main" xmlns:r="http://schemas.openxmlformats.org/officeDocument/2006/relationships" xmlns:p="http://schemas.openxmlformats.org/presentationml/2006/main" showMasterSp="0" preserve="1" userDrawn="1">
  <p:cSld name="3_Three Quarters Image Slide">
    <p:bg>
      <p:bgPr>
        <a:solidFill>
          <a:schemeClr val="accent4"/>
        </a:solidFill>
        <a:effectLst/>
      </p:bgPr>
    </p:bg>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a:xfrm>
            <a:off x="3238500" y="0"/>
            <a:ext cx="8953500"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in the center of box to add picture</a:t>
            </a:r>
          </a:p>
          <a:p>
            <a:pPr marR="0" lvl="0" fontAlgn="auto">
              <a:buSzTx/>
              <a:tabLst/>
            </a:pPr>
            <a:endParaRPr lang="en-US" dirty="0"/>
          </a:p>
          <a:p>
            <a:pPr marR="0" lvl="0" fontAlgn="auto">
              <a:buSzTx/>
              <a:tabLst/>
            </a:pPr>
            <a:endParaRPr lang="en-US" dirty="0"/>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lstStyle>
            <a:lvl1pPr>
              <a:defRPr>
                <a:ln w="9525">
                  <a:noFill/>
                </a:ln>
                <a:solidFill>
                  <a:schemeClr val="bg1"/>
                </a:solidFill>
              </a:defRPr>
            </a:lvl1pPr>
          </a:lstStyle>
          <a:p>
            <a:r>
              <a:rPr lang="en-US"/>
              <a:t>Click to edit Master title style</a:t>
            </a:r>
          </a:p>
        </p:txBody>
      </p:sp>
      <p:sp>
        <p:nvSpPr>
          <p:cNvPr id="10" name="Text Placeholder 8">
            <a:extLst>
              <a:ext uri="{FF2B5EF4-FFF2-40B4-BE49-F238E27FC236}">
                <a16:creationId xmlns:a16="http://schemas.microsoft.com/office/drawing/2014/main" id="{1AB88C6D-9DCE-4D28-A76A-5515295E496A}"/>
              </a:ext>
            </a:extLst>
          </p:cNvPr>
          <p:cNvSpPr>
            <a:spLocks noGrp="1"/>
          </p:cNvSpPr>
          <p:nvPr>
            <p:ph type="body" sz="quarter" idx="13" hasCustomPrompt="1"/>
          </p:nvPr>
        </p:nvSpPr>
        <p:spPr>
          <a:xfrm>
            <a:off x="344487" y="1843749"/>
            <a:ext cx="2608263" cy="1140245"/>
          </a:xfrm>
        </p:spPr>
        <p:txBody>
          <a:bodyPr lIns="0" tIns="0" rIns="0">
            <a:noAutofit/>
          </a:bodyPr>
          <a:lstStyle>
            <a:lvl1pPr marL="0" indent="0" algn="l" fontAlgn="base">
              <a:lnSpc>
                <a:spcPct val="100000"/>
              </a:lnSpc>
              <a:spcBef>
                <a:spcPts val="0"/>
              </a:spcBef>
              <a:buFont typeface="Arial" panose="020B0604020202020204" pitchFamily="34" charset="0"/>
              <a:buNone/>
              <a:defRPr lang="en-US" sz="1875" kern="1200" dirty="0">
                <a:ln w="3175">
                  <a:noFill/>
                </a:ln>
                <a:solidFill>
                  <a:schemeClr val="bg1"/>
                </a:solidFill>
                <a:latin typeface="+mn-lt"/>
                <a:ea typeface="+mn-ea"/>
                <a:cs typeface="+mn-cs"/>
              </a:defRPr>
            </a:lvl1pPr>
          </a:lstStyle>
          <a:p>
            <a:r>
              <a:rPr lang="en-US"/>
              <a:t>Subtitle or callout if needed, all titles and subtitles are sentence case </a:t>
            </a:r>
          </a:p>
        </p:txBody>
      </p:sp>
      <p:sp>
        <p:nvSpPr>
          <p:cNvPr id="9" name="Freeform 5">
            <a:extLst>
              <a:ext uri="{FF2B5EF4-FFF2-40B4-BE49-F238E27FC236}">
                <a16:creationId xmlns:a16="http://schemas.microsoft.com/office/drawing/2014/main" id="{EE3A5068-5C28-48D0-BF5E-93FA41F4EF5F}"/>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042269600"/>
      </p:ext>
    </p:extLst>
  </p:cSld>
  <p:clrMapOvr>
    <a:masterClrMapping/>
  </p:clrMapOvr>
</p:sldLayout>
</file>

<file path=ppt/slideLayouts/slideLayout110.xml><?xml version="1.0" encoding="utf-8"?>
<p:sldLayout xmlns:a="http://schemas.openxmlformats.org/drawingml/2006/main" xmlns:r="http://schemas.openxmlformats.org/officeDocument/2006/relationships" xmlns:p="http://schemas.openxmlformats.org/presentationml/2006/main" showMasterSp="0" preserve="1" userDrawn="1">
  <p:cSld name="2_1/4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0"/>
            <a:ext cx="6096000" cy="3429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7" y="269748"/>
            <a:ext cx="5188503" cy="2347946"/>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3911602"/>
            <a:ext cx="2604228" cy="2551857"/>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0"/>
            <a:ext cx="6094476" cy="3429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a:p>
            <a:endParaRPr lang="en-US" dirty="0"/>
          </a:p>
          <a:p>
            <a:endParaRPr lang="en-US" dirty="0"/>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3564208"/>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3563605"/>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3563605"/>
            <a:ext cx="253243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3563605"/>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3911077"/>
            <a:ext cx="2605524"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3911077"/>
            <a:ext cx="2528905"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3911077"/>
            <a:ext cx="2604669" cy="2551580"/>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B1C3CAD3-1CA7-493E-9AD3-8B0C1BB152BC}"/>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4243567093"/>
      </p:ext>
    </p:extLst>
  </p:cSld>
  <p:clrMapOvr>
    <a:masterClrMapping/>
  </p:clrMapOvr>
</p:sldLayout>
</file>

<file path=ppt/slideLayouts/slideLayout111.xml><?xml version="1.0" encoding="utf-8"?>
<p:sldLayout xmlns:a="http://schemas.openxmlformats.org/drawingml/2006/main" xmlns:r="http://schemas.openxmlformats.org/officeDocument/2006/relationships" xmlns:p="http://schemas.openxmlformats.org/presentationml/2006/main" showMasterSp="0" preserve="1" userDrawn="1">
  <p:cSld name="2_1/6 Image">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45A6104-2147-ED48-827D-CB214B123CF6}"/>
              </a:ext>
            </a:extLst>
          </p:cNvPr>
          <p:cNvSpPr/>
          <p:nvPr userDrawn="1"/>
        </p:nvSpPr>
        <p:spPr>
          <a:xfrm>
            <a:off x="0" y="1"/>
            <a:ext cx="6096000" cy="1905000"/>
          </a:xfrm>
          <a:prstGeom prst="rect">
            <a:avLst/>
          </a:prstGeom>
          <a:solidFill>
            <a:schemeClr val="accent4"/>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2" name="Title 1">
            <a:extLst>
              <a:ext uri="{FF2B5EF4-FFF2-40B4-BE49-F238E27FC236}">
                <a16:creationId xmlns:a16="http://schemas.microsoft.com/office/drawing/2014/main" id="{4667B03D-3B0E-4A16-8455-9D5E13184485}"/>
              </a:ext>
            </a:extLst>
          </p:cNvPr>
          <p:cNvSpPr>
            <a:spLocks noGrp="1"/>
          </p:cNvSpPr>
          <p:nvPr>
            <p:ph type="title"/>
          </p:nvPr>
        </p:nvSpPr>
        <p:spPr>
          <a:xfrm>
            <a:off x="333756" y="269748"/>
            <a:ext cx="5647944" cy="1635252"/>
          </a:xfrm>
          <a:ln w="12700">
            <a:noFill/>
          </a:ln>
        </p:spPr>
        <p:txBody>
          <a:bodyPr vert="horz" lIns="0" tIns="0" rIns="0" bIns="0" rtlCol="0" anchor="t" anchorCtr="0">
            <a:noAutofit/>
          </a:bodyPr>
          <a:lstStyle>
            <a:lvl1pPr>
              <a:defRPr lang="en-US" dirty="0">
                <a:ln w="9525">
                  <a:noFill/>
                </a:ln>
                <a:solidFill>
                  <a:schemeClr val="bg1"/>
                </a:solidFill>
              </a:defRPr>
            </a:lvl1pPr>
          </a:lstStyle>
          <a:p>
            <a:pPr marL="0" lvl="0"/>
            <a:r>
              <a:rPr lang="en-US"/>
              <a:t>Click to edit Master title style</a:t>
            </a:r>
          </a:p>
        </p:txBody>
      </p:sp>
      <p:sp>
        <p:nvSpPr>
          <p:cNvPr id="3" name="Footer Placeholder 2">
            <a:extLst>
              <a:ext uri="{FF2B5EF4-FFF2-40B4-BE49-F238E27FC236}">
                <a16:creationId xmlns:a16="http://schemas.microsoft.com/office/drawing/2014/main" id="{B81E716E-C5BB-4C0D-87F8-C77CE23B6BBD}"/>
              </a:ext>
            </a:extLst>
          </p:cNvPr>
          <p:cNvSpPr>
            <a:spLocks noGrp="1"/>
          </p:cNvSpPr>
          <p:nvPr>
            <p:ph type="ftr" sz="quarter" idx="10"/>
          </p:nvPr>
        </p:nvSpPr>
        <p:spPr/>
        <p:txBody>
          <a:bodyPr/>
          <a:lstStyle/>
          <a:p>
            <a:endParaRPr lang="en-US" dirty="0"/>
          </a:p>
        </p:txBody>
      </p:sp>
      <p:sp>
        <p:nvSpPr>
          <p:cNvPr id="4" name="Slide Number Placeholder 3">
            <a:extLst>
              <a:ext uri="{FF2B5EF4-FFF2-40B4-BE49-F238E27FC236}">
                <a16:creationId xmlns:a16="http://schemas.microsoft.com/office/drawing/2014/main" id="{01A1175B-AB55-4201-86CB-865AD2E0E905}"/>
              </a:ext>
            </a:extLst>
          </p:cNvPr>
          <p:cNvSpPr>
            <a:spLocks noGrp="1"/>
          </p:cNvSpPr>
          <p:nvPr>
            <p:ph type="sldNum" sz="quarter" idx="11"/>
          </p:nvPr>
        </p:nvSpPr>
        <p:spPr/>
        <p:txBody>
          <a:bodyPr/>
          <a:lstStyle/>
          <a:p>
            <a:fld id="{762E77F0-FB5B-4E8E-9BC9-34F14560A017}" type="slidenum">
              <a:rPr lang="en-US" smtClean="0"/>
              <a:pPr/>
              <a:t>‹#›</a:t>
            </a:fld>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48146" y="2430924"/>
            <a:ext cx="2604228" cy="3544054"/>
          </a:xfrm>
        </p:spPr>
        <p:txBody>
          <a:bodyPr lIns="0">
            <a:noAutofit/>
          </a:bodyPr>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16" name="Picture Placeholder 15">
            <a:extLst>
              <a:ext uri="{FF2B5EF4-FFF2-40B4-BE49-F238E27FC236}">
                <a16:creationId xmlns:a16="http://schemas.microsoft.com/office/drawing/2014/main" id="{E7D95B2B-F8E6-DF49-975B-2D0856FD7834}"/>
              </a:ext>
            </a:extLst>
          </p:cNvPr>
          <p:cNvSpPr>
            <a:spLocks noGrp="1"/>
          </p:cNvSpPr>
          <p:nvPr>
            <p:ph type="pic" sz="quarter" idx="13" hasCustomPrompt="1"/>
          </p:nvPr>
        </p:nvSpPr>
        <p:spPr>
          <a:xfrm>
            <a:off x="6094476" y="1"/>
            <a:ext cx="6097524" cy="1905000"/>
          </a:xfrm>
          <a:solidFill>
            <a:schemeClr val="bg1">
              <a:lumMod val="75000"/>
            </a:schemeClr>
          </a:solidFill>
        </p:spPr>
        <p:txBody>
          <a:bodyPr/>
          <a:lstStyle>
            <a:lvl1pPr marL="142875" marR="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lvl1pPr>
          </a:lstStyle>
          <a:p>
            <a:pPr marL="142875" marR="0" lvl="0" indent="-142875" algn="l" defTabSz="914400" rtl="0" eaLnBrk="1" fontAlgn="auto" latinLnBrk="0" hangingPunct="1">
              <a:lnSpc>
                <a:spcPct val="100000"/>
              </a:lnSpc>
              <a:spcBef>
                <a:spcPts val="0"/>
              </a:spcBef>
              <a:spcAft>
                <a:spcPts val="1500"/>
              </a:spcAft>
              <a:buClr>
                <a:schemeClr val="tx2"/>
              </a:buClr>
              <a:buSzTx/>
              <a:buFont typeface="Arial" panose="020B0604020202020204" pitchFamily="34" charset="0"/>
              <a:buChar char="•"/>
              <a:tabLst/>
              <a:defRPr/>
            </a:pPr>
            <a:r>
              <a:rPr lang="en-US" dirty="0"/>
              <a:t>Click icon in the center of box to add picture</a:t>
            </a:r>
          </a:p>
        </p:txBody>
      </p:sp>
      <p:sp>
        <p:nvSpPr>
          <p:cNvPr id="18" name="Text Placeholder 17">
            <a:extLst>
              <a:ext uri="{FF2B5EF4-FFF2-40B4-BE49-F238E27FC236}">
                <a16:creationId xmlns:a16="http://schemas.microsoft.com/office/drawing/2014/main" id="{7C815302-58BA-544A-A70E-11B5AE7C074B}"/>
              </a:ext>
            </a:extLst>
          </p:cNvPr>
          <p:cNvSpPr>
            <a:spLocks noGrp="1"/>
          </p:cNvSpPr>
          <p:nvPr>
            <p:ph type="body" sz="quarter" idx="14" hasCustomPrompt="1"/>
          </p:nvPr>
        </p:nvSpPr>
        <p:spPr>
          <a:xfrm>
            <a:off x="344487" y="2083532"/>
            <a:ext cx="2608263" cy="392906"/>
          </a:xfrm>
        </p:spPr>
        <p:txBody>
          <a:bodyPr vert="horz" lIns="0" tIns="0" rIns="0" bIns="0" rtlCol="0">
            <a:noAutofit/>
          </a:bodyPr>
          <a:lstStyle>
            <a:lvl1pPr marL="0" indent="0">
              <a:buNone/>
              <a:defRPr lang="en-US" sz="1875">
                <a:ln w="3175">
                  <a:noFill/>
                </a:ln>
              </a:defRPr>
            </a:lvl1pPr>
          </a:lstStyle>
          <a:p>
            <a:pPr lvl="0" fontAlgn="base"/>
            <a:r>
              <a:rPr lang="en-US"/>
              <a:t>Column Header 1</a:t>
            </a:r>
          </a:p>
        </p:txBody>
      </p:sp>
      <p:sp>
        <p:nvSpPr>
          <p:cNvPr id="22" name="Text Placeholder 21">
            <a:extLst>
              <a:ext uri="{FF2B5EF4-FFF2-40B4-BE49-F238E27FC236}">
                <a16:creationId xmlns:a16="http://schemas.microsoft.com/office/drawing/2014/main" id="{8E5A713F-3F9A-164E-8906-908A2E37AEDC}"/>
              </a:ext>
            </a:extLst>
          </p:cNvPr>
          <p:cNvSpPr>
            <a:spLocks noGrp="1"/>
          </p:cNvSpPr>
          <p:nvPr>
            <p:ph type="body" sz="quarter" idx="15" hasCustomPrompt="1"/>
          </p:nvPr>
        </p:nvSpPr>
        <p:spPr>
          <a:xfrm>
            <a:off x="3238501" y="2082928"/>
            <a:ext cx="2608263" cy="393192"/>
          </a:xfrm>
        </p:spPr>
        <p:txBody>
          <a:bodyPr vert="horz" lIns="0" tIns="0" rIns="0" bIns="0" rtlCol="0">
            <a:noAutofit/>
          </a:bodyPr>
          <a:lstStyle>
            <a:lvl1pPr marL="0" indent="0">
              <a:buNone/>
              <a:defRPr lang="en-US" sz="1875">
                <a:ln w="3175">
                  <a:noFill/>
                </a:ln>
              </a:defRPr>
            </a:lvl1pPr>
          </a:lstStyle>
          <a:p>
            <a:pPr lvl="0" fontAlgn="base"/>
            <a:r>
              <a:rPr lang="en-US"/>
              <a:t>Column Header 2</a:t>
            </a:r>
          </a:p>
        </p:txBody>
      </p:sp>
      <p:sp>
        <p:nvSpPr>
          <p:cNvPr id="24" name="Text Placeholder 23">
            <a:extLst>
              <a:ext uri="{FF2B5EF4-FFF2-40B4-BE49-F238E27FC236}">
                <a16:creationId xmlns:a16="http://schemas.microsoft.com/office/drawing/2014/main" id="{52B11054-EA62-C241-B60E-B5FC645F961F}"/>
              </a:ext>
            </a:extLst>
          </p:cNvPr>
          <p:cNvSpPr>
            <a:spLocks noGrp="1"/>
          </p:cNvSpPr>
          <p:nvPr>
            <p:ph type="body" sz="quarter" idx="16" hasCustomPrompt="1"/>
          </p:nvPr>
        </p:nvSpPr>
        <p:spPr>
          <a:xfrm>
            <a:off x="6096001" y="2082928"/>
            <a:ext cx="2608307" cy="393192"/>
          </a:xfrm>
        </p:spPr>
        <p:txBody>
          <a:bodyPr vert="horz" lIns="0" tIns="0" rIns="0" bIns="0" rtlCol="0">
            <a:noAutofit/>
          </a:bodyPr>
          <a:lstStyle>
            <a:lvl1pPr marL="0" indent="0">
              <a:buNone/>
              <a:defRPr lang="en-US" sz="1875">
                <a:ln w="3175">
                  <a:noFill/>
                </a:ln>
              </a:defRPr>
            </a:lvl1pPr>
          </a:lstStyle>
          <a:p>
            <a:pPr lvl="0" fontAlgn="base"/>
            <a:r>
              <a:rPr lang="en-US"/>
              <a:t>Column Header 3</a:t>
            </a:r>
          </a:p>
        </p:txBody>
      </p:sp>
      <p:sp>
        <p:nvSpPr>
          <p:cNvPr id="26" name="Text Placeholder 25">
            <a:extLst>
              <a:ext uri="{FF2B5EF4-FFF2-40B4-BE49-F238E27FC236}">
                <a16:creationId xmlns:a16="http://schemas.microsoft.com/office/drawing/2014/main" id="{5F174BBE-E3FD-3243-B5B9-46D5793B72E1}"/>
              </a:ext>
            </a:extLst>
          </p:cNvPr>
          <p:cNvSpPr>
            <a:spLocks noGrp="1"/>
          </p:cNvSpPr>
          <p:nvPr>
            <p:ph type="body" sz="quarter" idx="17" hasCustomPrompt="1"/>
          </p:nvPr>
        </p:nvSpPr>
        <p:spPr>
          <a:xfrm>
            <a:off x="8972550" y="2082928"/>
            <a:ext cx="2608322" cy="393192"/>
          </a:xfrm>
        </p:spPr>
        <p:txBody>
          <a:bodyPr vert="horz" lIns="0" tIns="0" rIns="0" bIns="0" rtlCol="0">
            <a:noAutofit/>
          </a:bodyPr>
          <a:lstStyle>
            <a:lvl1pPr marL="0" indent="0">
              <a:buNone/>
              <a:defRPr lang="en-US" sz="1875">
                <a:ln w="3175">
                  <a:noFill/>
                </a:ln>
              </a:defRPr>
            </a:lvl1pPr>
          </a:lstStyle>
          <a:p>
            <a:pPr lvl="0" fontAlgn="base"/>
            <a:r>
              <a:rPr lang="en-US"/>
              <a:t>Column Header 4</a:t>
            </a:r>
          </a:p>
        </p:txBody>
      </p:sp>
      <p:sp>
        <p:nvSpPr>
          <p:cNvPr id="28" name="Text Placeholder 27">
            <a:extLst>
              <a:ext uri="{FF2B5EF4-FFF2-40B4-BE49-F238E27FC236}">
                <a16:creationId xmlns:a16="http://schemas.microsoft.com/office/drawing/2014/main" id="{C0184701-AA4C-194F-A41C-3F1116AD556C}"/>
              </a:ext>
            </a:extLst>
          </p:cNvPr>
          <p:cNvSpPr>
            <a:spLocks noGrp="1"/>
          </p:cNvSpPr>
          <p:nvPr>
            <p:ph type="body" sz="quarter" idx="18"/>
          </p:nvPr>
        </p:nvSpPr>
        <p:spPr>
          <a:xfrm>
            <a:off x="3241239" y="2430401"/>
            <a:ext cx="2605524"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0" name="Text Placeholder 29">
            <a:extLst>
              <a:ext uri="{FF2B5EF4-FFF2-40B4-BE49-F238E27FC236}">
                <a16:creationId xmlns:a16="http://schemas.microsoft.com/office/drawing/2014/main" id="{34FDDF5D-3009-854F-8EE1-970F47DC067C}"/>
              </a:ext>
            </a:extLst>
          </p:cNvPr>
          <p:cNvSpPr>
            <a:spLocks noGrp="1"/>
          </p:cNvSpPr>
          <p:nvPr>
            <p:ph type="body" sz="quarter" idx="19"/>
          </p:nvPr>
        </p:nvSpPr>
        <p:spPr>
          <a:xfrm>
            <a:off x="6099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sp>
        <p:nvSpPr>
          <p:cNvPr id="32" name="Text Placeholder 31">
            <a:extLst>
              <a:ext uri="{FF2B5EF4-FFF2-40B4-BE49-F238E27FC236}">
                <a16:creationId xmlns:a16="http://schemas.microsoft.com/office/drawing/2014/main" id="{A7E979D6-BADA-DD44-B570-65D20DD14190}"/>
              </a:ext>
            </a:extLst>
          </p:cNvPr>
          <p:cNvSpPr>
            <a:spLocks noGrp="1"/>
          </p:cNvSpPr>
          <p:nvPr>
            <p:ph type="body" sz="quarter" idx="20"/>
          </p:nvPr>
        </p:nvSpPr>
        <p:spPr>
          <a:xfrm>
            <a:off x="8976204" y="2430401"/>
            <a:ext cx="2604669" cy="3543669"/>
          </a:xfrm>
        </p:spPr>
        <p:txBody>
          <a:bodyPr lIns="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a:p>
            <a:pPr marL="142875" marR="0" lvl="4"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Fifth level</a:t>
            </a:r>
          </a:p>
        </p:txBody>
      </p:sp>
      <p:pic>
        <p:nvPicPr>
          <p:cNvPr id="17" name="Picture 16">
            <a:extLst>
              <a:ext uri="{FF2B5EF4-FFF2-40B4-BE49-F238E27FC236}">
                <a16:creationId xmlns:a16="http://schemas.microsoft.com/office/drawing/2014/main" id="{D849D188-5CF7-40B4-9CE3-E8F2826430CB}"/>
              </a:ext>
            </a:extLst>
          </p:cNvPr>
          <p:cNvPicPr>
            <a:picLocks noChangeAspect="1"/>
          </p:cNvPicPr>
          <p:nvPr userDrawn="1"/>
        </p:nvPicPr>
        <p:blipFill>
          <a:blip r:embed="rId2"/>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1581405245"/>
      </p:ext>
    </p:extLst>
  </p:cSld>
  <p:clrMapOvr>
    <a:masterClrMapping/>
  </p:clrMapOvr>
</p:sldLayout>
</file>

<file path=ppt/slideLayouts/slideLayout112.xml><?xml version="1.0" encoding="utf-8"?>
<p:sldLayout xmlns:a="http://schemas.openxmlformats.org/drawingml/2006/main" xmlns:r="http://schemas.openxmlformats.org/officeDocument/2006/relationships" xmlns:p="http://schemas.openxmlformats.org/presentationml/2006/main" showMasterSp="0" preserve="1" userDrawn="1">
  <p:cSld name="7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323850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360426" y="365760"/>
            <a:ext cx="2878074" cy="203454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CB8122EE-77B3-4D25-9D8E-8FB52B3C2AC9}"/>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2005785651"/>
      </p:ext>
    </p:extLst>
  </p:cSld>
  <p:clrMapOvr>
    <a:masterClrMapping/>
  </p:clrMapOvr>
</p:sldLayout>
</file>

<file path=ppt/slideLayouts/slideLayout113.xml><?xml version="1.0" encoding="utf-8"?>
<p:sldLayout xmlns:a="http://schemas.openxmlformats.org/drawingml/2006/main" xmlns:r="http://schemas.openxmlformats.org/officeDocument/2006/relationships" xmlns:p="http://schemas.openxmlformats.org/presentationml/2006/main" showMasterSp="0" preserve="1" userDrawn="1">
  <p:cSld name="8_Full Screen w PostIts 01">
    <p:spTree>
      <p:nvGrpSpPr>
        <p:cNvPr id="1" name=""/>
        <p:cNvGrpSpPr/>
        <p:nvPr/>
      </p:nvGrpSpPr>
      <p:grpSpPr>
        <a:xfrm>
          <a:off x="0" y="0"/>
          <a:ext cx="0" cy="0"/>
          <a:chOff x="0" y="0"/>
          <a:chExt cx="0" cy="0"/>
        </a:xfrm>
      </p:grpSpPr>
      <p:sp>
        <p:nvSpPr>
          <p:cNvPr id="6" name="Picture Placeholder 5">
            <a:extLst>
              <a:ext uri="{FF2B5EF4-FFF2-40B4-BE49-F238E27FC236}">
                <a16:creationId xmlns:a16="http://schemas.microsoft.com/office/drawing/2014/main" id="{FC21AA0E-9E2E-CD48-B732-33823216CA71}"/>
              </a:ext>
            </a:extLst>
          </p:cNvPr>
          <p:cNvSpPr>
            <a:spLocks noGrp="1"/>
          </p:cNvSpPr>
          <p:nvPr>
            <p:ph type="pic" sz="quarter" idx="12"/>
          </p:nvPr>
        </p:nvSpPr>
        <p:spPr>
          <a:xfrm>
            <a:off x="0" y="0"/>
            <a:ext cx="12193524" cy="6858000"/>
          </a:xfr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dirty="0"/>
              <a:t>Click icon to add picture</a:t>
            </a:r>
          </a:p>
        </p:txBody>
      </p:sp>
      <p:sp>
        <p:nvSpPr>
          <p:cNvPr id="3" name="Footer Placeholder 2">
            <a:extLst>
              <a:ext uri="{FF2B5EF4-FFF2-40B4-BE49-F238E27FC236}">
                <a16:creationId xmlns:a16="http://schemas.microsoft.com/office/drawing/2014/main" id="{90DE15A5-4D9F-1F4C-A2FE-BCE9333BF5EC}"/>
              </a:ext>
            </a:extLst>
          </p:cNvPr>
          <p:cNvSpPr>
            <a:spLocks noGrp="1"/>
          </p:cNvSpPr>
          <p:nvPr>
            <p:ph type="ftr" sz="quarter" idx="10"/>
          </p:nvPr>
        </p:nvSpPr>
        <p:spPr/>
        <p:txBody>
          <a:bodyPr/>
          <a:lstStyle>
            <a:lvl1pPr>
              <a:defRPr>
                <a:solidFill>
                  <a:schemeClr val="bg1"/>
                </a:solidFill>
              </a:defRPr>
            </a:lvl1pPr>
          </a:lstStyle>
          <a:p>
            <a:endParaRPr lang="en-US" dirty="0"/>
          </a:p>
        </p:txBody>
      </p:sp>
      <p:sp>
        <p:nvSpPr>
          <p:cNvPr id="4" name="Slide Number Placeholder 3">
            <a:extLst>
              <a:ext uri="{FF2B5EF4-FFF2-40B4-BE49-F238E27FC236}">
                <a16:creationId xmlns:a16="http://schemas.microsoft.com/office/drawing/2014/main" id="{F41D764D-58D3-C848-A5CF-E3744B83DFB7}"/>
              </a:ext>
            </a:extLst>
          </p:cNvPr>
          <p:cNvSpPr>
            <a:spLocks noGrp="1"/>
          </p:cNvSpPr>
          <p:nvPr>
            <p:ph type="sldNum" sz="quarter" idx="11"/>
          </p:nvPr>
        </p:nvSpPr>
        <p:spPr/>
        <p:txBody>
          <a:bodyPr/>
          <a:lstStyle>
            <a:lvl1pPr>
              <a:defRPr>
                <a:solidFill>
                  <a:schemeClr val="bg1"/>
                </a:solidFill>
              </a:defRPr>
            </a:lvl1pPr>
          </a:lstStyle>
          <a:p>
            <a:fld id="{762E77F0-FB5B-4E8E-9BC9-34F14560A017}" type="slidenum">
              <a:rPr lang="en-US" smtClean="0"/>
              <a:pPr/>
              <a:t>‹#›</a:t>
            </a:fld>
            <a:endParaRPr lang="en-US" dirty="0"/>
          </a:p>
        </p:txBody>
      </p:sp>
      <p:sp>
        <p:nvSpPr>
          <p:cNvPr id="10" name="Text Placeholder 9">
            <a:extLst>
              <a:ext uri="{FF2B5EF4-FFF2-40B4-BE49-F238E27FC236}">
                <a16:creationId xmlns:a16="http://schemas.microsoft.com/office/drawing/2014/main" id="{F9B1F1B6-DA20-BF4A-97CD-0AAABFCC97B0}"/>
              </a:ext>
            </a:extLst>
          </p:cNvPr>
          <p:cNvSpPr>
            <a:spLocks noGrp="1"/>
          </p:cNvSpPr>
          <p:nvPr>
            <p:ph type="body" sz="quarter" idx="13"/>
          </p:nvPr>
        </p:nvSpPr>
        <p:spPr>
          <a:xfrm>
            <a:off x="8972550" y="2400300"/>
            <a:ext cx="2857500" cy="2057400"/>
          </a:xfrm>
          <a:solidFill>
            <a:schemeClr val="bg1"/>
          </a:solidFill>
        </p:spPr>
        <p:txBody>
          <a:bodyPr lIns="182880" tIns="182880" rIns="91440"/>
          <a:lstStyle>
            <a:lvl1pPr marL="142875" marR="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1pPr>
            <a:lvl2pPr marL="428625" marR="0" indent="-145257"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2pPr>
            <a:lvl3pPr marL="714375" marR="0" indent="-147638"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3pPr>
            <a:lvl4pPr marL="1000125" marR="0" indent="-150019"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4pPr>
            <a:lvl5pPr marL="1285875" marR="0" indent="-152400"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sz="1875"/>
            </a:lvl5pPr>
          </a:lstStyle>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Edit Master text styles</a:t>
            </a:r>
          </a:p>
          <a:p>
            <a:pPr marL="142875" marR="0" lvl="1"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Second level</a:t>
            </a:r>
          </a:p>
          <a:p>
            <a:pPr marL="142875" marR="0" lvl="2"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Third level</a:t>
            </a:r>
          </a:p>
          <a:p>
            <a:pPr marL="142875" marR="0" lvl="3"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US" sz="1800" b="0" i="0" u="none" strike="noStrike" kern="1200" cap="none" spc="0" normalizeH="0" baseline="0" noProof="0">
                <a:ln>
                  <a:noFill/>
                </a:ln>
                <a:solidFill>
                  <a:prstClr val="black"/>
                </a:solidFill>
                <a:effectLst/>
                <a:uLnTx/>
                <a:uFillTx/>
                <a:latin typeface="+mn-lt"/>
                <a:ea typeface="+mn-ea"/>
                <a:cs typeface="+mn-cs"/>
              </a:rPr>
              <a:t>Fourth level</a:t>
            </a:r>
          </a:p>
        </p:txBody>
      </p:sp>
      <p:sp>
        <p:nvSpPr>
          <p:cNvPr id="13" name="Title 12">
            <a:extLst>
              <a:ext uri="{FF2B5EF4-FFF2-40B4-BE49-F238E27FC236}">
                <a16:creationId xmlns:a16="http://schemas.microsoft.com/office/drawing/2014/main" id="{58C4667B-36E6-384D-9236-5ED44E3130B6}"/>
              </a:ext>
            </a:extLst>
          </p:cNvPr>
          <p:cNvSpPr>
            <a:spLocks noGrp="1"/>
          </p:cNvSpPr>
          <p:nvPr>
            <p:ph type="title"/>
          </p:nvPr>
        </p:nvSpPr>
        <p:spPr>
          <a:xfrm>
            <a:off x="6094476" y="365760"/>
            <a:ext cx="2878074" cy="2034540"/>
          </a:xfrm>
          <a:solidFill>
            <a:schemeClr val="accent4"/>
          </a:solidFill>
          <a:ln w="12700">
            <a:noFill/>
          </a:ln>
        </p:spPr>
        <p:txBody>
          <a:bodyPr vert="horz" lIns="228600" tIns="155448" rIns="329184" bIns="155448" rtlCol="0" anchor="t" anchorCtr="0">
            <a:noAutofit/>
          </a:bodyPr>
          <a:lstStyle>
            <a:lvl1pPr>
              <a:defRPr lang="en-US" dirty="0">
                <a:ln w="9525">
                  <a:noFill/>
                </a:ln>
                <a:solidFill>
                  <a:schemeClr val="bg1"/>
                </a:solidFill>
              </a:defRPr>
            </a:lvl1pPr>
          </a:lstStyle>
          <a:p>
            <a:pPr marL="0" lvl="0" indent="0">
              <a:spcAft>
                <a:spcPts val="1500"/>
              </a:spcAft>
              <a:buFont typeface="Arial" panose="020B0604020202020204" pitchFamily="34" charset="0"/>
            </a:pPr>
            <a:r>
              <a:rPr lang="en-US"/>
              <a:t>Click to edit Master title style</a:t>
            </a:r>
          </a:p>
        </p:txBody>
      </p:sp>
      <p:sp>
        <p:nvSpPr>
          <p:cNvPr id="8" name="Freeform 5">
            <a:extLst>
              <a:ext uri="{FF2B5EF4-FFF2-40B4-BE49-F238E27FC236}">
                <a16:creationId xmlns:a16="http://schemas.microsoft.com/office/drawing/2014/main" id="{A0457777-0493-42E3-8F48-152CCF754CBB}"/>
              </a:ext>
            </a:extLst>
          </p:cNvPr>
          <p:cNvSpPr>
            <a:spLocks noEditPoints="1"/>
          </p:cNvSpPr>
          <p:nvPr userDrawn="1"/>
        </p:nvSpPr>
        <p:spPr bwMode="auto">
          <a:xfrm>
            <a:off x="328613" y="6297613"/>
            <a:ext cx="1484313" cy="461963"/>
          </a:xfrm>
          <a:custGeom>
            <a:avLst/>
            <a:gdLst>
              <a:gd name="T0" fmla="*/ 1241 w 1600"/>
              <a:gd name="T1" fmla="*/ 405 h 496"/>
              <a:gd name="T2" fmla="*/ 1179 w 1600"/>
              <a:gd name="T3" fmla="*/ 423 h 496"/>
              <a:gd name="T4" fmla="*/ 1379 w 1600"/>
              <a:gd name="T5" fmla="*/ 405 h 496"/>
              <a:gd name="T6" fmla="*/ 1317 w 1600"/>
              <a:gd name="T7" fmla="*/ 423 h 496"/>
              <a:gd name="T8" fmla="*/ 1272 w 1600"/>
              <a:gd name="T9" fmla="*/ 344 h 496"/>
              <a:gd name="T10" fmla="*/ 953 w 1600"/>
              <a:gd name="T11" fmla="*/ 436 h 496"/>
              <a:gd name="T12" fmla="*/ 963 w 1600"/>
              <a:gd name="T13" fmla="*/ 374 h 496"/>
              <a:gd name="T14" fmla="*/ 855 w 1600"/>
              <a:gd name="T15" fmla="*/ 370 h 496"/>
              <a:gd name="T16" fmla="*/ 846 w 1600"/>
              <a:gd name="T17" fmla="*/ 443 h 496"/>
              <a:gd name="T18" fmla="*/ 852 w 1600"/>
              <a:gd name="T19" fmla="*/ 385 h 496"/>
              <a:gd name="T20" fmla="*/ 1442 w 1600"/>
              <a:gd name="T21" fmla="*/ 451 h 496"/>
              <a:gd name="T22" fmla="*/ 1446 w 1600"/>
              <a:gd name="T23" fmla="*/ 484 h 496"/>
              <a:gd name="T24" fmla="*/ 1451 w 1600"/>
              <a:gd name="T25" fmla="*/ 407 h 496"/>
              <a:gd name="T26" fmla="*/ 1452 w 1600"/>
              <a:gd name="T27" fmla="*/ 397 h 496"/>
              <a:gd name="T28" fmla="*/ 1094 w 1600"/>
              <a:gd name="T29" fmla="*/ 372 h 496"/>
              <a:gd name="T30" fmla="*/ 1112 w 1600"/>
              <a:gd name="T31" fmla="*/ 387 h 496"/>
              <a:gd name="T32" fmla="*/ 1142 w 1600"/>
              <a:gd name="T33" fmla="*/ 408 h 496"/>
              <a:gd name="T34" fmla="*/ 985 w 1600"/>
              <a:gd name="T35" fmla="*/ 344 h 496"/>
              <a:gd name="T36" fmla="*/ 1016 w 1600"/>
              <a:gd name="T37" fmla="*/ 387 h 496"/>
              <a:gd name="T38" fmla="*/ 1046 w 1600"/>
              <a:gd name="T39" fmla="*/ 408 h 496"/>
              <a:gd name="T40" fmla="*/ 767 w 1600"/>
              <a:gd name="T41" fmla="*/ 372 h 496"/>
              <a:gd name="T42" fmla="*/ 755 w 1600"/>
              <a:gd name="T43" fmla="*/ 441 h 496"/>
              <a:gd name="T44" fmla="*/ 783 w 1600"/>
              <a:gd name="T45" fmla="*/ 442 h 496"/>
              <a:gd name="T46" fmla="*/ 806 w 1600"/>
              <a:gd name="T47" fmla="*/ 372 h 496"/>
              <a:gd name="T48" fmla="*/ 1551 w 1600"/>
              <a:gd name="T49" fmla="*/ 444 h 496"/>
              <a:gd name="T50" fmla="*/ 1544 w 1600"/>
              <a:gd name="T51" fmla="*/ 441 h 496"/>
              <a:gd name="T52" fmla="*/ 1572 w 1600"/>
              <a:gd name="T53" fmla="*/ 446 h 496"/>
              <a:gd name="T54" fmla="*/ 1556 w 1600"/>
              <a:gd name="T55" fmla="*/ 457 h 496"/>
              <a:gd name="T56" fmla="*/ 1576 w 1600"/>
              <a:gd name="T57" fmla="*/ 441 h 496"/>
              <a:gd name="T58" fmla="*/ 1549 w 1600"/>
              <a:gd name="T59" fmla="*/ 372 h 496"/>
              <a:gd name="T60" fmla="*/ 1497 w 1600"/>
              <a:gd name="T61" fmla="*/ 468 h 496"/>
              <a:gd name="T62" fmla="*/ 746 w 1600"/>
              <a:gd name="T63" fmla="*/ 269 h 496"/>
              <a:gd name="T64" fmla="*/ 752 w 1600"/>
              <a:gd name="T65" fmla="*/ 182 h 496"/>
              <a:gd name="T66" fmla="*/ 795 w 1600"/>
              <a:gd name="T67" fmla="*/ 104 h 496"/>
              <a:gd name="T68" fmla="*/ 342 w 1600"/>
              <a:gd name="T69" fmla="*/ 187 h 496"/>
              <a:gd name="T70" fmla="*/ 404 w 1600"/>
              <a:gd name="T71" fmla="*/ 181 h 496"/>
              <a:gd name="T72" fmla="*/ 1515 w 1600"/>
              <a:gd name="T73" fmla="*/ 223 h 496"/>
              <a:gd name="T74" fmla="*/ 1445 w 1600"/>
              <a:gd name="T75" fmla="*/ 100 h 496"/>
              <a:gd name="T76" fmla="*/ 1515 w 1600"/>
              <a:gd name="T77" fmla="*/ 223 h 496"/>
              <a:gd name="T78" fmla="*/ 1384 w 1600"/>
              <a:gd name="T79" fmla="*/ 61 h 496"/>
              <a:gd name="T80" fmla="*/ 1354 w 1600"/>
              <a:gd name="T81" fmla="*/ 221 h 496"/>
              <a:gd name="T82" fmla="*/ 1384 w 1600"/>
              <a:gd name="T83" fmla="*/ 61 h 496"/>
              <a:gd name="T84" fmla="*/ 1113 w 1600"/>
              <a:gd name="T85" fmla="*/ 269 h 496"/>
              <a:gd name="T86" fmla="*/ 1244 w 1600"/>
              <a:gd name="T87" fmla="*/ 153 h 496"/>
              <a:gd name="T88" fmla="*/ 1184 w 1600"/>
              <a:gd name="T89" fmla="*/ 165 h 496"/>
              <a:gd name="T90" fmla="*/ 261 w 1600"/>
              <a:gd name="T91" fmla="*/ 226 h 496"/>
              <a:gd name="T92" fmla="*/ 321 w 1600"/>
              <a:gd name="T93" fmla="*/ 81 h 496"/>
              <a:gd name="T94" fmla="*/ 226 w 1600"/>
              <a:gd name="T95" fmla="*/ 221 h 496"/>
              <a:gd name="T96" fmla="*/ 943 w 1600"/>
              <a:gd name="T97" fmla="*/ 269 h 496"/>
              <a:gd name="T98" fmla="*/ 932 w 1600"/>
              <a:gd name="T99" fmla="*/ 64 h 496"/>
              <a:gd name="T100" fmla="*/ 966 w 1600"/>
              <a:gd name="T101" fmla="*/ 109 h 496"/>
              <a:gd name="T102" fmla="*/ 91 w 1600"/>
              <a:gd name="T103" fmla="*/ 64 h 496"/>
              <a:gd name="T104" fmla="*/ 154 w 1600"/>
              <a:gd name="T105" fmla="*/ 121 h 496"/>
              <a:gd name="T106" fmla="*/ 621 w 1600"/>
              <a:gd name="T107" fmla="*/ 265 h 496"/>
              <a:gd name="T108" fmla="*/ 579 w 1600"/>
              <a:gd name="T109" fmla="*/ 156 h 49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 ang="0">
                <a:pos x="T100" y="T101"/>
              </a:cxn>
              <a:cxn ang="0">
                <a:pos x="T102" y="T103"/>
              </a:cxn>
              <a:cxn ang="0">
                <a:pos x="T104" y="T105"/>
              </a:cxn>
              <a:cxn ang="0">
                <a:pos x="T106" y="T107"/>
              </a:cxn>
              <a:cxn ang="0">
                <a:pos x="T108" y="T109"/>
              </a:cxn>
            </a:cxnLst>
            <a:rect l="0" t="0" r="r" b="b"/>
            <a:pathLst>
              <a:path w="1600" h="496">
                <a:moveTo>
                  <a:pt x="1241" y="405"/>
                </a:moveTo>
                <a:cubicBezTo>
                  <a:pt x="1241" y="434"/>
                  <a:pt x="1221" y="459"/>
                  <a:pt x="1192" y="459"/>
                </a:cubicBezTo>
                <a:cubicBezTo>
                  <a:pt x="1171" y="459"/>
                  <a:pt x="1158" y="444"/>
                  <a:pt x="1158" y="424"/>
                </a:cubicBezTo>
                <a:cubicBezTo>
                  <a:pt x="1158" y="395"/>
                  <a:pt x="1178" y="370"/>
                  <a:pt x="1207" y="370"/>
                </a:cubicBezTo>
                <a:cubicBezTo>
                  <a:pt x="1229" y="370"/>
                  <a:pt x="1241" y="387"/>
                  <a:pt x="1241" y="405"/>
                </a:cubicBezTo>
                <a:close/>
                <a:moveTo>
                  <a:pt x="1179" y="423"/>
                </a:moveTo>
                <a:cubicBezTo>
                  <a:pt x="1179" y="435"/>
                  <a:pt x="1185" y="443"/>
                  <a:pt x="1195" y="443"/>
                </a:cubicBezTo>
                <a:cubicBezTo>
                  <a:pt x="1210" y="443"/>
                  <a:pt x="1220" y="422"/>
                  <a:pt x="1220" y="406"/>
                </a:cubicBezTo>
                <a:cubicBezTo>
                  <a:pt x="1220" y="397"/>
                  <a:pt x="1216" y="386"/>
                  <a:pt x="1204" y="386"/>
                </a:cubicBezTo>
                <a:cubicBezTo>
                  <a:pt x="1188" y="386"/>
                  <a:pt x="1179" y="408"/>
                  <a:pt x="1179" y="423"/>
                </a:cubicBezTo>
                <a:close/>
                <a:moveTo>
                  <a:pt x="1379" y="405"/>
                </a:moveTo>
                <a:cubicBezTo>
                  <a:pt x="1379" y="434"/>
                  <a:pt x="1359" y="459"/>
                  <a:pt x="1330" y="459"/>
                </a:cubicBezTo>
                <a:cubicBezTo>
                  <a:pt x="1309" y="459"/>
                  <a:pt x="1296" y="444"/>
                  <a:pt x="1296" y="424"/>
                </a:cubicBezTo>
                <a:cubicBezTo>
                  <a:pt x="1296" y="395"/>
                  <a:pt x="1316" y="370"/>
                  <a:pt x="1345" y="370"/>
                </a:cubicBezTo>
                <a:cubicBezTo>
                  <a:pt x="1367" y="370"/>
                  <a:pt x="1379" y="387"/>
                  <a:pt x="1379" y="405"/>
                </a:cubicBezTo>
                <a:close/>
                <a:moveTo>
                  <a:pt x="1317" y="423"/>
                </a:moveTo>
                <a:cubicBezTo>
                  <a:pt x="1317" y="435"/>
                  <a:pt x="1323" y="443"/>
                  <a:pt x="1333" y="443"/>
                </a:cubicBezTo>
                <a:cubicBezTo>
                  <a:pt x="1348" y="443"/>
                  <a:pt x="1358" y="422"/>
                  <a:pt x="1358" y="406"/>
                </a:cubicBezTo>
                <a:cubicBezTo>
                  <a:pt x="1358" y="397"/>
                  <a:pt x="1354" y="386"/>
                  <a:pt x="1342" y="386"/>
                </a:cubicBezTo>
                <a:cubicBezTo>
                  <a:pt x="1326" y="386"/>
                  <a:pt x="1317" y="408"/>
                  <a:pt x="1317" y="423"/>
                </a:cubicBezTo>
                <a:close/>
                <a:moveTo>
                  <a:pt x="1272" y="344"/>
                </a:moveTo>
                <a:cubicBezTo>
                  <a:pt x="1250" y="457"/>
                  <a:pt x="1250" y="457"/>
                  <a:pt x="1250" y="457"/>
                </a:cubicBezTo>
                <a:cubicBezTo>
                  <a:pt x="1270" y="457"/>
                  <a:pt x="1270" y="457"/>
                  <a:pt x="1270" y="457"/>
                </a:cubicBezTo>
                <a:cubicBezTo>
                  <a:pt x="1292" y="344"/>
                  <a:pt x="1292" y="344"/>
                  <a:pt x="1292" y="344"/>
                </a:cubicBezTo>
                <a:lnTo>
                  <a:pt x="1272" y="344"/>
                </a:lnTo>
                <a:close/>
                <a:moveTo>
                  <a:pt x="945" y="371"/>
                </a:moveTo>
                <a:cubicBezTo>
                  <a:pt x="913" y="371"/>
                  <a:pt x="891" y="395"/>
                  <a:pt x="891" y="425"/>
                </a:cubicBezTo>
                <a:cubicBezTo>
                  <a:pt x="891" y="445"/>
                  <a:pt x="904" y="459"/>
                  <a:pt x="925" y="459"/>
                </a:cubicBezTo>
                <a:cubicBezTo>
                  <a:pt x="936" y="459"/>
                  <a:pt x="945" y="456"/>
                  <a:pt x="950" y="454"/>
                </a:cubicBezTo>
                <a:cubicBezTo>
                  <a:pt x="953" y="436"/>
                  <a:pt x="953" y="436"/>
                  <a:pt x="953" y="436"/>
                </a:cubicBezTo>
                <a:cubicBezTo>
                  <a:pt x="950" y="438"/>
                  <a:pt x="942" y="442"/>
                  <a:pt x="931" y="442"/>
                </a:cubicBezTo>
                <a:cubicBezTo>
                  <a:pt x="919" y="442"/>
                  <a:pt x="912" y="435"/>
                  <a:pt x="912" y="423"/>
                </a:cubicBezTo>
                <a:cubicBezTo>
                  <a:pt x="912" y="405"/>
                  <a:pt x="924" y="387"/>
                  <a:pt x="944" y="387"/>
                </a:cubicBezTo>
                <a:cubicBezTo>
                  <a:pt x="951" y="387"/>
                  <a:pt x="956" y="389"/>
                  <a:pt x="959" y="391"/>
                </a:cubicBezTo>
                <a:cubicBezTo>
                  <a:pt x="963" y="374"/>
                  <a:pt x="963" y="374"/>
                  <a:pt x="963" y="374"/>
                </a:cubicBezTo>
                <a:cubicBezTo>
                  <a:pt x="960" y="373"/>
                  <a:pt x="953" y="371"/>
                  <a:pt x="945" y="371"/>
                </a:cubicBezTo>
                <a:close/>
                <a:moveTo>
                  <a:pt x="829" y="434"/>
                </a:moveTo>
                <a:cubicBezTo>
                  <a:pt x="827" y="431"/>
                  <a:pt x="826" y="425"/>
                  <a:pt x="826" y="422"/>
                </a:cubicBezTo>
                <a:cubicBezTo>
                  <a:pt x="859" y="423"/>
                  <a:pt x="882" y="416"/>
                  <a:pt x="882" y="394"/>
                </a:cubicBezTo>
                <a:cubicBezTo>
                  <a:pt x="882" y="380"/>
                  <a:pt x="871" y="370"/>
                  <a:pt x="855" y="370"/>
                </a:cubicBezTo>
                <a:cubicBezTo>
                  <a:pt x="825" y="370"/>
                  <a:pt x="807" y="398"/>
                  <a:pt x="807" y="424"/>
                </a:cubicBezTo>
                <a:cubicBezTo>
                  <a:pt x="807" y="445"/>
                  <a:pt x="818" y="459"/>
                  <a:pt x="841" y="459"/>
                </a:cubicBezTo>
                <a:cubicBezTo>
                  <a:pt x="853" y="459"/>
                  <a:pt x="865" y="456"/>
                  <a:pt x="873" y="451"/>
                </a:cubicBezTo>
                <a:cubicBezTo>
                  <a:pt x="877" y="433"/>
                  <a:pt x="877" y="433"/>
                  <a:pt x="877" y="433"/>
                </a:cubicBezTo>
                <a:cubicBezTo>
                  <a:pt x="870" y="438"/>
                  <a:pt x="860" y="443"/>
                  <a:pt x="846" y="443"/>
                </a:cubicBezTo>
                <a:cubicBezTo>
                  <a:pt x="838" y="443"/>
                  <a:pt x="832" y="440"/>
                  <a:pt x="829" y="434"/>
                </a:cubicBezTo>
                <a:close/>
                <a:moveTo>
                  <a:pt x="852" y="385"/>
                </a:moveTo>
                <a:cubicBezTo>
                  <a:pt x="858" y="385"/>
                  <a:pt x="863" y="389"/>
                  <a:pt x="863" y="394"/>
                </a:cubicBezTo>
                <a:cubicBezTo>
                  <a:pt x="863" y="404"/>
                  <a:pt x="849" y="407"/>
                  <a:pt x="828" y="407"/>
                </a:cubicBezTo>
                <a:cubicBezTo>
                  <a:pt x="831" y="397"/>
                  <a:pt x="839" y="385"/>
                  <a:pt x="852" y="385"/>
                </a:cubicBezTo>
                <a:close/>
                <a:moveTo>
                  <a:pt x="1445" y="370"/>
                </a:moveTo>
                <a:cubicBezTo>
                  <a:pt x="1409" y="370"/>
                  <a:pt x="1390" y="402"/>
                  <a:pt x="1390" y="429"/>
                </a:cubicBezTo>
                <a:cubicBezTo>
                  <a:pt x="1390" y="444"/>
                  <a:pt x="1398" y="459"/>
                  <a:pt x="1416" y="459"/>
                </a:cubicBezTo>
                <a:cubicBezTo>
                  <a:pt x="1427" y="459"/>
                  <a:pt x="1437" y="454"/>
                  <a:pt x="1444" y="444"/>
                </a:cubicBezTo>
                <a:cubicBezTo>
                  <a:pt x="1442" y="451"/>
                  <a:pt x="1442" y="451"/>
                  <a:pt x="1442" y="451"/>
                </a:cubicBezTo>
                <a:cubicBezTo>
                  <a:pt x="1438" y="471"/>
                  <a:pt x="1428" y="477"/>
                  <a:pt x="1415" y="477"/>
                </a:cubicBezTo>
                <a:cubicBezTo>
                  <a:pt x="1407" y="477"/>
                  <a:pt x="1397" y="475"/>
                  <a:pt x="1392" y="472"/>
                </a:cubicBezTo>
                <a:cubicBezTo>
                  <a:pt x="1389" y="489"/>
                  <a:pt x="1389" y="489"/>
                  <a:pt x="1389" y="489"/>
                </a:cubicBezTo>
                <a:cubicBezTo>
                  <a:pt x="1395" y="492"/>
                  <a:pt x="1404" y="494"/>
                  <a:pt x="1414" y="494"/>
                </a:cubicBezTo>
                <a:cubicBezTo>
                  <a:pt x="1425" y="494"/>
                  <a:pt x="1437" y="491"/>
                  <a:pt x="1446" y="484"/>
                </a:cubicBezTo>
                <a:cubicBezTo>
                  <a:pt x="1456" y="476"/>
                  <a:pt x="1460" y="463"/>
                  <a:pt x="1464" y="446"/>
                </a:cubicBezTo>
                <a:cubicBezTo>
                  <a:pt x="1471" y="408"/>
                  <a:pt x="1471" y="408"/>
                  <a:pt x="1471" y="408"/>
                </a:cubicBezTo>
                <a:cubicBezTo>
                  <a:pt x="1472" y="403"/>
                  <a:pt x="1473" y="398"/>
                  <a:pt x="1473" y="393"/>
                </a:cubicBezTo>
                <a:cubicBezTo>
                  <a:pt x="1473" y="378"/>
                  <a:pt x="1462" y="370"/>
                  <a:pt x="1445" y="370"/>
                </a:cubicBezTo>
                <a:close/>
                <a:moveTo>
                  <a:pt x="1451" y="407"/>
                </a:moveTo>
                <a:cubicBezTo>
                  <a:pt x="1449" y="415"/>
                  <a:pt x="1449" y="415"/>
                  <a:pt x="1449" y="415"/>
                </a:cubicBezTo>
                <a:cubicBezTo>
                  <a:pt x="1446" y="432"/>
                  <a:pt x="1435" y="443"/>
                  <a:pt x="1425" y="443"/>
                </a:cubicBezTo>
                <a:cubicBezTo>
                  <a:pt x="1415" y="443"/>
                  <a:pt x="1411" y="435"/>
                  <a:pt x="1411" y="425"/>
                </a:cubicBezTo>
                <a:cubicBezTo>
                  <a:pt x="1411" y="409"/>
                  <a:pt x="1423" y="386"/>
                  <a:pt x="1441" y="386"/>
                </a:cubicBezTo>
                <a:cubicBezTo>
                  <a:pt x="1448" y="386"/>
                  <a:pt x="1452" y="390"/>
                  <a:pt x="1452" y="397"/>
                </a:cubicBezTo>
                <a:cubicBezTo>
                  <a:pt x="1452" y="401"/>
                  <a:pt x="1452" y="404"/>
                  <a:pt x="1451" y="407"/>
                </a:cubicBezTo>
                <a:close/>
                <a:moveTo>
                  <a:pt x="1144" y="394"/>
                </a:moveTo>
                <a:cubicBezTo>
                  <a:pt x="1144" y="378"/>
                  <a:pt x="1134" y="370"/>
                  <a:pt x="1122" y="370"/>
                </a:cubicBezTo>
                <a:cubicBezTo>
                  <a:pt x="1110" y="370"/>
                  <a:pt x="1099" y="376"/>
                  <a:pt x="1091" y="388"/>
                </a:cubicBezTo>
                <a:cubicBezTo>
                  <a:pt x="1094" y="372"/>
                  <a:pt x="1094" y="372"/>
                  <a:pt x="1094" y="372"/>
                </a:cubicBezTo>
                <a:cubicBezTo>
                  <a:pt x="1076" y="372"/>
                  <a:pt x="1076" y="372"/>
                  <a:pt x="1076" y="372"/>
                </a:cubicBezTo>
                <a:cubicBezTo>
                  <a:pt x="1060" y="457"/>
                  <a:pt x="1060" y="457"/>
                  <a:pt x="1060" y="457"/>
                </a:cubicBezTo>
                <a:cubicBezTo>
                  <a:pt x="1080" y="457"/>
                  <a:pt x="1080" y="457"/>
                  <a:pt x="1080" y="457"/>
                </a:cubicBezTo>
                <a:cubicBezTo>
                  <a:pt x="1087" y="418"/>
                  <a:pt x="1087" y="418"/>
                  <a:pt x="1087" y="418"/>
                </a:cubicBezTo>
                <a:cubicBezTo>
                  <a:pt x="1091" y="398"/>
                  <a:pt x="1103" y="387"/>
                  <a:pt x="1112" y="387"/>
                </a:cubicBezTo>
                <a:cubicBezTo>
                  <a:pt x="1120" y="387"/>
                  <a:pt x="1123" y="392"/>
                  <a:pt x="1123" y="399"/>
                </a:cubicBezTo>
                <a:cubicBezTo>
                  <a:pt x="1123" y="402"/>
                  <a:pt x="1122" y="406"/>
                  <a:pt x="1122" y="409"/>
                </a:cubicBezTo>
                <a:cubicBezTo>
                  <a:pt x="1112" y="457"/>
                  <a:pt x="1112" y="457"/>
                  <a:pt x="1112" y="457"/>
                </a:cubicBezTo>
                <a:cubicBezTo>
                  <a:pt x="1133" y="457"/>
                  <a:pt x="1133" y="457"/>
                  <a:pt x="1133" y="457"/>
                </a:cubicBezTo>
                <a:cubicBezTo>
                  <a:pt x="1142" y="408"/>
                  <a:pt x="1142" y="408"/>
                  <a:pt x="1142" y="408"/>
                </a:cubicBezTo>
                <a:cubicBezTo>
                  <a:pt x="1143" y="403"/>
                  <a:pt x="1144" y="398"/>
                  <a:pt x="1144" y="394"/>
                </a:cubicBezTo>
                <a:close/>
                <a:moveTo>
                  <a:pt x="1026" y="370"/>
                </a:moveTo>
                <a:cubicBezTo>
                  <a:pt x="1015" y="370"/>
                  <a:pt x="1006" y="375"/>
                  <a:pt x="998" y="384"/>
                </a:cubicBezTo>
                <a:cubicBezTo>
                  <a:pt x="1006" y="344"/>
                  <a:pt x="1006" y="344"/>
                  <a:pt x="1006" y="344"/>
                </a:cubicBezTo>
                <a:cubicBezTo>
                  <a:pt x="985" y="344"/>
                  <a:pt x="985" y="344"/>
                  <a:pt x="985" y="344"/>
                </a:cubicBezTo>
                <a:cubicBezTo>
                  <a:pt x="964" y="457"/>
                  <a:pt x="964" y="457"/>
                  <a:pt x="964" y="457"/>
                </a:cubicBezTo>
                <a:cubicBezTo>
                  <a:pt x="984" y="457"/>
                  <a:pt x="984" y="457"/>
                  <a:pt x="984" y="457"/>
                </a:cubicBezTo>
                <a:cubicBezTo>
                  <a:pt x="991" y="418"/>
                  <a:pt x="991" y="418"/>
                  <a:pt x="991" y="418"/>
                </a:cubicBezTo>
                <a:cubicBezTo>
                  <a:pt x="991" y="418"/>
                  <a:pt x="991" y="418"/>
                  <a:pt x="991" y="418"/>
                </a:cubicBezTo>
                <a:cubicBezTo>
                  <a:pt x="995" y="398"/>
                  <a:pt x="1007" y="387"/>
                  <a:pt x="1016" y="387"/>
                </a:cubicBezTo>
                <a:cubicBezTo>
                  <a:pt x="1024" y="387"/>
                  <a:pt x="1027" y="392"/>
                  <a:pt x="1027" y="399"/>
                </a:cubicBezTo>
                <a:cubicBezTo>
                  <a:pt x="1027" y="402"/>
                  <a:pt x="1026" y="406"/>
                  <a:pt x="1026" y="409"/>
                </a:cubicBezTo>
                <a:cubicBezTo>
                  <a:pt x="1017" y="457"/>
                  <a:pt x="1017" y="457"/>
                  <a:pt x="1017" y="457"/>
                </a:cubicBezTo>
                <a:cubicBezTo>
                  <a:pt x="1037" y="457"/>
                  <a:pt x="1037" y="457"/>
                  <a:pt x="1037" y="457"/>
                </a:cubicBezTo>
                <a:cubicBezTo>
                  <a:pt x="1046" y="408"/>
                  <a:pt x="1046" y="408"/>
                  <a:pt x="1046" y="408"/>
                </a:cubicBezTo>
                <a:cubicBezTo>
                  <a:pt x="1047" y="403"/>
                  <a:pt x="1048" y="398"/>
                  <a:pt x="1048" y="394"/>
                </a:cubicBezTo>
                <a:cubicBezTo>
                  <a:pt x="1048" y="378"/>
                  <a:pt x="1038" y="370"/>
                  <a:pt x="1026" y="370"/>
                </a:cubicBezTo>
                <a:close/>
                <a:moveTo>
                  <a:pt x="791" y="350"/>
                </a:moveTo>
                <a:cubicBezTo>
                  <a:pt x="771" y="350"/>
                  <a:pt x="771" y="350"/>
                  <a:pt x="771" y="350"/>
                </a:cubicBezTo>
                <a:cubicBezTo>
                  <a:pt x="767" y="372"/>
                  <a:pt x="767" y="372"/>
                  <a:pt x="767" y="372"/>
                </a:cubicBezTo>
                <a:cubicBezTo>
                  <a:pt x="755" y="372"/>
                  <a:pt x="755" y="372"/>
                  <a:pt x="755" y="372"/>
                </a:cubicBezTo>
                <a:cubicBezTo>
                  <a:pt x="752" y="388"/>
                  <a:pt x="752" y="388"/>
                  <a:pt x="752" y="388"/>
                </a:cubicBezTo>
                <a:cubicBezTo>
                  <a:pt x="764" y="388"/>
                  <a:pt x="764" y="388"/>
                  <a:pt x="764" y="388"/>
                </a:cubicBezTo>
                <a:cubicBezTo>
                  <a:pt x="756" y="426"/>
                  <a:pt x="756" y="426"/>
                  <a:pt x="756" y="426"/>
                </a:cubicBezTo>
                <a:cubicBezTo>
                  <a:pt x="755" y="432"/>
                  <a:pt x="755" y="437"/>
                  <a:pt x="755" y="441"/>
                </a:cubicBezTo>
                <a:cubicBezTo>
                  <a:pt x="755" y="451"/>
                  <a:pt x="761" y="459"/>
                  <a:pt x="775" y="459"/>
                </a:cubicBezTo>
                <a:cubicBezTo>
                  <a:pt x="780" y="459"/>
                  <a:pt x="785" y="458"/>
                  <a:pt x="788" y="457"/>
                </a:cubicBezTo>
                <a:cubicBezTo>
                  <a:pt x="788" y="457"/>
                  <a:pt x="788" y="457"/>
                  <a:pt x="788" y="457"/>
                </a:cubicBezTo>
                <a:cubicBezTo>
                  <a:pt x="791" y="441"/>
                  <a:pt x="791" y="441"/>
                  <a:pt x="791" y="441"/>
                </a:cubicBezTo>
                <a:cubicBezTo>
                  <a:pt x="789" y="442"/>
                  <a:pt x="786" y="442"/>
                  <a:pt x="783" y="442"/>
                </a:cubicBezTo>
                <a:cubicBezTo>
                  <a:pt x="777" y="442"/>
                  <a:pt x="775" y="439"/>
                  <a:pt x="775" y="434"/>
                </a:cubicBezTo>
                <a:cubicBezTo>
                  <a:pt x="775" y="430"/>
                  <a:pt x="776" y="426"/>
                  <a:pt x="777" y="422"/>
                </a:cubicBezTo>
                <a:cubicBezTo>
                  <a:pt x="784" y="388"/>
                  <a:pt x="784" y="388"/>
                  <a:pt x="784" y="388"/>
                </a:cubicBezTo>
                <a:cubicBezTo>
                  <a:pt x="803" y="388"/>
                  <a:pt x="803" y="388"/>
                  <a:pt x="803" y="388"/>
                </a:cubicBezTo>
                <a:cubicBezTo>
                  <a:pt x="806" y="372"/>
                  <a:pt x="806" y="372"/>
                  <a:pt x="806" y="372"/>
                </a:cubicBezTo>
                <a:cubicBezTo>
                  <a:pt x="787" y="372"/>
                  <a:pt x="787" y="372"/>
                  <a:pt x="787" y="372"/>
                </a:cubicBezTo>
                <a:lnTo>
                  <a:pt x="791" y="350"/>
                </a:lnTo>
                <a:close/>
                <a:moveTo>
                  <a:pt x="1556" y="441"/>
                </a:moveTo>
                <a:cubicBezTo>
                  <a:pt x="1556" y="444"/>
                  <a:pt x="1556" y="444"/>
                  <a:pt x="1556" y="444"/>
                </a:cubicBezTo>
                <a:cubicBezTo>
                  <a:pt x="1551" y="444"/>
                  <a:pt x="1551" y="444"/>
                  <a:pt x="1551" y="444"/>
                </a:cubicBezTo>
                <a:cubicBezTo>
                  <a:pt x="1548" y="457"/>
                  <a:pt x="1548" y="457"/>
                  <a:pt x="1548" y="457"/>
                </a:cubicBezTo>
                <a:cubicBezTo>
                  <a:pt x="1546" y="457"/>
                  <a:pt x="1546" y="457"/>
                  <a:pt x="1546" y="457"/>
                </a:cubicBezTo>
                <a:cubicBezTo>
                  <a:pt x="1548" y="444"/>
                  <a:pt x="1548" y="444"/>
                  <a:pt x="1548" y="444"/>
                </a:cubicBezTo>
                <a:cubicBezTo>
                  <a:pt x="1543" y="444"/>
                  <a:pt x="1543" y="444"/>
                  <a:pt x="1543" y="444"/>
                </a:cubicBezTo>
                <a:cubicBezTo>
                  <a:pt x="1544" y="441"/>
                  <a:pt x="1544" y="441"/>
                  <a:pt x="1544" y="441"/>
                </a:cubicBezTo>
                <a:lnTo>
                  <a:pt x="1556" y="441"/>
                </a:lnTo>
                <a:close/>
                <a:moveTo>
                  <a:pt x="1576" y="441"/>
                </a:moveTo>
                <a:cubicBezTo>
                  <a:pt x="1573" y="457"/>
                  <a:pt x="1573" y="457"/>
                  <a:pt x="1573" y="457"/>
                </a:cubicBezTo>
                <a:cubicBezTo>
                  <a:pt x="1570" y="457"/>
                  <a:pt x="1570" y="457"/>
                  <a:pt x="1570" y="457"/>
                </a:cubicBezTo>
                <a:cubicBezTo>
                  <a:pt x="1572" y="446"/>
                  <a:pt x="1572" y="446"/>
                  <a:pt x="1572" y="446"/>
                </a:cubicBezTo>
                <a:cubicBezTo>
                  <a:pt x="1566" y="454"/>
                  <a:pt x="1566" y="454"/>
                  <a:pt x="1566" y="454"/>
                </a:cubicBezTo>
                <a:cubicBezTo>
                  <a:pt x="1564" y="454"/>
                  <a:pt x="1564" y="454"/>
                  <a:pt x="1564" y="454"/>
                </a:cubicBezTo>
                <a:cubicBezTo>
                  <a:pt x="1561" y="446"/>
                  <a:pt x="1561" y="446"/>
                  <a:pt x="1561" y="446"/>
                </a:cubicBezTo>
                <a:cubicBezTo>
                  <a:pt x="1559" y="457"/>
                  <a:pt x="1559" y="457"/>
                  <a:pt x="1559" y="457"/>
                </a:cubicBezTo>
                <a:cubicBezTo>
                  <a:pt x="1556" y="457"/>
                  <a:pt x="1556" y="457"/>
                  <a:pt x="1556" y="457"/>
                </a:cubicBezTo>
                <a:cubicBezTo>
                  <a:pt x="1559" y="441"/>
                  <a:pt x="1559" y="441"/>
                  <a:pt x="1559" y="441"/>
                </a:cubicBezTo>
                <a:cubicBezTo>
                  <a:pt x="1561" y="441"/>
                  <a:pt x="1561" y="441"/>
                  <a:pt x="1561" y="441"/>
                </a:cubicBezTo>
                <a:cubicBezTo>
                  <a:pt x="1566" y="450"/>
                  <a:pt x="1566" y="450"/>
                  <a:pt x="1566" y="450"/>
                </a:cubicBezTo>
                <a:cubicBezTo>
                  <a:pt x="1573" y="441"/>
                  <a:pt x="1573" y="441"/>
                  <a:pt x="1573" y="441"/>
                </a:cubicBezTo>
                <a:lnTo>
                  <a:pt x="1576" y="441"/>
                </a:lnTo>
                <a:close/>
                <a:moveTo>
                  <a:pt x="1472" y="489"/>
                </a:moveTo>
                <a:cubicBezTo>
                  <a:pt x="1488" y="496"/>
                  <a:pt x="1503" y="493"/>
                  <a:pt x="1514" y="473"/>
                </a:cubicBezTo>
                <a:cubicBezTo>
                  <a:pt x="1514" y="473"/>
                  <a:pt x="1514" y="473"/>
                  <a:pt x="1514" y="473"/>
                </a:cubicBezTo>
                <a:cubicBezTo>
                  <a:pt x="1571" y="372"/>
                  <a:pt x="1571" y="372"/>
                  <a:pt x="1571" y="372"/>
                </a:cubicBezTo>
                <a:cubicBezTo>
                  <a:pt x="1549" y="372"/>
                  <a:pt x="1549" y="372"/>
                  <a:pt x="1549" y="372"/>
                </a:cubicBezTo>
                <a:cubicBezTo>
                  <a:pt x="1517" y="435"/>
                  <a:pt x="1517" y="435"/>
                  <a:pt x="1517" y="435"/>
                </a:cubicBezTo>
                <a:cubicBezTo>
                  <a:pt x="1509" y="372"/>
                  <a:pt x="1509" y="372"/>
                  <a:pt x="1509" y="372"/>
                </a:cubicBezTo>
                <a:cubicBezTo>
                  <a:pt x="1488" y="372"/>
                  <a:pt x="1488" y="372"/>
                  <a:pt x="1488" y="372"/>
                </a:cubicBezTo>
                <a:cubicBezTo>
                  <a:pt x="1503" y="455"/>
                  <a:pt x="1503" y="455"/>
                  <a:pt x="1503" y="455"/>
                </a:cubicBezTo>
                <a:cubicBezTo>
                  <a:pt x="1497" y="468"/>
                  <a:pt x="1497" y="468"/>
                  <a:pt x="1497" y="468"/>
                </a:cubicBezTo>
                <a:cubicBezTo>
                  <a:pt x="1491" y="478"/>
                  <a:pt x="1480" y="475"/>
                  <a:pt x="1475" y="472"/>
                </a:cubicBezTo>
                <a:lnTo>
                  <a:pt x="1472" y="489"/>
                </a:lnTo>
                <a:close/>
                <a:moveTo>
                  <a:pt x="838" y="199"/>
                </a:moveTo>
                <a:cubicBezTo>
                  <a:pt x="838" y="217"/>
                  <a:pt x="832" y="232"/>
                  <a:pt x="820" y="244"/>
                </a:cubicBezTo>
                <a:cubicBezTo>
                  <a:pt x="804" y="260"/>
                  <a:pt x="778" y="269"/>
                  <a:pt x="746" y="269"/>
                </a:cubicBezTo>
                <a:cubicBezTo>
                  <a:pt x="724" y="269"/>
                  <a:pt x="701" y="263"/>
                  <a:pt x="688" y="255"/>
                </a:cubicBezTo>
                <a:cubicBezTo>
                  <a:pt x="696" y="210"/>
                  <a:pt x="696" y="210"/>
                  <a:pt x="696" y="210"/>
                </a:cubicBezTo>
                <a:cubicBezTo>
                  <a:pt x="710" y="218"/>
                  <a:pt x="734" y="226"/>
                  <a:pt x="752" y="226"/>
                </a:cubicBezTo>
                <a:cubicBezTo>
                  <a:pt x="767" y="226"/>
                  <a:pt x="776" y="219"/>
                  <a:pt x="776" y="208"/>
                </a:cubicBezTo>
                <a:cubicBezTo>
                  <a:pt x="776" y="198"/>
                  <a:pt x="769" y="191"/>
                  <a:pt x="752" y="182"/>
                </a:cubicBezTo>
                <a:cubicBezTo>
                  <a:pt x="724" y="168"/>
                  <a:pt x="710" y="151"/>
                  <a:pt x="710" y="130"/>
                </a:cubicBezTo>
                <a:cubicBezTo>
                  <a:pt x="710" y="88"/>
                  <a:pt x="745" y="60"/>
                  <a:pt x="798" y="60"/>
                </a:cubicBezTo>
                <a:cubicBezTo>
                  <a:pt x="825" y="60"/>
                  <a:pt x="844" y="67"/>
                  <a:pt x="854" y="73"/>
                </a:cubicBezTo>
                <a:cubicBezTo>
                  <a:pt x="845" y="119"/>
                  <a:pt x="845" y="119"/>
                  <a:pt x="845" y="119"/>
                </a:cubicBezTo>
                <a:cubicBezTo>
                  <a:pt x="837" y="113"/>
                  <a:pt x="817" y="104"/>
                  <a:pt x="795" y="104"/>
                </a:cubicBezTo>
                <a:cubicBezTo>
                  <a:pt x="779" y="104"/>
                  <a:pt x="769" y="111"/>
                  <a:pt x="769" y="121"/>
                </a:cubicBezTo>
                <a:cubicBezTo>
                  <a:pt x="769" y="129"/>
                  <a:pt x="777" y="136"/>
                  <a:pt x="793" y="144"/>
                </a:cubicBezTo>
                <a:cubicBezTo>
                  <a:pt x="814" y="155"/>
                  <a:pt x="838" y="170"/>
                  <a:pt x="838" y="199"/>
                </a:cubicBezTo>
                <a:close/>
                <a:moveTo>
                  <a:pt x="472" y="61"/>
                </a:moveTo>
                <a:cubicBezTo>
                  <a:pt x="398" y="61"/>
                  <a:pt x="342" y="115"/>
                  <a:pt x="342" y="187"/>
                </a:cubicBezTo>
                <a:cubicBezTo>
                  <a:pt x="342" y="237"/>
                  <a:pt x="375" y="269"/>
                  <a:pt x="426" y="269"/>
                </a:cubicBezTo>
                <a:cubicBezTo>
                  <a:pt x="448" y="269"/>
                  <a:pt x="469" y="265"/>
                  <a:pt x="483" y="258"/>
                </a:cubicBezTo>
                <a:cubicBezTo>
                  <a:pt x="493" y="209"/>
                  <a:pt x="493" y="209"/>
                  <a:pt x="493" y="209"/>
                </a:cubicBezTo>
                <a:cubicBezTo>
                  <a:pt x="474" y="218"/>
                  <a:pt x="460" y="221"/>
                  <a:pt x="443" y="221"/>
                </a:cubicBezTo>
                <a:cubicBezTo>
                  <a:pt x="424" y="221"/>
                  <a:pt x="404" y="211"/>
                  <a:pt x="404" y="181"/>
                </a:cubicBezTo>
                <a:cubicBezTo>
                  <a:pt x="404" y="145"/>
                  <a:pt x="429" y="108"/>
                  <a:pt x="472" y="108"/>
                </a:cubicBezTo>
                <a:cubicBezTo>
                  <a:pt x="484" y="108"/>
                  <a:pt x="495" y="111"/>
                  <a:pt x="504" y="116"/>
                </a:cubicBezTo>
                <a:cubicBezTo>
                  <a:pt x="513" y="68"/>
                  <a:pt x="513" y="68"/>
                  <a:pt x="513" y="68"/>
                </a:cubicBezTo>
                <a:cubicBezTo>
                  <a:pt x="503" y="63"/>
                  <a:pt x="487" y="61"/>
                  <a:pt x="472" y="61"/>
                </a:cubicBezTo>
                <a:close/>
                <a:moveTo>
                  <a:pt x="1515" y="223"/>
                </a:moveTo>
                <a:cubicBezTo>
                  <a:pt x="1540" y="223"/>
                  <a:pt x="1561" y="217"/>
                  <a:pt x="1585" y="203"/>
                </a:cubicBezTo>
                <a:cubicBezTo>
                  <a:pt x="1575" y="253"/>
                  <a:pt x="1575" y="253"/>
                  <a:pt x="1575" y="253"/>
                </a:cubicBezTo>
                <a:cubicBezTo>
                  <a:pt x="1547" y="267"/>
                  <a:pt x="1514" y="269"/>
                  <a:pt x="1501" y="269"/>
                </a:cubicBezTo>
                <a:cubicBezTo>
                  <a:pt x="1445" y="269"/>
                  <a:pt x="1414" y="238"/>
                  <a:pt x="1414" y="185"/>
                </a:cubicBezTo>
                <a:cubicBezTo>
                  <a:pt x="1414" y="154"/>
                  <a:pt x="1425" y="123"/>
                  <a:pt x="1445" y="100"/>
                </a:cubicBezTo>
                <a:cubicBezTo>
                  <a:pt x="1467" y="74"/>
                  <a:pt x="1497" y="60"/>
                  <a:pt x="1530" y="60"/>
                </a:cubicBezTo>
                <a:cubicBezTo>
                  <a:pt x="1572" y="60"/>
                  <a:pt x="1600" y="85"/>
                  <a:pt x="1600" y="121"/>
                </a:cubicBezTo>
                <a:cubicBezTo>
                  <a:pt x="1600" y="137"/>
                  <a:pt x="1595" y="151"/>
                  <a:pt x="1584" y="161"/>
                </a:cubicBezTo>
                <a:cubicBezTo>
                  <a:pt x="1564" y="181"/>
                  <a:pt x="1515" y="192"/>
                  <a:pt x="1470" y="183"/>
                </a:cubicBezTo>
                <a:cubicBezTo>
                  <a:pt x="1468" y="208"/>
                  <a:pt x="1487" y="223"/>
                  <a:pt x="1515" y="223"/>
                </a:cubicBezTo>
                <a:close/>
                <a:moveTo>
                  <a:pt x="1477" y="144"/>
                </a:moveTo>
                <a:cubicBezTo>
                  <a:pt x="1511" y="145"/>
                  <a:pt x="1531" y="141"/>
                  <a:pt x="1539" y="133"/>
                </a:cubicBezTo>
                <a:cubicBezTo>
                  <a:pt x="1549" y="124"/>
                  <a:pt x="1546" y="104"/>
                  <a:pt x="1523" y="104"/>
                </a:cubicBezTo>
                <a:cubicBezTo>
                  <a:pt x="1497" y="104"/>
                  <a:pt x="1481" y="125"/>
                  <a:pt x="1477" y="144"/>
                </a:cubicBezTo>
                <a:close/>
                <a:moveTo>
                  <a:pt x="1384" y="61"/>
                </a:moveTo>
                <a:cubicBezTo>
                  <a:pt x="1309" y="61"/>
                  <a:pt x="1253" y="115"/>
                  <a:pt x="1253" y="187"/>
                </a:cubicBezTo>
                <a:cubicBezTo>
                  <a:pt x="1253" y="237"/>
                  <a:pt x="1287" y="269"/>
                  <a:pt x="1338" y="269"/>
                </a:cubicBezTo>
                <a:cubicBezTo>
                  <a:pt x="1360" y="269"/>
                  <a:pt x="1381" y="265"/>
                  <a:pt x="1395" y="258"/>
                </a:cubicBezTo>
                <a:cubicBezTo>
                  <a:pt x="1404" y="209"/>
                  <a:pt x="1404" y="209"/>
                  <a:pt x="1404" y="209"/>
                </a:cubicBezTo>
                <a:cubicBezTo>
                  <a:pt x="1386" y="218"/>
                  <a:pt x="1371" y="221"/>
                  <a:pt x="1354" y="221"/>
                </a:cubicBezTo>
                <a:cubicBezTo>
                  <a:pt x="1336" y="221"/>
                  <a:pt x="1316" y="211"/>
                  <a:pt x="1316" y="181"/>
                </a:cubicBezTo>
                <a:cubicBezTo>
                  <a:pt x="1316" y="145"/>
                  <a:pt x="1341" y="108"/>
                  <a:pt x="1383" y="108"/>
                </a:cubicBezTo>
                <a:cubicBezTo>
                  <a:pt x="1396" y="108"/>
                  <a:pt x="1407" y="111"/>
                  <a:pt x="1416" y="116"/>
                </a:cubicBezTo>
                <a:cubicBezTo>
                  <a:pt x="1425" y="68"/>
                  <a:pt x="1425" y="68"/>
                  <a:pt x="1425" y="68"/>
                </a:cubicBezTo>
                <a:cubicBezTo>
                  <a:pt x="1414" y="63"/>
                  <a:pt x="1399" y="61"/>
                  <a:pt x="1384" y="61"/>
                </a:cubicBezTo>
                <a:close/>
                <a:moveTo>
                  <a:pt x="1244" y="153"/>
                </a:moveTo>
                <a:cubicBezTo>
                  <a:pt x="1222" y="265"/>
                  <a:pt x="1222" y="265"/>
                  <a:pt x="1222" y="265"/>
                </a:cubicBezTo>
                <a:cubicBezTo>
                  <a:pt x="1166" y="265"/>
                  <a:pt x="1166" y="265"/>
                  <a:pt x="1166" y="265"/>
                </a:cubicBezTo>
                <a:cubicBezTo>
                  <a:pt x="1173" y="226"/>
                  <a:pt x="1173" y="226"/>
                  <a:pt x="1173" y="226"/>
                </a:cubicBezTo>
                <a:cubicBezTo>
                  <a:pt x="1165" y="250"/>
                  <a:pt x="1146" y="269"/>
                  <a:pt x="1113" y="269"/>
                </a:cubicBezTo>
                <a:cubicBezTo>
                  <a:pt x="1074" y="269"/>
                  <a:pt x="1056" y="234"/>
                  <a:pt x="1056" y="199"/>
                </a:cubicBezTo>
                <a:cubicBezTo>
                  <a:pt x="1056" y="160"/>
                  <a:pt x="1072" y="120"/>
                  <a:pt x="1098" y="94"/>
                </a:cubicBezTo>
                <a:cubicBezTo>
                  <a:pt x="1120" y="72"/>
                  <a:pt x="1148" y="60"/>
                  <a:pt x="1180" y="60"/>
                </a:cubicBezTo>
                <a:cubicBezTo>
                  <a:pt x="1204" y="61"/>
                  <a:pt x="1222" y="67"/>
                  <a:pt x="1233" y="81"/>
                </a:cubicBezTo>
                <a:cubicBezTo>
                  <a:pt x="1249" y="101"/>
                  <a:pt x="1248" y="131"/>
                  <a:pt x="1244" y="153"/>
                </a:cubicBezTo>
                <a:close/>
                <a:moveTo>
                  <a:pt x="1189" y="127"/>
                </a:moveTo>
                <a:cubicBezTo>
                  <a:pt x="1188" y="113"/>
                  <a:pt x="1181" y="105"/>
                  <a:pt x="1168" y="105"/>
                </a:cubicBezTo>
                <a:cubicBezTo>
                  <a:pt x="1140" y="105"/>
                  <a:pt x="1116" y="154"/>
                  <a:pt x="1116" y="187"/>
                </a:cubicBezTo>
                <a:cubicBezTo>
                  <a:pt x="1116" y="208"/>
                  <a:pt x="1124" y="221"/>
                  <a:pt x="1137" y="221"/>
                </a:cubicBezTo>
                <a:cubicBezTo>
                  <a:pt x="1159" y="221"/>
                  <a:pt x="1177" y="198"/>
                  <a:pt x="1184" y="165"/>
                </a:cubicBezTo>
                <a:cubicBezTo>
                  <a:pt x="1186" y="154"/>
                  <a:pt x="1190" y="136"/>
                  <a:pt x="1189" y="127"/>
                </a:cubicBezTo>
                <a:close/>
                <a:moveTo>
                  <a:pt x="332" y="153"/>
                </a:moveTo>
                <a:cubicBezTo>
                  <a:pt x="311" y="265"/>
                  <a:pt x="311" y="265"/>
                  <a:pt x="311" y="265"/>
                </a:cubicBezTo>
                <a:cubicBezTo>
                  <a:pt x="254" y="265"/>
                  <a:pt x="254" y="265"/>
                  <a:pt x="254" y="265"/>
                </a:cubicBezTo>
                <a:cubicBezTo>
                  <a:pt x="261" y="226"/>
                  <a:pt x="261" y="226"/>
                  <a:pt x="261" y="226"/>
                </a:cubicBezTo>
                <a:cubicBezTo>
                  <a:pt x="254" y="250"/>
                  <a:pt x="234" y="269"/>
                  <a:pt x="202" y="269"/>
                </a:cubicBezTo>
                <a:cubicBezTo>
                  <a:pt x="162" y="269"/>
                  <a:pt x="144" y="234"/>
                  <a:pt x="144" y="199"/>
                </a:cubicBezTo>
                <a:cubicBezTo>
                  <a:pt x="144" y="160"/>
                  <a:pt x="160" y="120"/>
                  <a:pt x="186" y="94"/>
                </a:cubicBezTo>
                <a:cubicBezTo>
                  <a:pt x="208" y="72"/>
                  <a:pt x="236" y="60"/>
                  <a:pt x="268" y="60"/>
                </a:cubicBezTo>
                <a:cubicBezTo>
                  <a:pt x="292" y="61"/>
                  <a:pt x="310" y="67"/>
                  <a:pt x="321" y="81"/>
                </a:cubicBezTo>
                <a:cubicBezTo>
                  <a:pt x="338" y="101"/>
                  <a:pt x="336" y="131"/>
                  <a:pt x="332" y="153"/>
                </a:cubicBezTo>
                <a:close/>
                <a:moveTo>
                  <a:pt x="278" y="127"/>
                </a:moveTo>
                <a:cubicBezTo>
                  <a:pt x="277" y="113"/>
                  <a:pt x="270" y="105"/>
                  <a:pt x="256" y="105"/>
                </a:cubicBezTo>
                <a:cubicBezTo>
                  <a:pt x="229" y="105"/>
                  <a:pt x="204" y="154"/>
                  <a:pt x="204" y="187"/>
                </a:cubicBezTo>
                <a:cubicBezTo>
                  <a:pt x="204" y="208"/>
                  <a:pt x="212" y="221"/>
                  <a:pt x="226" y="221"/>
                </a:cubicBezTo>
                <a:cubicBezTo>
                  <a:pt x="247" y="221"/>
                  <a:pt x="266" y="198"/>
                  <a:pt x="272" y="165"/>
                </a:cubicBezTo>
                <a:cubicBezTo>
                  <a:pt x="274" y="154"/>
                  <a:pt x="278" y="136"/>
                  <a:pt x="278" y="127"/>
                </a:cubicBezTo>
                <a:close/>
                <a:moveTo>
                  <a:pt x="1052" y="137"/>
                </a:moveTo>
                <a:cubicBezTo>
                  <a:pt x="1052" y="185"/>
                  <a:pt x="1029" y="235"/>
                  <a:pt x="987" y="258"/>
                </a:cubicBezTo>
                <a:cubicBezTo>
                  <a:pt x="971" y="266"/>
                  <a:pt x="956" y="269"/>
                  <a:pt x="943" y="269"/>
                </a:cubicBezTo>
                <a:cubicBezTo>
                  <a:pt x="922" y="269"/>
                  <a:pt x="911" y="261"/>
                  <a:pt x="904" y="249"/>
                </a:cubicBezTo>
                <a:cubicBezTo>
                  <a:pt x="889" y="329"/>
                  <a:pt x="889" y="329"/>
                  <a:pt x="889" y="329"/>
                </a:cubicBezTo>
                <a:cubicBezTo>
                  <a:pt x="829" y="329"/>
                  <a:pt x="829" y="329"/>
                  <a:pt x="829" y="329"/>
                </a:cubicBezTo>
                <a:cubicBezTo>
                  <a:pt x="880" y="64"/>
                  <a:pt x="880" y="64"/>
                  <a:pt x="880" y="64"/>
                </a:cubicBezTo>
                <a:cubicBezTo>
                  <a:pt x="932" y="64"/>
                  <a:pt x="932" y="64"/>
                  <a:pt x="932" y="64"/>
                </a:cubicBezTo>
                <a:cubicBezTo>
                  <a:pt x="926" y="96"/>
                  <a:pt x="926" y="96"/>
                  <a:pt x="926" y="96"/>
                </a:cubicBezTo>
                <a:cubicBezTo>
                  <a:pt x="941" y="75"/>
                  <a:pt x="963" y="60"/>
                  <a:pt x="987" y="60"/>
                </a:cubicBezTo>
                <a:cubicBezTo>
                  <a:pt x="1027" y="60"/>
                  <a:pt x="1052" y="90"/>
                  <a:pt x="1052" y="137"/>
                </a:cubicBezTo>
                <a:close/>
                <a:moveTo>
                  <a:pt x="990" y="141"/>
                </a:moveTo>
                <a:cubicBezTo>
                  <a:pt x="990" y="132"/>
                  <a:pt x="988" y="109"/>
                  <a:pt x="966" y="109"/>
                </a:cubicBezTo>
                <a:cubicBezTo>
                  <a:pt x="944" y="109"/>
                  <a:pt x="926" y="134"/>
                  <a:pt x="918" y="172"/>
                </a:cubicBezTo>
                <a:cubicBezTo>
                  <a:pt x="916" y="185"/>
                  <a:pt x="909" y="224"/>
                  <a:pt x="936" y="224"/>
                </a:cubicBezTo>
                <a:cubicBezTo>
                  <a:pt x="967" y="224"/>
                  <a:pt x="990" y="180"/>
                  <a:pt x="990" y="141"/>
                </a:cubicBezTo>
                <a:close/>
                <a:moveTo>
                  <a:pt x="83" y="109"/>
                </a:moveTo>
                <a:cubicBezTo>
                  <a:pt x="91" y="64"/>
                  <a:pt x="91" y="64"/>
                  <a:pt x="91" y="64"/>
                </a:cubicBezTo>
                <a:cubicBezTo>
                  <a:pt x="39" y="64"/>
                  <a:pt x="39" y="64"/>
                  <a:pt x="39" y="64"/>
                </a:cubicBezTo>
                <a:cubicBezTo>
                  <a:pt x="0" y="268"/>
                  <a:pt x="0" y="268"/>
                  <a:pt x="0" y="268"/>
                </a:cubicBezTo>
                <a:cubicBezTo>
                  <a:pt x="59" y="268"/>
                  <a:pt x="59" y="268"/>
                  <a:pt x="59" y="268"/>
                </a:cubicBezTo>
                <a:cubicBezTo>
                  <a:pt x="75" y="184"/>
                  <a:pt x="75" y="184"/>
                  <a:pt x="75" y="184"/>
                </a:cubicBezTo>
                <a:cubicBezTo>
                  <a:pt x="85" y="135"/>
                  <a:pt x="113" y="115"/>
                  <a:pt x="154" y="121"/>
                </a:cubicBezTo>
                <a:cubicBezTo>
                  <a:pt x="165" y="60"/>
                  <a:pt x="165" y="60"/>
                  <a:pt x="165" y="60"/>
                </a:cubicBezTo>
                <a:cubicBezTo>
                  <a:pt x="129" y="56"/>
                  <a:pt x="96" y="77"/>
                  <a:pt x="83" y="109"/>
                </a:cubicBezTo>
                <a:close/>
                <a:moveTo>
                  <a:pt x="559" y="265"/>
                </a:moveTo>
                <a:cubicBezTo>
                  <a:pt x="579" y="157"/>
                  <a:pt x="579" y="157"/>
                  <a:pt x="579" y="157"/>
                </a:cubicBezTo>
                <a:cubicBezTo>
                  <a:pt x="621" y="265"/>
                  <a:pt x="621" y="265"/>
                  <a:pt x="621" y="265"/>
                </a:cubicBezTo>
                <a:cubicBezTo>
                  <a:pt x="685" y="265"/>
                  <a:pt x="685" y="265"/>
                  <a:pt x="685" y="265"/>
                </a:cubicBezTo>
                <a:cubicBezTo>
                  <a:pt x="641" y="157"/>
                  <a:pt x="641" y="157"/>
                  <a:pt x="641" y="157"/>
                </a:cubicBezTo>
                <a:cubicBezTo>
                  <a:pt x="721" y="64"/>
                  <a:pt x="721" y="64"/>
                  <a:pt x="721" y="64"/>
                </a:cubicBezTo>
                <a:cubicBezTo>
                  <a:pt x="656" y="64"/>
                  <a:pt x="656" y="64"/>
                  <a:pt x="656" y="64"/>
                </a:cubicBezTo>
                <a:cubicBezTo>
                  <a:pt x="579" y="156"/>
                  <a:pt x="579" y="156"/>
                  <a:pt x="579" y="156"/>
                </a:cubicBezTo>
                <a:cubicBezTo>
                  <a:pt x="609" y="0"/>
                  <a:pt x="609" y="0"/>
                  <a:pt x="609" y="0"/>
                </a:cubicBezTo>
                <a:cubicBezTo>
                  <a:pt x="550" y="0"/>
                  <a:pt x="550" y="0"/>
                  <a:pt x="550" y="0"/>
                </a:cubicBezTo>
                <a:cubicBezTo>
                  <a:pt x="500" y="265"/>
                  <a:pt x="500" y="265"/>
                  <a:pt x="500" y="265"/>
                </a:cubicBezTo>
                <a:lnTo>
                  <a:pt x="559" y="265"/>
                </a:lnTo>
                <a:close/>
              </a:path>
            </a:pathLst>
          </a:custGeom>
          <a:solidFill>
            <a:schemeClr val="bg1"/>
          </a:solidFill>
          <a:ln>
            <a:noFill/>
          </a:ln>
        </p:spPr>
        <p:txBody>
          <a:bodyPr vert="horz" wrap="square" lIns="91440" tIns="45720" rIns="91440" bIns="45720" numCol="1" anchor="t" anchorCtr="0" compatLnSpc="1">
            <a:prstTxWarp prst="textNoShape">
              <a:avLst/>
            </a:prstTxWarp>
          </a:bodyPr>
          <a:lstStyle/>
          <a:p>
            <a:endParaRPr lang="en-US" dirty="0"/>
          </a:p>
        </p:txBody>
      </p:sp>
    </p:spTree>
    <p:extLst>
      <p:ext uri="{BB962C8B-B14F-4D97-AF65-F5344CB8AC3E}">
        <p14:creationId xmlns:p14="http://schemas.microsoft.com/office/powerpoint/2010/main" val="1419007781"/>
      </p:ext>
    </p:extLst>
  </p:cSld>
  <p:clrMapOvr>
    <a:masterClrMapping/>
  </p:clrMapOvr>
</p:sldLayout>
</file>

<file path=ppt/slideLayouts/slideLayout114.xml><?xml version="1.0" encoding="utf-8"?>
<p:sldLayout xmlns:a="http://schemas.openxmlformats.org/drawingml/2006/main" xmlns:r="http://schemas.openxmlformats.org/officeDocument/2006/relationships" xmlns:p="http://schemas.openxmlformats.org/presentationml/2006/main" showMasterSp="0" userDrawn="1">
  <p:cSld name="1_Breaker">
    <p:bg>
      <p:bgPr>
        <a:solidFill>
          <a:srgbClr val="EB0000"/>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361950" y="326645"/>
            <a:ext cx="5580063" cy="2100073"/>
          </a:xfr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379413" y="2499268"/>
            <a:ext cx="5562600" cy="813594"/>
          </a:xfrm>
        </p:spPr>
        <p:txBody>
          <a:bodyPr vert="horz" lIns="0" tIns="0" rIns="0" bIns="0" rtlCol="0" anchor="t">
            <a:noAutofit/>
          </a:bodyPr>
          <a:lstStyle>
            <a:lvl1pPr marL="0" indent="0">
              <a:buNone/>
              <a:defRPr lang="en-US" sz="2625" dirty="0">
                <a:ln>
                  <a:noFill/>
                </a:ln>
                <a:solidFill>
                  <a:schemeClr val="bg1"/>
                </a:solidFill>
              </a:defRPr>
            </a:lvl1pPr>
          </a:lstStyle>
          <a:p>
            <a:pPr lvl="0"/>
            <a:r>
              <a:rPr lang="en-US"/>
              <a:t>All titles/subtitles are sentence case</a:t>
            </a:r>
          </a:p>
        </p:txBody>
      </p:sp>
      <p:sp>
        <p:nvSpPr>
          <p:cNvPr id="5" name="Freeform 5">
            <a:extLst>
              <a:ext uri="{FF2B5EF4-FFF2-40B4-BE49-F238E27FC236}">
                <a16:creationId xmlns:a16="http://schemas.microsoft.com/office/drawing/2014/main" id="{A873D064-BA24-E649-9F0F-2FF783251544}"/>
              </a:ext>
            </a:extLst>
          </p:cNvPr>
          <p:cNvSpPr>
            <a:spLocks noEditPoints="1"/>
          </p:cNvSpPr>
          <p:nvPr userDrawn="1"/>
        </p:nvSpPr>
        <p:spPr bwMode="auto">
          <a:xfrm>
            <a:off x="363577" y="6454887"/>
            <a:ext cx="1448171" cy="288477"/>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45720" tIns="22860" rIns="45720" bIns="22860" numCol="1" anchor="t" anchorCtr="0" compatLnSpc="1">
            <a:prstTxWarp prst="textNoShape">
              <a:avLst/>
            </a:prstTxWarp>
          </a:bodyPr>
          <a:lstStyle/>
          <a:p>
            <a:endParaRPr lang="en-US" sz="450" dirty="0"/>
          </a:p>
        </p:txBody>
      </p:sp>
    </p:spTree>
    <p:extLst>
      <p:ext uri="{BB962C8B-B14F-4D97-AF65-F5344CB8AC3E}">
        <p14:creationId xmlns:p14="http://schemas.microsoft.com/office/powerpoint/2010/main" val="1041899576"/>
      </p:ext>
    </p:extLst>
  </p:cSld>
  <p:clrMapOvr>
    <a:masterClrMapping/>
  </p:clrMapOvr>
</p:sldLayout>
</file>

<file path=ppt/slideLayouts/slideLayout115.xml><?xml version="1.0" encoding="utf-8"?>
<p:sldLayout xmlns:a="http://schemas.openxmlformats.org/drawingml/2006/main" xmlns:r="http://schemas.openxmlformats.org/officeDocument/2006/relationships" xmlns:p="http://schemas.openxmlformats.org/presentationml/2006/main" showMasterSp="0" userDrawn="1">
  <p:cSld name="Thank you UK">
    <p:bg>
      <p:bgPr>
        <a:solidFill>
          <a:schemeClr val="tx2"/>
        </a:solidFill>
        <a:effectLst/>
      </p:bgPr>
    </p:bg>
    <p:spTree>
      <p:nvGrpSpPr>
        <p:cNvPr id="1" name=""/>
        <p:cNvGrpSpPr/>
        <p:nvPr/>
      </p:nvGrpSpPr>
      <p:grpSpPr>
        <a:xfrm>
          <a:off x="0" y="0"/>
          <a:ext cx="0" cy="0"/>
          <a:chOff x="0" y="0"/>
          <a:chExt cx="0" cy="0"/>
        </a:xfrm>
      </p:grpSpPr>
      <p:sp>
        <p:nvSpPr>
          <p:cNvPr id="2" name="Rectangle 1">
            <a:extLst>
              <a:ext uri="{FF2B5EF4-FFF2-40B4-BE49-F238E27FC236}">
                <a16:creationId xmlns:a16="http://schemas.microsoft.com/office/drawing/2014/main" id="{F73CEE62-06FB-4246-978E-3904D1D86A70}"/>
              </a:ext>
            </a:extLst>
          </p:cNvPr>
          <p:cNvSpPr/>
          <p:nvPr userDrawn="1"/>
        </p:nvSpPr>
        <p:spPr>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dirty="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8 Millington Road</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Hayes, Middlesex </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UB3 4AZ</a:t>
            </a:r>
          </a:p>
          <a:p>
            <a:pPr>
              <a:lnSpc>
                <a:spcPct val="110000"/>
              </a:lnSpc>
              <a:spcBef>
                <a:spcPts val="300"/>
              </a:spcBef>
              <a:spcAft>
                <a:spcPts val="300"/>
              </a:spcAft>
            </a:pPr>
            <a:r>
              <a:rPr lang="en-US" sz="1500" dirty="0">
                <a:solidFill>
                  <a:schemeClr val="tx1"/>
                </a:solidFill>
              </a:rPr>
              <a:t>U.K. sales: : 020 8734 2600  </a:t>
            </a:r>
            <a:br>
              <a:rPr lang="en-US" sz="1500" dirty="0">
                <a:solidFill>
                  <a:schemeClr val="tx1"/>
                </a:solidFill>
              </a:rPr>
            </a:br>
            <a:r>
              <a:rPr lang="en-US" sz="1500" dirty="0">
                <a:solidFill>
                  <a:schemeClr val="tx1"/>
                </a:solidFill>
              </a:rPr>
              <a:t>U.K. support: 020 8734 2700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2019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sp>
        <p:nvSpPr>
          <p:cNvPr id="7" name="Title 1">
            <a:extLst>
              <a:ext uri="{FF2B5EF4-FFF2-40B4-BE49-F238E27FC236}">
                <a16:creationId xmlns:a16="http://schemas.microsoft.com/office/drawing/2014/main" id="{4DD936F8-5B87-2F45-AA3C-23548A343CCB}"/>
              </a:ext>
            </a:extLst>
          </p:cNvPr>
          <p:cNvSpPr txBox="1">
            <a:spLocks/>
          </p:cNvSpPr>
          <p:nvPr userDrawn="1"/>
        </p:nvSpPr>
        <p:spPr>
          <a:xfrm>
            <a:off x="297657" y="140639"/>
            <a:ext cx="5693568" cy="781051"/>
          </a:xfrm>
          <a:prstGeom prst="rect">
            <a:avLst/>
          </a:prstGeom>
          <a:ln w="12700">
            <a:noFill/>
          </a:ln>
        </p:spPr>
        <p:txBody>
          <a:bodyPr vert="horz" lIns="0" tIns="0" rIns="0" bIns="0" rtlCol="0" anchor="t" anchorCtr="0">
            <a:no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50" kern="1200" dirty="0">
                <a:ln w="9525">
                  <a:noFill/>
                </a:ln>
                <a:solidFill>
                  <a:schemeClr val="bg1"/>
                </a:solidFill>
                <a:latin typeface="+mj-lt"/>
                <a:ea typeface="+mj-ea"/>
                <a:cs typeface="+mj-cs"/>
              </a:rPr>
              <a:t>Thank you</a:t>
            </a:r>
          </a:p>
        </p:txBody>
      </p:sp>
      <p:sp>
        <p:nvSpPr>
          <p:cNvPr id="8" name="Freeform 5">
            <a:extLst>
              <a:ext uri="{FF2B5EF4-FFF2-40B4-BE49-F238E27FC236}">
                <a16:creationId xmlns:a16="http://schemas.microsoft.com/office/drawing/2014/main" id="{0B1B1FF8-F883-5740-B513-124DC7FE3912}"/>
              </a:ext>
            </a:extLst>
          </p:cNvPr>
          <p:cNvSpPr>
            <a:spLocks noEditPoints="1"/>
          </p:cNvSpPr>
          <p:nvPr userDrawn="1"/>
        </p:nvSpPr>
        <p:spPr bwMode="auto">
          <a:xfrm>
            <a:off x="363577" y="6454887"/>
            <a:ext cx="1448171" cy="288477"/>
          </a:xfrm>
          <a:custGeom>
            <a:avLst/>
            <a:gdLst>
              <a:gd name="T0" fmla="*/ 2149 w 5691"/>
              <a:gd name="T1" fmla="*/ 917 h 1139"/>
              <a:gd name="T2" fmla="*/ 2493 w 5691"/>
              <a:gd name="T3" fmla="*/ 222 h 1139"/>
              <a:gd name="T4" fmla="*/ 2107 w 5691"/>
              <a:gd name="T5" fmla="*/ 0 h 1139"/>
              <a:gd name="T6" fmla="*/ 1933 w 5691"/>
              <a:gd name="T7" fmla="*/ 917 h 1139"/>
              <a:gd name="T8" fmla="*/ 134 w 5691"/>
              <a:gd name="T9" fmla="*/ 222 h 1139"/>
              <a:gd name="T10" fmla="*/ 260 w 5691"/>
              <a:gd name="T11" fmla="*/ 637 h 1139"/>
              <a:gd name="T12" fmla="*/ 286 w 5691"/>
              <a:gd name="T13" fmla="*/ 376 h 1139"/>
              <a:gd name="T14" fmla="*/ 3178 w 5691"/>
              <a:gd name="T15" fmla="*/ 596 h 1139"/>
              <a:gd name="T16" fmla="*/ 3641 w 5691"/>
              <a:gd name="T17" fmla="*/ 473 h 1139"/>
              <a:gd name="T18" fmla="*/ 3128 w 5691"/>
              <a:gd name="T19" fmla="*/ 863 h 1139"/>
              <a:gd name="T20" fmla="*/ 3044 w 5691"/>
              <a:gd name="T21" fmla="*/ 222 h 1139"/>
              <a:gd name="T22" fmla="*/ 3417 w 5691"/>
              <a:gd name="T23" fmla="*/ 209 h 1139"/>
              <a:gd name="T24" fmla="*/ 887 w 5691"/>
              <a:gd name="T25" fmla="*/ 365 h 1139"/>
              <a:gd name="T26" fmla="*/ 942 w 5691"/>
              <a:gd name="T27" fmla="*/ 572 h 1139"/>
              <a:gd name="T28" fmla="*/ 1075 w 5691"/>
              <a:gd name="T29" fmla="*/ 917 h 1139"/>
              <a:gd name="T30" fmla="*/ 698 w 5691"/>
              <a:gd name="T31" fmla="*/ 932 h 1139"/>
              <a:gd name="T32" fmla="*/ 928 w 5691"/>
              <a:gd name="T33" fmla="*/ 209 h 1139"/>
              <a:gd name="T34" fmla="*/ 4115 w 5691"/>
              <a:gd name="T35" fmla="*/ 440 h 1139"/>
              <a:gd name="T36" fmla="*/ 3935 w 5691"/>
              <a:gd name="T37" fmla="*/ 765 h 1139"/>
              <a:gd name="T38" fmla="*/ 4304 w 5691"/>
              <a:gd name="T39" fmla="*/ 529 h 1139"/>
              <a:gd name="T40" fmla="*/ 4059 w 5691"/>
              <a:gd name="T41" fmla="*/ 783 h 1139"/>
              <a:gd name="T42" fmla="*/ 3799 w 5691"/>
              <a:gd name="T43" fmla="*/ 325 h 1139"/>
              <a:gd name="T44" fmla="*/ 4304 w 5691"/>
              <a:gd name="T45" fmla="*/ 529 h 1139"/>
              <a:gd name="T46" fmla="*/ 4629 w 5691"/>
              <a:gd name="T47" fmla="*/ 931 h 1139"/>
              <a:gd name="T48" fmla="*/ 4687 w 5691"/>
              <a:gd name="T49" fmla="*/ 767 h 1139"/>
              <a:gd name="T50" fmla="*/ 4899 w 5691"/>
              <a:gd name="T51" fmla="*/ 402 h 1139"/>
              <a:gd name="T52" fmla="*/ 5110 w 5691"/>
              <a:gd name="T53" fmla="*/ 500 h 1139"/>
              <a:gd name="T54" fmla="*/ 5110 w 5691"/>
              <a:gd name="T55" fmla="*/ 500 h 1139"/>
              <a:gd name="T56" fmla="*/ 5451 w 5691"/>
              <a:gd name="T57" fmla="*/ 875 h 1139"/>
              <a:gd name="T58" fmla="*/ 5001 w 5691"/>
              <a:gd name="T59" fmla="*/ 345 h 1139"/>
              <a:gd name="T60" fmla="*/ 5481 w 5691"/>
              <a:gd name="T61" fmla="*/ 558 h 1139"/>
              <a:gd name="T62" fmla="*/ 5615 w 5691"/>
              <a:gd name="T63" fmla="*/ 794 h 1139"/>
              <a:gd name="T64" fmla="*/ 5606 w 5691"/>
              <a:gd name="T65" fmla="*/ 832 h 1139"/>
              <a:gd name="T66" fmla="*/ 5642 w 5691"/>
              <a:gd name="T67" fmla="*/ 814 h 1139"/>
              <a:gd name="T68" fmla="*/ 5615 w 5691"/>
              <a:gd name="T69" fmla="*/ 883 h 1139"/>
              <a:gd name="T70" fmla="*/ 5576 w 5691"/>
              <a:gd name="T71" fmla="*/ 883 h 1139"/>
              <a:gd name="T72" fmla="*/ 5615 w 5691"/>
              <a:gd name="T73" fmla="*/ 781 h 1139"/>
              <a:gd name="T74" fmla="*/ 5593 w 5691"/>
              <a:gd name="T75" fmla="*/ 906 h 1139"/>
              <a:gd name="T76" fmla="*/ 5675 w 5691"/>
              <a:gd name="T77" fmla="*/ 831 h 1139"/>
              <a:gd name="T78" fmla="*/ 5608 w 5691"/>
              <a:gd name="T79" fmla="*/ 746 h 1139"/>
              <a:gd name="T80" fmla="*/ 5687 w 5691"/>
              <a:gd name="T81" fmla="*/ 832 h 1139"/>
              <a:gd name="T82" fmla="*/ 1475 w 5691"/>
              <a:gd name="T83" fmla="*/ 931 h 1139"/>
              <a:gd name="T84" fmla="*/ 1533 w 5691"/>
              <a:gd name="T85" fmla="*/ 767 h 1139"/>
              <a:gd name="T86" fmla="*/ 1745 w 5691"/>
              <a:gd name="T87" fmla="*/ 402 h 1139"/>
              <a:gd name="T88" fmla="*/ 2900 w 5691"/>
              <a:gd name="T89" fmla="*/ 687 h 1139"/>
              <a:gd name="T90" fmla="*/ 2380 w 5691"/>
              <a:gd name="T91" fmla="*/ 883 h 1139"/>
              <a:gd name="T92" fmla="*/ 2687 w 5691"/>
              <a:gd name="T93" fmla="*/ 719 h 1139"/>
              <a:gd name="T94" fmla="*/ 2760 w 5691"/>
              <a:gd name="T95" fmla="*/ 209 h 1139"/>
              <a:gd name="T96" fmla="*/ 2750 w 5691"/>
              <a:gd name="T97" fmla="*/ 361 h 1139"/>
              <a:gd name="T98" fmla="*/ 2900 w 5691"/>
              <a:gd name="T99" fmla="*/ 687 h 1139"/>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 ang="0">
                <a:pos x="T96" y="T97"/>
              </a:cxn>
              <a:cxn ang="0">
                <a:pos x="T98" y="T99"/>
              </a:cxn>
            </a:cxnLst>
            <a:rect l="0" t="0" r="r" b="b"/>
            <a:pathLst>
              <a:path w="5691" h="1139">
                <a:moveTo>
                  <a:pt x="1933" y="917"/>
                </a:moveTo>
                <a:cubicBezTo>
                  <a:pt x="2003" y="545"/>
                  <a:pt x="2003" y="545"/>
                  <a:pt x="2003" y="545"/>
                </a:cubicBezTo>
                <a:cubicBezTo>
                  <a:pt x="2149" y="917"/>
                  <a:pt x="2149" y="917"/>
                  <a:pt x="2149" y="917"/>
                </a:cubicBezTo>
                <a:cubicBezTo>
                  <a:pt x="2370" y="917"/>
                  <a:pt x="2370" y="917"/>
                  <a:pt x="2370" y="917"/>
                </a:cubicBezTo>
                <a:cubicBezTo>
                  <a:pt x="2219" y="542"/>
                  <a:pt x="2219" y="542"/>
                  <a:pt x="2219" y="542"/>
                </a:cubicBezTo>
                <a:cubicBezTo>
                  <a:pt x="2493" y="222"/>
                  <a:pt x="2493" y="222"/>
                  <a:pt x="2493" y="222"/>
                </a:cubicBezTo>
                <a:cubicBezTo>
                  <a:pt x="2269" y="222"/>
                  <a:pt x="2269" y="222"/>
                  <a:pt x="2269" y="222"/>
                </a:cubicBezTo>
                <a:cubicBezTo>
                  <a:pt x="2005" y="538"/>
                  <a:pt x="2005" y="538"/>
                  <a:pt x="2005" y="538"/>
                </a:cubicBezTo>
                <a:cubicBezTo>
                  <a:pt x="2107" y="0"/>
                  <a:pt x="2107" y="0"/>
                  <a:pt x="2107" y="0"/>
                </a:cubicBezTo>
                <a:cubicBezTo>
                  <a:pt x="1903" y="0"/>
                  <a:pt x="1903" y="0"/>
                  <a:pt x="1903" y="0"/>
                </a:cubicBezTo>
                <a:cubicBezTo>
                  <a:pt x="1729" y="917"/>
                  <a:pt x="1729" y="917"/>
                  <a:pt x="1729" y="917"/>
                </a:cubicBezTo>
                <a:lnTo>
                  <a:pt x="1933" y="917"/>
                </a:lnTo>
                <a:close/>
                <a:moveTo>
                  <a:pt x="286" y="376"/>
                </a:moveTo>
                <a:cubicBezTo>
                  <a:pt x="315" y="222"/>
                  <a:pt x="315" y="222"/>
                  <a:pt x="315" y="222"/>
                </a:cubicBezTo>
                <a:cubicBezTo>
                  <a:pt x="134" y="222"/>
                  <a:pt x="134" y="222"/>
                  <a:pt x="134" y="222"/>
                </a:cubicBezTo>
                <a:cubicBezTo>
                  <a:pt x="0" y="929"/>
                  <a:pt x="0" y="929"/>
                  <a:pt x="0" y="929"/>
                </a:cubicBezTo>
                <a:cubicBezTo>
                  <a:pt x="205" y="929"/>
                  <a:pt x="205" y="929"/>
                  <a:pt x="205" y="929"/>
                </a:cubicBezTo>
                <a:cubicBezTo>
                  <a:pt x="260" y="637"/>
                  <a:pt x="260" y="637"/>
                  <a:pt x="260" y="637"/>
                </a:cubicBezTo>
                <a:cubicBezTo>
                  <a:pt x="293" y="465"/>
                  <a:pt x="392" y="397"/>
                  <a:pt x="532" y="418"/>
                </a:cubicBezTo>
                <a:cubicBezTo>
                  <a:pt x="572" y="207"/>
                  <a:pt x="572" y="207"/>
                  <a:pt x="572" y="207"/>
                </a:cubicBezTo>
                <a:cubicBezTo>
                  <a:pt x="446" y="196"/>
                  <a:pt x="333" y="268"/>
                  <a:pt x="286" y="376"/>
                </a:cubicBezTo>
                <a:moveTo>
                  <a:pt x="3427" y="488"/>
                </a:moveTo>
                <a:cubicBezTo>
                  <a:pt x="3427" y="455"/>
                  <a:pt x="3419" y="376"/>
                  <a:pt x="3344" y="376"/>
                </a:cubicBezTo>
                <a:cubicBezTo>
                  <a:pt x="3268" y="376"/>
                  <a:pt x="3203" y="463"/>
                  <a:pt x="3178" y="596"/>
                </a:cubicBezTo>
                <a:cubicBezTo>
                  <a:pt x="3169" y="641"/>
                  <a:pt x="3145" y="776"/>
                  <a:pt x="3240" y="776"/>
                </a:cubicBezTo>
                <a:cubicBezTo>
                  <a:pt x="3348" y="776"/>
                  <a:pt x="3427" y="623"/>
                  <a:pt x="3427" y="488"/>
                </a:cubicBezTo>
                <a:moveTo>
                  <a:pt x="3641" y="473"/>
                </a:moveTo>
                <a:cubicBezTo>
                  <a:pt x="3641" y="641"/>
                  <a:pt x="3560" y="814"/>
                  <a:pt x="3414" y="891"/>
                </a:cubicBezTo>
                <a:cubicBezTo>
                  <a:pt x="3360" y="920"/>
                  <a:pt x="3309" y="932"/>
                  <a:pt x="3265" y="932"/>
                </a:cubicBezTo>
                <a:cubicBezTo>
                  <a:pt x="3192" y="932"/>
                  <a:pt x="3151" y="905"/>
                  <a:pt x="3128" y="863"/>
                </a:cubicBezTo>
                <a:cubicBezTo>
                  <a:pt x="3075" y="1139"/>
                  <a:pt x="3075" y="1139"/>
                  <a:pt x="3075" y="1139"/>
                </a:cubicBezTo>
                <a:cubicBezTo>
                  <a:pt x="2870" y="1139"/>
                  <a:pt x="2870" y="1139"/>
                  <a:pt x="2870" y="1139"/>
                </a:cubicBezTo>
                <a:cubicBezTo>
                  <a:pt x="3044" y="222"/>
                  <a:pt x="3044" y="222"/>
                  <a:pt x="3044" y="222"/>
                </a:cubicBezTo>
                <a:cubicBezTo>
                  <a:pt x="3225" y="222"/>
                  <a:pt x="3225" y="222"/>
                  <a:pt x="3225" y="222"/>
                </a:cubicBezTo>
                <a:cubicBezTo>
                  <a:pt x="3204" y="333"/>
                  <a:pt x="3204" y="333"/>
                  <a:pt x="3204" y="333"/>
                </a:cubicBezTo>
                <a:cubicBezTo>
                  <a:pt x="3255" y="259"/>
                  <a:pt x="3331" y="209"/>
                  <a:pt x="3417" y="209"/>
                </a:cubicBezTo>
                <a:cubicBezTo>
                  <a:pt x="3552" y="209"/>
                  <a:pt x="3641" y="312"/>
                  <a:pt x="3641" y="473"/>
                </a:cubicBezTo>
                <a:moveTo>
                  <a:pt x="961" y="440"/>
                </a:moveTo>
                <a:cubicBezTo>
                  <a:pt x="958" y="391"/>
                  <a:pt x="933" y="365"/>
                  <a:pt x="887" y="365"/>
                </a:cubicBezTo>
                <a:cubicBezTo>
                  <a:pt x="791" y="365"/>
                  <a:pt x="707" y="532"/>
                  <a:pt x="707" y="647"/>
                </a:cubicBezTo>
                <a:cubicBezTo>
                  <a:pt x="707" y="720"/>
                  <a:pt x="734" y="765"/>
                  <a:pt x="780" y="765"/>
                </a:cubicBezTo>
                <a:cubicBezTo>
                  <a:pt x="855" y="765"/>
                  <a:pt x="920" y="687"/>
                  <a:pt x="942" y="572"/>
                </a:cubicBezTo>
                <a:cubicBezTo>
                  <a:pt x="949" y="534"/>
                  <a:pt x="962" y="470"/>
                  <a:pt x="961" y="440"/>
                </a:cubicBezTo>
                <a:moveTo>
                  <a:pt x="1149" y="529"/>
                </a:moveTo>
                <a:cubicBezTo>
                  <a:pt x="1075" y="917"/>
                  <a:pt x="1075" y="917"/>
                  <a:pt x="1075" y="917"/>
                </a:cubicBezTo>
                <a:cubicBezTo>
                  <a:pt x="879" y="917"/>
                  <a:pt x="879" y="917"/>
                  <a:pt x="879" y="917"/>
                </a:cubicBezTo>
                <a:cubicBezTo>
                  <a:pt x="905" y="783"/>
                  <a:pt x="905" y="783"/>
                  <a:pt x="905" y="783"/>
                </a:cubicBezTo>
                <a:cubicBezTo>
                  <a:pt x="877" y="866"/>
                  <a:pt x="810" y="932"/>
                  <a:pt x="698" y="932"/>
                </a:cubicBezTo>
                <a:cubicBezTo>
                  <a:pt x="561" y="932"/>
                  <a:pt x="500" y="811"/>
                  <a:pt x="500" y="690"/>
                </a:cubicBezTo>
                <a:cubicBezTo>
                  <a:pt x="499" y="552"/>
                  <a:pt x="554" y="416"/>
                  <a:pt x="644" y="325"/>
                </a:cubicBezTo>
                <a:cubicBezTo>
                  <a:pt x="720" y="249"/>
                  <a:pt x="818" y="209"/>
                  <a:pt x="928" y="209"/>
                </a:cubicBezTo>
                <a:cubicBezTo>
                  <a:pt x="1011" y="209"/>
                  <a:pt x="1073" y="233"/>
                  <a:pt x="1111" y="280"/>
                </a:cubicBezTo>
                <a:cubicBezTo>
                  <a:pt x="1168" y="350"/>
                  <a:pt x="1164" y="454"/>
                  <a:pt x="1149" y="529"/>
                </a:cubicBezTo>
                <a:moveTo>
                  <a:pt x="4115" y="440"/>
                </a:moveTo>
                <a:cubicBezTo>
                  <a:pt x="4113" y="391"/>
                  <a:pt x="4087" y="365"/>
                  <a:pt x="4042" y="365"/>
                </a:cubicBezTo>
                <a:cubicBezTo>
                  <a:pt x="3945" y="365"/>
                  <a:pt x="3861" y="532"/>
                  <a:pt x="3862" y="647"/>
                </a:cubicBezTo>
                <a:cubicBezTo>
                  <a:pt x="3862" y="720"/>
                  <a:pt x="3888" y="765"/>
                  <a:pt x="3935" y="765"/>
                </a:cubicBezTo>
                <a:cubicBezTo>
                  <a:pt x="4010" y="765"/>
                  <a:pt x="4074" y="687"/>
                  <a:pt x="4096" y="572"/>
                </a:cubicBezTo>
                <a:cubicBezTo>
                  <a:pt x="4104" y="534"/>
                  <a:pt x="4117" y="470"/>
                  <a:pt x="4115" y="440"/>
                </a:cubicBezTo>
                <a:moveTo>
                  <a:pt x="4304" y="529"/>
                </a:moveTo>
                <a:cubicBezTo>
                  <a:pt x="4230" y="917"/>
                  <a:pt x="4230" y="917"/>
                  <a:pt x="4230" y="917"/>
                </a:cubicBezTo>
                <a:cubicBezTo>
                  <a:pt x="4034" y="917"/>
                  <a:pt x="4034" y="917"/>
                  <a:pt x="4034" y="917"/>
                </a:cubicBezTo>
                <a:cubicBezTo>
                  <a:pt x="4059" y="783"/>
                  <a:pt x="4059" y="783"/>
                  <a:pt x="4059" y="783"/>
                </a:cubicBezTo>
                <a:cubicBezTo>
                  <a:pt x="4032" y="866"/>
                  <a:pt x="3965" y="932"/>
                  <a:pt x="3852" y="932"/>
                </a:cubicBezTo>
                <a:cubicBezTo>
                  <a:pt x="3716" y="932"/>
                  <a:pt x="3654" y="811"/>
                  <a:pt x="3654" y="690"/>
                </a:cubicBezTo>
                <a:cubicBezTo>
                  <a:pt x="3654" y="552"/>
                  <a:pt x="3708" y="416"/>
                  <a:pt x="3799" y="325"/>
                </a:cubicBezTo>
                <a:cubicBezTo>
                  <a:pt x="3875" y="249"/>
                  <a:pt x="3973" y="209"/>
                  <a:pt x="4082" y="209"/>
                </a:cubicBezTo>
                <a:cubicBezTo>
                  <a:pt x="4166" y="209"/>
                  <a:pt x="4227" y="233"/>
                  <a:pt x="4266" y="280"/>
                </a:cubicBezTo>
                <a:cubicBezTo>
                  <a:pt x="4323" y="350"/>
                  <a:pt x="4318" y="454"/>
                  <a:pt x="4304" y="529"/>
                </a:cubicBezTo>
                <a:moveTo>
                  <a:pt x="4789" y="210"/>
                </a:moveTo>
                <a:cubicBezTo>
                  <a:pt x="4532" y="210"/>
                  <a:pt x="4338" y="398"/>
                  <a:pt x="4338" y="648"/>
                </a:cubicBezTo>
                <a:cubicBezTo>
                  <a:pt x="4338" y="820"/>
                  <a:pt x="4452" y="931"/>
                  <a:pt x="4629" y="931"/>
                </a:cubicBezTo>
                <a:cubicBezTo>
                  <a:pt x="4705" y="931"/>
                  <a:pt x="4779" y="917"/>
                  <a:pt x="4827" y="894"/>
                </a:cubicBezTo>
                <a:cubicBezTo>
                  <a:pt x="4859" y="722"/>
                  <a:pt x="4859" y="722"/>
                  <a:pt x="4859" y="722"/>
                </a:cubicBezTo>
                <a:cubicBezTo>
                  <a:pt x="4796" y="754"/>
                  <a:pt x="4746" y="767"/>
                  <a:pt x="4687" y="767"/>
                </a:cubicBezTo>
                <a:cubicBezTo>
                  <a:pt x="4622" y="767"/>
                  <a:pt x="4553" y="729"/>
                  <a:pt x="4553" y="625"/>
                </a:cubicBezTo>
                <a:cubicBezTo>
                  <a:pt x="4553" y="502"/>
                  <a:pt x="4640" y="375"/>
                  <a:pt x="4786" y="375"/>
                </a:cubicBezTo>
                <a:cubicBezTo>
                  <a:pt x="4830" y="375"/>
                  <a:pt x="4867" y="384"/>
                  <a:pt x="4899" y="402"/>
                </a:cubicBezTo>
                <a:cubicBezTo>
                  <a:pt x="4931" y="235"/>
                  <a:pt x="4931" y="235"/>
                  <a:pt x="4931" y="235"/>
                </a:cubicBezTo>
                <a:cubicBezTo>
                  <a:pt x="4894" y="220"/>
                  <a:pt x="4841" y="210"/>
                  <a:pt x="4789" y="210"/>
                </a:cubicBezTo>
                <a:moveTo>
                  <a:pt x="5110" y="500"/>
                </a:moveTo>
                <a:cubicBezTo>
                  <a:pt x="5230" y="501"/>
                  <a:pt x="5298" y="489"/>
                  <a:pt x="5328" y="459"/>
                </a:cubicBezTo>
                <a:cubicBezTo>
                  <a:pt x="5360" y="427"/>
                  <a:pt x="5350" y="359"/>
                  <a:pt x="5271" y="359"/>
                </a:cubicBezTo>
                <a:cubicBezTo>
                  <a:pt x="5182" y="359"/>
                  <a:pt x="5125" y="432"/>
                  <a:pt x="5110" y="500"/>
                </a:cubicBezTo>
                <a:moveTo>
                  <a:pt x="5242" y="771"/>
                </a:moveTo>
                <a:cubicBezTo>
                  <a:pt x="5328" y="771"/>
                  <a:pt x="5403" y="750"/>
                  <a:pt x="5484" y="703"/>
                </a:cubicBezTo>
                <a:cubicBezTo>
                  <a:pt x="5451" y="875"/>
                  <a:pt x="5451" y="875"/>
                  <a:pt x="5451" y="875"/>
                </a:cubicBezTo>
                <a:cubicBezTo>
                  <a:pt x="5353" y="925"/>
                  <a:pt x="5238" y="931"/>
                  <a:pt x="5193" y="931"/>
                </a:cubicBezTo>
                <a:cubicBezTo>
                  <a:pt x="5002" y="931"/>
                  <a:pt x="4893" y="825"/>
                  <a:pt x="4893" y="639"/>
                </a:cubicBezTo>
                <a:cubicBezTo>
                  <a:pt x="4893" y="532"/>
                  <a:pt x="4932" y="425"/>
                  <a:pt x="5001" y="345"/>
                </a:cubicBezTo>
                <a:cubicBezTo>
                  <a:pt x="5076" y="257"/>
                  <a:pt x="5181" y="209"/>
                  <a:pt x="5296" y="209"/>
                </a:cubicBezTo>
                <a:cubicBezTo>
                  <a:pt x="5441" y="209"/>
                  <a:pt x="5537" y="293"/>
                  <a:pt x="5537" y="418"/>
                </a:cubicBezTo>
                <a:cubicBezTo>
                  <a:pt x="5537" y="475"/>
                  <a:pt x="5518" y="522"/>
                  <a:pt x="5481" y="558"/>
                </a:cubicBezTo>
                <a:cubicBezTo>
                  <a:pt x="5412" y="626"/>
                  <a:pt x="5242" y="663"/>
                  <a:pt x="5087" y="633"/>
                </a:cubicBezTo>
                <a:cubicBezTo>
                  <a:pt x="5080" y="720"/>
                  <a:pt x="5146" y="771"/>
                  <a:pt x="5242" y="771"/>
                </a:cubicBezTo>
                <a:moveTo>
                  <a:pt x="5615" y="794"/>
                </a:moveTo>
                <a:cubicBezTo>
                  <a:pt x="5592" y="794"/>
                  <a:pt x="5592" y="794"/>
                  <a:pt x="5592" y="794"/>
                </a:cubicBezTo>
                <a:cubicBezTo>
                  <a:pt x="5585" y="832"/>
                  <a:pt x="5585" y="832"/>
                  <a:pt x="5585" y="832"/>
                </a:cubicBezTo>
                <a:cubicBezTo>
                  <a:pt x="5606" y="832"/>
                  <a:pt x="5606" y="832"/>
                  <a:pt x="5606" y="832"/>
                </a:cubicBezTo>
                <a:cubicBezTo>
                  <a:pt x="5617" y="832"/>
                  <a:pt x="5628" y="822"/>
                  <a:pt x="5630" y="812"/>
                </a:cubicBezTo>
                <a:cubicBezTo>
                  <a:pt x="5632" y="802"/>
                  <a:pt x="5625" y="794"/>
                  <a:pt x="5615" y="794"/>
                </a:cubicBezTo>
                <a:moveTo>
                  <a:pt x="5642" y="814"/>
                </a:moveTo>
                <a:cubicBezTo>
                  <a:pt x="5639" y="828"/>
                  <a:pt x="5628" y="839"/>
                  <a:pt x="5615" y="843"/>
                </a:cubicBezTo>
                <a:cubicBezTo>
                  <a:pt x="5629" y="883"/>
                  <a:pt x="5629" y="883"/>
                  <a:pt x="5629" y="883"/>
                </a:cubicBezTo>
                <a:cubicBezTo>
                  <a:pt x="5615" y="883"/>
                  <a:pt x="5615" y="883"/>
                  <a:pt x="5615" y="883"/>
                </a:cubicBezTo>
                <a:cubicBezTo>
                  <a:pt x="5602" y="844"/>
                  <a:pt x="5602" y="844"/>
                  <a:pt x="5602" y="844"/>
                </a:cubicBezTo>
                <a:cubicBezTo>
                  <a:pt x="5583" y="844"/>
                  <a:pt x="5583" y="844"/>
                  <a:pt x="5583" y="844"/>
                </a:cubicBezTo>
                <a:cubicBezTo>
                  <a:pt x="5576" y="883"/>
                  <a:pt x="5576" y="883"/>
                  <a:pt x="5576" y="883"/>
                </a:cubicBezTo>
                <a:cubicBezTo>
                  <a:pt x="5563" y="883"/>
                  <a:pt x="5563" y="883"/>
                  <a:pt x="5563" y="883"/>
                </a:cubicBezTo>
                <a:cubicBezTo>
                  <a:pt x="5582" y="781"/>
                  <a:pt x="5582" y="781"/>
                  <a:pt x="5582" y="781"/>
                </a:cubicBezTo>
                <a:cubicBezTo>
                  <a:pt x="5615" y="781"/>
                  <a:pt x="5615" y="781"/>
                  <a:pt x="5615" y="781"/>
                </a:cubicBezTo>
                <a:cubicBezTo>
                  <a:pt x="5633" y="781"/>
                  <a:pt x="5645" y="796"/>
                  <a:pt x="5642" y="814"/>
                </a:cubicBezTo>
                <a:moveTo>
                  <a:pt x="5675" y="831"/>
                </a:moveTo>
                <a:cubicBezTo>
                  <a:pt x="5671" y="872"/>
                  <a:pt x="5634" y="906"/>
                  <a:pt x="5593" y="906"/>
                </a:cubicBezTo>
                <a:cubicBezTo>
                  <a:pt x="5553" y="906"/>
                  <a:pt x="5523" y="874"/>
                  <a:pt x="5527" y="833"/>
                </a:cubicBezTo>
                <a:cubicBezTo>
                  <a:pt x="5531" y="792"/>
                  <a:pt x="5567" y="759"/>
                  <a:pt x="5608" y="759"/>
                </a:cubicBezTo>
                <a:cubicBezTo>
                  <a:pt x="5649" y="759"/>
                  <a:pt x="5678" y="791"/>
                  <a:pt x="5675" y="831"/>
                </a:cubicBezTo>
                <a:moveTo>
                  <a:pt x="5687" y="832"/>
                </a:moveTo>
                <a:cubicBezTo>
                  <a:pt x="5687" y="832"/>
                  <a:pt x="5687" y="832"/>
                  <a:pt x="5687" y="832"/>
                </a:cubicBezTo>
                <a:cubicBezTo>
                  <a:pt x="5691" y="785"/>
                  <a:pt x="5656" y="746"/>
                  <a:pt x="5608" y="746"/>
                </a:cubicBezTo>
                <a:cubicBezTo>
                  <a:pt x="5561" y="746"/>
                  <a:pt x="5519" y="785"/>
                  <a:pt x="5515" y="832"/>
                </a:cubicBezTo>
                <a:cubicBezTo>
                  <a:pt x="5510" y="880"/>
                  <a:pt x="5545" y="919"/>
                  <a:pt x="5593" y="919"/>
                </a:cubicBezTo>
                <a:cubicBezTo>
                  <a:pt x="5641" y="919"/>
                  <a:pt x="5683" y="880"/>
                  <a:pt x="5687" y="832"/>
                </a:cubicBezTo>
                <a:moveTo>
                  <a:pt x="1634" y="210"/>
                </a:moveTo>
                <a:cubicBezTo>
                  <a:pt x="1377" y="210"/>
                  <a:pt x="1183" y="398"/>
                  <a:pt x="1183" y="648"/>
                </a:cubicBezTo>
                <a:cubicBezTo>
                  <a:pt x="1183" y="820"/>
                  <a:pt x="1298" y="931"/>
                  <a:pt x="1475" y="931"/>
                </a:cubicBezTo>
                <a:cubicBezTo>
                  <a:pt x="1551" y="931"/>
                  <a:pt x="1624" y="917"/>
                  <a:pt x="1672" y="894"/>
                </a:cubicBezTo>
                <a:cubicBezTo>
                  <a:pt x="1704" y="722"/>
                  <a:pt x="1704" y="722"/>
                  <a:pt x="1704" y="722"/>
                </a:cubicBezTo>
                <a:cubicBezTo>
                  <a:pt x="1641" y="754"/>
                  <a:pt x="1591" y="767"/>
                  <a:pt x="1533" y="767"/>
                </a:cubicBezTo>
                <a:cubicBezTo>
                  <a:pt x="1468" y="767"/>
                  <a:pt x="1398" y="729"/>
                  <a:pt x="1398" y="625"/>
                </a:cubicBezTo>
                <a:cubicBezTo>
                  <a:pt x="1398" y="502"/>
                  <a:pt x="1485" y="375"/>
                  <a:pt x="1631" y="375"/>
                </a:cubicBezTo>
                <a:cubicBezTo>
                  <a:pt x="1676" y="375"/>
                  <a:pt x="1713" y="384"/>
                  <a:pt x="1745" y="402"/>
                </a:cubicBezTo>
                <a:cubicBezTo>
                  <a:pt x="1777" y="235"/>
                  <a:pt x="1777" y="235"/>
                  <a:pt x="1777" y="235"/>
                </a:cubicBezTo>
                <a:cubicBezTo>
                  <a:pt x="1740" y="220"/>
                  <a:pt x="1687" y="210"/>
                  <a:pt x="1634" y="210"/>
                </a:cubicBezTo>
                <a:moveTo>
                  <a:pt x="2900" y="687"/>
                </a:moveTo>
                <a:cubicBezTo>
                  <a:pt x="2900" y="751"/>
                  <a:pt x="2879" y="804"/>
                  <a:pt x="2837" y="846"/>
                </a:cubicBezTo>
                <a:cubicBezTo>
                  <a:pt x="2781" y="901"/>
                  <a:pt x="2691" y="932"/>
                  <a:pt x="2582" y="931"/>
                </a:cubicBezTo>
                <a:cubicBezTo>
                  <a:pt x="2504" y="930"/>
                  <a:pt x="2425" y="910"/>
                  <a:pt x="2380" y="883"/>
                </a:cubicBezTo>
                <a:cubicBezTo>
                  <a:pt x="2410" y="727"/>
                  <a:pt x="2410" y="727"/>
                  <a:pt x="2410" y="727"/>
                </a:cubicBezTo>
                <a:cubicBezTo>
                  <a:pt x="2457" y="753"/>
                  <a:pt x="2540" y="781"/>
                  <a:pt x="2602" y="781"/>
                </a:cubicBezTo>
                <a:cubicBezTo>
                  <a:pt x="2652" y="781"/>
                  <a:pt x="2687" y="757"/>
                  <a:pt x="2687" y="719"/>
                </a:cubicBezTo>
                <a:cubicBezTo>
                  <a:pt x="2687" y="685"/>
                  <a:pt x="2663" y="662"/>
                  <a:pt x="2601" y="632"/>
                </a:cubicBezTo>
                <a:cubicBezTo>
                  <a:pt x="2504" y="583"/>
                  <a:pt x="2455" y="521"/>
                  <a:pt x="2455" y="449"/>
                </a:cubicBezTo>
                <a:cubicBezTo>
                  <a:pt x="2455" y="306"/>
                  <a:pt x="2577" y="209"/>
                  <a:pt x="2760" y="209"/>
                </a:cubicBezTo>
                <a:cubicBezTo>
                  <a:pt x="2856" y="209"/>
                  <a:pt x="2919" y="232"/>
                  <a:pt x="2954" y="254"/>
                </a:cubicBezTo>
                <a:cubicBezTo>
                  <a:pt x="2924" y="410"/>
                  <a:pt x="2924" y="410"/>
                  <a:pt x="2924" y="410"/>
                </a:cubicBezTo>
                <a:cubicBezTo>
                  <a:pt x="2897" y="390"/>
                  <a:pt x="2827" y="361"/>
                  <a:pt x="2750" y="361"/>
                </a:cubicBezTo>
                <a:cubicBezTo>
                  <a:pt x="2697" y="361"/>
                  <a:pt x="2662" y="383"/>
                  <a:pt x="2662" y="420"/>
                </a:cubicBezTo>
                <a:cubicBezTo>
                  <a:pt x="2662" y="447"/>
                  <a:pt x="2688" y="471"/>
                  <a:pt x="2745" y="498"/>
                </a:cubicBezTo>
                <a:cubicBezTo>
                  <a:pt x="2818" y="535"/>
                  <a:pt x="2900" y="589"/>
                  <a:pt x="2900" y="687"/>
                </a:cubicBezTo>
              </a:path>
            </a:pathLst>
          </a:custGeom>
          <a:solidFill>
            <a:schemeClr val="bg1"/>
          </a:solidFill>
          <a:ln>
            <a:noFill/>
          </a:ln>
        </p:spPr>
        <p:txBody>
          <a:bodyPr vert="horz" wrap="square" lIns="45720" tIns="22860" rIns="45720" bIns="22860" numCol="1" anchor="t" anchorCtr="0" compatLnSpc="1">
            <a:prstTxWarp prst="textNoShape">
              <a:avLst/>
            </a:prstTxWarp>
          </a:bodyPr>
          <a:lstStyle/>
          <a:p>
            <a:endParaRPr lang="en-US" sz="450" dirty="0"/>
          </a:p>
        </p:txBody>
      </p:sp>
    </p:spTree>
    <p:extLst>
      <p:ext uri="{BB962C8B-B14F-4D97-AF65-F5344CB8AC3E}">
        <p14:creationId xmlns:p14="http://schemas.microsoft.com/office/powerpoint/2010/main" val="2685642554"/>
      </p:ext>
    </p:extLst>
  </p:cSld>
  <p:clrMapOvr>
    <a:masterClrMapping/>
  </p:clrMapOvr>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Single Column - Simple">
    <p:bg>
      <p:bgPr>
        <a:solidFill>
          <a:schemeClr val="tx1"/>
        </a:solidFill>
        <a:effectLst/>
      </p:bgPr>
    </p:bg>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87630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sp>
        <p:nvSpPr>
          <p:cNvPr id="10" name="Footer Placeholder 4">
            <a:extLst>
              <a:ext uri="{FF2B5EF4-FFF2-40B4-BE49-F238E27FC236}">
                <a16:creationId xmlns:a16="http://schemas.microsoft.com/office/drawing/2014/main" id="{A78695ED-2F1E-494A-BB48-9F1643AA5F5C}"/>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8F85B9C0-2FA3-C642-B0A2-F972FA128415}"/>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905479852"/>
      </p:ext>
    </p:extLst>
  </p:cSld>
  <p:clrMapOvr>
    <a:masterClrMapping/>
  </p:clrMapOvr>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Single Column - Simple with Sub">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61950" y="1390650"/>
            <a:ext cx="11468100" cy="1744067"/>
          </a:xfrm>
          <a:prstGeom prst="rect">
            <a:avLst/>
          </a:prstGeom>
        </p:spPr>
        <p:txBody>
          <a:bodyPr vert="horz" lIns="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876301"/>
            <a:ext cx="11485563" cy="292388"/>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sp>
        <p:nvSpPr>
          <p:cNvPr id="11" name="Footer Placeholder 4">
            <a:extLst>
              <a:ext uri="{FF2B5EF4-FFF2-40B4-BE49-F238E27FC236}">
                <a16:creationId xmlns:a16="http://schemas.microsoft.com/office/drawing/2014/main" id="{EF68921A-3D84-0C43-BCF7-2359425BBAFE}"/>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3C34AF9E-CC5A-D94B-A257-8357FE5D4D4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013098064"/>
      </p:ext>
    </p:extLst>
  </p:cSld>
  <p:clrMapOvr>
    <a:masterClrMapping/>
  </p:clrMapOvr>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Single Column">
    <p:spTree>
      <p:nvGrpSpPr>
        <p:cNvPr id="1" name=""/>
        <p:cNvGrpSpPr/>
        <p:nvPr/>
      </p:nvGrpSpPr>
      <p:grpSpPr>
        <a:xfrm>
          <a:off x="0" y="0"/>
          <a:ext cx="0" cy="0"/>
          <a:chOff x="0" y="0"/>
          <a:chExt cx="0" cy="0"/>
        </a:xfrm>
      </p:grpSpPr>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0896"/>
            <a:ext cx="858012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9"/>
            <a:ext cx="2620793" cy="1531053"/>
          </a:xfrm>
        </p:spPr>
        <p:txBody>
          <a:bodyPr>
            <a:spAutoFit/>
          </a:bodyPr>
          <a:lstStyle/>
          <a:p>
            <a:r>
              <a:rPr lang="en-GB"/>
              <a:t>Click to edit Master title style</a:t>
            </a:r>
            <a:endParaRPr lang="en-US" dirty="0"/>
          </a:p>
        </p:txBody>
      </p:sp>
      <p:sp>
        <p:nvSpPr>
          <p:cNvPr id="11" name="Footer Placeholder 4">
            <a:extLst>
              <a:ext uri="{FF2B5EF4-FFF2-40B4-BE49-F238E27FC236}">
                <a16:creationId xmlns:a16="http://schemas.microsoft.com/office/drawing/2014/main" id="{40A38931-98FA-BE47-B1AE-523C0961A6B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2" name="Slide Number Placeholder 5">
            <a:extLst>
              <a:ext uri="{FF2B5EF4-FFF2-40B4-BE49-F238E27FC236}">
                <a16:creationId xmlns:a16="http://schemas.microsoft.com/office/drawing/2014/main" id="{969D2E81-8C3B-0043-9477-955DB211D4C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96934804"/>
      </p:ext>
    </p:extLst>
  </p:cSld>
  <p:clrMapOvr>
    <a:masterClrMapping/>
  </p:clrMapOvr>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Double Column">
    <p:spTree>
      <p:nvGrpSpPr>
        <p:cNvPr id="1" name=""/>
        <p:cNvGrpSpPr/>
        <p:nvPr/>
      </p:nvGrpSpPr>
      <p:grpSpPr>
        <a:xfrm>
          <a:off x="0" y="0"/>
          <a:ext cx="0" cy="0"/>
          <a:chOff x="0" y="0"/>
          <a:chExt cx="0" cy="0"/>
        </a:xfrm>
      </p:grpSpPr>
      <p:sp>
        <p:nvSpPr>
          <p:cNvPr id="8" name="Text Placeholder 2">
            <a:extLst>
              <a:ext uri="{FF2B5EF4-FFF2-40B4-BE49-F238E27FC236}">
                <a16:creationId xmlns:a16="http://schemas.microsoft.com/office/drawing/2014/main" id="{A08EE2D0-C5F7-40AF-BD24-47EFB4DD9E34}"/>
              </a:ext>
            </a:extLst>
          </p:cNvPr>
          <p:cNvSpPr>
            <a:spLocks noGrp="1"/>
          </p:cNvSpPr>
          <p:nvPr>
            <p:ph idx="1"/>
          </p:nvPr>
        </p:nvSpPr>
        <p:spPr>
          <a:xfrm>
            <a:off x="8029577" y="312485"/>
            <a:ext cx="3800474" cy="1744067"/>
          </a:xfrm>
          <a:prstGeom prst="rect">
            <a:avLst/>
          </a:prstGeom>
        </p:spPr>
        <p:txBody>
          <a:bodyPr vert="horz" lIns="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7" name="Text Placeholder 6">
            <a:extLst>
              <a:ext uri="{FF2B5EF4-FFF2-40B4-BE49-F238E27FC236}">
                <a16:creationId xmlns:a16="http://schemas.microsoft.com/office/drawing/2014/main" id="{0C6E8562-C69B-42CE-9B97-C49901A78C63}"/>
              </a:ext>
            </a:extLst>
          </p:cNvPr>
          <p:cNvSpPr>
            <a:spLocks noGrp="1"/>
          </p:cNvSpPr>
          <p:nvPr>
            <p:ph type="body" sz="quarter" idx="12"/>
          </p:nvPr>
        </p:nvSpPr>
        <p:spPr>
          <a:xfrm>
            <a:off x="3238500" y="313148"/>
            <a:ext cx="3657600" cy="1744067"/>
          </a:xfrm>
          <a:prstGeom prst="rect">
            <a:avLst/>
          </a:prstGeom>
        </p:spPr>
        <p:txBody>
          <a:bodyPr vert="horz" lIns="182880" tIns="0" rIns="0" bIns="0" rtlCol="0">
            <a:spAutoFit/>
          </a:bodyPr>
          <a:lstStyle>
            <a:lvl1pPr>
              <a:defRPr lang="en-US" dirty="0"/>
            </a:lvl1pPr>
            <a:lvl2pPr>
              <a:defRPr lang="en-US" dirty="0"/>
            </a:lvl2pPr>
            <a:lvl3pPr>
              <a:defRPr lang="en-US" dirty="0"/>
            </a:lvl3pPr>
            <a:lvl4pPr>
              <a:defRPr lang="en-US" dirty="0"/>
            </a:lvl4pPr>
            <a:lvl5pPr>
              <a:defRPr lang="en-US" dirty="0"/>
            </a:lvl5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2900" y="1842516"/>
            <a:ext cx="2734056" cy="1169551"/>
          </a:xfrm>
          <a:prstGeom prst="rect">
            <a:avLst/>
          </a:prstGeom>
        </p:spPr>
        <p:txBody>
          <a:bodyPr vert="horz" lIns="0" tIns="0" rIns="0" bIns="0" rtlCol="0">
            <a:spAutoFit/>
          </a:bodyPr>
          <a:lstStyle>
            <a:lvl1pPr>
              <a:defRPr lang="en-US" sz="1900" dirty="0">
                <a:ln w="3175">
                  <a:noFill/>
                </a:ln>
              </a:defRPr>
            </a:lvl1pPr>
          </a:lstStyle>
          <a:p>
            <a:pPr marL="0" lvl="0" indent="0" fontAlgn="base">
              <a:buNone/>
            </a:pPr>
            <a:r>
              <a:rPr lang="en-US" dirty="0"/>
              <a:t>Subtitle or callout if needed, all titles and subtitles are sentence case </a:t>
            </a:r>
          </a:p>
        </p:txBody>
      </p:sp>
      <p:sp>
        <p:nvSpPr>
          <p:cNvPr id="5" name="Title 4">
            <a:extLst>
              <a:ext uri="{FF2B5EF4-FFF2-40B4-BE49-F238E27FC236}">
                <a16:creationId xmlns:a16="http://schemas.microsoft.com/office/drawing/2014/main" id="{9E8E5F5F-E11E-C44F-B488-CB35674682B5}"/>
              </a:ext>
            </a:extLst>
          </p:cNvPr>
          <p:cNvSpPr>
            <a:spLocks noGrp="1"/>
          </p:cNvSpPr>
          <p:nvPr>
            <p:ph type="title"/>
          </p:nvPr>
        </p:nvSpPr>
        <p:spPr/>
        <p:txBody>
          <a:bodyPr>
            <a:spAutoFit/>
          </a:bodyPr>
          <a:lstStyle>
            <a:lvl1pPr>
              <a:defRPr/>
            </a:lvl1pPr>
          </a:lstStyle>
          <a:p>
            <a:r>
              <a:rPr lang="en-GB"/>
              <a:t>Click to edit Master title style</a:t>
            </a:r>
            <a:endParaRPr lang="en-US" dirty="0"/>
          </a:p>
        </p:txBody>
      </p:sp>
      <p:sp>
        <p:nvSpPr>
          <p:cNvPr id="10" name="Footer Placeholder 4">
            <a:extLst>
              <a:ext uri="{FF2B5EF4-FFF2-40B4-BE49-F238E27FC236}">
                <a16:creationId xmlns:a16="http://schemas.microsoft.com/office/drawing/2014/main" id="{156A0A62-087E-784B-9DD1-38534E1A4B07}"/>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8E27B880-B2E3-2C46-B7F9-CAD8D1E9265C}"/>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991898910"/>
      </p:ext>
    </p:extLst>
  </p:cSld>
  <p:clrMapOvr>
    <a:masterClrMapping/>
  </p:clrMapOvr>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Chart Slide">
    <p:spTree>
      <p:nvGrpSpPr>
        <p:cNvPr id="1" name=""/>
        <p:cNvGrpSpPr/>
        <p:nvPr/>
      </p:nvGrpSpPr>
      <p:grpSpPr>
        <a:xfrm>
          <a:off x="0" y="0"/>
          <a:ext cx="0" cy="0"/>
          <a:chOff x="0" y="0"/>
          <a:chExt cx="0" cy="0"/>
        </a:xfrm>
      </p:grpSpPr>
      <p:sp>
        <p:nvSpPr>
          <p:cNvPr id="6" name="Chart Placeholder 5">
            <a:extLst>
              <a:ext uri="{FF2B5EF4-FFF2-40B4-BE49-F238E27FC236}">
                <a16:creationId xmlns:a16="http://schemas.microsoft.com/office/drawing/2014/main" id="{D15CAE43-FFC5-5941-A364-DB8503717B41}"/>
              </a:ext>
            </a:extLst>
          </p:cNvPr>
          <p:cNvSpPr>
            <a:spLocks noGrp="1"/>
          </p:cNvSpPr>
          <p:nvPr>
            <p:ph type="chart" sz="quarter" idx="14"/>
          </p:nvPr>
        </p:nvSpPr>
        <p:spPr>
          <a:xfrm>
            <a:off x="3227070" y="2416705"/>
            <a:ext cx="8591550" cy="4079346"/>
          </a:xfrm>
          <a:prstGeom prst="rect">
            <a:avLst/>
          </a:prstGeom>
        </p:spPr>
        <p:txBody>
          <a:bodyPr/>
          <a:lstStyle/>
          <a:p>
            <a:r>
              <a:rPr lang="en-GB"/>
              <a:t>Click icon to add chart</a:t>
            </a:r>
            <a:endParaRPr lang="en-US" dirty="0"/>
          </a:p>
        </p:txBody>
      </p:sp>
      <p:sp>
        <p:nvSpPr>
          <p:cNvPr id="5" name="Title 4">
            <a:extLst>
              <a:ext uri="{FF2B5EF4-FFF2-40B4-BE49-F238E27FC236}">
                <a16:creationId xmlns:a16="http://schemas.microsoft.com/office/drawing/2014/main" id="{1A166DE4-81E7-7D4A-A206-F89CC138B7CD}"/>
              </a:ext>
            </a:extLst>
          </p:cNvPr>
          <p:cNvSpPr>
            <a:spLocks noGrp="1"/>
          </p:cNvSpPr>
          <p:nvPr>
            <p:ph type="title" hasCustomPrompt="1"/>
          </p:nvPr>
        </p:nvSpPr>
        <p:spPr>
          <a:xfrm>
            <a:off x="334497" y="268589"/>
            <a:ext cx="2733169" cy="484043"/>
          </a:xfrm>
        </p:spPr>
        <p:txBody>
          <a:bodyPr>
            <a:spAutoFit/>
          </a:bodyPr>
          <a:lstStyle/>
          <a:p>
            <a:r>
              <a:rPr lang="en-US" dirty="0"/>
              <a:t>Chart Slide</a:t>
            </a:r>
          </a:p>
        </p:txBody>
      </p:sp>
      <p:sp>
        <p:nvSpPr>
          <p:cNvPr id="12" name="Text Placeholder 8">
            <a:extLst>
              <a:ext uri="{FF2B5EF4-FFF2-40B4-BE49-F238E27FC236}">
                <a16:creationId xmlns:a16="http://schemas.microsoft.com/office/drawing/2014/main" id="{02EECDEE-456F-4A15-A4FE-4CA2F60E0059}"/>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1" name="Text Placeholder 2">
            <a:extLst>
              <a:ext uri="{FF2B5EF4-FFF2-40B4-BE49-F238E27FC236}">
                <a16:creationId xmlns:a16="http://schemas.microsoft.com/office/drawing/2014/main" id="{A208867F-67F6-E940-A59D-2EEB7E6B95FA}"/>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4" name="Footer Placeholder 4">
            <a:extLst>
              <a:ext uri="{FF2B5EF4-FFF2-40B4-BE49-F238E27FC236}">
                <a16:creationId xmlns:a16="http://schemas.microsoft.com/office/drawing/2014/main" id="{11EF6F69-B713-564F-BAF2-3A8E767B5BD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991D8A6-7F67-9440-AF41-53A069C8F40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2429635882"/>
      </p:ext>
    </p:extLst>
  </p:cSld>
  <p:clrMapOvr>
    <a:masterClrMapping/>
  </p:clrMapOvr>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Table Slide">
    <p:spTree>
      <p:nvGrpSpPr>
        <p:cNvPr id="1" name=""/>
        <p:cNvGrpSpPr/>
        <p:nvPr/>
      </p:nvGrpSpPr>
      <p:grpSpPr>
        <a:xfrm>
          <a:off x="0" y="0"/>
          <a:ext cx="0" cy="0"/>
          <a:chOff x="0" y="0"/>
          <a:chExt cx="0" cy="0"/>
        </a:xfrm>
      </p:grpSpPr>
      <p:sp>
        <p:nvSpPr>
          <p:cNvPr id="5" name="Title 4">
            <a:extLst>
              <a:ext uri="{FF2B5EF4-FFF2-40B4-BE49-F238E27FC236}">
                <a16:creationId xmlns:a16="http://schemas.microsoft.com/office/drawing/2014/main" id="{D0602A0A-DA97-1949-83C0-5E92A6974F6F}"/>
              </a:ext>
            </a:extLst>
          </p:cNvPr>
          <p:cNvSpPr>
            <a:spLocks noGrp="1"/>
          </p:cNvSpPr>
          <p:nvPr>
            <p:ph type="title" hasCustomPrompt="1"/>
          </p:nvPr>
        </p:nvSpPr>
        <p:spPr>
          <a:xfrm>
            <a:off x="334497" y="268589"/>
            <a:ext cx="2733169" cy="484043"/>
          </a:xfrm>
        </p:spPr>
        <p:txBody>
          <a:bodyPr>
            <a:spAutoFit/>
          </a:bodyPr>
          <a:lstStyle/>
          <a:p>
            <a:r>
              <a:rPr lang="en-US" dirty="0"/>
              <a:t>Table Slide</a:t>
            </a:r>
          </a:p>
        </p:txBody>
      </p:sp>
      <p:sp>
        <p:nvSpPr>
          <p:cNvPr id="10" name="Text Placeholder 8">
            <a:extLst>
              <a:ext uri="{FF2B5EF4-FFF2-40B4-BE49-F238E27FC236}">
                <a16:creationId xmlns:a16="http://schemas.microsoft.com/office/drawing/2014/main" id="{FD34CAF5-D592-42FD-80B2-8B57E60C9A88}"/>
              </a:ext>
            </a:extLst>
          </p:cNvPr>
          <p:cNvSpPr>
            <a:spLocks noGrp="1"/>
          </p:cNvSpPr>
          <p:nvPr>
            <p:ph type="body" sz="quarter" idx="13" hasCustomPrompt="1"/>
          </p:nvPr>
        </p:nvSpPr>
        <p:spPr>
          <a:xfrm>
            <a:off x="344486" y="1843749"/>
            <a:ext cx="2734056"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12" name="Text Placeholder 2">
            <a:extLst>
              <a:ext uri="{FF2B5EF4-FFF2-40B4-BE49-F238E27FC236}">
                <a16:creationId xmlns:a16="http://schemas.microsoft.com/office/drawing/2014/main" id="{3CAAA4C2-3C05-F041-9337-D10DF6DF7FE4}"/>
              </a:ext>
            </a:extLst>
          </p:cNvPr>
          <p:cNvSpPr>
            <a:spLocks noGrp="1"/>
          </p:cNvSpPr>
          <p:nvPr>
            <p:ph idx="1" hasCustomPrompt="1"/>
          </p:nvPr>
        </p:nvSpPr>
        <p:spPr>
          <a:xfrm>
            <a:off x="3238501" y="312485"/>
            <a:ext cx="8580301" cy="1384995"/>
          </a:xfrm>
          <a:prstGeom prst="rect">
            <a:avLst/>
          </a:prstGeom>
        </p:spPr>
        <p:txBody>
          <a:bodyPr vert="horz" lIns="182880" tIns="0" rIns="0" bIns="0" rtlCol="0">
            <a:spAutoFit/>
          </a:bodyPr>
          <a:lstStyle>
            <a:lvl1pPr marL="285750" indent="-285750">
              <a:buClr>
                <a:schemeClr val="bg1"/>
              </a:buClr>
              <a:buFont typeface="Arial" panose="020B0604020202020204" pitchFamily="34" charset="0"/>
              <a:buChar char="•"/>
              <a:defRPr>
                <a:solidFill>
                  <a:schemeClr val="bg1"/>
                </a:solidFill>
              </a:defRPr>
            </a:lvl1pPr>
            <a:lvl2pPr marL="742950" indent="-285750">
              <a:buClr>
                <a:schemeClr val="bg1"/>
              </a:buClr>
              <a:buFont typeface="Arial" panose="020B0604020202020204" pitchFamily="34" charset="0"/>
              <a:buChar char="•"/>
              <a:defRPr>
                <a:solidFill>
                  <a:schemeClr val="bg1"/>
                </a:solidFill>
              </a:defRPr>
            </a:lvl2pPr>
            <a:lvl3pPr marL="1200150" indent="-285750">
              <a:buClr>
                <a:schemeClr val="bg1"/>
              </a:buClr>
              <a:buFont typeface="Arial" panose="020B0604020202020204" pitchFamily="34" charset="0"/>
              <a:buChar char="•"/>
              <a:defRPr>
                <a:solidFill>
                  <a:schemeClr val="bg1"/>
                </a:solidFill>
              </a:defRPr>
            </a:lvl3pPr>
            <a:lvl4pPr marL="1657350" indent="-285750">
              <a:buClr>
                <a:schemeClr val="bg1"/>
              </a:buClr>
              <a:buFont typeface="Arial" panose="020B0604020202020204" pitchFamily="34" charset="0"/>
              <a:buChar char="•"/>
              <a:defRPr>
                <a:solidFill>
                  <a:schemeClr val="bg1"/>
                </a:solidFill>
              </a:defRPr>
            </a:lvl4pPr>
            <a:lvl5pPr marL="2114550" indent="-285750">
              <a:buClr>
                <a:schemeClr val="bg1"/>
              </a:buClr>
              <a:buFont typeface="Arial" panose="020B0604020202020204" pitchFamily="34" charset="0"/>
              <a:buChar char="•"/>
              <a:defRPr>
                <a:solidFill>
                  <a:schemeClr val="bg1"/>
                </a:solidFill>
              </a:defRPr>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13" name="Footer Placeholder 4">
            <a:extLst>
              <a:ext uri="{FF2B5EF4-FFF2-40B4-BE49-F238E27FC236}">
                <a16:creationId xmlns:a16="http://schemas.microsoft.com/office/drawing/2014/main" id="{74285A73-5F89-444B-B12F-B9E47CB2DFD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4" name="Slide Number Placeholder 5">
            <a:extLst>
              <a:ext uri="{FF2B5EF4-FFF2-40B4-BE49-F238E27FC236}">
                <a16:creationId xmlns:a16="http://schemas.microsoft.com/office/drawing/2014/main" id="{7D747C1E-E5F9-3847-87C2-C1E33BFF68C7}"/>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611383671"/>
      </p:ext>
    </p:extLst>
  </p:cSld>
  <p:clrMapOvr>
    <a:masterClrMapping/>
  </p:clrMapOvr>
</p:sldLayout>
</file>

<file path=ppt/slideLayouts/slideLayout122.xml><?xml version="1.0" encoding="utf-8"?>
<p:sldLayout xmlns:a="http://schemas.openxmlformats.org/drawingml/2006/main" xmlns:r="http://schemas.openxmlformats.org/officeDocument/2006/relationships" xmlns:p="http://schemas.openxmlformats.org/presentationml/2006/main" showMasterSp="0" preserve="1" userDrawn="1">
  <p:cSld name="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32281135"/>
      </p:ext>
    </p:extLst>
  </p:cSld>
  <p:clrMapOvr>
    <a:masterClrMapping/>
  </p:clrMapOvr>
</p:sldLayout>
</file>

<file path=ppt/slideLayouts/slideLayout123.xml><?xml version="1.0" encoding="utf-8"?>
<p:sldLayout xmlns:a="http://schemas.openxmlformats.org/drawingml/2006/main" xmlns:r="http://schemas.openxmlformats.org/officeDocument/2006/relationships" xmlns:p="http://schemas.openxmlformats.org/presentationml/2006/main" showMasterSp="0" preserve="1" userDrawn="1">
  <p:cSld name="1_Blank">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2F0610-AC55-8F44-A451-3A709DDC1998}"/>
              </a:ext>
            </a:extLst>
          </p:cNvPr>
          <p:cNvSpPr>
            <a:spLocks noGrp="1"/>
          </p:cNvSpPr>
          <p:nvPr>
            <p:ph type="title"/>
          </p:nvPr>
        </p:nvSpPr>
        <p:spPr>
          <a:xfrm>
            <a:off x="334496" y="268589"/>
            <a:ext cx="11495554" cy="484043"/>
          </a:xfrm>
        </p:spPr>
        <p:txBody>
          <a:bodyPr>
            <a:spAutoFit/>
          </a:bodyPr>
          <a:lstStyle/>
          <a:p>
            <a:r>
              <a:rPr lang="en-GB"/>
              <a:t>Click to edit Master title style</a:t>
            </a:r>
            <a:endParaRPr lang="en-US" dirty="0"/>
          </a:p>
        </p:txBody>
      </p:sp>
      <p:pic>
        <p:nvPicPr>
          <p:cNvPr id="7" name="Graphic 6">
            <a:extLst>
              <a:ext uri="{FF2B5EF4-FFF2-40B4-BE49-F238E27FC236}">
                <a16:creationId xmlns:a16="http://schemas.microsoft.com/office/drawing/2014/main" id="{29CC8F76-A361-314D-B285-35441B7FF5E1}"/>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2B6F1109-EB65-C94A-AA12-2CF4DF38E7E5}"/>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EAFEC2A3-61A0-3C4C-A1C7-F1D9EA9DE3DA}"/>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pic>
        <p:nvPicPr>
          <p:cNvPr id="3" name="Picture 2">
            <a:extLst>
              <a:ext uri="{FF2B5EF4-FFF2-40B4-BE49-F238E27FC236}">
                <a16:creationId xmlns:a16="http://schemas.microsoft.com/office/drawing/2014/main" id="{584D6BBB-8B3E-F84A-B277-B88C35D2A732}"/>
              </a:ext>
            </a:extLst>
          </p:cNvPr>
          <p:cNvPicPr>
            <a:picLocks noChangeAspect="1"/>
          </p:cNvPicPr>
          <p:nvPr userDrawn="1"/>
        </p:nvPicPr>
        <p:blipFill rotWithShape="1">
          <a:blip r:embed="rId3"/>
          <a:srcRect l="2678" r="9374" b="52081"/>
          <a:stretch/>
        </p:blipFill>
        <p:spPr>
          <a:xfrm rot="16200000">
            <a:off x="7539776" y="2205774"/>
            <a:ext cx="6858001" cy="2446450"/>
          </a:xfrm>
          <a:prstGeom prst="rect">
            <a:avLst/>
          </a:prstGeom>
        </p:spPr>
      </p:pic>
    </p:spTree>
    <p:extLst>
      <p:ext uri="{BB962C8B-B14F-4D97-AF65-F5344CB8AC3E}">
        <p14:creationId xmlns:p14="http://schemas.microsoft.com/office/powerpoint/2010/main" val="2125048313"/>
      </p:ext>
    </p:extLst>
  </p:cSld>
  <p:clrMapOvr>
    <a:masterClrMapping/>
  </p:clrMapOvr>
</p:sldLayout>
</file>

<file path=ppt/slideLayouts/slideLayout124.xml><?xml version="1.0" encoding="utf-8"?>
<p:sldLayout xmlns:a="http://schemas.openxmlformats.org/drawingml/2006/main" xmlns:r="http://schemas.openxmlformats.org/officeDocument/2006/relationships" xmlns:p="http://schemas.openxmlformats.org/presentationml/2006/main" showMasterSp="0" preserve="1" userDrawn="1">
  <p:cSld name="Wide Layout Single Column">
    <p:spTree>
      <p:nvGrpSpPr>
        <p:cNvPr id="1" name=""/>
        <p:cNvGrpSpPr/>
        <p:nvPr/>
      </p:nvGrpSpPr>
      <p:grpSpPr>
        <a:xfrm>
          <a:off x="0" y="0"/>
          <a:ext cx="0" cy="0"/>
          <a:chOff x="0" y="0"/>
          <a:chExt cx="0" cy="0"/>
        </a:xfrm>
      </p:grpSpPr>
      <p:sp>
        <p:nvSpPr>
          <p:cNvPr id="9" name="Text Placeholder 8">
            <a:extLst>
              <a:ext uri="{FF2B5EF4-FFF2-40B4-BE49-F238E27FC236}">
                <a16:creationId xmlns:a16="http://schemas.microsoft.com/office/drawing/2014/main" id="{CEE0D214-5EFB-4536-817F-2F16EEFF0DD4}"/>
              </a:ext>
            </a:extLst>
          </p:cNvPr>
          <p:cNvSpPr>
            <a:spLocks noGrp="1"/>
          </p:cNvSpPr>
          <p:nvPr>
            <p:ph type="body" sz="quarter" idx="13" hasCustomPrompt="1"/>
          </p:nvPr>
        </p:nvSpPr>
        <p:spPr>
          <a:xfrm>
            <a:off x="344489" y="3362279"/>
            <a:ext cx="3591599" cy="877163"/>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5" name="Title 4">
            <a:extLst>
              <a:ext uri="{FF2B5EF4-FFF2-40B4-BE49-F238E27FC236}">
                <a16:creationId xmlns:a16="http://schemas.microsoft.com/office/drawing/2014/main" id="{34064204-D3C0-994D-BBAC-5C11DF588005}"/>
              </a:ext>
            </a:extLst>
          </p:cNvPr>
          <p:cNvSpPr>
            <a:spLocks noGrp="1"/>
          </p:cNvSpPr>
          <p:nvPr>
            <p:ph type="title"/>
          </p:nvPr>
        </p:nvSpPr>
        <p:spPr>
          <a:xfrm>
            <a:off x="334497" y="268588"/>
            <a:ext cx="3608853" cy="1008802"/>
          </a:xfrm>
        </p:spPr>
        <p:txBody>
          <a:bodyPr>
            <a:spAutoFit/>
          </a:bodyPr>
          <a:lstStyle/>
          <a:p>
            <a:r>
              <a:rPr lang="en-GB"/>
              <a:t>Click to edit Master title style</a:t>
            </a:r>
            <a:endParaRPr lang="en-US" dirty="0"/>
          </a:p>
        </p:txBody>
      </p:sp>
      <p:sp>
        <p:nvSpPr>
          <p:cNvPr id="11" name="Text Placeholder 2">
            <a:extLst>
              <a:ext uri="{FF2B5EF4-FFF2-40B4-BE49-F238E27FC236}">
                <a16:creationId xmlns:a16="http://schemas.microsoft.com/office/drawing/2014/main" id="{9F9C88D5-EA56-4ED2-8CB6-44F2BBA4023F}"/>
              </a:ext>
            </a:extLst>
          </p:cNvPr>
          <p:cNvSpPr>
            <a:spLocks noGrp="1"/>
          </p:cNvSpPr>
          <p:nvPr>
            <p:ph idx="1"/>
          </p:nvPr>
        </p:nvSpPr>
        <p:spPr>
          <a:xfrm>
            <a:off x="4191000" y="312485"/>
            <a:ext cx="7627802" cy="1744067"/>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12" name="Graphic 11">
            <a:extLst>
              <a:ext uri="{FF2B5EF4-FFF2-40B4-BE49-F238E27FC236}">
                <a16:creationId xmlns:a16="http://schemas.microsoft.com/office/drawing/2014/main" id="{BD6CB0B8-ED09-5144-8406-07EDCA221F9D}"/>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06D1107E-377F-1C4D-825D-2D388EB1CC1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5" name="Slide Number Placeholder 5">
            <a:extLst>
              <a:ext uri="{FF2B5EF4-FFF2-40B4-BE49-F238E27FC236}">
                <a16:creationId xmlns:a16="http://schemas.microsoft.com/office/drawing/2014/main" id="{5EA424A9-9F99-5C4C-867C-130C2A181E23}"/>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13626206"/>
      </p:ext>
    </p:extLst>
  </p:cSld>
  <p:clrMapOvr>
    <a:masterClrMapping/>
  </p:clrMapOvr>
</p:sldLayout>
</file>

<file path=ppt/slideLayouts/slideLayout125.xml><?xml version="1.0" encoding="utf-8"?>
<p:sldLayout xmlns:a="http://schemas.openxmlformats.org/drawingml/2006/main" xmlns:r="http://schemas.openxmlformats.org/officeDocument/2006/relationships" xmlns:p="http://schemas.openxmlformats.org/presentationml/2006/main" showMasterSp="0" preserve="1" userDrawn="1">
  <p:cSld name="Image Slide 1">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291C7891-1362-8010-8830-780659EC8F66}"/>
              </a:ext>
            </a:extLst>
          </p:cNvPr>
          <p:cNvPicPr>
            <a:picLocks noChangeAspect="1"/>
          </p:cNvPicPr>
          <p:nvPr userDrawn="1"/>
        </p:nvPicPr>
        <p:blipFill>
          <a:blip r:embed="rId2"/>
          <a:stretch>
            <a:fillRect/>
          </a:stretch>
        </p:blipFill>
        <p:spPr>
          <a:xfrm>
            <a:off x="1175093" y="1460500"/>
            <a:ext cx="2070100" cy="53975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8953500" cy="6858000"/>
          </a:xfrm>
          <a:prstGeom prst="rect">
            <a:avLst/>
          </a:prstGeom>
          <a:solidFill>
            <a:schemeClr val="bg1">
              <a:lumMod val="75000"/>
            </a:schemeClr>
          </a:solidFill>
        </p:spPr>
        <p:txBody>
          <a:bodyPr vert="horz" lIns="365760" tIns="0" rIns="0" bIns="0" rtlCol="0">
            <a:noAutofit/>
          </a:bodyPr>
          <a:lstStyle>
            <a:lvl1pPr>
              <a:defRPr lang="en-US" dirty="0" smtClean="0"/>
            </a:lvl1pPr>
          </a:lstStyle>
          <a:p>
            <a:pPr marR="0" lvl="0" fontAlgn="auto">
              <a:buSzTx/>
              <a:tabLst/>
            </a:pPr>
            <a:r>
              <a:rPr lang="en-US"/>
              <a:t>Click icon in the center of box to add picture</a:t>
            </a:r>
          </a:p>
        </p:txBody>
      </p:sp>
      <p:sp>
        <p:nvSpPr>
          <p:cNvPr id="12" name="Footer Placeholder 4">
            <a:extLst>
              <a:ext uri="{FF2B5EF4-FFF2-40B4-BE49-F238E27FC236}">
                <a16:creationId xmlns:a16="http://schemas.microsoft.com/office/drawing/2014/main" id="{62696866-BC8C-9147-9465-61E5AEA4F581}"/>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3" name="Slide Number Placeholder 5">
            <a:extLst>
              <a:ext uri="{FF2B5EF4-FFF2-40B4-BE49-F238E27FC236}">
                <a16:creationId xmlns:a16="http://schemas.microsoft.com/office/drawing/2014/main" id="{EF17C66D-3409-BF41-8787-FD6B3224F20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5" name="Title 4">
            <a:extLst>
              <a:ext uri="{FF2B5EF4-FFF2-40B4-BE49-F238E27FC236}">
                <a16:creationId xmlns:a16="http://schemas.microsoft.com/office/drawing/2014/main" id="{F2ACCC36-2E9C-6D4C-BB6B-7A9BA138E936}"/>
              </a:ext>
            </a:extLst>
          </p:cNvPr>
          <p:cNvSpPr>
            <a:spLocks noGrp="1"/>
          </p:cNvSpPr>
          <p:nvPr>
            <p:ph type="title"/>
          </p:nvPr>
        </p:nvSpPr>
        <p:spPr>
          <a:xfrm>
            <a:off x="334496" y="268589"/>
            <a:ext cx="2618254" cy="1531053"/>
          </a:xfrm>
        </p:spPr>
        <p:txBody>
          <a:bodyPr>
            <a:spAutoFit/>
          </a:bodyPr>
          <a:lstStyle>
            <a:lvl1pPr>
              <a:defRPr/>
            </a:lvl1pPr>
          </a:lstStyle>
          <a:p>
            <a:r>
              <a:rPr lang="en-GB"/>
              <a:t>Click to edit Master title style</a:t>
            </a:r>
            <a:endParaRPr lang="en-US" dirty="0"/>
          </a:p>
        </p:txBody>
      </p:sp>
      <p:sp>
        <p:nvSpPr>
          <p:cNvPr id="11" name="Text Placeholder 8">
            <a:extLst>
              <a:ext uri="{FF2B5EF4-FFF2-40B4-BE49-F238E27FC236}">
                <a16:creationId xmlns:a16="http://schemas.microsoft.com/office/drawing/2014/main" id="{08C770D2-29E4-4980-89B5-2CADCAA9838F}"/>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pic>
        <p:nvPicPr>
          <p:cNvPr id="9" name="Graphic 8">
            <a:extLst>
              <a:ext uri="{FF2B5EF4-FFF2-40B4-BE49-F238E27FC236}">
                <a16:creationId xmlns:a16="http://schemas.microsoft.com/office/drawing/2014/main" id="{1201D0FE-A135-6A46-ABB9-BBF42B08B052}"/>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Tree>
    <p:extLst>
      <p:ext uri="{BB962C8B-B14F-4D97-AF65-F5344CB8AC3E}">
        <p14:creationId xmlns:p14="http://schemas.microsoft.com/office/powerpoint/2010/main" val="4284073170"/>
      </p:ext>
    </p:extLst>
  </p:cSld>
  <p:clrMapOvr>
    <a:masterClrMapping/>
  </p:clrMapOvr>
</p:sldLayout>
</file>

<file path=ppt/slideLayouts/slideLayout126.xml><?xml version="1.0" encoding="utf-8"?>
<p:sldLayout xmlns:a="http://schemas.openxmlformats.org/drawingml/2006/main" xmlns:r="http://schemas.openxmlformats.org/officeDocument/2006/relationships" xmlns:p="http://schemas.openxmlformats.org/presentationml/2006/main" showMasterSp="0" preserve="1" userDrawn="1">
  <p:cSld name="Image Slide 2">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5C264690-A606-6B63-BC27-F4A5A5FBC7C4}"/>
              </a:ext>
            </a:extLst>
          </p:cNvPr>
          <p:cNvPicPr>
            <a:picLocks noChangeAspect="1"/>
          </p:cNvPicPr>
          <p:nvPr userDrawn="1"/>
        </p:nvPicPr>
        <p:blipFill>
          <a:blip r:embed="rId2"/>
          <a:stretch>
            <a:fillRect/>
          </a:stretch>
        </p:blipFill>
        <p:spPr>
          <a:xfrm>
            <a:off x="609600" y="0"/>
            <a:ext cx="11582400" cy="6858000"/>
          </a:xfrm>
          <a:prstGeom prst="rect">
            <a:avLst/>
          </a:prstGeom>
        </p:spPr>
      </p:pic>
      <p:sp>
        <p:nvSpPr>
          <p:cNvPr id="6" name="Picture Placeholder 5">
            <a:extLst>
              <a:ext uri="{FF2B5EF4-FFF2-40B4-BE49-F238E27FC236}">
                <a16:creationId xmlns:a16="http://schemas.microsoft.com/office/drawing/2014/main" id="{E30FBA71-49B8-5848-9C59-635D2786CAFC}"/>
              </a:ext>
            </a:extLst>
          </p:cNvPr>
          <p:cNvSpPr>
            <a:spLocks noGrp="1"/>
          </p:cNvSpPr>
          <p:nvPr>
            <p:ph type="pic" sz="quarter" idx="14" hasCustomPrompt="1"/>
          </p:nvPr>
        </p:nvSpPr>
        <p:spPr bwMode="white">
          <a:xfrm>
            <a:off x="3238500" y="0"/>
            <a:ext cx="5734050" cy="6858000"/>
          </a:xfrm>
          <a:prstGeom prst="rect">
            <a:avLst/>
          </a:prstGeom>
          <a:solidFill>
            <a:schemeClr val="bg1">
              <a:lumMod val="75000"/>
            </a:schemeClr>
          </a:solidFill>
        </p:spPr>
        <p:txBody>
          <a:bodyPr vert="horz" lIns="365760" tIns="0" rIns="0" bIns="0" rtlCol="0">
            <a:noAutofit/>
          </a:bodyPr>
          <a:lstStyle>
            <a:lvl1pPr>
              <a:defRPr lang="en-US" dirty="0"/>
            </a:lvl1pPr>
          </a:lstStyle>
          <a:p>
            <a:pPr marR="0" lvl="0" fontAlgn="auto">
              <a:buSzTx/>
              <a:tabLst/>
            </a:pPr>
            <a:r>
              <a:rPr lang="en-US"/>
              <a:t>Click icon in the center of box to add picture</a:t>
            </a:r>
          </a:p>
        </p:txBody>
      </p:sp>
      <p:sp>
        <p:nvSpPr>
          <p:cNvPr id="5" name="Title 4">
            <a:extLst>
              <a:ext uri="{FF2B5EF4-FFF2-40B4-BE49-F238E27FC236}">
                <a16:creationId xmlns:a16="http://schemas.microsoft.com/office/drawing/2014/main" id="{88F813D3-270D-1743-AC1F-38F52F4492FB}"/>
              </a:ext>
            </a:extLst>
          </p:cNvPr>
          <p:cNvSpPr>
            <a:spLocks noGrp="1"/>
          </p:cNvSpPr>
          <p:nvPr>
            <p:ph type="title"/>
          </p:nvPr>
        </p:nvSpPr>
        <p:spPr>
          <a:xfrm>
            <a:off x="334496" y="268589"/>
            <a:ext cx="2618254" cy="1531053"/>
          </a:xfrm>
        </p:spPr>
        <p:txBody>
          <a:bodyPr>
            <a:spAutoFit/>
          </a:bodyPr>
          <a:lstStyle>
            <a:lvl1pPr>
              <a:defRPr/>
            </a:lvl1pPr>
          </a:lstStyle>
          <a:p>
            <a:r>
              <a:rPr lang="en-GB"/>
              <a:t>Click to edit Master title style</a:t>
            </a:r>
            <a:endParaRPr lang="en-US" dirty="0"/>
          </a:p>
        </p:txBody>
      </p:sp>
      <p:sp>
        <p:nvSpPr>
          <p:cNvPr id="11" name="Text Placeholder 8">
            <a:extLst>
              <a:ext uri="{FF2B5EF4-FFF2-40B4-BE49-F238E27FC236}">
                <a16:creationId xmlns:a16="http://schemas.microsoft.com/office/drawing/2014/main" id="{D6F74E0A-AB80-4D15-9EF8-AC6BAA371DF2}"/>
              </a:ext>
            </a:extLst>
          </p:cNvPr>
          <p:cNvSpPr>
            <a:spLocks noGrp="1"/>
          </p:cNvSpPr>
          <p:nvPr>
            <p:ph type="body" sz="quarter" idx="13" hasCustomPrompt="1"/>
          </p:nvPr>
        </p:nvSpPr>
        <p:spPr>
          <a:xfrm>
            <a:off x="344487" y="1843749"/>
            <a:ext cx="2608263" cy="1169551"/>
          </a:xfrm>
          <a:prstGeom prst="rect">
            <a:avLst/>
          </a:prstGeom>
        </p:spPr>
        <p:txBody>
          <a:bodyPr lIns="0" tIns="0" rIns="0">
            <a:spAutoFit/>
          </a:bodyPr>
          <a:lstStyle>
            <a:lvl1pPr marL="0" indent="0" algn="l" fontAlgn="base">
              <a:lnSpc>
                <a:spcPct val="100000"/>
              </a:lnSpc>
              <a:spcBef>
                <a:spcPts val="0"/>
              </a:spcBef>
              <a:buFont typeface="Arial" panose="020B0604020202020204" pitchFamily="34" charset="0"/>
              <a:buNone/>
              <a:defRPr lang="en-US" sz="1900" kern="1200" dirty="0">
                <a:ln w="3175">
                  <a:noFill/>
                </a:ln>
                <a:solidFill>
                  <a:schemeClr val="bg1"/>
                </a:solidFill>
                <a:latin typeface="+mn-lt"/>
                <a:ea typeface="+mn-ea"/>
                <a:cs typeface="+mn-cs"/>
              </a:defRPr>
            </a:lvl1pPr>
          </a:lstStyle>
          <a:p>
            <a:r>
              <a:rPr lang="en-US" dirty="0"/>
              <a:t>Subtitle or callout if needed, all titles and subtitles are sentence case </a:t>
            </a:r>
          </a:p>
        </p:txBody>
      </p:sp>
      <p:sp>
        <p:nvSpPr>
          <p:cNvPr id="9" name="Text Placeholder 2">
            <a:extLst>
              <a:ext uri="{FF2B5EF4-FFF2-40B4-BE49-F238E27FC236}">
                <a16:creationId xmlns:a16="http://schemas.microsoft.com/office/drawing/2014/main" id="{FD053F94-CE8F-4987-AA33-DA71ADDB4BC1}"/>
              </a:ext>
            </a:extLst>
          </p:cNvPr>
          <p:cNvSpPr>
            <a:spLocks noGrp="1"/>
          </p:cNvSpPr>
          <p:nvPr>
            <p:ph idx="1"/>
          </p:nvPr>
        </p:nvSpPr>
        <p:spPr>
          <a:xfrm>
            <a:off x="8972551" y="312485"/>
            <a:ext cx="2857500" cy="2021066"/>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10" name="Graphic 9">
            <a:extLst>
              <a:ext uri="{FF2B5EF4-FFF2-40B4-BE49-F238E27FC236}">
                <a16:creationId xmlns:a16="http://schemas.microsoft.com/office/drawing/2014/main" id="{834B8D64-D2B5-B04A-8E1B-280A11CF824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5" name="Footer Placeholder 4">
            <a:extLst>
              <a:ext uri="{FF2B5EF4-FFF2-40B4-BE49-F238E27FC236}">
                <a16:creationId xmlns:a16="http://schemas.microsoft.com/office/drawing/2014/main" id="{D6781EC2-90CC-EA49-9C4F-F63A18DB9A4D}"/>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6" name="Slide Number Placeholder 5">
            <a:extLst>
              <a:ext uri="{FF2B5EF4-FFF2-40B4-BE49-F238E27FC236}">
                <a16:creationId xmlns:a16="http://schemas.microsoft.com/office/drawing/2014/main" id="{773A6A02-6A23-704D-B348-F117251E3C9B}"/>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3613589002"/>
      </p:ext>
    </p:extLst>
  </p:cSld>
  <p:clrMapOvr>
    <a:masterClrMapping/>
  </p:clrMapOvr>
</p:sldLayout>
</file>

<file path=ppt/slideLayouts/slideLayout127.xml><?xml version="1.0" encoding="utf-8"?>
<p:sldLayout xmlns:a="http://schemas.openxmlformats.org/drawingml/2006/main" xmlns:r="http://schemas.openxmlformats.org/officeDocument/2006/relationships" xmlns:p="http://schemas.openxmlformats.org/presentationml/2006/main" showMasterSp="0" preserve="1" userDrawn="1">
  <p:cSld name="Title Slide 2">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1852BA2-98D6-7533-BEC6-1C416BA117B0}"/>
              </a:ext>
            </a:extLst>
          </p:cNvPr>
          <p:cNvPicPr>
            <a:picLocks noChangeAspect="1"/>
          </p:cNvPicPr>
          <p:nvPr userDrawn="1"/>
        </p:nvPicPr>
        <p:blipFill>
          <a:blip r:embed="rId2"/>
          <a:stretch>
            <a:fillRect/>
          </a:stretch>
        </p:blipFill>
        <p:spPr>
          <a:xfrm>
            <a:off x="4737100" y="0"/>
            <a:ext cx="7454900" cy="62738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1011652"/>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9" name="Graphic 2">
            <a:extLst>
              <a:ext uri="{FF2B5EF4-FFF2-40B4-BE49-F238E27FC236}">
                <a16:creationId xmlns:a16="http://schemas.microsoft.com/office/drawing/2014/main" id="{0D088DC0-E273-1CE5-DFE6-10BBE1FC38A2}"/>
              </a:ext>
            </a:extLst>
          </p:cNvPr>
          <p:cNvSpPr/>
          <p:nvPr/>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152555304"/>
      </p:ext>
    </p:extLst>
  </p:cSld>
  <p:clrMapOvr>
    <a:masterClrMapping/>
  </p:clrMapOvr>
</p:sldLayout>
</file>

<file path=ppt/slideLayouts/slideLayout128.xml><?xml version="1.0" encoding="utf-8"?>
<p:sldLayout xmlns:a="http://schemas.openxmlformats.org/drawingml/2006/main" xmlns:r="http://schemas.openxmlformats.org/officeDocument/2006/relationships" xmlns:p="http://schemas.openxmlformats.org/presentationml/2006/main" showMasterSp="0" preserve="1" userDrawn="1">
  <p:cSld name="Title Slide 3">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44165BA7-6ECE-E932-9733-522489AB48D3}"/>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1358406" y="0"/>
            <a:ext cx="10833593"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433148"/>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090531"/>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457CADE9-063A-C4C9-1176-8F57C2E7515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190886920"/>
      </p:ext>
    </p:extLst>
  </p:cSld>
  <p:clrMapOvr>
    <a:masterClrMapping/>
  </p:clrMapOvr>
</p:sldLayout>
</file>

<file path=ppt/slideLayouts/slideLayout129.xml><?xml version="1.0" encoding="utf-8"?>
<p:sldLayout xmlns:a="http://schemas.openxmlformats.org/drawingml/2006/main" xmlns:r="http://schemas.openxmlformats.org/officeDocument/2006/relationships" xmlns:p="http://schemas.openxmlformats.org/presentationml/2006/main" showMasterSp="0" preserve="1" userDrawn="1">
  <p:cSld name="1_Title Slide 2">
    <p:bg>
      <p:bgPr>
        <a:solidFill>
          <a:schemeClr val="tx1"/>
        </a:solidFill>
        <a:effectLst/>
      </p:bgPr>
    </p:bg>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BDEC1B2-A9FA-0B77-AC13-22F8DA3B7D44}"/>
              </a:ext>
            </a:extLst>
          </p:cNvPr>
          <p:cNvPicPr>
            <a:picLocks noChangeAspect="1"/>
          </p:cNvPicPr>
          <p:nvPr userDrawn="1"/>
        </p:nvPicPr>
        <p:blipFill>
          <a:blip r:embed="rId2"/>
          <a:stretch>
            <a:fillRect/>
          </a:stretch>
        </p:blipFill>
        <p:spPr>
          <a:xfrm>
            <a:off x="4292600" y="0"/>
            <a:ext cx="7899400" cy="6858000"/>
          </a:xfrm>
          <a:prstGeom prst="rect">
            <a:avLst/>
          </a:prstGeom>
        </p:spPr>
      </p:pic>
      <p:pic>
        <p:nvPicPr>
          <p:cNvPr id="8" name="Graphic 7">
            <a:extLst>
              <a:ext uri="{FF2B5EF4-FFF2-40B4-BE49-F238E27FC236}">
                <a16:creationId xmlns:a16="http://schemas.microsoft.com/office/drawing/2014/main" id="{269A90C7-9D7B-A646-8F2F-D8E6C28659C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4" name="Text Placeholder 16">
            <a:extLst>
              <a:ext uri="{FF2B5EF4-FFF2-40B4-BE49-F238E27FC236}">
                <a16:creationId xmlns:a16="http://schemas.microsoft.com/office/drawing/2014/main" id="{2968C323-10BA-3F4F-90A6-9A79E5FF2F52}"/>
              </a:ext>
            </a:extLst>
          </p:cNvPr>
          <p:cNvSpPr>
            <a:spLocks noGrp="1"/>
          </p:cNvSpPr>
          <p:nvPr>
            <p:ph type="body" sz="quarter" idx="10" hasCustomPrompt="1"/>
          </p:nvPr>
        </p:nvSpPr>
        <p:spPr>
          <a:xfrm>
            <a:off x="348870" y="5317262"/>
            <a:ext cx="5686425" cy="461665"/>
          </a:xfrm>
          <a:prstGeom prst="rect">
            <a:avLst/>
          </a:prstGeom>
        </p:spPr>
        <p:txBody>
          <a:bodyPr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1C861E3C-8230-296F-72BF-BEB912769B1B}"/>
              </a:ext>
            </a:extLst>
          </p:cNvPr>
          <p:cNvSpPr>
            <a:spLocks noGrp="1"/>
          </p:cNvSpPr>
          <p:nvPr>
            <p:ph type="ctrTitle" hasCustomPrompt="1"/>
          </p:nvPr>
        </p:nvSpPr>
        <p:spPr>
          <a:xfrm>
            <a:off x="323545" y="344507"/>
            <a:ext cx="3519585" cy="195463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2863497-253D-0001-302A-BF7F6FB0FAE4}"/>
              </a:ext>
            </a:extLst>
          </p:cNvPr>
          <p:cNvSpPr>
            <a:spLocks noGrp="1"/>
          </p:cNvSpPr>
          <p:nvPr>
            <p:ph type="subTitle" idx="1" hasCustomPrompt="1"/>
          </p:nvPr>
        </p:nvSpPr>
        <p:spPr>
          <a:xfrm>
            <a:off x="338659" y="4363423"/>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2" name="Graphic 2">
            <a:extLst>
              <a:ext uri="{FF2B5EF4-FFF2-40B4-BE49-F238E27FC236}">
                <a16:creationId xmlns:a16="http://schemas.microsoft.com/office/drawing/2014/main" id="{B4239C57-54FA-A50C-6C7B-5EFD7193668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966091774"/>
      </p:ext>
    </p:extLst>
  </p:cSld>
  <p:clrMapOvr>
    <a:masterClrMapping/>
  </p:clrMapOvr>
</p:sldLayout>
</file>

<file path=ppt/slideLayouts/slideLayout130.xml><?xml version="1.0" encoding="utf-8"?>
<p:sldLayout xmlns:a="http://schemas.openxmlformats.org/drawingml/2006/main" xmlns:r="http://schemas.openxmlformats.org/officeDocument/2006/relationships" xmlns:p="http://schemas.openxmlformats.org/presentationml/2006/main" showMasterSp="0" preserve="1" userDrawn="1">
  <p:cSld name="2_Title Slide 3">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3DD463D2-A0CD-1A39-8F26-8419F763EB28}"/>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272806" y="0"/>
            <a:ext cx="9919194" cy="6858000"/>
          </a:xfrm>
          <a:prstGeom prst="rect">
            <a:avLst/>
          </a:prstGeom>
        </p:spPr>
      </p:pic>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937059"/>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594442"/>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sp>
        <p:nvSpPr>
          <p:cNvPr id="3" name="Graphic 2">
            <a:extLst>
              <a:ext uri="{FF2B5EF4-FFF2-40B4-BE49-F238E27FC236}">
                <a16:creationId xmlns:a16="http://schemas.microsoft.com/office/drawing/2014/main" id="{B077200D-89FC-938D-58D7-7538DC70F329}"/>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82859094"/>
      </p:ext>
    </p:extLst>
  </p:cSld>
  <p:clrMapOvr>
    <a:masterClrMapping/>
  </p:clrMapOvr>
</p:sldLayout>
</file>

<file path=ppt/slideLayouts/slideLayout131.xml><?xml version="1.0" encoding="utf-8"?>
<p:sldLayout xmlns:a="http://schemas.openxmlformats.org/drawingml/2006/main" xmlns:r="http://schemas.openxmlformats.org/officeDocument/2006/relationships" xmlns:p="http://schemas.openxmlformats.org/presentationml/2006/main" showMasterSp="0" preserve="1" userDrawn="1">
  <p:cSld name="1_Title Slide 3">
    <p:bg>
      <p:bgPr>
        <a:solidFill>
          <a:schemeClr val="tx1"/>
        </a:solidFill>
        <a:effectLst/>
      </p:bgPr>
    </p:bg>
    <p:spTree>
      <p:nvGrpSpPr>
        <p:cNvPr id="1" name=""/>
        <p:cNvGrpSpPr/>
        <p:nvPr/>
      </p:nvGrpSpPr>
      <p:grpSpPr>
        <a:xfrm>
          <a:off x="0" y="0"/>
          <a:ext cx="0" cy="0"/>
          <a:chOff x="0" y="0"/>
          <a:chExt cx="0" cy="0"/>
        </a:xfrm>
      </p:grpSpPr>
      <p:pic>
        <p:nvPicPr>
          <p:cNvPr id="9" name="Graphic 8">
            <a:extLst>
              <a:ext uri="{FF2B5EF4-FFF2-40B4-BE49-F238E27FC236}">
                <a16:creationId xmlns:a16="http://schemas.microsoft.com/office/drawing/2014/main" id="{C3BBC34D-BFF3-2949-8EA5-E9FF8A3B72DA}"/>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10" name="Text Placeholder 16">
            <a:extLst>
              <a:ext uri="{FF2B5EF4-FFF2-40B4-BE49-F238E27FC236}">
                <a16:creationId xmlns:a16="http://schemas.microsoft.com/office/drawing/2014/main" id="{3D65B2ED-28C3-8242-9EA6-D9E2ADF4D649}"/>
              </a:ext>
            </a:extLst>
          </p:cNvPr>
          <p:cNvSpPr>
            <a:spLocks noGrp="1"/>
          </p:cNvSpPr>
          <p:nvPr>
            <p:ph type="body" sz="quarter" idx="10" hasCustomPrompt="1"/>
          </p:nvPr>
        </p:nvSpPr>
        <p:spPr>
          <a:xfrm>
            <a:off x="327905" y="5459276"/>
            <a:ext cx="1665281" cy="461665"/>
          </a:xfrm>
          <a:prstGeom prst="rect">
            <a:avLst/>
          </a:prstGeom>
        </p:spPr>
        <p:txBody>
          <a:bodyPr wrap="square" lIns="0" tIns="0" rIns="0" bIns="0">
            <a:spAutoFit/>
          </a:bodyPr>
          <a:lstStyle>
            <a:lvl1pPr marL="0" indent="0">
              <a:spcBef>
                <a:spcPts val="0"/>
              </a:spcBef>
              <a:buNone/>
              <a:defRPr>
                <a:solidFill>
                  <a:schemeClr val="bg1"/>
                </a:solidFill>
              </a:defRPr>
            </a:lvl1pPr>
          </a:lstStyle>
          <a:p>
            <a:pPr lvl="0"/>
            <a:r>
              <a:rPr lang="en-US" dirty="0"/>
              <a:t>Name goes here</a:t>
            </a:r>
            <a:br>
              <a:rPr lang="en-US" dirty="0"/>
            </a:br>
            <a:r>
              <a:rPr lang="en-US" dirty="0"/>
              <a:t>Position goes here</a:t>
            </a:r>
          </a:p>
        </p:txBody>
      </p:sp>
      <p:sp>
        <p:nvSpPr>
          <p:cNvPr id="5" name="Title 1">
            <a:extLst>
              <a:ext uri="{FF2B5EF4-FFF2-40B4-BE49-F238E27FC236}">
                <a16:creationId xmlns:a16="http://schemas.microsoft.com/office/drawing/2014/main" id="{DE1C0931-E2CB-21D0-1C02-A6BD93D29E23}"/>
              </a:ext>
            </a:extLst>
          </p:cNvPr>
          <p:cNvSpPr>
            <a:spLocks noGrp="1"/>
          </p:cNvSpPr>
          <p:nvPr>
            <p:ph type="ctrTitle" hasCustomPrompt="1"/>
          </p:nvPr>
        </p:nvSpPr>
        <p:spPr>
          <a:xfrm>
            <a:off x="327905" y="1032953"/>
            <a:ext cx="4765290" cy="1265218"/>
          </a:xfrm>
          <a:prstGeom prst="rect">
            <a:avLst/>
          </a:prstGeom>
        </p:spPr>
        <p:txBody>
          <a:bodyPr wrap="square" lIns="0" tIns="0" rIns="0" bIns="0" anchor="b" anchorCtr="0">
            <a:spAutoFit/>
          </a:bodyPr>
          <a:lstStyle>
            <a:lvl1pPr algn="l" fontAlgn="b">
              <a:lnSpc>
                <a:spcPct val="112000"/>
              </a:lnSpc>
              <a:defRPr sz="4000">
                <a:solidFill>
                  <a:schemeClr val="bg1"/>
                </a:solidFill>
              </a:defRPr>
            </a:lvl1pPr>
          </a:lstStyle>
          <a:p>
            <a:r>
              <a:rPr lang="en-US" dirty="0"/>
              <a:t>Title with multiple lines here</a:t>
            </a:r>
          </a:p>
        </p:txBody>
      </p:sp>
      <p:sp>
        <p:nvSpPr>
          <p:cNvPr id="6" name="Subtitle 2">
            <a:extLst>
              <a:ext uri="{FF2B5EF4-FFF2-40B4-BE49-F238E27FC236}">
                <a16:creationId xmlns:a16="http://schemas.microsoft.com/office/drawing/2014/main" id="{708ECC9D-EDA8-CF32-AEF0-561AA70FE070}"/>
              </a:ext>
            </a:extLst>
          </p:cNvPr>
          <p:cNvSpPr>
            <a:spLocks noGrp="1"/>
          </p:cNvSpPr>
          <p:nvPr>
            <p:ph type="subTitle" idx="1" hasCustomPrompt="1"/>
          </p:nvPr>
        </p:nvSpPr>
        <p:spPr>
          <a:xfrm>
            <a:off x="343019" y="2690336"/>
            <a:ext cx="2417794" cy="738664"/>
          </a:xfrm>
          <a:prstGeom prst="rect">
            <a:avLst/>
          </a:prstGeom>
        </p:spPr>
        <p:txBody>
          <a:bodyPr wrap="square" lIns="0" tIns="0" rIns="0" bIns="0" anchor="t">
            <a:spAutoFit/>
          </a:bodyPr>
          <a:lstStyle>
            <a:lvl1pPr marL="0" indent="0" algn="l">
              <a:buNone/>
              <a:defRPr sz="2400">
                <a:ln>
                  <a:noFill/>
                </a:ln>
                <a:solidFill>
                  <a:schemeClr val="bg1"/>
                </a:solidFill>
              </a:defRPr>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dirty="0"/>
              <a:t>Date/subtitle goes here</a:t>
            </a:r>
          </a:p>
        </p:txBody>
      </p:sp>
      <p:pic>
        <p:nvPicPr>
          <p:cNvPr id="3" name="Picture 2">
            <a:extLst>
              <a:ext uri="{FF2B5EF4-FFF2-40B4-BE49-F238E27FC236}">
                <a16:creationId xmlns:a16="http://schemas.microsoft.com/office/drawing/2014/main" id="{AE28AD9D-E530-B3D6-1DA4-6BDBE343733C}"/>
              </a:ext>
            </a:extLst>
          </p:cNvPr>
          <p:cNvPicPr>
            <a:picLocks noChangeAspect="1"/>
          </p:cNvPicPr>
          <p:nvPr userDrawn="1"/>
        </p:nvPicPr>
        <p:blipFill rotWithShape="1">
          <a:blip r:embed="rId3" cstate="screen">
            <a:extLst>
              <a:ext uri="{28A0092B-C50C-407E-A947-70E740481C1C}">
                <a14:useLocalDpi xmlns:a14="http://schemas.microsoft.com/office/drawing/2010/main"/>
              </a:ext>
            </a:extLst>
          </a:blip>
          <a:srcRect/>
          <a:stretch/>
        </p:blipFill>
        <p:spPr>
          <a:xfrm>
            <a:off x="5347523" y="0"/>
            <a:ext cx="6844477" cy="6858000"/>
          </a:xfrm>
          <a:prstGeom prst="rect">
            <a:avLst/>
          </a:prstGeom>
        </p:spPr>
      </p:pic>
      <p:sp>
        <p:nvSpPr>
          <p:cNvPr id="2" name="Graphic 2">
            <a:extLst>
              <a:ext uri="{FF2B5EF4-FFF2-40B4-BE49-F238E27FC236}">
                <a16:creationId xmlns:a16="http://schemas.microsoft.com/office/drawing/2014/main" id="{7E7E76DF-5156-C21D-C055-E4AEB1A5577E}"/>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687085083"/>
      </p:ext>
    </p:extLst>
  </p:cSld>
  <p:clrMapOvr>
    <a:masterClrMapping/>
  </p:clrMapOvr>
</p:sldLayout>
</file>

<file path=ppt/slideLayouts/slideLayout132.xml><?xml version="1.0" encoding="utf-8"?>
<p:sldLayout xmlns:a="http://schemas.openxmlformats.org/drawingml/2006/main" xmlns:r="http://schemas.openxmlformats.org/officeDocument/2006/relationships" xmlns:p="http://schemas.openxmlformats.org/presentationml/2006/main" showMasterSp="0" preserve="1" userDrawn="1">
  <p:cSld name="Breaker">
    <p:bg>
      <p:bgPr>
        <a:solidFill>
          <a:schemeClr val="tx1"/>
        </a:solidFill>
        <a:effectLst/>
      </p:bgPr>
    </p:bg>
    <p:spTree>
      <p:nvGrpSpPr>
        <p:cNvPr id="1" name=""/>
        <p:cNvGrpSpPr/>
        <p:nvPr/>
      </p:nvGrpSpPr>
      <p:grpSpPr>
        <a:xfrm>
          <a:off x="0" y="0"/>
          <a:ext cx="0" cy="0"/>
          <a:chOff x="0" y="0"/>
          <a:chExt cx="0" cy="0"/>
        </a:xfrm>
      </p:grpSpPr>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5436844" y="311905"/>
            <a:ext cx="5580063" cy="2100073"/>
          </a:xfrm>
          <a:prstGeom prst="rect">
            <a:avLst/>
          </a:prstGeom>
          <a:noFill/>
          <a:ln>
            <a:noFill/>
          </a:ln>
        </p:spPr>
        <p:txBody>
          <a:bodyPr vert="horz" lIns="0" tIns="0" rIns="0" bIns="0" rtlCol="0" anchor="b">
            <a:noAutofit/>
          </a:bodyPr>
          <a:lstStyle>
            <a:lvl1pPr marL="0" indent="0" fontAlgn="base">
              <a:lnSpc>
                <a:spcPct val="112000"/>
              </a:lnSpc>
              <a:spcBef>
                <a:spcPts val="0"/>
              </a:spcBef>
              <a:buNone/>
              <a:defRPr lang="en-US" sz="45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5454307" y="2484528"/>
            <a:ext cx="4437855" cy="800219"/>
          </a:xfrm>
          <a:prstGeom prst="rect">
            <a:avLst/>
          </a:prstGeom>
        </p:spPr>
        <p:txBody>
          <a:bodyPr vert="horz" wrap="square" lIns="0" tIns="0" rIns="0" bIns="0" rtlCol="0" anchor="t">
            <a:spAutoFit/>
          </a:bodyPr>
          <a:lstStyle>
            <a:lvl1pPr marL="0" indent="0">
              <a:buNone/>
              <a:defRPr lang="en-US" sz="2600" dirty="0">
                <a:ln>
                  <a:noFill/>
                </a:ln>
                <a:solidFill>
                  <a:schemeClr val="bg1"/>
                </a:solidFill>
              </a:defRPr>
            </a:lvl1pPr>
          </a:lstStyle>
          <a:p>
            <a:pPr lvl="0"/>
            <a:r>
              <a:rPr lang="en-US" dirty="0"/>
              <a:t>All titles/subtitles are sentence case</a:t>
            </a:r>
          </a:p>
        </p:txBody>
      </p:sp>
      <p:pic>
        <p:nvPicPr>
          <p:cNvPr id="6" name="Graphic 5">
            <a:extLst>
              <a:ext uri="{FF2B5EF4-FFF2-40B4-BE49-F238E27FC236}">
                <a16:creationId xmlns:a16="http://schemas.microsoft.com/office/drawing/2014/main" id="{C0F6F2E4-2F4C-BB43-8EB6-24C72650C2EB}"/>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2"/>
              </a:ext>
            </a:extLst>
          </a:blip>
          <a:stretch>
            <a:fillRect/>
          </a:stretch>
        </p:blipFill>
        <p:spPr>
          <a:xfrm>
            <a:off x="327905" y="6404039"/>
            <a:ext cx="1143000" cy="354330"/>
          </a:xfrm>
          <a:prstGeom prst="rect">
            <a:avLst/>
          </a:prstGeom>
        </p:spPr>
      </p:pic>
      <p:sp>
        <p:nvSpPr>
          <p:cNvPr id="2" name="Graphic 2">
            <a:extLst>
              <a:ext uri="{FF2B5EF4-FFF2-40B4-BE49-F238E27FC236}">
                <a16:creationId xmlns:a16="http://schemas.microsoft.com/office/drawing/2014/main" id="{4765CAD0-7126-5B70-C779-9CC35C2AEB1D}"/>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pic>
        <p:nvPicPr>
          <p:cNvPr id="5" name="Picture 4">
            <a:extLst>
              <a:ext uri="{FF2B5EF4-FFF2-40B4-BE49-F238E27FC236}">
                <a16:creationId xmlns:a16="http://schemas.microsoft.com/office/drawing/2014/main" id="{0678CA17-1D97-0236-79E4-26F5DC7150C4}"/>
              </a:ext>
            </a:extLst>
          </p:cNvPr>
          <p:cNvPicPr>
            <a:picLocks noChangeAspect="1"/>
          </p:cNvPicPr>
          <p:nvPr userDrawn="1"/>
        </p:nvPicPr>
        <p:blipFill>
          <a:blip r:embed="rId3"/>
          <a:stretch>
            <a:fillRect/>
          </a:stretch>
        </p:blipFill>
        <p:spPr>
          <a:xfrm>
            <a:off x="1905000" y="0"/>
            <a:ext cx="10287000" cy="6858000"/>
          </a:xfrm>
          <a:prstGeom prst="rect">
            <a:avLst/>
          </a:prstGeom>
        </p:spPr>
      </p:pic>
    </p:spTree>
    <p:extLst>
      <p:ext uri="{BB962C8B-B14F-4D97-AF65-F5344CB8AC3E}">
        <p14:creationId xmlns:p14="http://schemas.microsoft.com/office/powerpoint/2010/main" val="1575647549"/>
      </p:ext>
    </p:extLst>
  </p:cSld>
  <p:clrMapOvr>
    <a:masterClrMapping/>
  </p:clrMapOvr>
</p:sldLayout>
</file>

<file path=ppt/slideLayouts/slideLayout133.xml><?xml version="1.0" encoding="utf-8"?>
<p:sldLayout xmlns:a="http://schemas.openxmlformats.org/drawingml/2006/main" xmlns:r="http://schemas.openxmlformats.org/officeDocument/2006/relationships" xmlns:p="http://schemas.openxmlformats.org/presentationml/2006/main" showMasterSp="0" preserve="1" userDrawn="1">
  <p:cSld name="1_Breaker">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ACB8DA39-5EB3-C1BA-D804-706D71953C1A}"/>
              </a:ext>
            </a:extLst>
          </p:cNvPr>
          <p:cNvPicPr>
            <a:picLocks noChangeAspect="1"/>
          </p:cNvPicPr>
          <p:nvPr userDrawn="1"/>
        </p:nvPicPr>
        <p:blipFill>
          <a:blip r:embed="rId2"/>
          <a:stretch>
            <a:fillRect/>
          </a:stretch>
        </p:blipFill>
        <p:spPr>
          <a:xfrm flipH="1">
            <a:off x="0" y="0"/>
            <a:ext cx="7454900" cy="6273800"/>
          </a:xfrm>
          <a:prstGeom prst="rect">
            <a:avLst/>
          </a:prstGeom>
        </p:spPr>
      </p:pic>
      <p:pic>
        <p:nvPicPr>
          <p:cNvPr id="35" name="Graphic 34">
            <a:extLst>
              <a:ext uri="{FF2B5EF4-FFF2-40B4-BE49-F238E27FC236}">
                <a16:creationId xmlns:a16="http://schemas.microsoft.com/office/drawing/2014/main" id="{B740DB18-FB40-8A40-9C99-C82E37F311C5}"/>
              </a:ext>
            </a:extLst>
          </p:cNvPr>
          <p:cNvPicPr>
            <a:picLocks noChangeAspect="1"/>
          </p:cNvPicPr>
          <p:nvPr userDrawn="1"/>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3"/>
              </a:ext>
            </a:extLst>
          </a:blip>
          <a:stretch>
            <a:fillRect/>
          </a:stretch>
        </p:blipFill>
        <p:spPr>
          <a:xfrm>
            <a:off x="327905" y="6404039"/>
            <a:ext cx="1143000" cy="354330"/>
          </a:xfrm>
          <a:prstGeom prst="rect">
            <a:avLst/>
          </a:prstGeom>
        </p:spPr>
      </p:pic>
      <p:sp>
        <p:nvSpPr>
          <p:cNvPr id="12" name="Text Placeholder 11">
            <a:extLst>
              <a:ext uri="{FF2B5EF4-FFF2-40B4-BE49-F238E27FC236}">
                <a16:creationId xmlns:a16="http://schemas.microsoft.com/office/drawing/2014/main" id="{B1C10B13-2F5A-4934-A945-9E34728E01DE}"/>
              </a:ext>
            </a:extLst>
          </p:cNvPr>
          <p:cNvSpPr>
            <a:spLocks noGrp="1"/>
          </p:cNvSpPr>
          <p:nvPr>
            <p:ph type="body" sz="quarter" idx="16" hasCustomPrompt="1"/>
          </p:nvPr>
        </p:nvSpPr>
        <p:spPr>
          <a:xfrm>
            <a:off x="7091679" y="1113883"/>
            <a:ext cx="5100321" cy="2242568"/>
          </a:xfrm>
          <a:prstGeom prst="rect">
            <a:avLst/>
          </a:prstGeom>
          <a:noFill/>
          <a:ln>
            <a:noFill/>
          </a:ln>
        </p:spPr>
        <p:txBody>
          <a:bodyPr vert="horz" lIns="0" tIns="0" rIns="0" bIns="0" rtlCol="0" anchor="b">
            <a:noAutofit/>
          </a:bodyPr>
          <a:lstStyle>
            <a:lvl1pPr marL="0" indent="0" fontAlgn="base">
              <a:lnSpc>
                <a:spcPct val="100000"/>
              </a:lnSpc>
              <a:spcBef>
                <a:spcPts val="0"/>
              </a:spcBef>
              <a:buNone/>
              <a:defRPr lang="en-US" sz="3800" kern="1200" dirty="0" smtClean="0">
                <a:ln w="3175">
                  <a:noFill/>
                </a:ln>
                <a:solidFill>
                  <a:schemeClr val="bg1"/>
                </a:solidFill>
                <a:latin typeface="+mj-lt"/>
                <a:ea typeface="+mj-ea"/>
                <a:cs typeface="+mj-cs"/>
              </a:defRPr>
            </a:lvl1pPr>
            <a:lvl2pPr marL="114300" indent="0">
              <a:buNone/>
              <a:defRPr lang="en-US" smtClean="0"/>
            </a:lvl2pPr>
            <a:lvl3pPr>
              <a:defRPr lang="en-US" smtClean="0"/>
            </a:lvl3pPr>
            <a:lvl4pPr>
              <a:defRPr lang="en-US" smtClean="0"/>
            </a:lvl4pPr>
            <a:lvl5pPr>
              <a:defRPr lang="en-US"/>
            </a:lvl5pPr>
          </a:lstStyle>
          <a:p>
            <a:r>
              <a:rPr lang="en-US" dirty="0"/>
              <a:t>Breaker slide</a:t>
            </a:r>
          </a:p>
        </p:txBody>
      </p:sp>
      <p:sp>
        <p:nvSpPr>
          <p:cNvPr id="9" name="Text Placeholder 8">
            <a:extLst>
              <a:ext uri="{FF2B5EF4-FFF2-40B4-BE49-F238E27FC236}">
                <a16:creationId xmlns:a16="http://schemas.microsoft.com/office/drawing/2014/main" id="{9330AC38-FC0C-4B0C-8B12-F0EACB4CE126}"/>
              </a:ext>
            </a:extLst>
          </p:cNvPr>
          <p:cNvSpPr>
            <a:spLocks noGrp="1"/>
          </p:cNvSpPr>
          <p:nvPr>
            <p:ph type="body" sz="quarter" idx="18" hasCustomPrompt="1"/>
          </p:nvPr>
        </p:nvSpPr>
        <p:spPr>
          <a:xfrm>
            <a:off x="7109142" y="3429000"/>
            <a:ext cx="5084359" cy="307777"/>
          </a:xfrm>
          <a:prstGeom prst="rect">
            <a:avLst/>
          </a:prstGeom>
        </p:spPr>
        <p:txBody>
          <a:bodyPr vert="horz" wrap="square" lIns="0" tIns="0" rIns="0" bIns="0" rtlCol="0" anchor="t">
            <a:spAutoFit/>
          </a:bodyPr>
          <a:lstStyle>
            <a:lvl1pPr marL="0" indent="0">
              <a:buNone/>
              <a:defRPr lang="en-US" sz="2000" dirty="0">
                <a:ln>
                  <a:noFill/>
                </a:ln>
                <a:solidFill>
                  <a:schemeClr val="bg1"/>
                </a:solidFill>
              </a:defRPr>
            </a:lvl1pPr>
          </a:lstStyle>
          <a:p>
            <a:pPr lvl="0"/>
            <a:r>
              <a:rPr lang="en-US" dirty="0"/>
              <a:t>All titles/subtitles are sentence case</a:t>
            </a:r>
          </a:p>
        </p:txBody>
      </p:sp>
      <p:sp>
        <p:nvSpPr>
          <p:cNvPr id="3" name="Graphic 2">
            <a:extLst>
              <a:ext uri="{FF2B5EF4-FFF2-40B4-BE49-F238E27FC236}">
                <a16:creationId xmlns:a16="http://schemas.microsoft.com/office/drawing/2014/main" id="{7EF60E61-AA73-8D8E-6D66-BA84E61610FC}"/>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91270527"/>
      </p:ext>
    </p:extLst>
  </p:cSld>
  <p:clrMapOvr>
    <a:masterClrMapping/>
  </p:clrMapOvr>
</p:sldLayout>
</file>

<file path=ppt/slideLayouts/slideLayout134.xml><?xml version="1.0" encoding="utf-8"?>
<p:sldLayout xmlns:a="http://schemas.openxmlformats.org/drawingml/2006/main" xmlns:r="http://schemas.openxmlformats.org/officeDocument/2006/relationships" xmlns:p="http://schemas.openxmlformats.org/presentationml/2006/main" showMasterSp="0" preserve="1" userDrawn="1">
  <p:cSld name="Thank you US">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38542DD0-7F78-EC7A-D5FC-D2A142724A8E}"/>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552" y="309191"/>
            <a:ext cx="259873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a:lnSpc>
                <a:spcPct val="110000"/>
              </a:lnSpc>
              <a:spcBef>
                <a:spcPts val="300"/>
              </a:spcBef>
              <a:spcAft>
                <a:spcPts val="300"/>
              </a:spcAft>
            </a:pPr>
            <a:r>
              <a:rPr lang="en-US" sz="1500" b="1" dirty="0">
                <a:solidFill>
                  <a:schemeClr val="tx1"/>
                </a:solidFill>
              </a:rPr>
              <a:t>Rackspace Technology</a:t>
            </a:r>
          </a:p>
          <a:p>
            <a:pPr>
              <a:lnSpc>
                <a:spcPct val="110000"/>
              </a:lnSpc>
              <a:spcBef>
                <a:spcPts val="300"/>
              </a:spcBef>
              <a:spcAft>
                <a:spcPts val="300"/>
              </a:spcAft>
            </a:pPr>
            <a:r>
              <a:rPr lang="en-US" sz="1500" dirty="0">
                <a:solidFill>
                  <a:schemeClr val="tx1"/>
                </a:solidFill>
              </a:rPr>
              <a:t>One Fanatical Place</a:t>
            </a:r>
            <a:br>
              <a:rPr lang="en-US" sz="1500" dirty="0">
                <a:solidFill>
                  <a:schemeClr val="tx1"/>
                </a:solidFill>
              </a:rPr>
            </a:br>
            <a:r>
              <a:rPr lang="en-US" sz="1500" dirty="0">
                <a:solidFill>
                  <a:schemeClr val="tx1"/>
                </a:solidFill>
              </a:rPr>
              <a:t>San Antonio, TX 78218</a:t>
            </a:r>
          </a:p>
          <a:p>
            <a:pPr>
              <a:lnSpc>
                <a:spcPct val="110000"/>
              </a:lnSpc>
              <a:spcBef>
                <a:spcPts val="300"/>
              </a:spcBef>
              <a:spcAft>
                <a:spcPts val="300"/>
              </a:spcAft>
            </a:pPr>
            <a:r>
              <a:rPr lang="en-US" sz="1500" dirty="0">
                <a:solidFill>
                  <a:schemeClr val="tx1"/>
                </a:solidFill>
              </a:rPr>
              <a:t>US sales: 1-800-961-2888 </a:t>
            </a:r>
            <a:br>
              <a:rPr lang="en-US" sz="1500" dirty="0">
                <a:solidFill>
                  <a:schemeClr val="tx1"/>
                </a:solidFill>
              </a:rPr>
            </a:br>
            <a:r>
              <a:rPr lang="en-US" sz="1500" dirty="0">
                <a:solidFill>
                  <a:schemeClr val="tx1"/>
                </a:solidFill>
              </a:rPr>
              <a:t>US support: 1-800-961-4454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p>
          <a:p>
            <a:pPr marL="0" marR="0" lvl="0" indent="0" algn="l" defTabSz="914400" rtl="0" eaLnBrk="1" fontAlgn="auto" latinLnBrk="0" hangingPunct="1">
              <a:lnSpc>
                <a:spcPct val="110000"/>
              </a:lnSpc>
              <a:spcBef>
                <a:spcPts val="300"/>
              </a:spcBef>
              <a:spcAft>
                <a:spcPts val="300"/>
              </a:spcAft>
              <a:buClrTx/>
              <a:buSzTx/>
              <a:buFont typeface="Arial" panose="020B0604020202020204" pitchFamily="34" charset="0"/>
              <a:buNone/>
              <a:tabLst/>
              <a:defRPr/>
            </a:pPr>
            <a:endParaRPr lang="en-US" sz="450" cap="none" baseline="0" dirty="0">
              <a:solidFill>
                <a:schemeClr val="tx1"/>
              </a:solidFill>
            </a:endParaRPr>
          </a:p>
          <a:p>
            <a:pPr>
              <a:spcBef>
                <a:spcPts val="300"/>
              </a:spcBef>
              <a:spcAft>
                <a:spcPts val="300"/>
              </a:spcAft>
            </a:pPr>
            <a:endParaRPr lang="en-US" sz="450" dirty="0">
              <a:solidFill>
                <a:schemeClr val="tx1"/>
              </a:solidFill>
            </a:endParaRPr>
          </a:p>
        </p:txBody>
      </p:sp>
      <p:sp>
        <p:nvSpPr>
          <p:cNvPr id="8" name="Title 1">
            <a:extLst>
              <a:ext uri="{FF2B5EF4-FFF2-40B4-BE49-F238E27FC236}">
                <a16:creationId xmlns:a16="http://schemas.microsoft.com/office/drawing/2014/main" id="{CA8D6980-0755-4BDF-90B7-CB35F8A5326B}"/>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pic>
        <p:nvPicPr>
          <p:cNvPr id="9" name="Graphic 8">
            <a:extLst>
              <a:ext uri="{FF2B5EF4-FFF2-40B4-BE49-F238E27FC236}">
                <a16:creationId xmlns:a16="http://schemas.microsoft.com/office/drawing/2014/main" id="{40B8DA9A-ED61-5E43-8362-4E63965DB80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5" name="Graphic 2">
            <a:extLst>
              <a:ext uri="{FF2B5EF4-FFF2-40B4-BE49-F238E27FC236}">
                <a16:creationId xmlns:a16="http://schemas.microsoft.com/office/drawing/2014/main" id="{F5C83CB2-275A-FBA6-BB3A-46CB8C63DAB1}"/>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1754181935"/>
      </p:ext>
    </p:extLst>
  </p:cSld>
  <p:clrMapOvr>
    <a:masterClrMapping/>
  </p:clrMapOvr>
</p:sldLayout>
</file>

<file path=ppt/slideLayouts/slideLayout135.xml><?xml version="1.0" encoding="utf-8"?>
<p:sldLayout xmlns:a="http://schemas.openxmlformats.org/drawingml/2006/main" xmlns:r="http://schemas.openxmlformats.org/officeDocument/2006/relationships" xmlns:p="http://schemas.openxmlformats.org/presentationml/2006/main" showMasterSp="0" preserve="1" userDrawn="1">
  <p:cSld name="Thank you UK">
    <p:bg>
      <p:bgPr>
        <a:solidFill>
          <a:schemeClr val="tx1"/>
        </a:solidFill>
        <a:effectLst/>
      </p:bgPr>
    </p:bg>
    <p:spTree>
      <p:nvGrpSpPr>
        <p:cNvPr id="1" name=""/>
        <p:cNvGrpSpPr/>
        <p:nvPr/>
      </p:nvGrpSpPr>
      <p:grpSpPr>
        <a:xfrm>
          <a:off x="0" y="0"/>
          <a:ext cx="0" cy="0"/>
          <a:chOff x="0" y="0"/>
          <a:chExt cx="0" cy="0"/>
        </a:xfrm>
      </p:grpSpPr>
      <p:pic>
        <p:nvPicPr>
          <p:cNvPr id="4" name="Picture 3">
            <a:extLst>
              <a:ext uri="{FF2B5EF4-FFF2-40B4-BE49-F238E27FC236}">
                <a16:creationId xmlns:a16="http://schemas.microsoft.com/office/drawing/2014/main" id="{9FFCA8B3-607E-EB86-6B92-3EC70005FC99}"/>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8 Millington Road</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Hayes, Middlesex </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UB3 4AZ</a:t>
            </a:r>
          </a:p>
          <a:p>
            <a:pPr>
              <a:lnSpc>
                <a:spcPct val="110000"/>
              </a:lnSpc>
              <a:spcBef>
                <a:spcPts val="300"/>
              </a:spcBef>
              <a:spcAft>
                <a:spcPts val="300"/>
              </a:spcAft>
            </a:pPr>
            <a:r>
              <a:rPr lang="en-US" sz="1500" dirty="0">
                <a:solidFill>
                  <a:schemeClr val="tx1"/>
                </a:solidFill>
              </a:rPr>
              <a:t>U.K. sales: 020 8734 2600  </a:t>
            </a:r>
            <a:br>
              <a:rPr lang="en-US" sz="1500" dirty="0">
                <a:solidFill>
                  <a:schemeClr val="tx1"/>
                </a:solidFill>
              </a:rPr>
            </a:br>
            <a:r>
              <a:rPr lang="en-US" sz="1500" dirty="0">
                <a:solidFill>
                  <a:schemeClr val="tx1"/>
                </a:solidFill>
              </a:rPr>
              <a:t>U.K. support: 020 8734 2700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www.rackspace.co.uk</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7C797846-2FE7-1F4B-A5B0-CC5DA49A249B}"/>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A5CD6002-EFB6-8A46-9A72-06D0A61799C8}"/>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9EFADF9F-D78A-35D2-A20F-2DD7BA53DB69}"/>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298056639"/>
      </p:ext>
    </p:extLst>
  </p:cSld>
  <p:clrMapOvr>
    <a:masterClrMapping/>
  </p:clrMapOvr>
</p:sldLayout>
</file>

<file path=ppt/slideLayouts/slideLayout136.xml><?xml version="1.0" encoding="utf-8"?>
<p:sldLayout xmlns:a="http://schemas.openxmlformats.org/drawingml/2006/main" xmlns:r="http://schemas.openxmlformats.org/officeDocument/2006/relationships" xmlns:p="http://schemas.openxmlformats.org/presentationml/2006/main" showMasterSp="0" preserve="1" userDrawn="1">
  <p:cSld name="Thank you AUS">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0A56B11D-EA4E-5DD4-8089-D6B4F96745E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4584246"/>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algn="l" defTabSz="228600" rtl="0" eaLnBrk="1" latinLnBrk="0" hangingPunct="1">
              <a:lnSpc>
                <a:spcPct val="110000"/>
              </a:lnSpc>
              <a:spcBef>
                <a:spcPts val="300"/>
              </a:spcBef>
              <a:spcAft>
                <a:spcPts val="300"/>
              </a:spcAft>
            </a:pPr>
            <a:r>
              <a:rPr lang="en-US" sz="1500" kern="1200" dirty="0">
                <a:solidFill>
                  <a:schemeClr val="tx1"/>
                </a:solidFill>
                <a:latin typeface="+mn-lt"/>
                <a:ea typeface="+mn-ea"/>
                <a:cs typeface="+mn-cs"/>
              </a:rPr>
              <a:t>Level 1, 37 Pitt Street,</a:t>
            </a:r>
            <a:br>
              <a:rPr lang="en-US" sz="1500" kern="1200" dirty="0">
                <a:solidFill>
                  <a:schemeClr val="tx1"/>
                </a:solidFill>
                <a:latin typeface="+mn-lt"/>
                <a:ea typeface="+mn-ea"/>
                <a:cs typeface="+mn-cs"/>
              </a:rPr>
            </a:br>
            <a:r>
              <a:rPr lang="en-US" sz="1500" kern="1200" dirty="0">
                <a:solidFill>
                  <a:schemeClr val="tx1"/>
                </a:solidFill>
                <a:latin typeface="+mn-lt"/>
                <a:ea typeface="+mn-ea"/>
                <a:cs typeface="+mn-cs"/>
              </a:rPr>
              <a:t>Sydney NSW 2000, Australia</a:t>
            </a:r>
          </a:p>
          <a:p>
            <a:pPr>
              <a:lnSpc>
                <a:spcPct val="110000"/>
              </a:lnSpc>
              <a:spcBef>
                <a:spcPts val="300"/>
              </a:spcBef>
              <a:spcAft>
                <a:spcPts val="300"/>
              </a:spcAft>
            </a:pPr>
            <a:r>
              <a:rPr lang="en-US" sz="1500" dirty="0">
                <a:solidFill>
                  <a:schemeClr val="tx1"/>
                </a:solidFill>
              </a:rPr>
              <a:t>AUS sales: 1-800-722-577</a:t>
            </a:r>
            <a:br>
              <a:rPr lang="en-US" sz="1500" dirty="0">
                <a:solidFill>
                  <a:schemeClr val="tx1"/>
                </a:solidFill>
              </a:rPr>
            </a:br>
            <a:r>
              <a:rPr lang="en-US" sz="1500" dirty="0">
                <a:solidFill>
                  <a:schemeClr val="tx1"/>
                </a:solidFill>
              </a:rPr>
              <a:t>AUS support: 1-800-421-267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www.rackspace.co.au</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AC0FA533-2CE7-6E47-81C4-BFCDCCE0C1C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1D0A5DDB-735A-4943-B6C8-C8D38CE28960}"/>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5" name="Graphic 2">
            <a:extLst>
              <a:ext uri="{FF2B5EF4-FFF2-40B4-BE49-F238E27FC236}">
                <a16:creationId xmlns:a16="http://schemas.microsoft.com/office/drawing/2014/main" id="{624A405F-8B3B-B4AB-17B8-B5417AC9E53C}"/>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359561105"/>
      </p:ext>
    </p:extLst>
  </p:cSld>
  <p:clrMapOvr>
    <a:masterClrMapping/>
  </p:clrMapOvr>
</p:sldLayout>
</file>

<file path=ppt/slideLayouts/slideLayout137.xml><?xml version="1.0" encoding="utf-8"?>
<p:sldLayout xmlns:a="http://schemas.openxmlformats.org/drawingml/2006/main" xmlns:r="http://schemas.openxmlformats.org/officeDocument/2006/relationships" xmlns:p="http://schemas.openxmlformats.org/presentationml/2006/main" showMasterSp="0" preserve="1" userDrawn="1">
  <p:cSld name="Thank you ASIA">
    <p:bg>
      <p:bgPr>
        <a:solidFill>
          <a:schemeClr val="tx1"/>
        </a:solidFill>
        <a:effectLst/>
      </p:bgPr>
    </p:bg>
    <p:spTree>
      <p:nvGrpSpPr>
        <p:cNvPr id="1" name=""/>
        <p:cNvGrpSpPr/>
        <p:nvPr/>
      </p:nvGrpSpPr>
      <p:grpSpPr>
        <a:xfrm>
          <a:off x="0" y="0"/>
          <a:ext cx="0" cy="0"/>
          <a:chOff x="0" y="0"/>
          <a:chExt cx="0" cy="0"/>
        </a:xfrm>
      </p:grpSpPr>
      <p:pic>
        <p:nvPicPr>
          <p:cNvPr id="5" name="Picture 4">
            <a:extLst>
              <a:ext uri="{FF2B5EF4-FFF2-40B4-BE49-F238E27FC236}">
                <a16:creationId xmlns:a16="http://schemas.microsoft.com/office/drawing/2014/main" id="{D497F4D2-160B-C97C-40D9-A804160E6AD4}"/>
              </a:ext>
            </a:extLst>
          </p:cNvPr>
          <p:cNvPicPr>
            <a:picLocks noChangeAspect="1"/>
          </p:cNvPicPr>
          <p:nvPr userDrawn="1"/>
        </p:nvPicPr>
        <p:blipFill rotWithShape="1">
          <a:blip r:embed="rId2" cstate="screen">
            <a:extLst>
              <a:ext uri="{28A0092B-C50C-407E-A947-70E740481C1C}">
                <a14:useLocalDpi xmlns:a14="http://schemas.microsoft.com/office/drawing/2010/main"/>
              </a:ext>
            </a:extLst>
          </a:blip>
          <a:srcRect/>
          <a:stretch/>
        </p:blipFill>
        <p:spPr>
          <a:xfrm>
            <a:off x="297657" y="0"/>
            <a:ext cx="8674893" cy="6858000"/>
          </a:xfrm>
          <a:prstGeom prst="rect">
            <a:avLst/>
          </a:prstGeom>
        </p:spPr>
      </p:pic>
      <p:sp>
        <p:nvSpPr>
          <p:cNvPr id="2" name="Rectangle 1">
            <a:extLst>
              <a:ext uri="{FF2B5EF4-FFF2-40B4-BE49-F238E27FC236}">
                <a16:creationId xmlns:a16="http://schemas.microsoft.com/office/drawing/2014/main" id="{F73CEE62-06FB-4246-978E-3904D1D86A70}"/>
              </a:ext>
            </a:extLst>
          </p:cNvPr>
          <p:cNvSpPr/>
          <p:nvPr userDrawn="1"/>
        </p:nvSpPr>
        <p:spPr bwMode="white">
          <a:xfrm>
            <a:off x="8972550" y="0"/>
            <a:ext cx="3219450" cy="685800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450"/>
          </a:p>
        </p:txBody>
      </p:sp>
      <p:sp>
        <p:nvSpPr>
          <p:cNvPr id="16" name="Rectangle 15">
            <a:extLst>
              <a:ext uri="{FF2B5EF4-FFF2-40B4-BE49-F238E27FC236}">
                <a16:creationId xmlns:a16="http://schemas.microsoft.com/office/drawing/2014/main" id="{5B635464-C3B1-44DD-82FD-C4B56469A642}"/>
              </a:ext>
            </a:extLst>
          </p:cNvPr>
          <p:cNvSpPr/>
          <p:nvPr userDrawn="1"/>
        </p:nvSpPr>
        <p:spPr>
          <a:xfrm>
            <a:off x="9226296" y="310896"/>
            <a:ext cx="2596896" cy="6185154"/>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lIns="0" tIns="0" rIns="0" rtlCol="0" anchor="t" anchorCtr="0"/>
          <a:lstStyle/>
          <a:p>
            <a:pPr marL="0" algn="l" defTabSz="228600" rtl="0" eaLnBrk="1" latinLnBrk="0" hangingPunct="1">
              <a:lnSpc>
                <a:spcPct val="110000"/>
              </a:lnSpc>
              <a:spcBef>
                <a:spcPts val="300"/>
              </a:spcBef>
              <a:spcAft>
                <a:spcPts val="300"/>
              </a:spcAft>
            </a:pPr>
            <a:r>
              <a:rPr lang="en-US" sz="1500" b="1" kern="1200" dirty="0">
                <a:solidFill>
                  <a:schemeClr val="tx1"/>
                </a:solidFill>
                <a:latin typeface="+mn-lt"/>
                <a:ea typeface="+mn-ea"/>
                <a:cs typeface="+mn-cs"/>
              </a:rPr>
              <a:t>Rackspace Technology</a:t>
            </a:r>
          </a:p>
          <a:p>
            <a:pPr marL="0" marR="0" lvl="0" indent="0" algn="l" defTabSz="228600" rtl="0" eaLnBrk="1" fontAlgn="auto" latinLnBrk="0" hangingPunct="1">
              <a:lnSpc>
                <a:spcPct val="110000"/>
              </a:lnSpc>
              <a:spcBef>
                <a:spcPts val="300"/>
              </a:spcBef>
              <a:spcAft>
                <a:spcPts val="600"/>
              </a:spcAft>
              <a:buClrTx/>
              <a:buSzTx/>
              <a:buFontTx/>
              <a:buNone/>
              <a:tabLst/>
              <a:defRPr/>
            </a:pPr>
            <a:r>
              <a:rPr lang="en-US" sz="1500" kern="1200" cap="none" dirty="0">
                <a:solidFill>
                  <a:schemeClr val="tx1"/>
                </a:solidFill>
                <a:latin typeface="+mn-lt"/>
                <a:ea typeface="+mn-ea"/>
                <a:cs typeface="+mn-cs"/>
              </a:rPr>
              <a:t>9/F., Cambridge House</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Taikoo Place, 979 King's Road</a:t>
            </a:r>
            <a:br>
              <a:rPr lang="en-US" sz="1500" kern="1200" cap="none" dirty="0">
                <a:solidFill>
                  <a:schemeClr val="tx1"/>
                </a:solidFill>
                <a:latin typeface="+mn-lt"/>
                <a:ea typeface="+mn-ea"/>
                <a:cs typeface="+mn-cs"/>
              </a:rPr>
            </a:br>
            <a:r>
              <a:rPr lang="en-US" sz="1500" kern="1200" cap="none" dirty="0">
                <a:solidFill>
                  <a:schemeClr val="tx1"/>
                </a:solidFill>
                <a:latin typeface="+mn-lt"/>
                <a:ea typeface="+mn-ea"/>
                <a:cs typeface="+mn-cs"/>
              </a:rPr>
              <a:t>Quarry Bay, Hong Kong</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China: +86 21 5058 8808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Hong Kong: +852 3752 6488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India: 000800 100 8796</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Philippines: 1 800 1110 1468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Singapore: +65 6428 6102 </a:t>
            </a:r>
          </a:p>
          <a:p>
            <a:pPr marL="0" algn="l" defTabSz="228600" rtl="0" eaLnBrk="1" latinLnBrk="0" hangingPunct="1">
              <a:lnSpc>
                <a:spcPct val="110000"/>
              </a:lnSpc>
              <a:spcBef>
                <a:spcPts val="300"/>
              </a:spcBef>
              <a:spcAft>
                <a:spcPts val="0"/>
              </a:spcAft>
            </a:pPr>
            <a:r>
              <a:rPr lang="en-US" sz="1500" kern="1200" cap="none" dirty="0">
                <a:solidFill>
                  <a:schemeClr val="tx1"/>
                </a:solidFill>
                <a:latin typeface="+mn-lt"/>
                <a:ea typeface="+mn-ea"/>
                <a:cs typeface="+mn-cs"/>
              </a:rPr>
              <a:t>Taiwan: +886 2 2650 7441</a:t>
            </a:r>
          </a:p>
          <a:p>
            <a:pPr marL="0" algn="l" defTabSz="228600" rtl="0" eaLnBrk="1" latinLnBrk="0" hangingPunct="1">
              <a:lnSpc>
                <a:spcPct val="110000"/>
              </a:lnSpc>
              <a:spcBef>
                <a:spcPts val="300"/>
              </a:spcBef>
              <a:spcAft>
                <a:spcPts val="600"/>
              </a:spcAft>
            </a:pPr>
            <a:r>
              <a:rPr lang="en-US" sz="1500" kern="1200" cap="none" dirty="0">
                <a:solidFill>
                  <a:schemeClr val="tx1"/>
                </a:solidFill>
                <a:latin typeface="+mn-lt"/>
                <a:ea typeface="+mn-ea"/>
                <a:cs typeface="+mn-cs"/>
              </a:rPr>
              <a:t>Thailand: +66 2105 5712 </a:t>
            </a:r>
          </a:p>
          <a:p>
            <a:pPr marL="0" algn="l" defTabSz="228600" rtl="0" eaLnBrk="1" latinLnBrk="0" hangingPunct="1">
              <a:lnSpc>
                <a:spcPct val="110000"/>
              </a:lnSpc>
              <a:spcBef>
                <a:spcPts val="300"/>
              </a:spcBef>
              <a:spcAft>
                <a:spcPts val="1800"/>
              </a:spcAft>
            </a:pPr>
            <a:r>
              <a:rPr lang="en-US" sz="1500" b="1" kern="1200" cap="none" dirty="0">
                <a:solidFill>
                  <a:schemeClr val="tx1"/>
                </a:solidFill>
                <a:latin typeface="+mn-lt"/>
                <a:ea typeface="+mn-ea"/>
                <a:cs typeface="+mn-cs"/>
              </a:rPr>
              <a:t>www.rackspace.com</a:t>
            </a:r>
          </a:p>
          <a:p>
            <a:pPr marL="0" marR="0" lvl="0" indent="0" algn="l" defTabSz="228600" rtl="0" eaLnBrk="1" fontAlgn="auto" latinLnBrk="0" hangingPunct="1">
              <a:lnSpc>
                <a:spcPct val="110000"/>
              </a:lnSpc>
              <a:spcBef>
                <a:spcPts val="300"/>
              </a:spcBef>
              <a:spcAft>
                <a:spcPts val="300"/>
              </a:spcAft>
              <a:buClrTx/>
              <a:buSzTx/>
              <a:buFontTx/>
              <a:buNone/>
              <a:tabLst/>
              <a:defRPr sz="1400" b="1">
                <a:solidFill>
                  <a:srgbClr val="2E3238"/>
                </a:solidFill>
              </a:defRPr>
            </a:pPr>
            <a:r>
              <a:rPr kumimoji="0" lang="en-US" sz="600" b="0" i="0" u="none" strike="noStrike" kern="1200" cap="none" spc="0" normalizeH="0" baseline="0" noProof="0" dirty="0">
                <a:ln>
                  <a:noFill/>
                </a:ln>
                <a:solidFill>
                  <a:schemeClr val="tx1"/>
                </a:solidFill>
                <a:effectLst/>
                <a:uLnTx/>
                <a:uFillTx/>
                <a:latin typeface="+mn-lt"/>
                <a:ea typeface="+mn-ea"/>
                <a:cs typeface="+mn-cs"/>
              </a:rPr>
              <a:t>Copyright © 2021 Rackspace | Rackspace</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Fanatical Support</a:t>
            </a:r>
            <a:r>
              <a:rPr kumimoji="0" lang="en-US" sz="600" b="0" i="0" u="none" strike="noStrike" kern="1200" cap="none" spc="0" normalizeH="0" baseline="30000" noProof="0" dirty="0">
                <a:ln>
                  <a:noFill/>
                </a:ln>
                <a:solidFill>
                  <a:schemeClr val="tx1"/>
                </a:solidFill>
                <a:effectLst/>
                <a:uLnTx/>
                <a:uFillTx/>
                <a:latin typeface="+mn-lt"/>
                <a:ea typeface="+mn-ea"/>
                <a:cs typeface="+mn-cs"/>
              </a:rPr>
              <a:t>®</a:t>
            </a:r>
            <a:r>
              <a:rPr kumimoji="0" lang="en-US" sz="600" b="0" i="0" u="none" strike="noStrike" kern="1200" cap="none" spc="0" normalizeH="0" baseline="0" noProof="0" dirty="0">
                <a:ln>
                  <a:noFill/>
                </a:ln>
                <a:solidFill>
                  <a:schemeClr val="tx1"/>
                </a:solidFill>
                <a:effectLst/>
                <a:uLnTx/>
                <a:uFillTx/>
                <a:latin typeface="+mn-lt"/>
                <a:ea typeface="+mn-ea"/>
                <a:cs typeface="+mn-cs"/>
              </a:rPr>
              <a:t> and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other Rackspace marks are either registered service marks or service marks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of Rackspace US, Inc. in the United States and other countries. Features, </a:t>
            </a:r>
            <a:br>
              <a:rPr kumimoji="0" lang="en-US" sz="600" b="0" i="0" u="none" strike="noStrike" kern="1200" cap="none" spc="0" normalizeH="0" baseline="0" noProof="0" dirty="0">
                <a:ln>
                  <a:noFill/>
                </a:ln>
                <a:solidFill>
                  <a:schemeClr val="tx1"/>
                </a:solidFill>
                <a:effectLst/>
                <a:uLnTx/>
                <a:uFillTx/>
                <a:latin typeface="+mn-lt"/>
                <a:ea typeface="+mn-ea"/>
                <a:cs typeface="+mn-cs"/>
              </a:rPr>
            </a:br>
            <a:r>
              <a:rPr kumimoji="0" lang="en-US" sz="600" b="0" i="0" u="none" strike="noStrike" kern="1200" cap="none" spc="0" normalizeH="0" baseline="0" noProof="0" dirty="0">
                <a:ln>
                  <a:noFill/>
                </a:ln>
                <a:solidFill>
                  <a:schemeClr val="tx1"/>
                </a:solidFill>
                <a:effectLst/>
                <a:uLnTx/>
                <a:uFillTx/>
                <a:latin typeface="+mn-lt"/>
                <a:ea typeface="+mn-ea"/>
                <a:cs typeface="+mn-cs"/>
              </a:rPr>
              <a:t>benefits and pricing presented depend on system configuration and are subject to change without notice. Rackspace disclaims any representation, warranty or other legal commitment regarding its services except for those expressly stated in a Rackspace services agreement. All other trademarks, service marks, images, products and brands remain the sole property of their respective holders and do not imply endorsement or sponsorship.</a:t>
            </a:r>
            <a:endParaRPr lang="en-US" sz="700" cap="none" baseline="0" dirty="0">
              <a:solidFill>
                <a:schemeClr val="tx1"/>
              </a:solidFill>
            </a:endParaRPr>
          </a:p>
          <a:p>
            <a:pPr>
              <a:spcBef>
                <a:spcPts val="300"/>
              </a:spcBef>
              <a:spcAft>
                <a:spcPts val="300"/>
              </a:spcAft>
            </a:pPr>
            <a:endParaRPr lang="en-US" sz="450" dirty="0">
              <a:solidFill>
                <a:schemeClr val="tx1"/>
              </a:solidFill>
            </a:endParaRPr>
          </a:p>
        </p:txBody>
      </p:sp>
      <p:pic>
        <p:nvPicPr>
          <p:cNvPr id="6" name="Graphic 5">
            <a:extLst>
              <a:ext uri="{FF2B5EF4-FFF2-40B4-BE49-F238E27FC236}">
                <a16:creationId xmlns:a16="http://schemas.microsoft.com/office/drawing/2014/main" id="{55E1009B-6DDE-3A4A-A67D-3789AA6DC5A4}"/>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327903" y="5837209"/>
            <a:ext cx="2441448" cy="756849"/>
          </a:xfrm>
          <a:prstGeom prst="rect">
            <a:avLst/>
          </a:prstGeom>
        </p:spPr>
      </p:pic>
      <p:sp>
        <p:nvSpPr>
          <p:cNvPr id="8" name="Title 1">
            <a:extLst>
              <a:ext uri="{FF2B5EF4-FFF2-40B4-BE49-F238E27FC236}">
                <a16:creationId xmlns:a16="http://schemas.microsoft.com/office/drawing/2014/main" id="{62B38B6C-0963-FC49-B60A-104F4423F171}"/>
              </a:ext>
            </a:extLst>
          </p:cNvPr>
          <p:cNvSpPr txBox="1">
            <a:spLocks/>
          </p:cNvSpPr>
          <p:nvPr userDrawn="1"/>
        </p:nvSpPr>
        <p:spPr>
          <a:xfrm>
            <a:off x="297657" y="140639"/>
            <a:ext cx="5693568" cy="1031051"/>
          </a:xfrm>
          <a:prstGeom prst="rect">
            <a:avLst/>
          </a:prstGeom>
          <a:ln w="12700">
            <a:noFill/>
          </a:ln>
        </p:spPr>
        <p:txBody>
          <a:bodyPr vert="horz" lIns="0" tIns="0" rIns="0" bIns="0" rtlCol="0" anchor="t" anchorCtr="0">
            <a:spAutoFit/>
          </a:bodyPr>
          <a:lstStyle>
            <a:lvl1pPr algn="l" defTabSz="1828800" rtl="0" eaLnBrk="1" latinLnBrk="0" hangingPunct="1">
              <a:lnSpc>
                <a:spcPct val="100000"/>
              </a:lnSpc>
              <a:spcBef>
                <a:spcPct val="0"/>
              </a:spcBef>
              <a:buNone/>
              <a:defRPr sz="8800" kern="1200">
                <a:ln w="9525">
                  <a:solidFill>
                    <a:schemeClr val="tx2"/>
                  </a:solidFill>
                </a:ln>
                <a:solidFill>
                  <a:schemeClr val="bg1"/>
                </a:solidFill>
                <a:latin typeface="+mj-lt"/>
                <a:ea typeface="+mj-ea"/>
                <a:cs typeface="+mj-cs"/>
              </a:defRPr>
            </a:lvl1pPr>
          </a:lstStyle>
          <a:p>
            <a:pPr marL="0" algn="l" defTabSz="914400" rtl="0" eaLnBrk="1" latinLnBrk="0" hangingPunct="1">
              <a:lnSpc>
                <a:spcPct val="100000"/>
              </a:lnSpc>
              <a:spcBef>
                <a:spcPct val="0"/>
              </a:spcBef>
              <a:buNone/>
            </a:pPr>
            <a:r>
              <a:rPr lang="en-US" sz="6700" kern="1200" dirty="0">
                <a:ln w="9525">
                  <a:noFill/>
                </a:ln>
                <a:solidFill>
                  <a:schemeClr val="bg1"/>
                </a:solidFill>
                <a:latin typeface="+mj-lt"/>
                <a:ea typeface="+mj-ea"/>
                <a:cs typeface="+mj-cs"/>
              </a:rPr>
              <a:t>Thank you</a:t>
            </a:r>
          </a:p>
        </p:txBody>
      </p:sp>
      <p:sp>
        <p:nvSpPr>
          <p:cNvPr id="4" name="Graphic 2">
            <a:extLst>
              <a:ext uri="{FF2B5EF4-FFF2-40B4-BE49-F238E27FC236}">
                <a16:creationId xmlns:a16="http://schemas.microsoft.com/office/drawing/2014/main" id="{3B656623-07C0-9359-8C07-651BB1DF88A2}"/>
              </a:ext>
            </a:extLst>
          </p:cNvPr>
          <p:cNvSpPr/>
          <p:nvPr userDrawn="1"/>
        </p:nvSpPr>
        <p:spPr>
          <a:xfrm>
            <a:off x="9226552"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tx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3435182649"/>
      </p:ext>
    </p:extLst>
  </p:cSld>
  <p:clrMapOvr>
    <a:masterClrMapping/>
  </p:clrMapOvr>
</p:sldLayout>
</file>

<file path=ppt/slideLayouts/slideLayout138.xml><?xml version="1.0" encoding="utf-8"?>
<p:sldLayout xmlns:a="http://schemas.openxmlformats.org/drawingml/2006/main" xmlns:r="http://schemas.openxmlformats.org/officeDocument/2006/relationships" xmlns:p="http://schemas.openxmlformats.org/presentationml/2006/main" showMasterSp="0" preserve="1" userDrawn="1">
  <p:cSld name="2_Logo">
    <p:bg>
      <p:bgPr>
        <a:solidFill>
          <a:schemeClr val="tx1"/>
        </a:solidFill>
        <a:effectLst/>
      </p:bgPr>
    </p:bg>
    <p:spTree>
      <p:nvGrpSpPr>
        <p:cNvPr id="1" name=""/>
        <p:cNvGrpSpPr/>
        <p:nvPr/>
      </p:nvGrpSpPr>
      <p:grpSpPr>
        <a:xfrm>
          <a:off x="0" y="0"/>
          <a:ext cx="0" cy="0"/>
          <a:chOff x="0" y="0"/>
          <a:chExt cx="0" cy="0"/>
        </a:xfrm>
      </p:grpSpPr>
      <p:pic>
        <p:nvPicPr>
          <p:cNvPr id="3" name="Picture 2">
            <a:extLst>
              <a:ext uri="{FF2B5EF4-FFF2-40B4-BE49-F238E27FC236}">
                <a16:creationId xmlns:a16="http://schemas.microsoft.com/office/drawing/2014/main" id="{5F4F7020-A4CC-335A-1D32-F7778AF48C3F}"/>
              </a:ext>
            </a:extLst>
          </p:cNvPr>
          <p:cNvPicPr>
            <a:picLocks noChangeAspect="1"/>
          </p:cNvPicPr>
          <p:nvPr userDrawn="1"/>
        </p:nvPicPr>
        <p:blipFill>
          <a:blip r:embed="rId2"/>
          <a:stretch>
            <a:fillRect/>
          </a:stretch>
        </p:blipFill>
        <p:spPr>
          <a:xfrm>
            <a:off x="838200" y="0"/>
            <a:ext cx="10515600" cy="6858000"/>
          </a:xfrm>
          <a:prstGeom prst="rect">
            <a:avLst/>
          </a:prstGeom>
        </p:spPr>
      </p:pic>
      <p:sp>
        <p:nvSpPr>
          <p:cNvPr id="7" name="Graphic 5">
            <a:extLst>
              <a:ext uri="{FF2B5EF4-FFF2-40B4-BE49-F238E27FC236}">
                <a16:creationId xmlns:a16="http://schemas.microsoft.com/office/drawing/2014/main" id="{08DE7455-B783-AA7A-0958-9BF73F5F802D}"/>
              </a:ext>
            </a:extLst>
          </p:cNvPr>
          <p:cNvSpPr>
            <a:spLocks noChangeAspect="1"/>
          </p:cNvSpPr>
          <p:nvPr/>
        </p:nvSpPr>
        <p:spPr>
          <a:xfrm>
            <a:off x="2823505" y="2807208"/>
            <a:ext cx="6544990" cy="1243584"/>
          </a:xfrm>
          <a:custGeom>
            <a:avLst/>
            <a:gdLst>
              <a:gd name="connsiteX0" fmla="*/ 3216560 w 4875349"/>
              <a:gd name="connsiteY0" fmla="*/ 504882 h 926343"/>
              <a:gd name="connsiteX1" fmla="*/ 3216558 w 4875349"/>
              <a:gd name="connsiteY1" fmla="*/ 113422 h 926343"/>
              <a:gd name="connsiteX2" fmla="*/ 3240379 w 4875349"/>
              <a:gd name="connsiteY2" fmla="*/ 113422 h 926343"/>
              <a:gd name="connsiteX3" fmla="*/ 3240381 w 4875349"/>
              <a:gd name="connsiteY3" fmla="*/ 504882 h 926343"/>
              <a:gd name="connsiteX4" fmla="*/ 3216560 w 4875349"/>
              <a:gd name="connsiteY4" fmla="*/ 504882 h 926343"/>
              <a:gd name="connsiteX5" fmla="*/ 4045162 w 4875349"/>
              <a:gd name="connsiteY5" fmla="*/ 501503 h 926343"/>
              <a:gd name="connsiteX6" fmla="*/ 4065592 w 4875349"/>
              <a:gd name="connsiteY6" fmla="*/ 501503 h 926343"/>
              <a:gd name="connsiteX7" fmla="*/ 4065592 w 4875349"/>
              <a:gd name="connsiteY7" fmla="*/ 436819 h 926343"/>
              <a:gd name="connsiteX8" fmla="*/ 4113948 w 4875349"/>
              <a:gd name="connsiteY8" fmla="*/ 436819 h 926343"/>
              <a:gd name="connsiteX9" fmla="*/ 4113948 w 4875349"/>
              <a:gd name="connsiteY9" fmla="*/ 420806 h 926343"/>
              <a:gd name="connsiteX10" fmla="*/ 4065592 w 4875349"/>
              <a:gd name="connsiteY10" fmla="*/ 420806 h 926343"/>
              <a:gd name="connsiteX11" fmla="*/ 4065592 w 4875349"/>
              <a:gd name="connsiteY11" fmla="*/ 370635 h 926343"/>
              <a:gd name="connsiteX12" fmla="*/ 4121465 w 4875349"/>
              <a:gd name="connsiteY12" fmla="*/ 370635 h 926343"/>
              <a:gd name="connsiteX13" fmla="*/ 4123838 w 4875349"/>
              <a:gd name="connsiteY13" fmla="*/ 354398 h 926343"/>
              <a:gd name="connsiteX14" fmla="*/ 4045162 w 4875349"/>
              <a:gd name="connsiteY14" fmla="*/ 354398 h 926343"/>
              <a:gd name="connsiteX15" fmla="*/ 4045162 w 4875349"/>
              <a:gd name="connsiteY15" fmla="*/ 501503 h 926343"/>
              <a:gd name="connsiteX16" fmla="*/ 4173291 w 4875349"/>
              <a:gd name="connsiteY16" fmla="*/ 348426 h 926343"/>
              <a:gd name="connsiteX17" fmla="*/ 4159329 w 4875349"/>
              <a:gd name="connsiteY17" fmla="*/ 361661 h 926343"/>
              <a:gd name="connsiteX18" fmla="*/ 4145567 w 4875349"/>
              <a:gd name="connsiteY18" fmla="*/ 348426 h 926343"/>
              <a:gd name="connsiteX19" fmla="*/ 4159329 w 4875349"/>
              <a:gd name="connsiteY19" fmla="*/ 334968 h 926343"/>
              <a:gd name="connsiteX20" fmla="*/ 4173291 w 4875349"/>
              <a:gd name="connsiteY20" fmla="*/ 348426 h 926343"/>
              <a:gd name="connsiteX21" fmla="*/ 4169419 w 4875349"/>
              <a:gd name="connsiteY21" fmla="*/ 501497 h 926343"/>
              <a:gd name="connsiteX22" fmla="*/ 4149638 w 4875349"/>
              <a:gd name="connsiteY22" fmla="*/ 501497 h 926343"/>
              <a:gd name="connsiteX23" fmla="*/ 4149638 w 4875349"/>
              <a:gd name="connsiteY23" fmla="*/ 388985 h 926343"/>
              <a:gd name="connsiteX24" fmla="*/ 4169419 w 4875349"/>
              <a:gd name="connsiteY24" fmla="*/ 388985 h 926343"/>
              <a:gd name="connsiteX25" fmla="*/ 4169419 w 4875349"/>
              <a:gd name="connsiteY25" fmla="*/ 501497 h 926343"/>
              <a:gd name="connsiteX26" fmla="*/ 4270675 w 4875349"/>
              <a:gd name="connsiteY26" fmla="*/ 387709 h 926343"/>
              <a:gd name="connsiteX27" fmla="*/ 4267016 w 4875349"/>
              <a:gd name="connsiteY27" fmla="*/ 406922 h 926343"/>
              <a:gd name="connsiteX28" fmla="*/ 4257138 w 4875349"/>
              <a:gd name="connsiteY28" fmla="*/ 405632 h 926343"/>
              <a:gd name="connsiteX29" fmla="*/ 4230050 w 4875349"/>
              <a:gd name="connsiteY29" fmla="*/ 437236 h 926343"/>
              <a:gd name="connsiteX30" fmla="*/ 4230050 w 4875349"/>
              <a:gd name="connsiteY30" fmla="*/ 501498 h 926343"/>
              <a:gd name="connsiteX31" fmla="*/ 4210269 w 4875349"/>
              <a:gd name="connsiteY31" fmla="*/ 501498 h 926343"/>
              <a:gd name="connsiteX32" fmla="*/ 4210269 w 4875349"/>
              <a:gd name="connsiteY32" fmla="*/ 388999 h 926343"/>
              <a:gd name="connsiteX33" fmla="*/ 4227253 w 4875349"/>
              <a:gd name="connsiteY33" fmla="*/ 388999 h 926343"/>
              <a:gd name="connsiteX34" fmla="*/ 4229188 w 4875349"/>
              <a:gd name="connsiteY34" fmla="*/ 411834 h 926343"/>
              <a:gd name="connsiteX35" fmla="*/ 4259498 w 4875349"/>
              <a:gd name="connsiteY35" fmla="*/ 386419 h 926343"/>
              <a:gd name="connsiteX36" fmla="*/ 4270675 w 4875349"/>
              <a:gd name="connsiteY36" fmla="*/ 387709 h 926343"/>
              <a:gd name="connsiteX37" fmla="*/ 4362473 w 4875349"/>
              <a:gd name="connsiteY37" fmla="*/ 399240 h 926343"/>
              <a:gd name="connsiteX38" fmla="*/ 4354080 w 4875349"/>
              <a:gd name="connsiteY38" fmla="*/ 411619 h 926343"/>
              <a:gd name="connsiteX39" fmla="*/ 4324646 w 4875349"/>
              <a:gd name="connsiteY39" fmla="*/ 402019 h 926343"/>
              <a:gd name="connsiteX40" fmla="*/ 4303790 w 4875349"/>
              <a:gd name="connsiteY40" fmla="*/ 416742 h 926343"/>
              <a:gd name="connsiteX41" fmla="*/ 4328079 w 4875349"/>
              <a:gd name="connsiteY41" fmla="*/ 434888 h 926343"/>
              <a:gd name="connsiteX42" fmla="*/ 4365695 w 4875349"/>
              <a:gd name="connsiteY42" fmla="*/ 469903 h 926343"/>
              <a:gd name="connsiteX43" fmla="*/ 4320986 w 4875349"/>
              <a:gd name="connsiteY43" fmla="*/ 504062 h 926343"/>
              <a:gd name="connsiteX44" fmla="*/ 4278214 w 4875349"/>
              <a:gd name="connsiteY44" fmla="*/ 489327 h 926343"/>
              <a:gd name="connsiteX45" fmla="*/ 4288741 w 4875349"/>
              <a:gd name="connsiteY45" fmla="*/ 477370 h 926343"/>
              <a:gd name="connsiteX46" fmla="*/ 4320549 w 4875349"/>
              <a:gd name="connsiteY46" fmla="*/ 488260 h 926343"/>
              <a:gd name="connsiteX47" fmla="*/ 4344839 w 4875349"/>
              <a:gd name="connsiteY47" fmla="*/ 471180 h 926343"/>
              <a:gd name="connsiteX48" fmla="*/ 4317327 w 4875349"/>
              <a:gd name="connsiteY48" fmla="*/ 450045 h 926343"/>
              <a:gd name="connsiteX49" fmla="*/ 4283147 w 4875349"/>
              <a:gd name="connsiteY49" fmla="*/ 417387 h 926343"/>
              <a:gd name="connsiteX50" fmla="*/ 4323996 w 4875349"/>
              <a:gd name="connsiteY50" fmla="*/ 386428 h 926343"/>
              <a:gd name="connsiteX51" fmla="*/ 4362473 w 4875349"/>
              <a:gd name="connsiteY51" fmla="*/ 399240 h 926343"/>
              <a:gd name="connsiteX52" fmla="*/ 4450831 w 4875349"/>
              <a:gd name="connsiteY52" fmla="*/ 496374 h 926343"/>
              <a:gd name="connsiteX53" fmla="*/ 4425467 w 4875349"/>
              <a:gd name="connsiteY53" fmla="*/ 504064 h 926343"/>
              <a:gd name="connsiteX54" fmla="*/ 4394933 w 4875349"/>
              <a:gd name="connsiteY54" fmla="*/ 472039 h 926343"/>
              <a:gd name="connsiteX55" fmla="*/ 4394933 w 4875349"/>
              <a:gd name="connsiteY55" fmla="*/ 404142 h 926343"/>
              <a:gd name="connsiteX56" fmla="*/ 4375164 w 4875349"/>
              <a:gd name="connsiteY56" fmla="*/ 404142 h 926343"/>
              <a:gd name="connsiteX57" fmla="*/ 4375164 w 4875349"/>
              <a:gd name="connsiteY57" fmla="*/ 388998 h 926343"/>
              <a:gd name="connsiteX58" fmla="*/ 4394933 w 4875349"/>
              <a:gd name="connsiteY58" fmla="*/ 388998 h 926343"/>
              <a:gd name="connsiteX59" fmla="*/ 4394933 w 4875349"/>
              <a:gd name="connsiteY59" fmla="*/ 363583 h 926343"/>
              <a:gd name="connsiteX60" fmla="*/ 4414715 w 4875349"/>
              <a:gd name="connsiteY60" fmla="*/ 361226 h 926343"/>
              <a:gd name="connsiteX61" fmla="*/ 4414715 w 4875349"/>
              <a:gd name="connsiteY61" fmla="*/ 388998 h 926343"/>
              <a:gd name="connsiteX62" fmla="*/ 4441590 w 4875349"/>
              <a:gd name="connsiteY62" fmla="*/ 388998 h 926343"/>
              <a:gd name="connsiteX63" fmla="*/ 4439429 w 4875349"/>
              <a:gd name="connsiteY63" fmla="*/ 404142 h 926343"/>
              <a:gd name="connsiteX64" fmla="*/ 4414715 w 4875349"/>
              <a:gd name="connsiteY64" fmla="*/ 404142 h 926343"/>
              <a:gd name="connsiteX65" fmla="*/ 4414715 w 4875349"/>
              <a:gd name="connsiteY65" fmla="*/ 471183 h 926343"/>
              <a:gd name="connsiteX66" fmla="*/ 4428252 w 4875349"/>
              <a:gd name="connsiteY66" fmla="*/ 487841 h 926343"/>
              <a:gd name="connsiteX67" fmla="*/ 4443301 w 4875349"/>
              <a:gd name="connsiteY67" fmla="*/ 483351 h 926343"/>
              <a:gd name="connsiteX68" fmla="*/ 4450831 w 4875349"/>
              <a:gd name="connsiteY68" fmla="*/ 496374 h 926343"/>
              <a:gd name="connsiteX69" fmla="*/ 4491457 w 4875349"/>
              <a:gd name="connsiteY69" fmla="*/ 489118 h 926343"/>
              <a:gd name="connsiteX70" fmla="*/ 4476408 w 4875349"/>
              <a:gd name="connsiteY70" fmla="*/ 504064 h 926343"/>
              <a:gd name="connsiteX71" fmla="*/ 4461572 w 4875349"/>
              <a:gd name="connsiteY71" fmla="*/ 489118 h 926343"/>
              <a:gd name="connsiteX72" fmla="*/ 4476408 w 4875349"/>
              <a:gd name="connsiteY72" fmla="*/ 474383 h 926343"/>
              <a:gd name="connsiteX73" fmla="*/ 4491457 w 4875349"/>
              <a:gd name="connsiteY73" fmla="*/ 489118 h 926343"/>
              <a:gd name="connsiteX74" fmla="*/ 3521774 w 4875349"/>
              <a:gd name="connsiteY74" fmla="*/ 366146 h 926343"/>
              <a:gd name="connsiteX75" fmla="*/ 3505002 w 4875349"/>
              <a:gd name="connsiteY75" fmla="*/ 385996 h 926343"/>
              <a:gd name="connsiteX76" fmla="*/ 3478129 w 4875349"/>
              <a:gd name="connsiteY76" fmla="*/ 375748 h 926343"/>
              <a:gd name="connsiteX77" fmla="*/ 3445681 w 4875349"/>
              <a:gd name="connsiteY77" fmla="*/ 427204 h 926343"/>
              <a:gd name="connsiteX78" fmla="*/ 3478562 w 4875349"/>
              <a:gd name="connsiteY78" fmla="*/ 478013 h 926343"/>
              <a:gd name="connsiteX79" fmla="*/ 3507795 w 4875349"/>
              <a:gd name="connsiteY79" fmla="*/ 466055 h 926343"/>
              <a:gd name="connsiteX80" fmla="*/ 3523496 w 4875349"/>
              <a:gd name="connsiteY80" fmla="*/ 486133 h 926343"/>
              <a:gd name="connsiteX81" fmla="*/ 3476841 w 4875349"/>
              <a:gd name="connsiteY81" fmla="*/ 505135 h 926343"/>
              <a:gd name="connsiteX82" fmla="*/ 3408707 w 4875349"/>
              <a:gd name="connsiteY82" fmla="*/ 427204 h 926343"/>
              <a:gd name="connsiteX83" fmla="*/ 3476419 w 4875349"/>
              <a:gd name="connsiteY83" fmla="*/ 349918 h 926343"/>
              <a:gd name="connsiteX84" fmla="*/ 3521774 w 4875349"/>
              <a:gd name="connsiteY84" fmla="*/ 366145 h 926343"/>
              <a:gd name="connsiteX85" fmla="*/ 3537463 w 4875349"/>
              <a:gd name="connsiteY85" fmla="*/ 472680 h 926343"/>
              <a:gd name="connsiteX86" fmla="*/ 3537463 w 4875349"/>
              <a:gd name="connsiteY86" fmla="*/ 343090 h 926343"/>
              <a:gd name="connsiteX87" fmla="*/ 3571428 w 4875349"/>
              <a:gd name="connsiteY87" fmla="*/ 339455 h 926343"/>
              <a:gd name="connsiteX88" fmla="*/ 3571428 w 4875349"/>
              <a:gd name="connsiteY88" fmla="*/ 471401 h 926343"/>
              <a:gd name="connsiteX89" fmla="*/ 3577231 w 4875349"/>
              <a:gd name="connsiteY89" fmla="*/ 478444 h 926343"/>
              <a:gd name="connsiteX90" fmla="*/ 3582818 w 4875349"/>
              <a:gd name="connsiteY90" fmla="*/ 477380 h 926343"/>
              <a:gd name="connsiteX91" fmla="*/ 3589475 w 4875349"/>
              <a:gd name="connsiteY91" fmla="*/ 501284 h 926343"/>
              <a:gd name="connsiteX92" fmla="*/ 3568839 w 4875349"/>
              <a:gd name="connsiteY92" fmla="*/ 505135 h 926343"/>
              <a:gd name="connsiteX93" fmla="*/ 3537463 w 4875349"/>
              <a:gd name="connsiteY93" fmla="*/ 472680 h 926343"/>
              <a:gd name="connsiteX94" fmla="*/ 3708782 w 4875349"/>
              <a:gd name="connsiteY94" fmla="*/ 444927 h 926343"/>
              <a:gd name="connsiteX95" fmla="*/ 3652892 w 4875349"/>
              <a:gd name="connsiteY95" fmla="*/ 505123 h 926343"/>
              <a:gd name="connsiteX96" fmla="*/ 3597003 w 4875349"/>
              <a:gd name="connsiteY96" fmla="*/ 444712 h 926343"/>
              <a:gd name="connsiteX97" fmla="*/ 3652892 w 4875349"/>
              <a:gd name="connsiteY97" fmla="*/ 384502 h 926343"/>
              <a:gd name="connsiteX98" fmla="*/ 3708782 w 4875349"/>
              <a:gd name="connsiteY98" fmla="*/ 444927 h 926343"/>
              <a:gd name="connsiteX99" fmla="*/ 3632256 w 4875349"/>
              <a:gd name="connsiteY99" fmla="*/ 444712 h 926343"/>
              <a:gd name="connsiteX100" fmla="*/ 3652892 w 4875349"/>
              <a:gd name="connsiteY100" fmla="*/ 480371 h 926343"/>
              <a:gd name="connsiteX101" fmla="*/ 3673529 w 4875349"/>
              <a:gd name="connsiteY101" fmla="*/ 444927 h 926343"/>
              <a:gd name="connsiteX102" fmla="*/ 3652892 w 4875349"/>
              <a:gd name="connsiteY102" fmla="*/ 409267 h 926343"/>
              <a:gd name="connsiteX103" fmla="*/ 3632256 w 4875349"/>
              <a:gd name="connsiteY103" fmla="*/ 444712 h 926343"/>
              <a:gd name="connsiteX104" fmla="*/ 3827431 w 4875349"/>
              <a:gd name="connsiteY104" fmla="*/ 501502 h 926343"/>
              <a:gd name="connsiteX105" fmla="*/ 3797981 w 4875349"/>
              <a:gd name="connsiteY105" fmla="*/ 501502 h 926343"/>
              <a:gd name="connsiteX106" fmla="*/ 3796477 w 4875349"/>
              <a:gd name="connsiteY106" fmla="*/ 487200 h 926343"/>
              <a:gd name="connsiteX107" fmla="*/ 3761874 w 4875349"/>
              <a:gd name="connsiteY107" fmla="*/ 505125 h 926343"/>
              <a:gd name="connsiteX108" fmla="*/ 3730052 w 4875349"/>
              <a:gd name="connsiteY108" fmla="*/ 469478 h 926343"/>
              <a:gd name="connsiteX109" fmla="*/ 3730052 w 4875349"/>
              <a:gd name="connsiteY109" fmla="*/ 388139 h 926343"/>
              <a:gd name="connsiteX110" fmla="*/ 3764017 w 4875349"/>
              <a:gd name="connsiteY110" fmla="*/ 388139 h 926343"/>
              <a:gd name="connsiteX111" fmla="*/ 3764017 w 4875349"/>
              <a:gd name="connsiteY111" fmla="*/ 465209 h 926343"/>
              <a:gd name="connsiteX112" fmla="*/ 3774985 w 4875349"/>
              <a:gd name="connsiteY112" fmla="*/ 480157 h 926343"/>
              <a:gd name="connsiteX113" fmla="*/ 3793466 w 4875349"/>
              <a:gd name="connsiteY113" fmla="*/ 466919 h 926343"/>
              <a:gd name="connsiteX114" fmla="*/ 3793466 w 4875349"/>
              <a:gd name="connsiteY114" fmla="*/ 388139 h 926343"/>
              <a:gd name="connsiteX115" fmla="*/ 3827431 w 4875349"/>
              <a:gd name="connsiteY115" fmla="*/ 388139 h 926343"/>
              <a:gd name="connsiteX116" fmla="*/ 3827431 w 4875349"/>
              <a:gd name="connsiteY116" fmla="*/ 501502 h 926343"/>
              <a:gd name="connsiteX117" fmla="*/ 3956398 w 4875349"/>
              <a:gd name="connsiteY117" fmla="*/ 343082 h 926343"/>
              <a:gd name="connsiteX118" fmla="*/ 3956398 w 4875349"/>
              <a:gd name="connsiteY118" fmla="*/ 501503 h 926343"/>
              <a:gd name="connsiteX119" fmla="*/ 3926297 w 4875349"/>
              <a:gd name="connsiteY119" fmla="*/ 501503 h 926343"/>
              <a:gd name="connsiteX120" fmla="*/ 3924589 w 4875349"/>
              <a:gd name="connsiteY120" fmla="*/ 488265 h 926343"/>
              <a:gd name="connsiteX121" fmla="*/ 3892129 w 4875349"/>
              <a:gd name="connsiteY121" fmla="*/ 505126 h 926343"/>
              <a:gd name="connsiteX122" fmla="*/ 3848700 w 4875349"/>
              <a:gd name="connsiteY122" fmla="*/ 444499 h 926343"/>
              <a:gd name="connsiteX123" fmla="*/ 3895343 w 4875349"/>
              <a:gd name="connsiteY123" fmla="*/ 384505 h 926343"/>
              <a:gd name="connsiteX124" fmla="*/ 3922433 w 4875349"/>
              <a:gd name="connsiteY124" fmla="*/ 395184 h 926343"/>
              <a:gd name="connsiteX125" fmla="*/ 3922433 w 4875349"/>
              <a:gd name="connsiteY125" fmla="*/ 339459 h 926343"/>
              <a:gd name="connsiteX126" fmla="*/ 3956398 w 4875349"/>
              <a:gd name="connsiteY126" fmla="*/ 343082 h 926343"/>
              <a:gd name="connsiteX127" fmla="*/ 3922433 w 4875349"/>
              <a:gd name="connsiteY127" fmla="*/ 467554 h 926343"/>
              <a:gd name="connsiteX128" fmla="*/ 3922433 w 4875349"/>
              <a:gd name="connsiteY128" fmla="*/ 418669 h 926343"/>
              <a:gd name="connsiteX129" fmla="*/ 3904590 w 4875349"/>
              <a:gd name="connsiteY129" fmla="*/ 409055 h 926343"/>
              <a:gd name="connsiteX130" fmla="*/ 3883953 w 4875349"/>
              <a:gd name="connsiteY130" fmla="*/ 444714 h 926343"/>
              <a:gd name="connsiteX131" fmla="*/ 3902651 w 4875349"/>
              <a:gd name="connsiteY131" fmla="*/ 480361 h 926343"/>
              <a:gd name="connsiteX132" fmla="*/ 3922433 w 4875349"/>
              <a:gd name="connsiteY132" fmla="*/ 467554 h 926343"/>
              <a:gd name="connsiteX133" fmla="*/ 3476419 w 4875349"/>
              <a:gd name="connsiteY133" fmla="*/ 113000 h 926343"/>
              <a:gd name="connsiteX134" fmla="*/ 3408707 w 4875349"/>
              <a:gd name="connsiteY134" fmla="*/ 190285 h 926343"/>
              <a:gd name="connsiteX135" fmla="*/ 3476841 w 4875349"/>
              <a:gd name="connsiteY135" fmla="*/ 268216 h 926343"/>
              <a:gd name="connsiteX136" fmla="*/ 3523496 w 4875349"/>
              <a:gd name="connsiteY136" fmla="*/ 249215 h 926343"/>
              <a:gd name="connsiteX137" fmla="*/ 3507795 w 4875349"/>
              <a:gd name="connsiteY137" fmla="*/ 229136 h 926343"/>
              <a:gd name="connsiteX138" fmla="*/ 3478562 w 4875349"/>
              <a:gd name="connsiteY138" fmla="*/ 241095 h 926343"/>
              <a:gd name="connsiteX139" fmla="*/ 3445681 w 4875349"/>
              <a:gd name="connsiteY139" fmla="*/ 190285 h 926343"/>
              <a:gd name="connsiteX140" fmla="*/ 3478129 w 4875349"/>
              <a:gd name="connsiteY140" fmla="*/ 138829 h 926343"/>
              <a:gd name="connsiteX141" fmla="*/ 3505002 w 4875349"/>
              <a:gd name="connsiteY141" fmla="*/ 149077 h 926343"/>
              <a:gd name="connsiteX142" fmla="*/ 3521774 w 4875349"/>
              <a:gd name="connsiteY142" fmla="*/ 129227 h 926343"/>
              <a:gd name="connsiteX143" fmla="*/ 3476419 w 4875349"/>
              <a:gd name="connsiteY143" fmla="*/ 113000 h 926343"/>
              <a:gd name="connsiteX144" fmla="*/ 3633546 w 4875349"/>
              <a:gd name="connsiteY144" fmla="*/ 264584 h 926343"/>
              <a:gd name="connsiteX145" fmla="*/ 3604096 w 4875349"/>
              <a:gd name="connsiteY145" fmla="*/ 264584 h 926343"/>
              <a:gd name="connsiteX146" fmla="*/ 3602591 w 4875349"/>
              <a:gd name="connsiteY146" fmla="*/ 250282 h 926343"/>
              <a:gd name="connsiteX147" fmla="*/ 3567988 w 4875349"/>
              <a:gd name="connsiteY147" fmla="*/ 268220 h 926343"/>
              <a:gd name="connsiteX148" fmla="*/ 3536166 w 4875349"/>
              <a:gd name="connsiteY148" fmla="*/ 232560 h 926343"/>
              <a:gd name="connsiteX149" fmla="*/ 3536166 w 4875349"/>
              <a:gd name="connsiteY149" fmla="*/ 151221 h 926343"/>
              <a:gd name="connsiteX150" fmla="*/ 3570131 w 4875349"/>
              <a:gd name="connsiteY150" fmla="*/ 151221 h 926343"/>
              <a:gd name="connsiteX151" fmla="*/ 3570131 w 4875349"/>
              <a:gd name="connsiteY151" fmla="*/ 228291 h 926343"/>
              <a:gd name="connsiteX152" fmla="*/ 3581100 w 4875349"/>
              <a:gd name="connsiteY152" fmla="*/ 243239 h 926343"/>
              <a:gd name="connsiteX153" fmla="*/ 3599580 w 4875349"/>
              <a:gd name="connsiteY153" fmla="*/ 230001 h 926343"/>
              <a:gd name="connsiteX154" fmla="*/ 3599580 w 4875349"/>
              <a:gd name="connsiteY154" fmla="*/ 151221 h 926343"/>
              <a:gd name="connsiteX155" fmla="*/ 3633546 w 4875349"/>
              <a:gd name="connsiteY155" fmla="*/ 151221 h 926343"/>
              <a:gd name="connsiteX156" fmla="*/ 3633546 w 4875349"/>
              <a:gd name="connsiteY156" fmla="*/ 264584 h 926343"/>
              <a:gd name="connsiteX157" fmla="*/ 3744461 w 4875349"/>
              <a:gd name="connsiteY157" fmla="*/ 161465 h 926343"/>
              <a:gd name="connsiteX158" fmla="*/ 3732000 w 4875349"/>
              <a:gd name="connsiteY158" fmla="*/ 180466 h 926343"/>
              <a:gd name="connsiteX159" fmla="*/ 3703838 w 4875349"/>
              <a:gd name="connsiteY159" fmla="*/ 171713 h 926343"/>
              <a:gd name="connsiteX160" fmla="*/ 3690076 w 4875349"/>
              <a:gd name="connsiteY160" fmla="*/ 180251 h 926343"/>
              <a:gd name="connsiteX161" fmla="*/ 3713506 w 4875349"/>
              <a:gd name="connsiteY161" fmla="*/ 194768 h 926343"/>
              <a:gd name="connsiteX162" fmla="*/ 3748759 w 4875349"/>
              <a:gd name="connsiteY162" fmla="*/ 230845 h 926343"/>
              <a:gd name="connsiteX163" fmla="*/ 3698022 w 4875349"/>
              <a:gd name="connsiteY163" fmla="*/ 268215 h 926343"/>
              <a:gd name="connsiteX164" fmla="*/ 3650308 w 4875349"/>
              <a:gd name="connsiteY164" fmla="*/ 251342 h 926343"/>
              <a:gd name="connsiteX165" fmla="*/ 3666864 w 4875349"/>
              <a:gd name="connsiteY165" fmla="*/ 232986 h 926343"/>
              <a:gd name="connsiteX166" fmla="*/ 3697167 w 4875349"/>
              <a:gd name="connsiteY166" fmla="*/ 244083 h 926343"/>
              <a:gd name="connsiteX167" fmla="*/ 3713723 w 4875349"/>
              <a:gd name="connsiteY167" fmla="*/ 233417 h 926343"/>
              <a:gd name="connsiteX168" fmla="*/ 3689643 w 4875349"/>
              <a:gd name="connsiteY168" fmla="*/ 217608 h 926343"/>
              <a:gd name="connsiteX169" fmla="*/ 3655895 w 4875349"/>
              <a:gd name="connsiteY169" fmla="*/ 182176 h 926343"/>
              <a:gd name="connsiteX170" fmla="*/ 3702550 w 4875349"/>
              <a:gd name="connsiteY170" fmla="*/ 147594 h 926343"/>
              <a:gd name="connsiteX171" fmla="*/ 3744461 w 4875349"/>
              <a:gd name="connsiteY171" fmla="*/ 161465 h 926343"/>
              <a:gd name="connsiteX172" fmla="*/ 3839894 w 4875349"/>
              <a:gd name="connsiteY172" fmla="*/ 259246 h 926343"/>
              <a:gd name="connsiteX173" fmla="*/ 3808939 w 4875349"/>
              <a:gd name="connsiteY173" fmla="*/ 268215 h 926343"/>
              <a:gd name="connsiteX174" fmla="*/ 3771543 w 4875349"/>
              <a:gd name="connsiteY174" fmla="*/ 227222 h 926343"/>
              <a:gd name="connsiteX175" fmla="*/ 3771543 w 4875349"/>
              <a:gd name="connsiteY175" fmla="*/ 174702 h 926343"/>
              <a:gd name="connsiteX176" fmla="*/ 3755421 w 4875349"/>
              <a:gd name="connsiteY176" fmla="*/ 174702 h 926343"/>
              <a:gd name="connsiteX177" fmla="*/ 3755421 w 4875349"/>
              <a:gd name="connsiteY177" fmla="*/ 151216 h 926343"/>
              <a:gd name="connsiteX178" fmla="*/ 3771543 w 4875349"/>
              <a:gd name="connsiteY178" fmla="*/ 151216 h 926343"/>
              <a:gd name="connsiteX179" fmla="*/ 3771543 w 4875349"/>
              <a:gd name="connsiteY179" fmla="*/ 126667 h 926343"/>
              <a:gd name="connsiteX180" fmla="*/ 3805495 w 4875349"/>
              <a:gd name="connsiteY180" fmla="*/ 122828 h 926343"/>
              <a:gd name="connsiteX181" fmla="*/ 3805495 w 4875349"/>
              <a:gd name="connsiteY181" fmla="*/ 151216 h 926343"/>
              <a:gd name="connsiteX182" fmla="*/ 3831731 w 4875349"/>
              <a:gd name="connsiteY182" fmla="*/ 151216 h 926343"/>
              <a:gd name="connsiteX183" fmla="*/ 3828070 w 4875349"/>
              <a:gd name="connsiteY183" fmla="*/ 174702 h 926343"/>
              <a:gd name="connsiteX184" fmla="*/ 3805495 w 4875349"/>
              <a:gd name="connsiteY184" fmla="*/ 174702 h 926343"/>
              <a:gd name="connsiteX185" fmla="*/ 3805495 w 4875349"/>
              <a:gd name="connsiteY185" fmla="*/ 226792 h 926343"/>
              <a:gd name="connsiteX186" fmla="*/ 3816247 w 4875349"/>
              <a:gd name="connsiteY186" fmla="*/ 241524 h 926343"/>
              <a:gd name="connsiteX187" fmla="*/ 3828504 w 4875349"/>
              <a:gd name="connsiteY187" fmla="*/ 237901 h 926343"/>
              <a:gd name="connsiteX188" fmla="*/ 3839894 w 4875349"/>
              <a:gd name="connsiteY188" fmla="*/ 259246 h 926343"/>
              <a:gd name="connsiteX189" fmla="*/ 3954894 w 4875349"/>
              <a:gd name="connsiteY189" fmla="*/ 208009 h 926343"/>
              <a:gd name="connsiteX190" fmla="*/ 3899004 w 4875349"/>
              <a:gd name="connsiteY190" fmla="*/ 268219 h 926343"/>
              <a:gd name="connsiteX191" fmla="*/ 3843115 w 4875349"/>
              <a:gd name="connsiteY191" fmla="*/ 207794 h 926343"/>
              <a:gd name="connsiteX192" fmla="*/ 3899004 w 4875349"/>
              <a:gd name="connsiteY192" fmla="*/ 147585 h 926343"/>
              <a:gd name="connsiteX193" fmla="*/ 3954894 w 4875349"/>
              <a:gd name="connsiteY193" fmla="*/ 208009 h 926343"/>
              <a:gd name="connsiteX194" fmla="*/ 3878368 w 4875349"/>
              <a:gd name="connsiteY194" fmla="*/ 207794 h 926343"/>
              <a:gd name="connsiteX195" fmla="*/ 3899004 w 4875349"/>
              <a:gd name="connsiteY195" fmla="*/ 243453 h 926343"/>
              <a:gd name="connsiteX196" fmla="*/ 3919641 w 4875349"/>
              <a:gd name="connsiteY196" fmla="*/ 208009 h 926343"/>
              <a:gd name="connsiteX197" fmla="*/ 3899004 w 4875349"/>
              <a:gd name="connsiteY197" fmla="*/ 172350 h 926343"/>
              <a:gd name="connsiteX198" fmla="*/ 3878368 w 4875349"/>
              <a:gd name="connsiteY198" fmla="*/ 207794 h 926343"/>
              <a:gd name="connsiteX199" fmla="*/ 4132231 w 4875349"/>
              <a:gd name="connsiteY199" fmla="*/ 181748 h 926343"/>
              <a:gd name="connsiteX200" fmla="*/ 4132231 w 4875349"/>
              <a:gd name="connsiteY200" fmla="*/ 264582 h 926343"/>
              <a:gd name="connsiteX201" fmla="*/ 4098266 w 4875349"/>
              <a:gd name="connsiteY201" fmla="*/ 264582 h 926343"/>
              <a:gd name="connsiteX202" fmla="*/ 4098266 w 4875349"/>
              <a:gd name="connsiteY202" fmla="*/ 187512 h 926343"/>
              <a:gd name="connsiteX203" fmla="*/ 4088598 w 4875349"/>
              <a:gd name="connsiteY203" fmla="*/ 172349 h 926343"/>
              <a:gd name="connsiteX204" fmla="*/ 4071176 w 4875349"/>
              <a:gd name="connsiteY204" fmla="*/ 187081 h 926343"/>
              <a:gd name="connsiteX205" fmla="*/ 4071176 w 4875349"/>
              <a:gd name="connsiteY205" fmla="*/ 264582 h 926343"/>
              <a:gd name="connsiteX206" fmla="*/ 4037224 w 4875349"/>
              <a:gd name="connsiteY206" fmla="*/ 264582 h 926343"/>
              <a:gd name="connsiteX207" fmla="*/ 4037224 w 4875349"/>
              <a:gd name="connsiteY207" fmla="*/ 187512 h 926343"/>
              <a:gd name="connsiteX208" fmla="*/ 4027543 w 4875349"/>
              <a:gd name="connsiteY208" fmla="*/ 172349 h 926343"/>
              <a:gd name="connsiteX209" fmla="*/ 4010134 w 4875349"/>
              <a:gd name="connsiteY209" fmla="*/ 187081 h 926343"/>
              <a:gd name="connsiteX210" fmla="*/ 4010134 w 4875349"/>
              <a:gd name="connsiteY210" fmla="*/ 264582 h 926343"/>
              <a:gd name="connsiteX211" fmla="*/ 3976168 w 4875349"/>
              <a:gd name="connsiteY211" fmla="*/ 264582 h 926343"/>
              <a:gd name="connsiteX212" fmla="*/ 3976168 w 4875349"/>
              <a:gd name="connsiteY212" fmla="*/ 151219 h 926343"/>
              <a:gd name="connsiteX213" fmla="*/ 4005836 w 4875349"/>
              <a:gd name="connsiteY213" fmla="*/ 151219 h 926343"/>
              <a:gd name="connsiteX214" fmla="*/ 4008208 w 4875349"/>
              <a:gd name="connsiteY214" fmla="*/ 164457 h 926343"/>
              <a:gd name="connsiteX215" fmla="*/ 4041305 w 4875349"/>
              <a:gd name="connsiteY215" fmla="*/ 147583 h 926343"/>
              <a:gd name="connsiteX216" fmla="*/ 4068179 w 4875349"/>
              <a:gd name="connsiteY216" fmla="*/ 165521 h 926343"/>
              <a:gd name="connsiteX217" fmla="*/ 4102347 w 4875349"/>
              <a:gd name="connsiteY217" fmla="*/ 147583 h 926343"/>
              <a:gd name="connsiteX218" fmla="*/ 4132231 w 4875349"/>
              <a:gd name="connsiteY218" fmla="*/ 181748 h 926343"/>
              <a:gd name="connsiteX219" fmla="*/ 4258838 w 4875349"/>
              <a:gd name="connsiteY219" fmla="*/ 217827 h 926343"/>
              <a:gd name="connsiteX220" fmla="*/ 4188115 w 4875349"/>
              <a:gd name="connsiteY220" fmla="*/ 217827 h 926343"/>
              <a:gd name="connsiteX221" fmla="*/ 4214122 w 4875349"/>
              <a:gd name="connsiteY221" fmla="*/ 243656 h 926343"/>
              <a:gd name="connsiteX222" fmla="*/ 4241429 w 4875349"/>
              <a:gd name="connsiteY222" fmla="*/ 233623 h 926343"/>
              <a:gd name="connsiteX223" fmla="*/ 4255394 w 4875349"/>
              <a:gd name="connsiteY223" fmla="*/ 252409 h 926343"/>
              <a:gd name="connsiteX224" fmla="*/ 4210894 w 4875349"/>
              <a:gd name="connsiteY224" fmla="*/ 268219 h 926343"/>
              <a:gd name="connsiteX225" fmla="*/ 4153499 w 4875349"/>
              <a:gd name="connsiteY225" fmla="*/ 208440 h 926343"/>
              <a:gd name="connsiteX226" fmla="*/ 4206812 w 4875349"/>
              <a:gd name="connsiteY226" fmla="*/ 147585 h 926343"/>
              <a:gd name="connsiteX227" fmla="*/ 4259475 w 4875349"/>
              <a:gd name="connsiteY227" fmla="*/ 205666 h 926343"/>
              <a:gd name="connsiteX228" fmla="*/ 4258838 w 4875349"/>
              <a:gd name="connsiteY228" fmla="*/ 217827 h 926343"/>
              <a:gd name="connsiteX229" fmla="*/ 4226161 w 4875349"/>
              <a:gd name="connsiteY229" fmla="*/ 196051 h 926343"/>
              <a:gd name="connsiteX230" fmla="*/ 4207680 w 4875349"/>
              <a:gd name="connsiteY230" fmla="*/ 170006 h 926343"/>
              <a:gd name="connsiteX231" fmla="*/ 4188115 w 4875349"/>
              <a:gd name="connsiteY231" fmla="*/ 197546 h 926343"/>
              <a:gd name="connsiteX232" fmla="*/ 4226161 w 4875349"/>
              <a:gd name="connsiteY232" fmla="*/ 197546 h 926343"/>
              <a:gd name="connsiteX233" fmla="*/ 4226161 w 4875349"/>
              <a:gd name="connsiteY233" fmla="*/ 196051 h 926343"/>
              <a:gd name="connsiteX234" fmla="*/ 4429055 w 4875349"/>
              <a:gd name="connsiteY234" fmla="*/ 117480 h 926343"/>
              <a:gd name="connsiteX235" fmla="*/ 4507732 w 4875349"/>
              <a:gd name="connsiteY235" fmla="*/ 117480 h 926343"/>
              <a:gd name="connsiteX236" fmla="*/ 4505359 w 4875349"/>
              <a:gd name="connsiteY236" fmla="*/ 133716 h 926343"/>
              <a:gd name="connsiteX237" fmla="*/ 4449486 w 4875349"/>
              <a:gd name="connsiteY237" fmla="*/ 133716 h 926343"/>
              <a:gd name="connsiteX238" fmla="*/ 4449486 w 4875349"/>
              <a:gd name="connsiteY238" fmla="*/ 183887 h 926343"/>
              <a:gd name="connsiteX239" fmla="*/ 4497841 w 4875349"/>
              <a:gd name="connsiteY239" fmla="*/ 183887 h 926343"/>
              <a:gd name="connsiteX240" fmla="*/ 4497841 w 4875349"/>
              <a:gd name="connsiteY240" fmla="*/ 199900 h 926343"/>
              <a:gd name="connsiteX241" fmla="*/ 4449486 w 4875349"/>
              <a:gd name="connsiteY241" fmla="*/ 199900 h 926343"/>
              <a:gd name="connsiteX242" fmla="*/ 4449486 w 4875349"/>
              <a:gd name="connsiteY242" fmla="*/ 264584 h 926343"/>
              <a:gd name="connsiteX243" fmla="*/ 4429055 w 4875349"/>
              <a:gd name="connsiteY243" fmla="*/ 264584 h 926343"/>
              <a:gd name="connsiteX244" fmla="*/ 4429055 w 4875349"/>
              <a:gd name="connsiteY244" fmla="*/ 117479 h 926343"/>
              <a:gd name="connsiteX245" fmla="*/ 4557185 w 4875349"/>
              <a:gd name="connsiteY245" fmla="*/ 111507 h 926343"/>
              <a:gd name="connsiteX246" fmla="*/ 4543223 w 4875349"/>
              <a:gd name="connsiteY246" fmla="*/ 124742 h 926343"/>
              <a:gd name="connsiteX247" fmla="*/ 4529461 w 4875349"/>
              <a:gd name="connsiteY247" fmla="*/ 111507 h 926343"/>
              <a:gd name="connsiteX248" fmla="*/ 4543223 w 4875349"/>
              <a:gd name="connsiteY248" fmla="*/ 98050 h 926343"/>
              <a:gd name="connsiteX249" fmla="*/ 4557185 w 4875349"/>
              <a:gd name="connsiteY249" fmla="*/ 111507 h 926343"/>
              <a:gd name="connsiteX250" fmla="*/ 4553313 w 4875349"/>
              <a:gd name="connsiteY250" fmla="*/ 264578 h 926343"/>
              <a:gd name="connsiteX251" fmla="*/ 4533532 w 4875349"/>
              <a:gd name="connsiteY251" fmla="*/ 264578 h 926343"/>
              <a:gd name="connsiteX252" fmla="*/ 4533532 w 4875349"/>
              <a:gd name="connsiteY252" fmla="*/ 152066 h 926343"/>
              <a:gd name="connsiteX253" fmla="*/ 4553313 w 4875349"/>
              <a:gd name="connsiteY253" fmla="*/ 152066 h 926343"/>
              <a:gd name="connsiteX254" fmla="*/ 4553313 w 4875349"/>
              <a:gd name="connsiteY254" fmla="*/ 264578 h 926343"/>
              <a:gd name="connsiteX255" fmla="*/ 4654569 w 4875349"/>
              <a:gd name="connsiteY255" fmla="*/ 150790 h 926343"/>
              <a:gd name="connsiteX256" fmla="*/ 4650909 w 4875349"/>
              <a:gd name="connsiteY256" fmla="*/ 170003 h 926343"/>
              <a:gd name="connsiteX257" fmla="*/ 4641032 w 4875349"/>
              <a:gd name="connsiteY257" fmla="*/ 168713 h 926343"/>
              <a:gd name="connsiteX258" fmla="*/ 4613944 w 4875349"/>
              <a:gd name="connsiteY258" fmla="*/ 200317 h 926343"/>
              <a:gd name="connsiteX259" fmla="*/ 4613944 w 4875349"/>
              <a:gd name="connsiteY259" fmla="*/ 264579 h 926343"/>
              <a:gd name="connsiteX260" fmla="*/ 4594163 w 4875349"/>
              <a:gd name="connsiteY260" fmla="*/ 264579 h 926343"/>
              <a:gd name="connsiteX261" fmla="*/ 4594163 w 4875349"/>
              <a:gd name="connsiteY261" fmla="*/ 152080 h 926343"/>
              <a:gd name="connsiteX262" fmla="*/ 4611147 w 4875349"/>
              <a:gd name="connsiteY262" fmla="*/ 152080 h 926343"/>
              <a:gd name="connsiteX263" fmla="*/ 4613082 w 4875349"/>
              <a:gd name="connsiteY263" fmla="*/ 174915 h 926343"/>
              <a:gd name="connsiteX264" fmla="*/ 4643391 w 4875349"/>
              <a:gd name="connsiteY264" fmla="*/ 149500 h 926343"/>
              <a:gd name="connsiteX265" fmla="*/ 4654568 w 4875349"/>
              <a:gd name="connsiteY265" fmla="*/ 150790 h 926343"/>
              <a:gd name="connsiteX266" fmla="*/ 4746366 w 4875349"/>
              <a:gd name="connsiteY266" fmla="*/ 162322 h 926343"/>
              <a:gd name="connsiteX267" fmla="*/ 4737974 w 4875349"/>
              <a:gd name="connsiteY267" fmla="*/ 174700 h 926343"/>
              <a:gd name="connsiteX268" fmla="*/ 4708539 w 4875349"/>
              <a:gd name="connsiteY268" fmla="*/ 165100 h 926343"/>
              <a:gd name="connsiteX269" fmla="*/ 4687684 w 4875349"/>
              <a:gd name="connsiteY269" fmla="*/ 179823 h 926343"/>
              <a:gd name="connsiteX270" fmla="*/ 4711973 w 4875349"/>
              <a:gd name="connsiteY270" fmla="*/ 197969 h 926343"/>
              <a:gd name="connsiteX271" fmla="*/ 4749588 w 4875349"/>
              <a:gd name="connsiteY271" fmla="*/ 232984 h 926343"/>
              <a:gd name="connsiteX272" fmla="*/ 4704880 w 4875349"/>
              <a:gd name="connsiteY272" fmla="*/ 267143 h 926343"/>
              <a:gd name="connsiteX273" fmla="*/ 4662107 w 4875349"/>
              <a:gd name="connsiteY273" fmla="*/ 252408 h 926343"/>
              <a:gd name="connsiteX274" fmla="*/ 4672635 w 4875349"/>
              <a:gd name="connsiteY274" fmla="*/ 240451 h 926343"/>
              <a:gd name="connsiteX275" fmla="*/ 4704443 w 4875349"/>
              <a:gd name="connsiteY275" fmla="*/ 251341 h 926343"/>
              <a:gd name="connsiteX276" fmla="*/ 4728733 w 4875349"/>
              <a:gd name="connsiteY276" fmla="*/ 234261 h 926343"/>
              <a:gd name="connsiteX277" fmla="*/ 4701221 w 4875349"/>
              <a:gd name="connsiteY277" fmla="*/ 213126 h 926343"/>
              <a:gd name="connsiteX278" fmla="*/ 4667040 w 4875349"/>
              <a:gd name="connsiteY278" fmla="*/ 180468 h 926343"/>
              <a:gd name="connsiteX279" fmla="*/ 4707890 w 4875349"/>
              <a:gd name="connsiteY279" fmla="*/ 149509 h 926343"/>
              <a:gd name="connsiteX280" fmla="*/ 4746366 w 4875349"/>
              <a:gd name="connsiteY280" fmla="*/ 162322 h 926343"/>
              <a:gd name="connsiteX281" fmla="*/ 4834725 w 4875349"/>
              <a:gd name="connsiteY281" fmla="*/ 259455 h 926343"/>
              <a:gd name="connsiteX282" fmla="*/ 4809361 w 4875349"/>
              <a:gd name="connsiteY282" fmla="*/ 267145 h 926343"/>
              <a:gd name="connsiteX283" fmla="*/ 4778827 w 4875349"/>
              <a:gd name="connsiteY283" fmla="*/ 235120 h 926343"/>
              <a:gd name="connsiteX284" fmla="*/ 4778827 w 4875349"/>
              <a:gd name="connsiteY284" fmla="*/ 167223 h 926343"/>
              <a:gd name="connsiteX285" fmla="*/ 4759057 w 4875349"/>
              <a:gd name="connsiteY285" fmla="*/ 167223 h 926343"/>
              <a:gd name="connsiteX286" fmla="*/ 4759057 w 4875349"/>
              <a:gd name="connsiteY286" fmla="*/ 152079 h 926343"/>
              <a:gd name="connsiteX287" fmla="*/ 4778827 w 4875349"/>
              <a:gd name="connsiteY287" fmla="*/ 152079 h 926343"/>
              <a:gd name="connsiteX288" fmla="*/ 4778827 w 4875349"/>
              <a:gd name="connsiteY288" fmla="*/ 126664 h 926343"/>
              <a:gd name="connsiteX289" fmla="*/ 4798608 w 4875349"/>
              <a:gd name="connsiteY289" fmla="*/ 124308 h 926343"/>
              <a:gd name="connsiteX290" fmla="*/ 4798608 w 4875349"/>
              <a:gd name="connsiteY290" fmla="*/ 152079 h 926343"/>
              <a:gd name="connsiteX291" fmla="*/ 4825484 w 4875349"/>
              <a:gd name="connsiteY291" fmla="*/ 152079 h 926343"/>
              <a:gd name="connsiteX292" fmla="*/ 4823323 w 4875349"/>
              <a:gd name="connsiteY292" fmla="*/ 167223 h 926343"/>
              <a:gd name="connsiteX293" fmla="*/ 4798608 w 4875349"/>
              <a:gd name="connsiteY293" fmla="*/ 167223 h 926343"/>
              <a:gd name="connsiteX294" fmla="*/ 4798608 w 4875349"/>
              <a:gd name="connsiteY294" fmla="*/ 234264 h 926343"/>
              <a:gd name="connsiteX295" fmla="*/ 4812146 w 4875349"/>
              <a:gd name="connsiteY295" fmla="*/ 250922 h 926343"/>
              <a:gd name="connsiteX296" fmla="*/ 4827194 w 4875349"/>
              <a:gd name="connsiteY296" fmla="*/ 246432 h 926343"/>
              <a:gd name="connsiteX297" fmla="*/ 4834725 w 4875349"/>
              <a:gd name="connsiteY297" fmla="*/ 259455 h 926343"/>
              <a:gd name="connsiteX298" fmla="*/ 4875350 w 4875349"/>
              <a:gd name="connsiteY298" fmla="*/ 252199 h 926343"/>
              <a:gd name="connsiteX299" fmla="*/ 4860302 w 4875349"/>
              <a:gd name="connsiteY299" fmla="*/ 267145 h 926343"/>
              <a:gd name="connsiteX300" fmla="*/ 4845465 w 4875349"/>
              <a:gd name="connsiteY300" fmla="*/ 252199 h 926343"/>
              <a:gd name="connsiteX301" fmla="*/ 4860302 w 4875349"/>
              <a:gd name="connsiteY301" fmla="*/ 237464 h 926343"/>
              <a:gd name="connsiteX302" fmla="*/ 4875350 w 4875349"/>
              <a:gd name="connsiteY302" fmla="*/ 252199 h 926343"/>
              <a:gd name="connsiteX303" fmla="*/ 4354043 w 4875349"/>
              <a:gd name="connsiteY303" fmla="*/ 149509 h 926343"/>
              <a:gd name="connsiteX304" fmla="*/ 4348673 w 4875349"/>
              <a:gd name="connsiteY304" fmla="*/ 182179 h 926343"/>
              <a:gd name="connsiteX305" fmla="*/ 4338355 w 4875349"/>
              <a:gd name="connsiteY305" fmla="*/ 180684 h 926343"/>
              <a:gd name="connsiteX306" fmla="*/ 4314709 w 4875349"/>
              <a:gd name="connsiteY306" fmla="*/ 208439 h 926343"/>
              <a:gd name="connsiteX307" fmla="*/ 4314709 w 4875349"/>
              <a:gd name="connsiteY307" fmla="*/ 264582 h 926343"/>
              <a:gd name="connsiteX308" fmla="*/ 4280743 w 4875349"/>
              <a:gd name="connsiteY308" fmla="*/ 264582 h 926343"/>
              <a:gd name="connsiteX309" fmla="*/ 4280743 w 4875349"/>
              <a:gd name="connsiteY309" fmla="*/ 151219 h 926343"/>
              <a:gd name="connsiteX310" fmla="*/ 4310397 w 4875349"/>
              <a:gd name="connsiteY310" fmla="*/ 151219 h 926343"/>
              <a:gd name="connsiteX311" fmla="*/ 4313203 w 4875349"/>
              <a:gd name="connsiteY311" fmla="*/ 173210 h 926343"/>
              <a:gd name="connsiteX312" fmla="*/ 4342653 w 4875349"/>
              <a:gd name="connsiteY312" fmla="*/ 148014 h 926343"/>
              <a:gd name="connsiteX313" fmla="*/ 4354043 w 4875349"/>
              <a:gd name="connsiteY313" fmla="*/ 149509 h 926343"/>
              <a:gd name="connsiteX314" fmla="*/ 2977074 w 4875349"/>
              <a:gd name="connsiteY314" fmla="*/ 861572 h 926343"/>
              <a:gd name="connsiteX315" fmla="*/ 2938180 w 4875349"/>
              <a:gd name="connsiteY315" fmla="*/ 819204 h 926343"/>
              <a:gd name="connsiteX316" fmla="*/ 2984781 w 4875349"/>
              <a:gd name="connsiteY316" fmla="*/ 776658 h 926343"/>
              <a:gd name="connsiteX317" fmla="*/ 3023675 w 4875349"/>
              <a:gd name="connsiteY317" fmla="*/ 819204 h 926343"/>
              <a:gd name="connsiteX318" fmla="*/ 2977074 w 4875349"/>
              <a:gd name="connsiteY318" fmla="*/ 861572 h 926343"/>
              <a:gd name="connsiteX319" fmla="*/ 2984780 w 4875349"/>
              <a:gd name="connsiteY319" fmla="*/ 782889 h 926343"/>
              <a:gd name="connsiteX320" fmla="*/ 2944273 w 4875349"/>
              <a:gd name="connsiteY320" fmla="*/ 819738 h 926343"/>
              <a:gd name="connsiteX321" fmla="*/ 2977074 w 4875349"/>
              <a:gd name="connsiteY321" fmla="*/ 855519 h 926343"/>
              <a:gd name="connsiteX322" fmla="*/ 3017580 w 4875349"/>
              <a:gd name="connsiteY322" fmla="*/ 818670 h 926343"/>
              <a:gd name="connsiteX323" fmla="*/ 2984780 w 4875349"/>
              <a:gd name="connsiteY323" fmla="*/ 782889 h 926343"/>
              <a:gd name="connsiteX324" fmla="*/ 2988007 w 4875349"/>
              <a:gd name="connsiteY324" fmla="*/ 824366 h 926343"/>
              <a:gd name="connsiteX325" fmla="*/ 3001629 w 4875349"/>
              <a:gd name="connsiteY325" fmla="*/ 806743 h 926343"/>
              <a:gd name="connsiteX326" fmla="*/ 2988186 w 4875349"/>
              <a:gd name="connsiteY326" fmla="*/ 794104 h 926343"/>
              <a:gd name="connsiteX327" fmla="*/ 2971697 w 4875349"/>
              <a:gd name="connsiteY327" fmla="*/ 794104 h 926343"/>
              <a:gd name="connsiteX328" fmla="*/ 2962197 w 4875349"/>
              <a:gd name="connsiteY328" fmla="*/ 844126 h 926343"/>
              <a:gd name="connsiteX329" fmla="*/ 2968470 w 4875349"/>
              <a:gd name="connsiteY329" fmla="*/ 844126 h 926343"/>
              <a:gd name="connsiteX330" fmla="*/ 2972055 w 4875349"/>
              <a:gd name="connsiteY330" fmla="*/ 824900 h 926343"/>
              <a:gd name="connsiteX331" fmla="*/ 2981554 w 4875349"/>
              <a:gd name="connsiteY331" fmla="*/ 824900 h 926343"/>
              <a:gd name="connsiteX332" fmla="*/ 2988186 w 4875349"/>
              <a:gd name="connsiteY332" fmla="*/ 844126 h 926343"/>
              <a:gd name="connsiteX333" fmla="*/ 2994818 w 4875349"/>
              <a:gd name="connsiteY333" fmla="*/ 844126 h 926343"/>
              <a:gd name="connsiteX334" fmla="*/ 2988007 w 4875349"/>
              <a:gd name="connsiteY334" fmla="*/ 824366 h 926343"/>
              <a:gd name="connsiteX335" fmla="*/ 2988007 w 4875349"/>
              <a:gd name="connsiteY335" fmla="*/ 824366 h 926343"/>
              <a:gd name="connsiteX336" fmla="*/ 2995355 w 4875349"/>
              <a:gd name="connsiteY336" fmla="*/ 808879 h 926343"/>
              <a:gd name="connsiteX337" fmla="*/ 2983526 w 4875349"/>
              <a:gd name="connsiteY337" fmla="*/ 818848 h 926343"/>
              <a:gd name="connsiteX338" fmla="*/ 2973130 w 4875349"/>
              <a:gd name="connsiteY338" fmla="*/ 818848 h 926343"/>
              <a:gd name="connsiteX339" fmla="*/ 2976715 w 4875349"/>
              <a:gd name="connsiteY339" fmla="*/ 800156 h 926343"/>
              <a:gd name="connsiteX340" fmla="*/ 2988186 w 4875349"/>
              <a:gd name="connsiteY340" fmla="*/ 800156 h 926343"/>
              <a:gd name="connsiteX341" fmla="*/ 2995355 w 4875349"/>
              <a:gd name="connsiteY341" fmla="*/ 808879 h 926343"/>
              <a:gd name="connsiteX342" fmla="*/ 1498985 w 4875349"/>
              <a:gd name="connsiteY342" fmla="*/ 270374 h 926343"/>
              <a:gd name="connsiteX343" fmla="*/ 1453828 w 4875349"/>
              <a:gd name="connsiteY343" fmla="*/ 227989 h 926343"/>
              <a:gd name="connsiteX344" fmla="*/ 1501834 w 4875349"/>
              <a:gd name="connsiteY344" fmla="*/ 195649 h 926343"/>
              <a:gd name="connsiteX345" fmla="*/ 1597180 w 4875349"/>
              <a:gd name="connsiteY345" fmla="*/ 222644 h 926343"/>
              <a:gd name="connsiteX346" fmla="*/ 1613401 w 4875349"/>
              <a:gd name="connsiteY346" fmla="*/ 137908 h 926343"/>
              <a:gd name="connsiteX347" fmla="*/ 1507205 w 4875349"/>
              <a:gd name="connsiteY347" fmla="*/ 113411 h 926343"/>
              <a:gd name="connsiteX348" fmla="*/ 1340970 w 4875349"/>
              <a:gd name="connsiteY348" fmla="*/ 243327 h 926343"/>
              <a:gd name="connsiteX349" fmla="*/ 1420637 w 4875349"/>
              <a:gd name="connsiteY349" fmla="*/ 342530 h 926343"/>
              <a:gd name="connsiteX350" fmla="*/ 1467348 w 4875349"/>
              <a:gd name="connsiteY350" fmla="*/ 390260 h 926343"/>
              <a:gd name="connsiteX351" fmla="*/ 1420899 w 4875349"/>
              <a:gd name="connsiteY351" fmla="*/ 423380 h 926343"/>
              <a:gd name="connsiteX352" fmla="*/ 1316170 w 4875349"/>
              <a:gd name="connsiteY352" fmla="*/ 394058 h 926343"/>
              <a:gd name="connsiteX353" fmla="*/ 1299920 w 4875349"/>
              <a:gd name="connsiteY353" fmla="*/ 478961 h 926343"/>
              <a:gd name="connsiteX354" fmla="*/ 1410107 w 4875349"/>
              <a:gd name="connsiteY354" fmla="*/ 504852 h 926343"/>
              <a:gd name="connsiteX355" fmla="*/ 1549514 w 4875349"/>
              <a:gd name="connsiteY355" fmla="*/ 458861 h 926343"/>
              <a:gd name="connsiteX356" fmla="*/ 1584075 w 4875349"/>
              <a:gd name="connsiteY356" fmla="*/ 372652 h 926343"/>
              <a:gd name="connsiteX357" fmla="*/ 1498985 w 4875349"/>
              <a:gd name="connsiteY357" fmla="*/ 270374 h 926343"/>
              <a:gd name="connsiteX358" fmla="*/ 970363 w 4875349"/>
              <a:gd name="connsiteY358" fmla="*/ 127406 h 926343"/>
              <a:gd name="connsiteX359" fmla="*/ 952989 w 4875349"/>
              <a:gd name="connsiteY359" fmla="*/ 217938 h 926343"/>
              <a:gd name="connsiteX360" fmla="*/ 891107 w 4875349"/>
              <a:gd name="connsiteY360" fmla="*/ 203307 h 926343"/>
              <a:gd name="connsiteX361" fmla="*/ 763747 w 4875349"/>
              <a:gd name="connsiteY361" fmla="*/ 338997 h 926343"/>
              <a:gd name="connsiteX362" fmla="*/ 837167 w 4875349"/>
              <a:gd name="connsiteY362" fmla="*/ 415748 h 926343"/>
              <a:gd name="connsiteX363" fmla="*/ 930953 w 4875349"/>
              <a:gd name="connsiteY363" fmla="*/ 391664 h 926343"/>
              <a:gd name="connsiteX364" fmla="*/ 913201 w 4875349"/>
              <a:gd name="connsiteY364" fmla="*/ 484779 h 926343"/>
              <a:gd name="connsiteX365" fmla="*/ 805571 w 4875349"/>
              <a:gd name="connsiteY365" fmla="*/ 504852 h 926343"/>
              <a:gd name="connsiteX366" fmla="*/ 646266 w 4875349"/>
              <a:gd name="connsiteY366" fmla="*/ 351250 h 926343"/>
              <a:gd name="connsiteX367" fmla="*/ 892662 w 4875349"/>
              <a:gd name="connsiteY367" fmla="*/ 114188 h 926343"/>
              <a:gd name="connsiteX368" fmla="*/ 970363 w 4875349"/>
              <a:gd name="connsiteY368" fmla="*/ 127406 h 926343"/>
              <a:gd name="connsiteX369" fmla="*/ 2778278 w 4875349"/>
              <a:gd name="connsiteY369" fmla="*/ 343325 h 926343"/>
              <a:gd name="connsiteX370" fmla="*/ 2993476 w 4875349"/>
              <a:gd name="connsiteY370" fmla="*/ 302896 h 926343"/>
              <a:gd name="connsiteX371" fmla="*/ 3023855 w 4875349"/>
              <a:gd name="connsiteY371" fmla="*/ 226484 h 926343"/>
              <a:gd name="connsiteX372" fmla="*/ 2892289 w 4875349"/>
              <a:gd name="connsiteY372" fmla="*/ 113423 h 926343"/>
              <a:gd name="connsiteX373" fmla="*/ 2730905 w 4875349"/>
              <a:gd name="connsiteY373" fmla="*/ 187174 h 926343"/>
              <a:gd name="connsiteX374" fmla="*/ 2672078 w 4875349"/>
              <a:gd name="connsiteY374" fmla="*/ 346655 h 926343"/>
              <a:gd name="connsiteX375" fmla="*/ 2836038 w 4875349"/>
              <a:gd name="connsiteY375" fmla="*/ 504881 h 926343"/>
              <a:gd name="connsiteX376" fmla="*/ 2976777 w 4875349"/>
              <a:gd name="connsiteY376" fmla="*/ 474840 h 926343"/>
              <a:gd name="connsiteX377" fmla="*/ 2994734 w 4875349"/>
              <a:gd name="connsiteY377" fmla="*/ 381111 h 926343"/>
              <a:gd name="connsiteX378" fmla="*/ 2863005 w 4875349"/>
              <a:gd name="connsiteY378" fmla="*/ 418032 h 926343"/>
              <a:gd name="connsiteX379" fmla="*/ 2778278 w 4875349"/>
              <a:gd name="connsiteY379" fmla="*/ 343325 h 926343"/>
              <a:gd name="connsiteX380" fmla="*/ 2878412 w 4875349"/>
              <a:gd name="connsiteY380" fmla="*/ 194883 h 926343"/>
              <a:gd name="connsiteX381" fmla="*/ 2909510 w 4875349"/>
              <a:gd name="connsiteY381" fmla="*/ 249117 h 926343"/>
              <a:gd name="connsiteX382" fmla="*/ 2790539 w 4875349"/>
              <a:gd name="connsiteY382" fmla="*/ 271078 h 926343"/>
              <a:gd name="connsiteX383" fmla="*/ 2878412 w 4875349"/>
              <a:gd name="connsiteY383" fmla="*/ 194883 h 926343"/>
              <a:gd name="connsiteX384" fmla="*/ 2693048 w 4875349"/>
              <a:gd name="connsiteY384" fmla="*/ 127406 h 926343"/>
              <a:gd name="connsiteX385" fmla="*/ 2675674 w 4875349"/>
              <a:gd name="connsiteY385" fmla="*/ 217938 h 926343"/>
              <a:gd name="connsiteX386" fmla="*/ 2613791 w 4875349"/>
              <a:gd name="connsiteY386" fmla="*/ 203307 h 926343"/>
              <a:gd name="connsiteX387" fmla="*/ 2486431 w 4875349"/>
              <a:gd name="connsiteY387" fmla="*/ 338997 h 926343"/>
              <a:gd name="connsiteX388" fmla="*/ 2559852 w 4875349"/>
              <a:gd name="connsiteY388" fmla="*/ 415748 h 926343"/>
              <a:gd name="connsiteX389" fmla="*/ 2653638 w 4875349"/>
              <a:gd name="connsiteY389" fmla="*/ 391664 h 926343"/>
              <a:gd name="connsiteX390" fmla="*/ 2635886 w 4875349"/>
              <a:gd name="connsiteY390" fmla="*/ 484779 h 926343"/>
              <a:gd name="connsiteX391" fmla="*/ 2528256 w 4875349"/>
              <a:gd name="connsiteY391" fmla="*/ 504852 h 926343"/>
              <a:gd name="connsiteX392" fmla="*/ 2368950 w 4875349"/>
              <a:gd name="connsiteY392" fmla="*/ 351250 h 926343"/>
              <a:gd name="connsiteX393" fmla="*/ 2615346 w 4875349"/>
              <a:gd name="connsiteY393" fmla="*/ 114188 h 926343"/>
              <a:gd name="connsiteX394" fmla="*/ 2693048 w 4875349"/>
              <a:gd name="connsiteY394" fmla="*/ 127406 h 926343"/>
              <a:gd name="connsiteX395" fmla="*/ 2329634 w 4875349"/>
              <a:gd name="connsiteY395" fmla="*/ 152058 h 926343"/>
              <a:gd name="connsiteX396" fmla="*/ 2229388 w 4875349"/>
              <a:gd name="connsiteY396" fmla="*/ 113412 h 926343"/>
              <a:gd name="connsiteX397" fmla="*/ 2074640 w 4875349"/>
              <a:gd name="connsiteY397" fmla="*/ 176365 h 926343"/>
              <a:gd name="connsiteX398" fmla="*/ 1995666 w 4875349"/>
              <a:gd name="connsiteY398" fmla="*/ 374196 h 926343"/>
              <a:gd name="connsiteX399" fmla="*/ 2103884 w 4875349"/>
              <a:gd name="connsiteY399" fmla="*/ 505631 h 926343"/>
              <a:gd name="connsiteX400" fmla="*/ 2216888 w 4875349"/>
              <a:gd name="connsiteY400" fmla="*/ 424869 h 926343"/>
              <a:gd name="connsiteX401" fmla="*/ 2202971 w 4875349"/>
              <a:gd name="connsiteY401" fmla="*/ 497208 h 926343"/>
              <a:gd name="connsiteX402" fmla="*/ 2310065 w 4875349"/>
              <a:gd name="connsiteY402" fmla="*/ 497208 h 926343"/>
              <a:gd name="connsiteX403" fmla="*/ 2350499 w 4875349"/>
              <a:gd name="connsiteY403" fmla="*/ 287037 h 926343"/>
              <a:gd name="connsiteX404" fmla="*/ 2329634 w 4875349"/>
              <a:gd name="connsiteY404" fmla="*/ 152058 h 926343"/>
              <a:gd name="connsiteX405" fmla="*/ 2237095 w 4875349"/>
              <a:gd name="connsiteY405" fmla="*/ 310500 h 926343"/>
              <a:gd name="connsiteX406" fmla="*/ 2149081 w 4875349"/>
              <a:gd name="connsiteY406" fmla="*/ 414918 h 926343"/>
              <a:gd name="connsiteX407" fmla="*/ 2108903 w 4875349"/>
              <a:gd name="connsiteY407" fmla="*/ 351174 h 926343"/>
              <a:gd name="connsiteX408" fmla="*/ 2207291 w 4875349"/>
              <a:gd name="connsiteY408" fmla="*/ 197893 h 926343"/>
              <a:gd name="connsiteX409" fmla="*/ 2247393 w 4875349"/>
              <a:gd name="connsiteY409" fmla="*/ 238683 h 926343"/>
              <a:gd name="connsiteX410" fmla="*/ 2237095 w 4875349"/>
              <a:gd name="connsiteY410" fmla="*/ 310500 h 926343"/>
              <a:gd name="connsiteX411" fmla="*/ 606951 w 4875349"/>
              <a:gd name="connsiteY411" fmla="*/ 152058 h 926343"/>
              <a:gd name="connsiteX412" fmla="*/ 506706 w 4875349"/>
              <a:gd name="connsiteY412" fmla="*/ 113412 h 926343"/>
              <a:gd name="connsiteX413" fmla="*/ 351958 w 4875349"/>
              <a:gd name="connsiteY413" fmla="*/ 176365 h 926343"/>
              <a:gd name="connsiteX414" fmla="*/ 272985 w 4875349"/>
              <a:gd name="connsiteY414" fmla="*/ 374196 h 926343"/>
              <a:gd name="connsiteX415" fmla="*/ 381203 w 4875349"/>
              <a:gd name="connsiteY415" fmla="*/ 505631 h 926343"/>
              <a:gd name="connsiteX416" fmla="*/ 494206 w 4875349"/>
              <a:gd name="connsiteY416" fmla="*/ 424869 h 926343"/>
              <a:gd name="connsiteX417" fmla="*/ 480290 w 4875349"/>
              <a:gd name="connsiteY417" fmla="*/ 497208 h 926343"/>
              <a:gd name="connsiteX418" fmla="*/ 587383 w 4875349"/>
              <a:gd name="connsiteY418" fmla="*/ 497208 h 926343"/>
              <a:gd name="connsiteX419" fmla="*/ 627817 w 4875349"/>
              <a:gd name="connsiteY419" fmla="*/ 287037 h 926343"/>
              <a:gd name="connsiteX420" fmla="*/ 606951 w 4875349"/>
              <a:gd name="connsiteY420" fmla="*/ 152058 h 926343"/>
              <a:gd name="connsiteX421" fmla="*/ 514414 w 4875349"/>
              <a:gd name="connsiteY421" fmla="*/ 310500 h 926343"/>
              <a:gd name="connsiteX422" fmla="*/ 426399 w 4875349"/>
              <a:gd name="connsiteY422" fmla="*/ 414918 h 926343"/>
              <a:gd name="connsiteX423" fmla="*/ 386220 w 4875349"/>
              <a:gd name="connsiteY423" fmla="*/ 351174 h 926343"/>
              <a:gd name="connsiteX424" fmla="*/ 484610 w 4875349"/>
              <a:gd name="connsiteY424" fmla="*/ 197893 h 926343"/>
              <a:gd name="connsiteX425" fmla="*/ 524712 w 4875349"/>
              <a:gd name="connsiteY425" fmla="*/ 238683 h 926343"/>
              <a:gd name="connsiteX426" fmla="*/ 514414 w 4875349"/>
              <a:gd name="connsiteY426" fmla="*/ 310500 h 926343"/>
              <a:gd name="connsiteX427" fmla="*/ 1865864 w 4875349"/>
              <a:gd name="connsiteY427" fmla="*/ 113412 h 926343"/>
              <a:gd name="connsiteX428" fmla="*/ 1749875 w 4875349"/>
              <a:gd name="connsiteY428" fmla="*/ 180686 h 926343"/>
              <a:gd name="connsiteX429" fmla="*/ 1761420 w 4875349"/>
              <a:gd name="connsiteY429" fmla="*/ 120329 h 926343"/>
              <a:gd name="connsiteX430" fmla="*/ 1662666 w 4875349"/>
              <a:gd name="connsiteY430" fmla="*/ 120329 h 926343"/>
              <a:gd name="connsiteX431" fmla="*/ 1567483 w 4875349"/>
              <a:gd name="connsiteY431" fmla="*/ 617550 h 926343"/>
              <a:gd name="connsiteX432" fmla="*/ 1679604 w 4875349"/>
              <a:gd name="connsiteY432" fmla="*/ 617550 h 926343"/>
              <a:gd name="connsiteX433" fmla="*/ 1708085 w 4875349"/>
              <a:gd name="connsiteY433" fmla="*/ 468046 h 926343"/>
              <a:gd name="connsiteX434" fmla="*/ 1782974 w 4875349"/>
              <a:gd name="connsiteY434" fmla="*/ 505635 h 926343"/>
              <a:gd name="connsiteX435" fmla="*/ 1864479 w 4875349"/>
              <a:gd name="connsiteY435" fmla="*/ 483389 h 926343"/>
              <a:gd name="connsiteX436" fmla="*/ 1988181 w 4875349"/>
              <a:gd name="connsiteY436" fmla="*/ 256331 h 926343"/>
              <a:gd name="connsiteX437" fmla="*/ 1865864 w 4875349"/>
              <a:gd name="connsiteY437" fmla="*/ 113412 h 926343"/>
              <a:gd name="connsiteX438" fmla="*/ 1769434 w 4875349"/>
              <a:gd name="connsiteY438" fmla="*/ 421096 h 926343"/>
              <a:gd name="connsiteX439" fmla="*/ 1735618 w 4875349"/>
              <a:gd name="connsiteY439" fmla="*/ 323009 h 926343"/>
              <a:gd name="connsiteX440" fmla="*/ 1826299 w 4875349"/>
              <a:gd name="connsiteY440" fmla="*/ 204083 h 926343"/>
              <a:gd name="connsiteX441" fmla="*/ 1871576 w 4875349"/>
              <a:gd name="connsiteY441" fmla="*/ 264766 h 926343"/>
              <a:gd name="connsiteX442" fmla="*/ 1769434 w 4875349"/>
              <a:gd name="connsiteY442" fmla="*/ 421096 h 926343"/>
              <a:gd name="connsiteX443" fmla="*/ 312690 w 4875349"/>
              <a:gd name="connsiteY443" fmla="*/ 112292 h 926343"/>
              <a:gd name="connsiteX444" fmla="*/ 290790 w 4875349"/>
              <a:gd name="connsiteY444" fmla="*/ 226685 h 926343"/>
              <a:gd name="connsiteX445" fmla="*/ 142422 w 4875349"/>
              <a:gd name="connsiteY445" fmla="*/ 345714 h 926343"/>
              <a:gd name="connsiteX446" fmla="*/ 112141 w 4875349"/>
              <a:gd name="connsiteY446" fmla="*/ 503840 h 926343"/>
              <a:gd name="connsiteX447" fmla="*/ 0 w 4875349"/>
              <a:gd name="connsiteY447" fmla="*/ 503840 h 926343"/>
              <a:gd name="connsiteX448" fmla="*/ 73440 w 4875349"/>
              <a:gd name="connsiteY448" fmla="*/ 120329 h 926343"/>
              <a:gd name="connsiteX449" fmla="*/ 172185 w 4875349"/>
              <a:gd name="connsiteY449" fmla="*/ 120329 h 926343"/>
              <a:gd name="connsiteX450" fmla="*/ 156202 w 4875349"/>
              <a:gd name="connsiteY450" fmla="*/ 203879 h 926343"/>
              <a:gd name="connsiteX451" fmla="*/ 312690 w 4875349"/>
              <a:gd name="connsiteY451" fmla="*/ 112292 h 926343"/>
              <a:gd name="connsiteX452" fmla="*/ 944243 w 4875349"/>
              <a:gd name="connsiteY452" fmla="*/ 497208 h 926343"/>
              <a:gd name="connsiteX453" fmla="*/ 1039422 w 4875349"/>
              <a:gd name="connsiteY453" fmla="*/ 0 h 926343"/>
              <a:gd name="connsiteX454" fmla="*/ 1150777 w 4875349"/>
              <a:gd name="connsiteY454" fmla="*/ 0 h 926343"/>
              <a:gd name="connsiteX455" fmla="*/ 1094906 w 4875349"/>
              <a:gd name="connsiteY455" fmla="*/ 291909 h 926343"/>
              <a:gd name="connsiteX456" fmla="*/ 1239347 w 4875349"/>
              <a:gd name="connsiteY456" fmla="*/ 120329 h 926343"/>
              <a:gd name="connsiteX457" fmla="*/ 1361754 w 4875349"/>
              <a:gd name="connsiteY457" fmla="*/ 120329 h 926343"/>
              <a:gd name="connsiteX458" fmla="*/ 1212060 w 4875349"/>
              <a:gd name="connsiteY458" fmla="*/ 293812 h 926343"/>
              <a:gd name="connsiteX459" fmla="*/ 1294315 w 4875349"/>
              <a:gd name="connsiteY459" fmla="*/ 497208 h 926343"/>
              <a:gd name="connsiteX460" fmla="*/ 1173734 w 4875349"/>
              <a:gd name="connsiteY460" fmla="*/ 497208 h 926343"/>
              <a:gd name="connsiteX461" fmla="*/ 1094235 w 4875349"/>
              <a:gd name="connsiteY461" fmla="*/ 295415 h 926343"/>
              <a:gd name="connsiteX462" fmla="*/ 1055611 w 4875349"/>
              <a:gd name="connsiteY462" fmla="*/ 497208 h 926343"/>
              <a:gd name="connsiteX463" fmla="*/ 944243 w 4875349"/>
              <a:gd name="connsiteY463" fmla="*/ 497208 h 926343"/>
              <a:gd name="connsiteX464" fmla="*/ 2280316 w 4875349"/>
              <a:gd name="connsiteY464" fmla="*/ 695157 h 926343"/>
              <a:gd name="connsiteX465" fmla="*/ 2187788 w 4875349"/>
              <a:gd name="connsiteY465" fmla="*/ 795876 h 926343"/>
              <a:gd name="connsiteX466" fmla="*/ 2253291 w 4875349"/>
              <a:gd name="connsiteY466" fmla="*/ 861573 h 926343"/>
              <a:gd name="connsiteX467" fmla="*/ 2345820 w 4875349"/>
              <a:gd name="connsiteY467" fmla="*/ 760854 h 926343"/>
              <a:gd name="connsiteX468" fmla="*/ 2280316 w 4875349"/>
              <a:gd name="connsiteY468" fmla="*/ 695157 h 926343"/>
              <a:gd name="connsiteX469" fmla="*/ 2275683 w 4875349"/>
              <a:gd name="connsiteY469" fmla="*/ 724555 h 926343"/>
              <a:gd name="connsiteX470" fmla="*/ 2306312 w 4875349"/>
              <a:gd name="connsiteY470" fmla="*/ 761174 h 926343"/>
              <a:gd name="connsiteX471" fmla="*/ 2258568 w 4875349"/>
              <a:gd name="connsiteY471" fmla="*/ 832175 h 926343"/>
              <a:gd name="connsiteX472" fmla="*/ 2227296 w 4875349"/>
              <a:gd name="connsiteY472" fmla="*/ 794885 h 926343"/>
              <a:gd name="connsiteX473" fmla="*/ 2275683 w 4875349"/>
              <a:gd name="connsiteY473" fmla="*/ 724555 h 926343"/>
              <a:gd name="connsiteX474" fmla="*/ 2541237 w 4875349"/>
              <a:gd name="connsiteY474" fmla="*/ 695157 h 926343"/>
              <a:gd name="connsiteX475" fmla="*/ 2448709 w 4875349"/>
              <a:gd name="connsiteY475" fmla="*/ 795876 h 926343"/>
              <a:gd name="connsiteX476" fmla="*/ 2514212 w 4875349"/>
              <a:gd name="connsiteY476" fmla="*/ 861573 h 926343"/>
              <a:gd name="connsiteX477" fmla="*/ 2606741 w 4875349"/>
              <a:gd name="connsiteY477" fmla="*/ 760854 h 926343"/>
              <a:gd name="connsiteX478" fmla="*/ 2541237 w 4875349"/>
              <a:gd name="connsiteY478" fmla="*/ 695157 h 926343"/>
              <a:gd name="connsiteX479" fmla="*/ 2536604 w 4875349"/>
              <a:gd name="connsiteY479" fmla="*/ 724555 h 926343"/>
              <a:gd name="connsiteX480" fmla="*/ 2567233 w 4875349"/>
              <a:gd name="connsiteY480" fmla="*/ 761174 h 926343"/>
              <a:gd name="connsiteX481" fmla="*/ 2519488 w 4875349"/>
              <a:gd name="connsiteY481" fmla="*/ 832175 h 926343"/>
              <a:gd name="connsiteX482" fmla="*/ 2488217 w 4875349"/>
              <a:gd name="connsiteY482" fmla="*/ 794885 h 926343"/>
              <a:gd name="connsiteX483" fmla="*/ 2536604 w 4875349"/>
              <a:gd name="connsiteY483" fmla="*/ 724555 h 926343"/>
              <a:gd name="connsiteX484" fmla="*/ 2441704 w 4875349"/>
              <a:gd name="connsiteY484" fmla="*/ 646623 h 926343"/>
              <a:gd name="connsiteX485" fmla="*/ 2400932 w 4875349"/>
              <a:gd name="connsiteY485" fmla="*/ 857994 h 926343"/>
              <a:gd name="connsiteX486" fmla="*/ 2362712 w 4875349"/>
              <a:gd name="connsiteY486" fmla="*/ 857994 h 926343"/>
              <a:gd name="connsiteX487" fmla="*/ 2403190 w 4875349"/>
              <a:gd name="connsiteY487" fmla="*/ 646623 h 926343"/>
              <a:gd name="connsiteX488" fmla="*/ 2441704 w 4875349"/>
              <a:gd name="connsiteY488" fmla="*/ 646623 h 926343"/>
              <a:gd name="connsiteX489" fmla="*/ 1819430 w 4875349"/>
              <a:gd name="connsiteY489" fmla="*/ 701970 h 926343"/>
              <a:gd name="connsiteX490" fmla="*/ 1813367 w 4875349"/>
              <a:gd name="connsiteY490" fmla="*/ 733641 h 926343"/>
              <a:gd name="connsiteX491" fmla="*/ 1783826 w 4875349"/>
              <a:gd name="connsiteY491" fmla="*/ 726217 h 926343"/>
              <a:gd name="connsiteX492" fmla="*/ 1723567 w 4875349"/>
              <a:gd name="connsiteY492" fmla="*/ 793256 h 926343"/>
              <a:gd name="connsiteX493" fmla="*/ 1758796 w 4875349"/>
              <a:gd name="connsiteY493" fmla="*/ 830514 h 926343"/>
              <a:gd name="connsiteX494" fmla="*/ 1801876 w 4875349"/>
              <a:gd name="connsiteY494" fmla="*/ 818489 h 926343"/>
              <a:gd name="connsiteX495" fmla="*/ 1795551 w 4875349"/>
              <a:gd name="connsiteY495" fmla="*/ 851535 h 926343"/>
              <a:gd name="connsiteX496" fmla="*/ 1748275 w 4875349"/>
              <a:gd name="connsiteY496" fmla="*/ 861253 h 926343"/>
              <a:gd name="connsiteX497" fmla="*/ 1683415 w 4875349"/>
              <a:gd name="connsiteY497" fmla="*/ 797825 h 926343"/>
              <a:gd name="connsiteX498" fmla="*/ 1785145 w 4875349"/>
              <a:gd name="connsiteY498" fmla="*/ 695477 h 926343"/>
              <a:gd name="connsiteX499" fmla="*/ 1819430 w 4875349"/>
              <a:gd name="connsiteY499" fmla="*/ 701970 h 926343"/>
              <a:gd name="connsiteX500" fmla="*/ 1599026 w 4875349"/>
              <a:gd name="connsiteY500" fmla="*/ 831504 h 926343"/>
              <a:gd name="connsiteX501" fmla="*/ 1657309 w 4875349"/>
              <a:gd name="connsiteY501" fmla="*/ 812360 h 926343"/>
              <a:gd name="connsiteX502" fmla="*/ 1650747 w 4875349"/>
              <a:gd name="connsiteY502" fmla="*/ 846645 h 926343"/>
              <a:gd name="connsiteX503" fmla="*/ 1590147 w 4875349"/>
              <a:gd name="connsiteY503" fmla="*/ 861573 h 926343"/>
              <a:gd name="connsiteX504" fmla="*/ 1524289 w 4875349"/>
              <a:gd name="connsiteY504" fmla="*/ 795524 h 926343"/>
              <a:gd name="connsiteX505" fmla="*/ 1615145 w 4875349"/>
              <a:gd name="connsiteY505" fmla="*/ 695157 h 926343"/>
              <a:gd name="connsiteX506" fmla="*/ 1666846 w 4875349"/>
              <a:gd name="connsiteY506" fmla="*/ 739957 h 926343"/>
              <a:gd name="connsiteX507" fmla="*/ 1561835 w 4875349"/>
              <a:gd name="connsiteY507" fmla="*/ 792585 h 926343"/>
              <a:gd name="connsiteX508" fmla="*/ 1566114 w 4875349"/>
              <a:gd name="connsiteY508" fmla="*/ 815176 h 926343"/>
              <a:gd name="connsiteX509" fmla="*/ 1599026 w 4875349"/>
              <a:gd name="connsiteY509" fmla="*/ 831504 h 926343"/>
              <a:gd name="connsiteX510" fmla="*/ 1565760 w 4875349"/>
              <a:gd name="connsiteY510" fmla="*/ 764114 h 926343"/>
              <a:gd name="connsiteX511" fmla="*/ 1630620 w 4875349"/>
              <a:gd name="connsiteY511" fmla="*/ 739956 h 926343"/>
              <a:gd name="connsiteX512" fmla="*/ 1610222 w 4875349"/>
              <a:gd name="connsiteY512" fmla="*/ 723596 h 926343"/>
              <a:gd name="connsiteX513" fmla="*/ 1565760 w 4875349"/>
              <a:gd name="connsiteY513" fmla="*/ 764114 h 926343"/>
              <a:gd name="connsiteX514" fmla="*/ 2158533 w 4875349"/>
              <a:gd name="connsiteY514" fmla="*/ 765136 h 926343"/>
              <a:gd name="connsiteX515" fmla="*/ 2140621 w 4875349"/>
              <a:gd name="connsiteY515" fmla="*/ 857994 h 926343"/>
              <a:gd name="connsiteX516" fmla="*/ 2102401 w 4875349"/>
              <a:gd name="connsiteY516" fmla="*/ 857994 h 926343"/>
              <a:gd name="connsiteX517" fmla="*/ 2119621 w 4875349"/>
              <a:gd name="connsiteY517" fmla="*/ 768076 h 926343"/>
              <a:gd name="connsiteX518" fmla="*/ 2121512 w 4875349"/>
              <a:gd name="connsiteY518" fmla="*/ 749095 h 926343"/>
              <a:gd name="connsiteX519" fmla="*/ 2101404 w 4875349"/>
              <a:gd name="connsiteY519" fmla="*/ 726216 h 926343"/>
              <a:gd name="connsiteX520" fmla="*/ 2055042 w 4875349"/>
              <a:gd name="connsiteY520" fmla="*/ 784436 h 926343"/>
              <a:gd name="connsiteX521" fmla="*/ 2040853 w 4875349"/>
              <a:gd name="connsiteY521" fmla="*/ 857994 h 926343"/>
              <a:gd name="connsiteX522" fmla="*/ 2002633 w 4875349"/>
              <a:gd name="connsiteY522" fmla="*/ 857994 h 926343"/>
              <a:gd name="connsiteX523" fmla="*/ 2033316 w 4875349"/>
              <a:gd name="connsiteY523" fmla="*/ 697777 h 926343"/>
              <a:gd name="connsiteX524" fmla="*/ 2067888 w 4875349"/>
              <a:gd name="connsiteY524" fmla="*/ 697777 h 926343"/>
              <a:gd name="connsiteX525" fmla="*/ 2061951 w 4875349"/>
              <a:gd name="connsiteY525" fmla="*/ 728554 h 926343"/>
              <a:gd name="connsiteX526" fmla="*/ 2120514 w 4875349"/>
              <a:gd name="connsiteY526" fmla="*/ 695157 h 926343"/>
              <a:gd name="connsiteX527" fmla="*/ 2161341 w 4875349"/>
              <a:gd name="connsiteY527" fmla="*/ 738934 h 926343"/>
              <a:gd name="connsiteX528" fmla="*/ 2158533 w 4875349"/>
              <a:gd name="connsiteY528" fmla="*/ 765136 h 926343"/>
              <a:gd name="connsiteX529" fmla="*/ 1980144 w 4875349"/>
              <a:gd name="connsiteY529" fmla="*/ 738934 h 926343"/>
              <a:gd name="connsiteX530" fmla="*/ 1977335 w 4875349"/>
              <a:gd name="connsiteY530" fmla="*/ 765136 h 926343"/>
              <a:gd name="connsiteX531" fmla="*/ 1959424 w 4875349"/>
              <a:gd name="connsiteY531" fmla="*/ 857994 h 926343"/>
              <a:gd name="connsiteX532" fmla="*/ 1921204 w 4875349"/>
              <a:gd name="connsiteY532" fmla="*/ 857994 h 926343"/>
              <a:gd name="connsiteX533" fmla="*/ 1938424 w 4875349"/>
              <a:gd name="connsiteY533" fmla="*/ 768076 h 926343"/>
              <a:gd name="connsiteX534" fmla="*/ 1940315 w 4875349"/>
              <a:gd name="connsiteY534" fmla="*/ 749095 h 926343"/>
              <a:gd name="connsiteX535" fmla="*/ 1920206 w 4875349"/>
              <a:gd name="connsiteY535" fmla="*/ 726216 h 926343"/>
              <a:gd name="connsiteX536" fmla="*/ 1873845 w 4875349"/>
              <a:gd name="connsiteY536" fmla="*/ 784436 h 926343"/>
              <a:gd name="connsiteX537" fmla="*/ 1873845 w 4875349"/>
              <a:gd name="connsiteY537" fmla="*/ 784436 h 926343"/>
              <a:gd name="connsiteX538" fmla="*/ 1859656 w 4875349"/>
              <a:gd name="connsiteY538" fmla="*/ 857994 h 926343"/>
              <a:gd name="connsiteX539" fmla="*/ 1821436 w 4875349"/>
              <a:gd name="connsiteY539" fmla="*/ 857994 h 926343"/>
              <a:gd name="connsiteX540" fmla="*/ 1861915 w 4875349"/>
              <a:gd name="connsiteY540" fmla="*/ 646623 h 926343"/>
              <a:gd name="connsiteX541" fmla="*/ 1900428 w 4875349"/>
              <a:gd name="connsiteY541" fmla="*/ 646623 h 926343"/>
              <a:gd name="connsiteX542" fmla="*/ 1885984 w 4875349"/>
              <a:gd name="connsiteY542" fmla="*/ 721502 h 926343"/>
              <a:gd name="connsiteX543" fmla="*/ 1939317 w 4875349"/>
              <a:gd name="connsiteY543" fmla="*/ 695157 h 926343"/>
              <a:gd name="connsiteX544" fmla="*/ 1980144 w 4875349"/>
              <a:gd name="connsiteY544" fmla="*/ 738934 h 926343"/>
              <a:gd name="connsiteX545" fmla="*/ 1486679 w 4875349"/>
              <a:gd name="connsiteY545" fmla="*/ 698736 h 926343"/>
              <a:gd name="connsiteX546" fmla="*/ 1522584 w 4875349"/>
              <a:gd name="connsiteY546" fmla="*/ 698736 h 926343"/>
              <a:gd name="connsiteX547" fmla="*/ 1516664 w 4875349"/>
              <a:gd name="connsiteY547" fmla="*/ 728165 h 926343"/>
              <a:gd name="connsiteX548" fmla="*/ 1480760 w 4875349"/>
              <a:gd name="connsiteY548" fmla="*/ 728165 h 926343"/>
              <a:gd name="connsiteX549" fmla="*/ 1468243 w 4875349"/>
              <a:gd name="connsiteY549" fmla="*/ 792264 h 926343"/>
              <a:gd name="connsiteX550" fmla="*/ 1465285 w 4875349"/>
              <a:gd name="connsiteY550" fmla="*/ 814824 h 926343"/>
              <a:gd name="connsiteX551" fmla="*/ 1479440 w 4875349"/>
              <a:gd name="connsiteY551" fmla="*/ 829236 h 926343"/>
              <a:gd name="connsiteX552" fmla="*/ 1494778 w 4875349"/>
              <a:gd name="connsiteY552" fmla="*/ 827801 h 926343"/>
              <a:gd name="connsiteX553" fmla="*/ 1488997 w 4875349"/>
              <a:gd name="connsiteY553" fmla="*/ 857990 h 926343"/>
              <a:gd name="connsiteX554" fmla="*/ 1488996 w 4875349"/>
              <a:gd name="connsiteY554" fmla="*/ 857994 h 926343"/>
              <a:gd name="connsiteX555" fmla="*/ 1463965 w 4875349"/>
              <a:gd name="connsiteY555" fmla="*/ 861254 h 926343"/>
              <a:gd name="connsiteX556" fmla="*/ 1426097 w 4875349"/>
              <a:gd name="connsiteY556" fmla="*/ 828564 h 926343"/>
              <a:gd name="connsiteX557" fmla="*/ 1429411 w 4875349"/>
              <a:gd name="connsiteY557" fmla="*/ 799135 h 926343"/>
              <a:gd name="connsiteX558" fmla="*/ 1443247 w 4875349"/>
              <a:gd name="connsiteY558" fmla="*/ 728165 h 926343"/>
              <a:gd name="connsiteX559" fmla="*/ 1421818 w 4875349"/>
              <a:gd name="connsiteY559" fmla="*/ 728165 h 926343"/>
              <a:gd name="connsiteX560" fmla="*/ 1427416 w 4875349"/>
              <a:gd name="connsiteY560" fmla="*/ 698736 h 926343"/>
              <a:gd name="connsiteX561" fmla="*/ 1448813 w 4875349"/>
              <a:gd name="connsiteY561" fmla="*/ 698736 h 926343"/>
              <a:gd name="connsiteX562" fmla="*/ 1457003 w 4875349"/>
              <a:gd name="connsiteY562" fmla="*/ 657748 h 926343"/>
              <a:gd name="connsiteX563" fmla="*/ 1494288 w 4875349"/>
              <a:gd name="connsiteY563" fmla="*/ 657748 h 926343"/>
              <a:gd name="connsiteX564" fmla="*/ 1486679 w 4875349"/>
              <a:gd name="connsiteY564" fmla="*/ 698736 h 926343"/>
              <a:gd name="connsiteX565" fmla="*/ 2788298 w 4875349"/>
              <a:gd name="connsiteY565" fmla="*/ 886433 h 926343"/>
              <a:gd name="connsiteX566" fmla="*/ 2828271 w 4875349"/>
              <a:gd name="connsiteY566" fmla="*/ 878611 h 926343"/>
              <a:gd name="connsiteX567" fmla="*/ 2840780 w 4875349"/>
              <a:gd name="connsiteY567" fmla="*/ 853718 h 926343"/>
              <a:gd name="connsiteX568" fmla="*/ 2812203 w 4875349"/>
              <a:gd name="connsiteY568" fmla="*/ 697777 h 926343"/>
              <a:gd name="connsiteX569" fmla="*/ 2852387 w 4875349"/>
              <a:gd name="connsiteY569" fmla="*/ 697777 h 926343"/>
              <a:gd name="connsiteX570" fmla="*/ 2867179 w 4875349"/>
              <a:gd name="connsiteY570" fmla="*/ 816325 h 926343"/>
              <a:gd name="connsiteX571" fmla="*/ 2928097 w 4875349"/>
              <a:gd name="connsiteY571" fmla="*/ 697777 h 926343"/>
              <a:gd name="connsiteX572" fmla="*/ 2968924 w 4875349"/>
              <a:gd name="connsiteY572" fmla="*/ 697777 h 926343"/>
              <a:gd name="connsiteX573" fmla="*/ 2861660 w 4875349"/>
              <a:gd name="connsiteY573" fmla="*/ 887677 h 926343"/>
              <a:gd name="connsiteX574" fmla="*/ 2861660 w 4875349"/>
              <a:gd name="connsiteY574" fmla="*/ 887739 h 926343"/>
              <a:gd name="connsiteX575" fmla="*/ 2782349 w 4875349"/>
              <a:gd name="connsiteY575" fmla="*/ 917510 h 926343"/>
              <a:gd name="connsiteX576" fmla="*/ 2788298 w 4875349"/>
              <a:gd name="connsiteY576" fmla="*/ 886433 h 926343"/>
              <a:gd name="connsiteX577" fmla="*/ 2783865 w 4875349"/>
              <a:gd name="connsiteY577" fmla="*/ 738023 h 926343"/>
              <a:gd name="connsiteX578" fmla="*/ 2780573 w 4875349"/>
              <a:gd name="connsiteY578" fmla="*/ 765507 h 926343"/>
              <a:gd name="connsiteX579" fmla="*/ 2766056 w 4875349"/>
              <a:gd name="connsiteY579" fmla="*/ 837735 h 926343"/>
              <a:gd name="connsiteX580" fmla="*/ 2732771 w 4875349"/>
              <a:gd name="connsiteY580" fmla="*/ 908673 h 926343"/>
              <a:gd name="connsiteX581" fmla="*/ 2672895 w 4875349"/>
              <a:gd name="connsiteY581" fmla="*/ 926343 h 926343"/>
              <a:gd name="connsiteX582" fmla="*/ 2625597 w 4875349"/>
              <a:gd name="connsiteY582" fmla="*/ 917510 h 926343"/>
              <a:gd name="connsiteX583" fmla="*/ 2631546 w 4875349"/>
              <a:gd name="connsiteY583" fmla="*/ 886433 h 926343"/>
              <a:gd name="connsiteX584" fmla="*/ 2673692 w 4875349"/>
              <a:gd name="connsiteY584" fmla="*/ 895923 h 926343"/>
              <a:gd name="connsiteX585" fmla="*/ 2725716 w 4875349"/>
              <a:gd name="connsiteY585" fmla="*/ 847194 h 926343"/>
              <a:gd name="connsiteX586" fmla="*/ 2728786 w 4875349"/>
              <a:gd name="connsiteY586" fmla="*/ 833259 h 926343"/>
              <a:gd name="connsiteX587" fmla="*/ 2675487 w 4875349"/>
              <a:gd name="connsiteY587" fmla="*/ 861694 h 926343"/>
              <a:gd name="connsiteX588" fmla="*/ 2627062 w 4875349"/>
              <a:gd name="connsiteY588" fmla="*/ 805419 h 926343"/>
              <a:gd name="connsiteX589" fmla="*/ 2730167 w 4875349"/>
              <a:gd name="connsiteY589" fmla="*/ 695157 h 926343"/>
              <a:gd name="connsiteX590" fmla="*/ 2783865 w 4875349"/>
              <a:gd name="connsiteY590" fmla="*/ 738023 h 926343"/>
              <a:gd name="connsiteX591" fmla="*/ 2744332 w 4875349"/>
              <a:gd name="connsiteY591" fmla="*/ 744568 h 926343"/>
              <a:gd name="connsiteX592" fmla="*/ 2722919 w 4875349"/>
              <a:gd name="connsiteY592" fmla="*/ 724282 h 926343"/>
              <a:gd name="connsiteX593" fmla="*/ 2667246 w 4875349"/>
              <a:gd name="connsiteY593" fmla="*/ 798548 h 926343"/>
              <a:gd name="connsiteX594" fmla="*/ 2692615 w 4875349"/>
              <a:gd name="connsiteY594" fmla="*/ 830614 h 926343"/>
              <a:gd name="connsiteX595" fmla="*/ 2739395 w 4875349"/>
              <a:gd name="connsiteY595" fmla="*/ 778262 h 926343"/>
              <a:gd name="connsiteX596" fmla="*/ 2742357 w 4875349"/>
              <a:gd name="connsiteY596" fmla="*/ 763539 h 926343"/>
              <a:gd name="connsiteX597" fmla="*/ 2744331 w 4875349"/>
              <a:gd name="connsiteY597" fmla="*/ 744568 h 926343"/>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Lst>
            <a:rect l="l" t="t" r="r" b="b"/>
            <a:pathLst>
              <a:path w="4875349" h="926343">
                <a:moveTo>
                  <a:pt x="3216560" y="504882"/>
                </a:moveTo>
                <a:lnTo>
                  <a:pt x="3216558" y="113422"/>
                </a:lnTo>
                <a:lnTo>
                  <a:pt x="3240379" y="113422"/>
                </a:lnTo>
                <a:lnTo>
                  <a:pt x="3240381" y="504882"/>
                </a:lnTo>
                <a:lnTo>
                  <a:pt x="3216560" y="504882"/>
                </a:lnTo>
                <a:close/>
                <a:moveTo>
                  <a:pt x="4045162" y="501503"/>
                </a:moveTo>
                <a:lnTo>
                  <a:pt x="4065592" y="501503"/>
                </a:lnTo>
                <a:lnTo>
                  <a:pt x="4065592" y="436819"/>
                </a:lnTo>
                <a:lnTo>
                  <a:pt x="4113948" y="436819"/>
                </a:lnTo>
                <a:lnTo>
                  <a:pt x="4113948" y="420806"/>
                </a:lnTo>
                <a:lnTo>
                  <a:pt x="4065592" y="420806"/>
                </a:lnTo>
                <a:lnTo>
                  <a:pt x="4065592" y="370635"/>
                </a:lnTo>
                <a:lnTo>
                  <a:pt x="4121465" y="370635"/>
                </a:lnTo>
                <a:lnTo>
                  <a:pt x="4123838" y="354398"/>
                </a:lnTo>
                <a:lnTo>
                  <a:pt x="4045162" y="354398"/>
                </a:lnTo>
                <a:lnTo>
                  <a:pt x="4045162" y="501503"/>
                </a:lnTo>
                <a:close/>
                <a:moveTo>
                  <a:pt x="4173291" y="348426"/>
                </a:moveTo>
                <a:cubicBezTo>
                  <a:pt x="4173291" y="355905"/>
                  <a:pt x="4167708" y="361661"/>
                  <a:pt x="4159329" y="361661"/>
                </a:cubicBezTo>
                <a:cubicBezTo>
                  <a:pt x="4151149" y="361661"/>
                  <a:pt x="4145567" y="355905"/>
                  <a:pt x="4145567" y="348426"/>
                </a:cubicBezTo>
                <a:cubicBezTo>
                  <a:pt x="4145567" y="340736"/>
                  <a:pt x="4151149" y="334968"/>
                  <a:pt x="4159329" y="334968"/>
                </a:cubicBezTo>
                <a:cubicBezTo>
                  <a:pt x="4167708" y="334968"/>
                  <a:pt x="4173291" y="340736"/>
                  <a:pt x="4173291" y="348426"/>
                </a:cubicBezTo>
                <a:close/>
                <a:moveTo>
                  <a:pt x="4169419" y="501497"/>
                </a:moveTo>
                <a:lnTo>
                  <a:pt x="4149638" y="501497"/>
                </a:lnTo>
                <a:lnTo>
                  <a:pt x="4149638" y="388985"/>
                </a:lnTo>
                <a:lnTo>
                  <a:pt x="4169419" y="388985"/>
                </a:lnTo>
                <a:lnTo>
                  <a:pt x="4169419" y="501497"/>
                </a:lnTo>
                <a:close/>
                <a:moveTo>
                  <a:pt x="4270675" y="387709"/>
                </a:moveTo>
                <a:lnTo>
                  <a:pt x="4267016" y="406922"/>
                </a:lnTo>
                <a:cubicBezTo>
                  <a:pt x="4263582" y="406066"/>
                  <a:pt x="4261209" y="405632"/>
                  <a:pt x="4257138" y="405632"/>
                </a:cubicBezTo>
                <a:cubicBezTo>
                  <a:pt x="4242938" y="405632"/>
                  <a:pt x="4234783" y="415679"/>
                  <a:pt x="4230050" y="437236"/>
                </a:cubicBezTo>
                <a:lnTo>
                  <a:pt x="4230050" y="501498"/>
                </a:lnTo>
                <a:lnTo>
                  <a:pt x="4210269" y="501498"/>
                </a:lnTo>
                <a:lnTo>
                  <a:pt x="4210269" y="388999"/>
                </a:lnTo>
                <a:lnTo>
                  <a:pt x="4227253" y="388999"/>
                </a:lnTo>
                <a:lnTo>
                  <a:pt x="4229188" y="411834"/>
                </a:lnTo>
                <a:cubicBezTo>
                  <a:pt x="4235208" y="394965"/>
                  <a:pt x="4245749" y="386419"/>
                  <a:pt x="4259498" y="386419"/>
                </a:cubicBezTo>
                <a:cubicBezTo>
                  <a:pt x="4263144" y="386419"/>
                  <a:pt x="4267240" y="386853"/>
                  <a:pt x="4270675" y="387709"/>
                </a:cubicBezTo>
                <a:close/>
                <a:moveTo>
                  <a:pt x="4362473" y="399240"/>
                </a:moveTo>
                <a:lnTo>
                  <a:pt x="4354080" y="411619"/>
                </a:lnTo>
                <a:cubicBezTo>
                  <a:pt x="4343990" y="405207"/>
                  <a:pt x="4335160" y="402019"/>
                  <a:pt x="4324646" y="402019"/>
                </a:cubicBezTo>
                <a:cubicBezTo>
                  <a:pt x="4311733" y="402019"/>
                  <a:pt x="4303790" y="407774"/>
                  <a:pt x="4303790" y="416742"/>
                </a:cubicBezTo>
                <a:cubicBezTo>
                  <a:pt x="4303790" y="425920"/>
                  <a:pt x="4309796" y="430187"/>
                  <a:pt x="4328079" y="434888"/>
                </a:cubicBezTo>
                <a:cubicBezTo>
                  <a:pt x="4351933" y="440866"/>
                  <a:pt x="4365695" y="450256"/>
                  <a:pt x="4365695" y="469903"/>
                </a:cubicBezTo>
                <a:cubicBezTo>
                  <a:pt x="4365695" y="493382"/>
                  <a:pt x="4343990" y="504062"/>
                  <a:pt x="4320986" y="504062"/>
                </a:cubicBezTo>
                <a:cubicBezTo>
                  <a:pt x="4301842" y="504062"/>
                  <a:pt x="4288092" y="497860"/>
                  <a:pt x="4278214" y="489327"/>
                </a:cubicBezTo>
                <a:lnTo>
                  <a:pt x="4288741" y="477370"/>
                </a:lnTo>
                <a:cubicBezTo>
                  <a:pt x="4297770" y="484204"/>
                  <a:pt x="4308298" y="488260"/>
                  <a:pt x="4320549" y="488260"/>
                </a:cubicBezTo>
                <a:cubicBezTo>
                  <a:pt x="4335385" y="488260"/>
                  <a:pt x="4344839" y="481847"/>
                  <a:pt x="4344839" y="471180"/>
                </a:cubicBezTo>
                <a:cubicBezTo>
                  <a:pt x="4344839" y="460079"/>
                  <a:pt x="4339257" y="455812"/>
                  <a:pt x="4317327" y="450045"/>
                </a:cubicBezTo>
                <a:cubicBezTo>
                  <a:pt x="4292825" y="443645"/>
                  <a:pt x="4283147" y="433176"/>
                  <a:pt x="4283147" y="417387"/>
                </a:cubicBezTo>
                <a:cubicBezTo>
                  <a:pt x="4283147" y="399451"/>
                  <a:pt x="4300568" y="386428"/>
                  <a:pt x="4323996" y="386428"/>
                </a:cubicBezTo>
                <a:cubicBezTo>
                  <a:pt x="4339894" y="386428"/>
                  <a:pt x="4351720" y="391129"/>
                  <a:pt x="4362473" y="399240"/>
                </a:cubicBezTo>
                <a:close/>
                <a:moveTo>
                  <a:pt x="4450831" y="496374"/>
                </a:moveTo>
                <a:cubicBezTo>
                  <a:pt x="4443300" y="501497"/>
                  <a:pt x="4435133" y="504064"/>
                  <a:pt x="4425467" y="504064"/>
                </a:cubicBezTo>
                <a:cubicBezTo>
                  <a:pt x="4406322" y="504064"/>
                  <a:pt x="4394933" y="492963"/>
                  <a:pt x="4394933" y="472039"/>
                </a:cubicBezTo>
                <a:lnTo>
                  <a:pt x="4394933" y="404142"/>
                </a:lnTo>
                <a:lnTo>
                  <a:pt x="4375164" y="404142"/>
                </a:lnTo>
                <a:lnTo>
                  <a:pt x="4375164" y="388998"/>
                </a:lnTo>
                <a:lnTo>
                  <a:pt x="4394933" y="388998"/>
                </a:lnTo>
                <a:lnTo>
                  <a:pt x="4394933" y="363583"/>
                </a:lnTo>
                <a:lnTo>
                  <a:pt x="4414715" y="361226"/>
                </a:lnTo>
                <a:lnTo>
                  <a:pt x="4414715" y="388998"/>
                </a:lnTo>
                <a:lnTo>
                  <a:pt x="4441590" y="388998"/>
                </a:lnTo>
                <a:lnTo>
                  <a:pt x="4439429" y="404142"/>
                </a:lnTo>
                <a:lnTo>
                  <a:pt x="4414715" y="404142"/>
                </a:lnTo>
                <a:lnTo>
                  <a:pt x="4414715" y="471183"/>
                </a:lnTo>
                <a:cubicBezTo>
                  <a:pt x="4414715" y="482495"/>
                  <a:pt x="4418362" y="487841"/>
                  <a:pt x="4428252" y="487841"/>
                </a:cubicBezTo>
                <a:cubicBezTo>
                  <a:pt x="4433198" y="487841"/>
                  <a:pt x="4437719" y="486340"/>
                  <a:pt x="4443301" y="483351"/>
                </a:cubicBezTo>
                <a:lnTo>
                  <a:pt x="4450831" y="496374"/>
                </a:lnTo>
                <a:close/>
                <a:moveTo>
                  <a:pt x="4491457" y="489118"/>
                </a:moveTo>
                <a:cubicBezTo>
                  <a:pt x="4491457" y="497441"/>
                  <a:pt x="4485000" y="504064"/>
                  <a:pt x="4476408" y="504064"/>
                </a:cubicBezTo>
                <a:cubicBezTo>
                  <a:pt x="4468029" y="504064"/>
                  <a:pt x="4461572" y="497441"/>
                  <a:pt x="4461572" y="489118"/>
                </a:cubicBezTo>
                <a:cubicBezTo>
                  <a:pt x="4461572" y="481006"/>
                  <a:pt x="4468029" y="474383"/>
                  <a:pt x="4476408" y="474383"/>
                </a:cubicBezTo>
                <a:cubicBezTo>
                  <a:pt x="4485000" y="474383"/>
                  <a:pt x="4491457" y="481006"/>
                  <a:pt x="4491457" y="489118"/>
                </a:cubicBezTo>
                <a:close/>
                <a:moveTo>
                  <a:pt x="3521774" y="366146"/>
                </a:moveTo>
                <a:lnTo>
                  <a:pt x="3505002" y="385996"/>
                </a:lnTo>
                <a:cubicBezTo>
                  <a:pt x="3496623" y="379599"/>
                  <a:pt x="3488242" y="375748"/>
                  <a:pt x="3478129" y="375748"/>
                </a:cubicBezTo>
                <a:cubicBezTo>
                  <a:pt x="3458997" y="375748"/>
                  <a:pt x="3445681" y="390911"/>
                  <a:pt x="3445681" y="427204"/>
                </a:cubicBezTo>
                <a:cubicBezTo>
                  <a:pt x="3445681" y="462863"/>
                  <a:pt x="3458793" y="478013"/>
                  <a:pt x="3478562" y="478013"/>
                </a:cubicBezTo>
                <a:cubicBezTo>
                  <a:pt x="3490386" y="478013"/>
                  <a:pt x="3498995" y="472680"/>
                  <a:pt x="3507795" y="466055"/>
                </a:cubicBezTo>
                <a:lnTo>
                  <a:pt x="3523496" y="486133"/>
                </a:lnTo>
                <a:cubicBezTo>
                  <a:pt x="3513599" y="495951"/>
                  <a:pt x="3497477" y="505135"/>
                  <a:pt x="3476841" y="505135"/>
                </a:cubicBezTo>
                <a:cubicBezTo>
                  <a:pt x="3436001" y="505135"/>
                  <a:pt x="3408707" y="477798"/>
                  <a:pt x="3408707" y="427204"/>
                </a:cubicBezTo>
                <a:cubicBezTo>
                  <a:pt x="3408707" y="377673"/>
                  <a:pt x="3437723" y="349918"/>
                  <a:pt x="3476419" y="349918"/>
                </a:cubicBezTo>
                <a:cubicBezTo>
                  <a:pt x="3495768" y="349918"/>
                  <a:pt x="3509313" y="355682"/>
                  <a:pt x="3521774" y="366145"/>
                </a:cubicBezTo>
                <a:close/>
                <a:moveTo>
                  <a:pt x="3537463" y="472680"/>
                </a:moveTo>
                <a:lnTo>
                  <a:pt x="3537463" y="343090"/>
                </a:lnTo>
                <a:lnTo>
                  <a:pt x="3571428" y="339455"/>
                </a:lnTo>
                <a:lnTo>
                  <a:pt x="3571428" y="471401"/>
                </a:lnTo>
                <a:cubicBezTo>
                  <a:pt x="3571428" y="476101"/>
                  <a:pt x="3573149" y="478444"/>
                  <a:pt x="3577231" y="478444"/>
                </a:cubicBezTo>
                <a:cubicBezTo>
                  <a:pt x="3579590" y="478444"/>
                  <a:pt x="3581312" y="478013"/>
                  <a:pt x="3582818" y="477380"/>
                </a:cubicBezTo>
                <a:lnTo>
                  <a:pt x="3589475" y="501284"/>
                </a:lnTo>
                <a:cubicBezTo>
                  <a:pt x="3584323" y="503425"/>
                  <a:pt x="3577014" y="505135"/>
                  <a:pt x="3568839" y="505135"/>
                </a:cubicBezTo>
                <a:cubicBezTo>
                  <a:pt x="3549069" y="505135"/>
                  <a:pt x="3537463" y="493392"/>
                  <a:pt x="3537463" y="472680"/>
                </a:cubicBezTo>
                <a:close/>
                <a:moveTo>
                  <a:pt x="3708782" y="444927"/>
                </a:moveTo>
                <a:cubicBezTo>
                  <a:pt x="3708782" y="481220"/>
                  <a:pt x="3687712" y="505123"/>
                  <a:pt x="3652892" y="505123"/>
                </a:cubicBezTo>
                <a:cubicBezTo>
                  <a:pt x="3618290" y="505123"/>
                  <a:pt x="3597003" y="482930"/>
                  <a:pt x="3597003" y="444712"/>
                </a:cubicBezTo>
                <a:cubicBezTo>
                  <a:pt x="3597003" y="408419"/>
                  <a:pt x="3618073" y="384502"/>
                  <a:pt x="3652892" y="384502"/>
                </a:cubicBezTo>
                <a:cubicBezTo>
                  <a:pt x="3687711" y="384502"/>
                  <a:pt x="3708782" y="406709"/>
                  <a:pt x="3708782" y="444927"/>
                </a:cubicBezTo>
                <a:close/>
                <a:moveTo>
                  <a:pt x="3632256" y="444712"/>
                </a:moveTo>
                <a:cubicBezTo>
                  <a:pt x="3632256" y="469907"/>
                  <a:pt x="3639131" y="480371"/>
                  <a:pt x="3652892" y="480371"/>
                </a:cubicBezTo>
                <a:cubicBezTo>
                  <a:pt x="3666655" y="480371"/>
                  <a:pt x="3673529" y="469477"/>
                  <a:pt x="3673529" y="444927"/>
                </a:cubicBezTo>
                <a:cubicBezTo>
                  <a:pt x="3673529" y="419731"/>
                  <a:pt x="3666655" y="409267"/>
                  <a:pt x="3652892" y="409267"/>
                </a:cubicBezTo>
                <a:cubicBezTo>
                  <a:pt x="3639131" y="409267"/>
                  <a:pt x="3632256" y="420162"/>
                  <a:pt x="3632256" y="444712"/>
                </a:cubicBezTo>
                <a:close/>
                <a:moveTo>
                  <a:pt x="3827431" y="501502"/>
                </a:moveTo>
                <a:lnTo>
                  <a:pt x="3797981" y="501502"/>
                </a:lnTo>
                <a:lnTo>
                  <a:pt x="3796477" y="487200"/>
                </a:lnTo>
                <a:cubicBezTo>
                  <a:pt x="3788097" y="499158"/>
                  <a:pt x="3776924" y="505125"/>
                  <a:pt x="3761874" y="505125"/>
                </a:cubicBezTo>
                <a:cubicBezTo>
                  <a:pt x="3740587" y="505125"/>
                  <a:pt x="3730052" y="491469"/>
                  <a:pt x="3730052" y="469478"/>
                </a:cubicBezTo>
                <a:lnTo>
                  <a:pt x="3730052" y="388139"/>
                </a:lnTo>
                <a:lnTo>
                  <a:pt x="3764017" y="388139"/>
                </a:lnTo>
                <a:lnTo>
                  <a:pt x="3764017" y="465209"/>
                </a:lnTo>
                <a:cubicBezTo>
                  <a:pt x="3764017" y="476737"/>
                  <a:pt x="3767893" y="480157"/>
                  <a:pt x="3774985" y="480157"/>
                </a:cubicBezTo>
                <a:cubicBezTo>
                  <a:pt x="3782077" y="480157"/>
                  <a:pt x="3788531" y="475457"/>
                  <a:pt x="3793466" y="466919"/>
                </a:cubicBezTo>
                <a:lnTo>
                  <a:pt x="3793466" y="388139"/>
                </a:lnTo>
                <a:lnTo>
                  <a:pt x="3827431" y="388139"/>
                </a:lnTo>
                <a:lnTo>
                  <a:pt x="3827431" y="501502"/>
                </a:lnTo>
                <a:close/>
                <a:moveTo>
                  <a:pt x="3956398" y="343082"/>
                </a:moveTo>
                <a:lnTo>
                  <a:pt x="3956398" y="501503"/>
                </a:lnTo>
                <a:lnTo>
                  <a:pt x="3926297" y="501503"/>
                </a:lnTo>
                <a:lnTo>
                  <a:pt x="3924589" y="488265"/>
                </a:lnTo>
                <a:cubicBezTo>
                  <a:pt x="3917918" y="497652"/>
                  <a:pt x="3907599" y="505126"/>
                  <a:pt x="3892129" y="505126"/>
                </a:cubicBezTo>
                <a:cubicBezTo>
                  <a:pt x="3863100" y="505126"/>
                  <a:pt x="3848700" y="481222"/>
                  <a:pt x="3848700" y="444499"/>
                </a:cubicBezTo>
                <a:cubicBezTo>
                  <a:pt x="3848700" y="409486"/>
                  <a:pt x="3867182" y="384505"/>
                  <a:pt x="3895343" y="384505"/>
                </a:cubicBezTo>
                <a:cubicBezTo>
                  <a:pt x="3906528" y="384505"/>
                  <a:pt x="3915763" y="388559"/>
                  <a:pt x="3922433" y="395184"/>
                </a:cubicBezTo>
                <a:lnTo>
                  <a:pt x="3922433" y="339459"/>
                </a:lnTo>
                <a:lnTo>
                  <a:pt x="3956398" y="343082"/>
                </a:lnTo>
                <a:close/>
                <a:moveTo>
                  <a:pt x="3922433" y="467554"/>
                </a:moveTo>
                <a:lnTo>
                  <a:pt x="3922433" y="418669"/>
                </a:lnTo>
                <a:cubicBezTo>
                  <a:pt x="3917267" y="412690"/>
                  <a:pt x="3912115" y="409055"/>
                  <a:pt x="3904590" y="409055"/>
                </a:cubicBezTo>
                <a:cubicBezTo>
                  <a:pt x="3892549" y="409055"/>
                  <a:pt x="3883953" y="419303"/>
                  <a:pt x="3883953" y="444714"/>
                </a:cubicBezTo>
                <a:cubicBezTo>
                  <a:pt x="3883953" y="472887"/>
                  <a:pt x="3891695" y="480361"/>
                  <a:pt x="3902651" y="480361"/>
                </a:cubicBezTo>
                <a:cubicBezTo>
                  <a:pt x="3910827" y="480361"/>
                  <a:pt x="3917063" y="476092"/>
                  <a:pt x="3922433" y="467554"/>
                </a:cubicBezTo>
                <a:close/>
                <a:moveTo>
                  <a:pt x="3476419" y="113000"/>
                </a:moveTo>
                <a:cubicBezTo>
                  <a:pt x="3437722" y="113000"/>
                  <a:pt x="3408707" y="140754"/>
                  <a:pt x="3408707" y="190285"/>
                </a:cubicBezTo>
                <a:cubicBezTo>
                  <a:pt x="3408707" y="240892"/>
                  <a:pt x="3436001" y="268216"/>
                  <a:pt x="3476841" y="268216"/>
                </a:cubicBezTo>
                <a:cubicBezTo>
                  <a:pt x="3497477" y="268216"/>
                  <a:pt x="3513599" y="259032"/>
                  <a:pt x="3523496" y="249215"/>
                </a:cubicBezTo>
                <a:lnTo>
                  <a:pt x="3507795" y="229136"/>
                </a:lnTo>
                <a:cubicBezTo>
                  <a:pt x="3498995" y="235762"/>
                  <a:pt x="3490386" y="241095"/>
                  <a:pt x="3478562" y="241095"/>
                </a:cubicBezTo>
                <a:cubicBezTo>
                  <a:pt x="3458793" y="241095"/>
                  <a:pt x="3445681" y="225944"/>
                  <a:pt x="3445681" y="190285"/>
                </a:cubicBezTo>
                <a:cubicBezTo>
                  <a:pt x="3445681" y="153992"/>
                  <a:pt x="3458997" y="138829"/>
                  <a:pt x="3478129" y="138829"/>
                </a:cubicBezTo>
                <a:cubicBezTo>
                  <a:pt x="3488242" y="138829"/>
                  <a:pt x="3496623" y="142680"/>
                  <a:pt x="3505002" y="149077"/>
                </a:cubicBezTo>
                <a:lnTo>
                  <a:pt x="3521774" y="129227"/>
                </a:lnTo>
                <a:cubicBezTo>
                  <a:pt x="3509314" y="118763"/>
                  <a:pt x="3495768" y="113000"/>
                  <a:pt x="3476419" y="113000"/>
                </a:cubicBezTo>
                <a:close/>
                <a:moveTo>
                  <a:pt x="3633546" y="264584"/>
                </a:moveTo>
                <a:lnTo>
                  <a:pt x="3604096" y="264584"/>
                </a:lnTo>
                <a:lnTo>
                  <a:pt x="3602591" y="250282"/>
                </a:lnTo>
                <a:cubicBezTo>
                  <a:pt x="3594211" y="262241"/>
                  <a:pt x="3583038" y="268220"/>
                  <a:pt x="3567988" y="268220"/>
                </a:cubicBezTo>
                <a:cubicBezTo>
                  <a:pt x="3546701" y="268220"/>
                  <a:pt x="3536166" y="254551"/>
                  <a:pt x="3536166" y="232560"/>
                </a:cubicBezTo>
                <a:lnTo>
                  <a:pt x="3536166" y="151221"/>
                </a:lnTo>
                <a:lnTo>
                  <a:pt x="3570131" y="151221"/>
                </a:lnTo>
                <a:lnTo>
                  <a:pt x="3570131" y="228291"/>
                </a:lnTo>
                <a:cubicBezTo>
                  <a:pt x="3570131" y="239819"/>
                  <a:pt x="3574008" y="243239"/>
                  <a:pt x="3581100" y="243239"/>
                </a:cubicBezTo>
                <a:cubicBezTo>
                  <a:pt x="3588191" y="243239"/>
                  <a:pt x="3594645" y="238539"/>
                  <a:pt x="3599580" y="230001"/>
                </a:cubicBezTo>
                <a:lnTo>
                  <a:pt x="3599580" y="151221"/>
                </a:lnTo>
                <a:lnTo>
                  <a:pt x="3633546" y="151221"/>
                </a:lnTo>
                <a:lnTo>
                  <a:pt x="3633546" y="264584"/>
                </a:lnTo>
                <a:close/>
                <a:moveTo>
                  <a:pt x="3744461" y="161465"/>
                </a:moveTo>
                <a:lnTo>
                  <a:pt x="3732000" y="180466"/>
                </a:lnTo>
                <a:cubicBezTo>
                  <a:pt x="3723174" y="174918"/>
                  <a:pt x="3713723" y="171713"/>
                  <a:pt x="3703838" y="171713"/>
                </a:cubicBezTo>
                <a:cubicBezTo>
                  <a:pt x="3694591" y="171713"/>
                  <a:pt x="3690076" y="175133"/>
                  <a:pt x="3690076" y="180251"/>
                </a:cubicBezTo>
                <a:cubicBezTo>
                  <a:pt x="3690076" y="186230"/>
                  <a:pt x="3693086" y="188789"/>
                  <a:pt x="3713506" y="194768"/>
                </a:cubicBezTo>
                <a:cubicBezTo>
                  <a:pt x="3736081" y="201178"/>
                  <a:pt x="3748759" y="210564"/>
                  <a:pt x="3748759" y="230845"/>
                </a:cubicBezTo>
                <a:cubicBezTo>
                  <a:pt x="3748759" y="254331"/>
                  <a:pt x="3726401" y="268215"/>
                  <a:pt x="3698022" y="268215"/>
                </a:cubicBezTo>
                <a:cubicBezTo>
                  <a:pt x="3678253" y="268215"/>
                  <a:pt x="3661481" y="261387"/>
                  <a:pt x="3650308" y="251342"/>
                </a:cubicBezTo>
                <a:lnTo>
                  <a:pt x="3666864" y="232986"/>
                </a:lnTo>
                <a:cubicBezTo>
                  <a:pt x="3675460" y="239611"/>
                  <a:pt x="3685995" y="244083"/>
                  <a:pt x="3697167" y="244083"/>
                </a:cubicBezTo>
                <a:cubicBezTo>
                  <a:pt x="3707486" y="244083"/>
                  <a:pt x="3713723" y="240245"/>
                  <a:pt x="3713723" y="233417"/>
                </a:cubicBezTo>
                <a:cubicBezTo>
                  <a:pt x="3713723" y="225728"/>
                  <a:pt x="3710279" y="223384"/>
                  <a:pt x="3689643" y="217608"/>
                </a:cubicBezTo>
                <a:cubicBezTo>
                  <a:pt x="3667067" y="211211"/>
                  <a:pt x="3655895" y="199683"/>
                  <a:pt x="3655895" y="182176"/>
                </a:cubicBezTo>
                <a:cubicBezTo>
                  <a:pt x="3655895" y="162744"/>
                  <a:pt x="3673738" y="147594"/>
                  <a:pt x="3702550" y="147594"/>
                </a:cubicBezTo>
                <a:cubicBezTo>
                  <a:pt x="3719092" y="147594"/>
                  <a:pt x="3733926" y="152927"/>
                  <a:pt x="3744461" y="161465"/>
                </a:cubicBezTo>
                <a:close/>
                <a:moveTo>
                  <a:pt x="3839894" y="259246"/>
                </a:moveTo>
                <a:cubicBezTo>
                  <a:pt x="3831297" y="265225"/>
                  <a:pt x="3819257" y="268215"/>
                  <a:pt x="3808939" y="268215"/>
                </a:cubicBezTo>
                <a:cubicBezTo>
                  <a:pt x="3783787" y="267999"/>
                  <a:pt x="3771543" y="253913"/>
                  <a:pt x="3771543" y="227222"/>
                </a:cubicBezTo>
                <a:lnTo>
                  <a:pt x="3771543" y="174702"/>
                </a:lnTo>
                <a:lnTo>
                  <a:pt x="3755421" y="174702"/>
                </a:lnTo>
                <a:lnTo>
                  <a:pt x="3755421" y="151216"/>
                </a:lnTo>
                <a:lnTo>
                  <a:pt x="3771543" y="151216"/>
                </a:lnTo>
                <a:lnTo>
                  <a:pt x="3771543" y="126667"/>
                </a:lnTo>
                <a:lnTo>
                  <a:pt x="3805495" y="122828"/>
                </a:lnTo>
                <a:lnTo>
                  <a:pt x="3805495" y="151216"/>
                </a:lnTo>
                <a:lnTo>
                  <a:pt x="3831731" y="151216"/>
                </a:lnTo>
                <a:lnTo>
                  <a:pt x="3828070" y="174702"/>
                </a:lnTo>
                <a:lnTo>
                  <a:pt x="3805495" y="174702"/>
                </a:lnTo>
                <a:lnTo>
                  <a:pt x="3805495" y="226792"/>
                </a:lnTo>
                <a:cubicBezTo>
                  <a:pt x="3805495" y="237686"/>
                  <a:pt x="3809156" y="241524"/>
                  <a:pt x="3816247" y="241524"/>
                </a:cubicBezTo>
                <a:cubicBezTo>
                  <a:pt x="3820125" y="241524"/>
                  <a:pt x="3823989" y="240460"/>
                  <a:pt x="3828504" y="237901"/>
                </a:cubicBezTo>
                <a:lnTo>
                  <a:pt x="3839894" y="259246"/>
                </a:lnTo>
                <a:close/>
                <a:moveTo>
                  <a:pt x="3954894" y="208009"/>
                </a:moveTo>
                <a:cubicBezTo>
                  <a:pt x="3954894" y="244302"/>
                  <a:pt x="3933824" y="268219"/>
                  <a:pt x="3899004" y="268219"/>
                </a:cubicBezTo>
                <a:cubicBezTo>
                  <a:pt x="3864402" y="268219"/>
                  <a:pt x="3843115" y="246012"/>
                  <a:pt x="3843115" y="207794"/>
                </a:cubicBezTo>
                <a:cubicBezTo>
                  <a:pt x="3843115" y="171501"/>
                  <a:pt x="3864185" y="147585"/>
                  <a:pt x="3899004" y="147585"/>
                </a:cubicBezTo>
                <a:cubicBezTo>
                  <a:pt x="3933823" y="147585"/>
                  <a:pt x="3954894" y="169791"/>
                  <a:pt x="3954894" y="208009"/>
                </a:cubicBezTo>
                <a:close/>
                <a:moveTo>
                  <a:pt x="3878368" y="207794"/>
                </a:moveTo>
                <a:cubicBezTo>
                  <a:pt x="3878368" y="232990"/>
                  <a:pt x="3885243" y="243453"/>
                  <a:pt x="3899004" y="243453"/>
                </a:cubicBezTo>
                <a:cubicBezTo>
                  <a:pt x="3912767" y="243453"/>
                  <a:pt x="3919641" y="232559"/>
                  <a:pt x="3919641" y="208009"/>
                </a:cubicBezTo>
                <a:cubicBezTo>
                  <a:pt x="3919641" y="182813"/>
                  <a:pt x="3912767" y="172350"/>
                  <a:pt x="3899004" y="172350"/>
                </a:cubicBezTo>
                <a:cubicBezTo>
                  <a:pt x="3885243" y="172350"/>
                  <a:pt x="3878368" y="183244"/>
                  <a:pt x="3878368" y="207794"/>
                </a:cubicBezTo>
                <a:close/>
                <a:moveTo>
                  <a:pt x="4132231" y="181748"/>
                </a:moveTo>
                <a:lnTo>
                  <a:pt x="4132231" y="264582"/>
                </a:lnTo>
                <a:lnTo>
                  <a:pt x="4098266" y="264582"/>
                </a:lnTo>
                <a:lnTo>
                  <a:pt x="4098266" y="187512"/>
                </a:lnTo>
                <a:cubicBezTo>
                  <a:pt x="4098266" y="175554"/>
                  <a:pt x="4093751" y="172349"/>
                  <a:pt x="4088598" y="172349"/>
                </a:cubicBezTo>
                <a:cubicBezTo>
                  <a:pt x="4081290" y="172349"/>
                  <a:pt x="4076125" y="177695"/>
                  <a:pt x="4071176" y="187081"/>
                </a:cubicBezTo>
                <a:lnTo>
                  <a:pt x="4071176" y="264582"/>
                </a:lnTo>
                <a:lnTo>
                  <a:pt x="4037224" y="264582"/>
                </a:lnTo>
                <a:lnTo>
                  <a:pt x="4037224" y="187512"/>
                </a:lnTo>
                <a:cubicBezTo>
                  <a:pt x="4037224" y="175554"/>
                  <a:pt x="4032709" y="172349"/>
                  <a:pt x="4027543" y="172349"/>
                </a:cubicBezTo>
                <a:cubicBezTo>
                  <a:pt x="4020452" y="172349"/>
                  <a:pt x="4015082" y="177695"/>
                  <a:pt x="4010134" y="187081"/>
                </a:cubicBezTo>
                <a:lnTo>
                  <a:pt x="4010134" y="264582"/>
                </a:lnTo>
                <a:lnTo>
                  <a:pt x="3976168" y="264582"/>
                </a:lnTo>
                <a:lnTo>
                  <a:pt x="3976168" y="151219"/>
                </a:lnTo>
                <a:lnTo>
                  <a:pt x="4005836" y="151219"/>
                </a:lnTo>
                <a:lnTo>
                  <a:pt x="4008208" y="164457"/>
                </a:lnTo>
                <a:cubicBezTo>
                  <a:pt x="4017021" y="153347"/>
                  <a:pt x="4027339" y="147583"/>
                  <a:pt x="4041305" y="147583"/>
                </a:cubicBezTo>
                <a:cubicBezTo>
                  <a:pt x="4053983" y="147583"/>
                  <a:pt x="4063880" y="153993"/>
                  <a:pt x="4068179" y="165521"/>
                </a:cubicBezTo>
                <a:cubicBezTo>
                  <a:pt x="4077196" y="153563"/>
                  <a:pt x="4087744" y="147583"/>
                  <a:pt x="4102347" y="147583"/>
                </a:cubicBezTo>
                <a:cubicBezTo>
                  <a:pt x="4119974" y="147583"/>
                  <a:pt x="4132231" y="160188"/>
                  <a:pt x="4132231" y="181748"/>
                </a:cubicBezTo>
                <a:close/>
                <a:moveTo>
                  <a:pt x="4258838" y="217827"/>
                </a:moveTo>
                <a:lnTo>
                  <a:pt x="4188115" y="217827"/>
                </a:lnTo>
                <a:cubicBezTo>
                  <a:pt x="4190475" y="238108"/>
                  <a:pt x="4200155" y="243656"/>
                  <a:pt x="4214122" y="243656"/>
                </a:cubicBezTo>
                <a:cubicBezTo>
                  <a:pt x="4223368" y="243656"/>
                  <a:pt x="4231531" y="240464"/>
                  <a:pt x="4241429" y="233623"/>
                </a:cubicBezTo>
                <a:lnTo>
                  <a:pt x="4255394" y="252409"/>
                </a:lnTo>
                <a:cubicBezTo>
                  <a:pt x="4244004" y="261378"/>
                  <a:pt x="4229388" y="268219"/>
                  <a:pt x="4210894" y="268219"/>
                </a:cubicBezTo>
                <a:cubicBezTo>
                  <a:pt x="4172848" y="268219"/>
                  <a:pt x="4153499" y="243871"/>
                  <a:pt x="4153499" y="208440"/>
                </a:cubicBezTo>
                <a:cubicBezTo>
                  <a:pt x="4153499" y="174491"/>
                  <a:pt x="4172210" y="147585"/>
                  <a:pt x="4206812" y="147585"/>
                </a:cubicBezTo>
                <a:cubicBezTo>
                  <a:pt x="4239489" y="147585"/>
                  <a:pt x="4259475" y="168942"/>
                  <a:pt x="4259475" y="205666"/>
                </a:cubicBezTo>
                <a:cubicBezTo>
                  <a:pt x="4259475" y="209289"/>
                  <a:pt x="4259258" y="214406"/>
                  <a:pt x="4258838" y="217827"/>
                </a:cubicBezTo>
                <a:close/>
                <a:moveTo>
                  <a:pt x="4226161" y="196051"/>
                </a:moveTo>
                <a:cubicBezTo>
                  <a:pt x="4225944" y="180685"/>
                  <a:pt x="4221212" y="170006"/>
                  <a:pt x="4207680" y="170006"/>
                </a:cubicBezTo>
                <a:cubicBezTo>
                  <a:pt x="4196278" y="170006"/>
                  <a:pt x="4189620" y="177265"/>
                  <a:pt x="4188115" y="197546"/>
                </a:cubicBezTo>
                <a:lnTo>
                  <a:pt x="4226161" y="197546"/>
                </a:lnTo>
                <a:lnTo>
                  <a:pt x="4226161" y="196051"/>
                </a:lnTo>
                <a:close/>
                <a:moveTo>
                  <a:pt x="4429055" y="117480"/>
                </a:moveTo>
                <a:lnTo>
                  <a:pt x="4507732" y="117480"/>
                </a:lnTo>
                <a:lnTo>
                  <a:pt x="4505359" y="133716"/>
                </a:lnTo>
                <a:lnTo>
                  <a:pt x="4449486" y="133716"/>
                </a:lnTo>
                <a:lnTo>
                  <a:pt x="4449486" y="183887"/>
                </a:lnTo>
                <a:lnTo>
                  <a:pt x="4497841" y="183887"/>
                </a:lnTo>
                <a:lnTo>
                  <a:pt x="4497841" y="199900"/>
                </a:lnTo>
                <a:lnTo>
                  <a:pt x="4449486" y="199900"/>
                </a:lnTo>
                <a:lnTo>
                  <a:pt x="4449486" y="264584"/>
                </a:lnTo>
                <a:lnTo>
                  <a:pt x="4429055" y="264584"/>
                </a:lnTo>
                <a:lnTo>
                  <a:pt x="4429055" y="117479"/>
                </a:lnTo>
                <a:close/>
                <a:moveTo>
                  <a:pt x="4557185" y="111507"/>
                </a:moveTo>
                <a:cubicBezTo>
                  <a:pt x="4557185" y="118986"/>
                  <a:pt x="4551602" y="124742"/>
                  <a:pt x="4543223" y="124742"/>
                </a:cubicBezTo>
                <a:cubicBezTo>
                  <a:pt x="4535043" y="124742"/>
                  <a:pt x="4529461" y="118986"/>
                  <a:pt x="4529461" y="111507"/>
                </a:cubicBezTo>
                <a:cubicBezTo>
                  <a:pt x="4529461" y="103817"/>
                  <a:pt x="4535043" y="98050"/>
                  <a:pt x="4543223" y="98050"/>
                </a:cubicBezTo>
                <a:cubicBezTo>
                  <a:pt x="4551602" y="98050"/>
                  <a:pt x="4557185" y="103817"/>
                  <a:pt x="4557185" y="111507"/>
                </a:cubicBezTo>
                <a:close/>
                <a:moveTo>
                  <a:pt x="4553313" y="264578"/>
                </a:moveTo>
                <a:lnTo>
                  <a:pt x="4533532" y="264578"/>
                </a:lnTo>
                <a:lnTo>
                  <a:pt x="4533532" y="152066"/>
                </a:lnTo>
                <a:lnTo>
                  <a:pt x="4553313" y="152066"/>
                </a:lnTo>
                <a:lnTo>
                  <a:pt x="4553313" y="264578"/>
                </a:lnTo>
                <a:close/>
                <a:moveTo>
                  <a:pt x="4654569" y="150790"/>
                </a:moveTo>
                <a:lnTo>
                  <a:pt x="4650909" y="170003"/>
                </a:lnTo>
                <a:cubicBezTo>
                  <a:pt x="4647475" y="169147"/>
                  <a:pt x="4645102" y="168713"/>
                  <a:pt x="4641032" y="168713"/>
                </a:cubicBezTo>
                <a:cubicBezTo>
                  <a:pt x="4626832" y="168713"/>
                  <a:pt x="4618677" y="178760"/>
                  <a:pt x="4613944" y="200317"/>
                </a:cubicBezTo>
                <a:lnTo>
                  <a:pt x="4613944" y="264579"/>
                </a:lnTo>
                <a:lnTo>
                  <a:pt x="4594163" y="264579"/>
                </a:lnTo>
                <a:lnTo>
                  <a:pt x="4594163" y="152080"/>
                </a:lnTo>
                <a:lnTo>
                  <a:pt x="4611147" y="152080"/>
                </a:lnTo>
                <a:lnTo>
                  <a:pt x="4613082" y="174915"/>
                </a:lnTo>
                <a:cubicBezTo>
                  <a:pt x="4619101" y="158046"/>
                  <a:pt x="4629642" y="149500"/>
                  <a:pt x="4643391" y="149500"/>
                </a:cubicBezTo>
                <a:cubicBezTo>
                  <a:pt x="4647038" y="149500"/>
                  <a:pt x="4651134" y="149934"/>
                  <a:pt x="4654568" y="150790"/>
                </a:cubicBezTo>
                <a:close/>
                <a:moveTo>
                  <a:pt x="4746366" y="162322"/>
                </a:moveTo>
                <a:lnTo>
                  <a:pt x="4737974" y="174700"/>
                </a:lnTo>
                <a:cubicBezTo>
                  <a:pt x="4727884" y="168288"/>
                  <a:pt x="4719054" y="165100"/>
                  <a:pt x="4708539" y="165100"/>
                </a:cubicBezTo>
                <a:cubicBezTo>
                  <a:pt x="4695626" y="165100"/>
                  <a:pt x="4687684" y="170855"/>
                  <a:pt x="4687684" y="179823"/>
                </a:cubicBezTo>
                <a:cubicBezTo>
                  <a:pt x="4687684" y="189001"/>
                  <a:pt x="4693690" y="193268"/>
                  <a:pt x="4711973" y="197969"/>
                </a:cubicBezTo>
                <a:cubicBezTo>
                  <a:pt x="4735826" y="203948"/>
                  <a:pt x="4749588" y="213337"/>
                  <a:pt x="4749588" y="232984"/>
                </a:cubicBezTo>
                <a:cubicBezTo>
                  <a:pt x="4749588" y="256464"/>
                  <a:pt x="4727884" y="267143"/>
                  <a:pt x="4704880" y="267143"/>
                </a:cubicBezTo>
                <a:cubicBezTo>
                  <a:pt x="4685735" y="267143"/>
                  <a:pt x="4671986" y="260941"/>
                  <a:pt x="4662107" y="252408"/>
                </a:cubicBezTo>
                <a:lnTo>
                  <a:pt x="4672635" y="240451"/>
                </a:lnTo>
                <a:cubicBezTo>
                  <a:pt x="4681664" y="247285"/>
                  <a:pt x="4692191" y="251341"/>
                  <a:pt x="4704443" y="251341"/>
                </a:cubicBezTo>
                <a:cubicBezTo>
                  <a:pt x="4719279" y="251341"/>
                  <a:pt x="4728733" y="244928"/>
                  <a:pt x="4728733" y="234261"/>
                </a:cubicBezTo>
                <a:cubicBezTo>
                  <a:pt x="4728733" y="223160"/>
                  <a:pt x="4723150" y="218894"/>
                  <a:pt x="4701221" y="213126"/>
                </a:cubicBezTo>
                <a:cubicBezTo>
                  <a:pt x="4676718" y="206726"/>
                  <a:pt x="4667040" y="196257"/>
                  <a:pt x="4667040" y="180468"/>
                </a:cubicBezTo>
                <a:cubicBezTo>
                  <a:pt x="4667040" y="162532"/>
                  <a:pt x="4684462" y="149509"/>
                  <a:pt x="4707890" y="149509"/>
                </a:cubicBezTo>
                <a:cubicBezTo>
                  <a:pt x="4723787" y="149509"/>
                  <a:pt x="4735614" y="154210"/>
                  <a:pt x="4746366" y="162322"/>
                </a:cubicBezTo>
                <a:close/>
                <a:moveTo>
                  <a:pt x="4834725" y="259455"/>
                </a:moveTo>
                <a:cubicBezTo>
                  <a:pt x="4827194" y="264578"/>
                  <a:pt x="4819027" y="267145"/>
                  <a:pt x="4809361" y="267145"/>
                </a:cubicBezTo>
                <a:cubicBezTo>
                  <a:pt x="4790216" y="267145"/>
                  <a:pt x="4778827" y="256044"/>
                  <a:pt x="4778827" y="235120"/>
                </a:cubicBezTo>
                <a:lnTo>
                  <a:pt x="4778827" y="167223"/>
                </a:lnTo>
                <a:lnTo>
                  <a:pt x="4759057" y="167223"/>
                </a:lnTo>
                <a:lnTo>
                  <a:pt x="4759057" y="152079"/>
                </a:lnTo>
                <a:lnTo>
                  <a:pt x="4778827" y="152079"/>
                </a:lnTo>
                <a:lnTo>
                  <a:pt x="4778827" y="126664"/>
                </a:lnTo>
                <a:lnTo>
                  <a:pt x="4798608" y="124308"/>
                </a:lnTo>
                <a:lnTo>
                  <a:pt x="4798608" y="152079"/>
                </a:lnTo>
                <a:lnTo>
                  <a:pt x="4825484" y="152079"/>
                </a:lnTo>
                <a:lnTo>
                  <a:pt x="4823323" y="167223"/>
                </a:lnTo>
                <a:lnTo>
                  <a:pt x="4798608" y="167223"/>
                </a:lnTo>
                <a:lnTo>
                  <a:pt x="4798608" y="234264"/>
                </a:lnTo>
                <a:cubicBezTo>
                  <a:pt x="4798608" y="245576"/>
                  <a:pt x="4802255" y="250922"/>
                  <a:pt x="4812146" y="250922"/>
                </a:cubicBezTo>
                <a:cubicBezTo>
                  <a:pt x="4817091" y="250922"/>
                  <a:pt x="4821612" y="249421"/>
                  <a:pt x="4827194" y="246432"/>
                </a:cubicBezTo>
                <a:lnTo>
                  <a:pt x="4834725" y="259455"/>
                </a:lnTo>
                <a:close/>
                <a:moveTo>
                  <a:pt x="4875350" y="252199"/>
                </a:moveTo>
                <a:cubicBezTo>
                  <a:pt x="4875350" y="260522"/>
                  <a:pt x="4868893" y="267145"/>
                  <a:pt x="4860302" y="267145"/>
                </a:cubicBezTo>
                <a:cubicBezTo>
                  <a:pt x="4851922" y="267145"/>
                  <a:pt x="4845465" y="260522"/>
                  <a:pt x="4845465" y="252199"/>
                </a:cubicBezTo>
                <a:cubicBezTo>
                  <a:pt x="4845465" y="244087"/>
                  <a:pt x="4851922" y="237464"/>
                  <a:pt x="4860302" y="237464"/>
                </a:cubicBezTo>
                <a:cubicBezTo>
                  <a:pt x="4868893" y="237464"/>
                  <a:pt x="4875350" y="244087"/>
                  <a:pt x="4875350" y="252199"/>
                </a:cubicBezTo>
                <a:close/>
                <a:moveTo>
                  <a:pt x="4354043" y="149509"/>
                </a:moveTo>
                <a:lnTo>
                  <a:pt x="4348673" y="182179"/>
                </a:lnTo>
                <a:cubicBezTo>
                  <a:pt x="4345013" y="181317"/>
                  <a:pt x="4342220" y="180684"/>
                  <a:pt x="4338355" y="180684"/>
                </a:cubicBezTo>
                <a:cubicBezTo>
                  <a:pt x="4324159" y="180684"/>
                  <a:pt x="4318356" y="191147"/>
                  <a:pt x="4314709" y="208439"/>
                </a:cubicBezTo>
                <a:lnTo>
                  <a:pt x="4314709" y="264582"/>
                </a:lnTo>
                <a:lnTo>
                  <a:pt x="4280743" y="264582"/>
                </a:lnTo>
                <a:lnTo>
                  <a:pt x="4280743" y="151219"/>
                </a:lnTo>
                <a:lnTo>
                  <a:pt x="4310397" y="151219"/>
                </a:lnTo>
                <a:lnTo>
                  <a:pt x="4313203" y="173210"/>
                </a:lnTo>
                <a:cubicBezTo>
                  <a:pt x="4318356" y="157413"/>
                  <a:pt x="4329542" y="148014"/>
                  <a:pt x="4342653" y="148014"/>
                </a:cubicBezTo>
                <a:cubicBezTo>
                  <a:pt x="4346951" y="148014"/>
                  <a:pt x="4350395" y="148445"/>
                  <a:pt x="4354043" y="149509"/>
                </a:cubicBezTo>
                <a:close/>
                <a:moveTo>
                  <a:pt x="2977074" y="861572"/>
                </a:moveTo>
                <a:cubicBezTo>
                  <a:pt x="2951801" y="861572"/>
                  <a:pt x="2935849" y="840744"/>
                  <a:pt x="2938180" y="819204"/>
                </a:cubicBezTo>
                <a:cubicBezTo>
                  <a:pt x="2940330" y="795706"/>
                  <a:pt x="2961122" y="776658"/>
                  <a:pt x="2984781" y="776658"/>
                </a:cubicBezTo>
                <a:cubicBezTo>
                  <a:pt x="3008440" y="776658"/>
                  <a:pt x="3025825" y="795706"/>
                  <a:pt x="3023675" y="819204"/>
                </a:cubicBezTo>
                <a:cubicBezTo>
                  <a:pt x="3021524" y="842702"/>
                  <a:pt x="3000732" y="861750"/>
                  <a:pt x="2977074" y="861572"/>
                </a:cubicBezTo>
                <a:close/>
                <a:moveTo>
                  <a:pt x="2984780" y="782889"/>
                </a:moveTo>
                <a:cubicBezTo>
                  <a:pt x="2964169" y="782889"/>
                  <a:pt x="2946066" y="799622"/>
                  <a:pt x="2944273" y="819738"/>
                </a:cubicBezTo>
                <a:cubicBezTo>
                  <a:pt x="2942481" y="839498"/>
                  <a:pt x="2956999" y="855519"/>
                  <a:pt x="2977074" y="855519"/>
                </a:cubicBezTo>
                <a:cubicBezTo>
                  <a:pt x="2997506" y="855519"/>
                  <a:pt x="3015788" y="838964"/>
                  <a:pt x="3017580" y="818670"/>
                </a:cubicBezTo>
                <a:cubicBezTo>
                  <a:pt x="3019373" y="798910"/>
                  <a:pt x="3004675" y="782889"/>
                  <a:pt x="2984780" y="782889"/>
                </a:cubicBezTo>
                <a:close/>
                <a:moveTo>
                  <a:pt x="2988007" y="824366"/>
                </a:moveTo>
                <a:cubicBezTo>
                  <a:pt x="2997148" y="821874"/>
                  <a:pt x="3001808" y="813329"/>
                  <a:pt x="3001629" y="806743"/>
                </a:cubicBezTo>
                <a:cubicBezTo>
                  <a:pt x="3001450" y="799622"/>
                  <a:pt x="2995714" y="794104"/>
                  <a:pt x="2988186" y="794104"/>
                </a:cubicBezTo>
                <a:lnTo>
                  <a:pt x="2971697" y="794104"/>
                </a:lnTo>
                <a:lnTo>
                  <a:pt x="2962197" y="844126"/>
                </a:lnTo>
                <a:lnTo>
                  <a:pt x="2968470" y="844126"/>
                </a:lnTo>
                <a:lnTo>
                  <a:pt x="2972055" y="824900"/>
                </a:lnTo>
                <a:lnTo>
                  <a:pt x="2981554" y="824900"/>
                </a:lnTo>
                <a:lnTo>
                  <a:pt x="2988186" y="844126"/>
                </a:lnTo>
                <a:lnTo>
                  <a:pt x="2994818" y="844126"/>
                </a:lnTo>
                <a:lnTo>
                  <a:pt x="2988007" y="824366"/>
                </a:lnTo>
                <a:lnTo>
                  <a:pt x="2988007" y="824366"/>
                </a:lnTo>
                <a:close/>
                <a:moveTo>
                  <a:pt x="2995355" y="808879"/>
                </a:moveTo>
                <a:cubicBezTo>
                  <a:pt x="2993922" y="814575"/>
                  <a:pt x="2989082" y="818848"/>
                  <a:pt x="2983526" y="818848"/>
                </a:cubicBezTo>
                <a:lnTo>
                  <a:pt x="2973130" y="818848"/>
                </a:lnTo>
                <a:lnTo>
                  <a:pt x="2976715" y="800156"/>
                </a:lnTo>
                <a:lnTo>
                  <a:pt x="2988186" y="800156"/>
                </a:lnTo>
                <a:cubicBezTo>
                  <a:pt x="2992846" y="800156"/>
                  <a:pt x="2996431" y="804428"/>
                  <a:pt x="2995355" y="808879"/>
                </a:cubicBezTo>
                <a:close/>
                <a:moveTo>
                  <a:pt x="1498985" y="270374"/>
                </a:moveTo>
                <a:cubicBezTo>
                  <a:pt x="1468316" y="255526"/>
                  <a:pt x="1453828" y="242512"/>
                  <a:pt x="1453828" y="227989"/>
                </a:cubicBezTo>
                <a:cubicBezTo>
                  <a:pt x="1453828" y="207743"/>
                  <a:pt x="1472761" y="195649"/>
                  <a:pt x="1501834" y="195649"/>
                </a:cubicBezTo>
                <a:cubicBezTo>
                  <a:pt x="1543697" y="195649"/>
                  <a:pt x="1582079" y="211373"/>
                  <a:pt x="1597180" y="222644"/>
                </a:cubicBezTo>
                <a:lnTo>
                  <a:pt x="1613401" y="137908"/>
                </a:lnTo>
                <a:cubicBezTo>
                  <a:pt x="1594348" y="125765"/>
                  <a:pt x="1559986" y="113411"/>
                  <a:pt x="1507205" y="113411"/>
                </a:cubicBezTo>
                <a:cubicBezTo>
                  <a:pt x="1407454" y="113411"/>
                  <a:pt x="1340970" y="165801"/>
                  <a:pt x="1340970" y="243327"/>
                </a:cubicBezTo>
                <a:cubicBezTo>
                  <a:pt x="1340970" y="282728"/>
                  <a:pt x="1367537" y="316159"/>
                  <a:pt x="1420637" y="342530"/>
                </a:cubicBezTo>
                <a:cubicBezTo>
                  <a:pt x="1454206" y="358843"/>
                  <a:pt x="1467348" y="371767"/>
                  <a:pt x="1467348" y="390260"/>
                </a:cubicBezTo>
                <a:cubicBezTo>
                  <a:pt x="1467348" y="410662"/>
                  <a:pt x="1448653" y="423380"/>
                  <a:pt x="1420899" y="423380"/>
                </a:cubicBezTo>
                <a:cubicBezTo>
                  <a:pt x="1387200" y="423380"/>
                  <a:pt x="1342028" y="408651"/>
                  <a:pt x="1316170" y="394058"/>
                </a:cubicBezTo>
                <a:lnTo>
                  <a:pt x="1299920" y="478961"/>
                </a:lnTo>
                <a:cubicBezTo>
                  <a:pt x="1324314" y="493849"/>
                  <a:pt x="1367431" y="504151"/>
                  <a:pt x="1410107" y="504852"/>
                </a:cubicBezTo>
                <a:cubicBezTo>
                  <a:pt x="1469572" y="505307"/>
                  <a:pt x="1519028" y="488918"/>
                  <a:pt x="1549514" y="458861"/>
                </a:cubicBezTo>
                <a:cubicBezTo>
                  <a:pt x="1572432" y="436279"/>
                  <a:pt x="1584075" y="407299"/>
                  <a:pt x="1584075" y="372652"/>
                </a:cubicBezTo>
                <a:cubicBezTo>
                  <a:pt x="1584075" y="319558"/>
                  <a:pt x="1538942" y="290202"/>
                  <a:pt x="1498985" y="270374"/>
                </a:cubicBezTo>
                <a:close/>
                <a:moveTo>
                  <a:pt x="970363" y="127406"/>
                </a:moveTo>
                <a:lnTo>
                  <a:pt x="952989" y="217938"/>
                </a:lnTo>
                <a:cubicBezTo>
                  <a:pt x="935533" y="208075"/>
                  <a:pt x="915292" y="203307"/>
                  <a:pt x="891107" y="203307"/>
                </a:cubicBezTo>
                <a:cubicBezTo>
                  <a:pt x="811295" y="203307"/>
                  <a:pt x="763747" y="272410"/>
                  <a:pt x="763747" y="338997"/>
                </a:cubicBezTo>
                <a:cubicBezTo>
                  <a:pt x="763747" y="395504"/>
                  <a:pt x="801745" y="415748"/>
                  <a:pt x="837167" y="415748"/>
                </a:cubicBezTo>
                <a:cubicBezTo>
                  <a:pt x="869148" y="415748"/>
                  <a:pt x="896280" y="408737"/>
                  <a:pt x="930953" y="391664"/>
                </a:cubicBezTo>
                <a:lnTo>
                  <a:pt x="913201" y="484779"/>
                </a:lnTo>
                <a:cubicBezTo>
                  <a:pt x="887273" y="497313"/>
                  <a:pt x="847002" y="504852"/>
                  <a:pt x="805571" y="504852"/>
                </a:cubicBezTo>
                <a:cubicBezTo>
                  <a:pt x="708709" y="504852"/>
                  <a:pt x="646266" y="444585"/>
                  <a:pt x="646266" y="351250"/>
                </a:cubicBezTo>
                <a:cubicBezTo>
                  <a:pt x="646266" y="216101"/>
                  <a:pt x="752144" y="114188"/>
                  <a:pt x="892662" y="114188"/>
                </a:cubicBezTo>
                <a:cubicBezTo>
                  <a:pt x="921178" y="114188"/>
                  <a:pt x="950277" y="119151"/>
                  <a:pt x="970363" y="127406"/>
                </a:cubicBezTo>
                <a:close/>
                <a:moveTo>
                  <a:pt x="2778278" y="343325"/>
                </a:moveTo>
                <a:cubicBezTo>
                  <a:pt x="2862884" y="359827"/>
                  <a:pt x="2955783" y="339380"/>
                  <a:pt x="2993476" y="302896"/>
                </a:cubicBezTo>
                <a:cubicBezTo>
                  <a:pt x="3013625" y="283392"/>
                  <a:pt x="3023855" y="257710"/>
                  <a:pt x="3023855" y="226484"/>
                </a:cubicBezTo>
                <a:cubicBezTo>
                  <a:pt x="3023855" y="158962"/>
                  <a:pt x="2971211" y="113423"/>
                  <a:pt x="2892289" y="113423"/>
                </a:cubicBezTo>
                <a:cubicBezTo>
                  <a:pt x="2829229" y="113423"/>
                  <a:pt x="2771906" y="139599"/>
                  <a:pt x="2730905" y="187174"/>
                </a:cubicBezTo>
                <a:cubicBezTo>
                  <a:pt x="2693535" y="230519"/>
                  <a:pt x="2672078" y="288647"/>
                  <a:pt x="2672078" y="346655"/>
                </a:cubicBezTo>
                <a:cubicBezTo>
                  <a:pt x="2672078" y="447258"/>
                  <a:pt x="2731715" y="504881"/>
                  <a:pt x="2836038" y="504881"/>
                </a:cubicBezTo>
                <a:cubicBezTo>
                  <a:pt x="2860557" y="504881"/>
                  <a:pt x="2923337" y="501938"/>
                  <a:pt x="2976777" y="474840"/>
                </a:cubicBezTo>
                <a:lnTo>
                  <a:pt x="2994734" y="381111"/>
                </a:lnTo>
                <a:cubicBezTo>
                  <a:pt x="2950484" y="406640"/>
                  <a:pt x="2909899" y="418032"/>
                  <a:pt x="2863005" y="418032"/>
                </a:cubicBezTo>
                <a:cubicBezTo>
                  <a:pt x="2810134" y="418032"/>
                  <a:pt x="2774248" y="390673"/>
                  <a:pt x="2778278" y="343325"/>
                </a:cubicBezTo>
                <a:close/>
                <a:moveTo>
                  <a:pt x="2878412" y="194883"/>
                </a:moveTo>
                <a:cubicBezTo>
                  <a:pt x="2921523" y="194883"/>
                  <a:pt x="2926998" y="231859"/>
                  <a:pt x="2909510" y="249117"/>
                </a:cubicBezTo>
                <a:cubicBezTo>
                  <a:pt x="2893357" y="265003"/>
                  <a:pt x="2856343" y="271614"/>
                  <a:pt x="2790539" y="271078"/>
                </a:cubicBezTo>
                <a:cubicBezTo>
                  <a:pt x="2799027" y="234378"/>
                  <a:pt x="2829908" y="194883"/>
                  <a:pt x="2878412" y="194883"/>
                </a:cubicBezTo>
                <a:close/>
                <a:moveTo>
                  <a:pt x="2693048" y="127406"/>
                </a:moveTo>
                <a:lnTo>
                  <a:pt x="2675674" y="217938"/>
                </a:lnTo>
                <a:cubicBezTo>
                  <a:pt x="2658218" y="208075"/>
                  <a:pt x="2637977" y="203307"/>
                  <a:pt x="2613791" y="203307"/>
                </a:cubicBezTo>
                <a:cubicBezTo>
                  <a:pt x="2533980" y="203307"/>
                  <a:pt x="2486431" y="272410"/>
                  <a:pt x="2486431" y="338997"/>
                </a:cubicBezTo>
                <a:cubicBezTo>
                  <a:pt x="2486431" y="395505"/>
                  <a:pt x="2524430" y="415748"/>
                  <a:pt x="2559852" y="415748"/>
                </a:cubicBezTo>
                <a:cubicBezTo>
                  <a:pt x="2591833" y="415748"/>
                  <a:pt x="2618964" y="408738"/>
                  <a:pt x="2653638" y="391664"/>
                </a:cubicBezTo>
                <a:lnTo>
                  <a:pt x="2635886" y="484779"/>
                </a:lnTo>
                <a:cubicBezTo>
                  <a:pt x="2609958" y="497313"/>
                  <a:pt x="2569687" y="504852"/>
                  <a:pt x="2528256" y="504852"/>
                </a:cubicBezTo>
                <a:cubicBezTo>
                  <a:pt x="2431394" y="504852"/>
                  <a:pt x="2368950" y="444585"/>
                  <a:pt x="2368950" y="351250"/>
                </a:cubicBezTo>
                <a:cubicBezTo>
                  <a:pt x="2368950" y="216101"/>
                  <a:pt x="2474828" y="114188"/>
                  <a:pt x="2615346" y="114188"/>
                </a:cubicBezTo>
                <a:cubicBezTo>
                  <a:pt x="2643863" y="114188"/>
                  <a:pt x="2672962" y="119152"/>
                  <a:pt x="2693048" y="127406"/>
                </a:cubicBezTo>
                <a:close/>
                <a:moveTo>
                  <a:pt x="2329634" y="152058"/>
                </a:moveTo>
                <a:cubicBezTo>
                  <a:pt x="2308543" y="126672"/>
                  <a:pt x="2274886" y="113592"/>
                  <a:pt x="2229388" y="113412"/>
                </a:cubicBezTo>
                <a:cubicBezTo>
                  <a:pt x="2169583" y="113412"/>
                  <a:pt x="2116089" y="135174"/>
                  <a:pt x="2074640" y="176365"/>
                </a:cubicBezTo>
                <a:cubicBezTo>
                  <a:pt x="2025158" y="225550"/>
                  <a:pt x="1995615" y="299510"/>
                  <a:pt x="1995666" y="374196"/>
                </a:cubicBezTo>
                <a:cubicBezTo>
                  <a:pt x="1995706" y="439939"/>
                  <a:pt x="2029377" y="505631"/>
                  <a:pt x="2103884" y="505631"/>
                </a:cubicBezTo>
                <a:cubicBezTo>
                  <a:pt x="2165274" y="505631"/>
                  <a:pt x="2201867" y="469953"/>
                  <a:pt x="2216888" y="424869"/>
                </a:cubicBezTo>
                <a:lnTo>
                  <a:pt x="2202971" y="497208"/>
                </a:lnTo>
                <a:lnTo>
                  <a:pt x="2310065" y="497208"/>
                </a:lnTo>
                <a:lnTo>
                  <a:pt x="2350499" y="287037"/>
                </a:lnTo>
                <a:cubicBezTo>
                  <a:pt x="2358289" y="246027"/>
                  <a:pt x="2360850" y="189628"/>
                  <a:pt x="2329634" y="152058"/>
                </a:cubicBezTo>
                <a:close/>
                <a:moveTo>
                  <a:pt x="2237095" y="310500"/>
                </a:moveTo>
                <a:cubicBezTo>
                  <a:pt x="2225009" y="372547"/>
                  <a:pt x="2189874" y="414918"/>
                  <a:pt x="2149081" y="414918"/>
                </a:cubicBezTo>
                <a:cubicBezTo>
                  <a:pt x="2123576" y="414918"/>
                  <a:pt x="2108917" y="390455"/>
                  <a:pt x="2108903" y="351174"/>
                </a:cubicBezTo>
                <a:cubicBezTo>
                  <a:pt x="2108862" y="288302"/>
                  <a:pt x="2154552" y="197893"/>
                  <a:pt x="2207291" y="197893"/>
                </a:cubicBezTo>
                <a:cubicBezTo>
                  <a:pt x="2232196" y="197893"/>
                  <a:pt x="2246086" y="212182"/>
                  <a:pt x="2247393" y="238683"/>
                </a:cubicBezTo>
                <a:cubicBezTo>
                  <a:pt x="2248144" y="255113"/>
                  <a:pt x="2241212" y="289532"/>
                  <a:pt x="2237095" y="310500"/>
                </a:cubicBezTo>
                <a:close/>
                <a:moveTo>
                  <a:pt x="606951" y="152058"/>
                </a:moveTo>
                <a:cubicBezTo>
                  <a:pt x="585861" y="126672"/>
                  <a:pt x="552204" y="113592"/>
                  <a:pt x="506706" y="113412"/>
                </a:cubicBezTo>
                <a:cubicBezTo>
                  <a:pt x="446901" y="113412"/>
                  <a:pt x="393408" y="135174"/>
                  <a:pt x="351958" y="176365"/>
                </a:cubicBezTo>
                <a:cubicBezTo>
                  <a:pt x="302476" y="225550"/>
                  <a:pt x="272933" y="299510"/>
                  <a:pt x="272985" y="374196"/>
                </a:cubicBezTo>
                <a:cubicBezTo>
                  <a:pt x="273024" y="439939"/>
                  <a:pt x="306695" y="505631"/>
                  <a:pt x="381203" y="505631"/>
                </a:cubicBezTo>
                <a:cubicBezTo>
                  <a:pt x="442592" y="505631"/>
                  <a:pt x="479185" y="469953"/>
                  <a:pt x="494206" y="424869"/>
                </a:cubicBezTo>
                <a:lnTo>
                  <a:pt x="480290" y="497208"/>
                </a:lnTo>
                <a:lnTo>
                  <a:pt x="587383" y="497208"/>
                </a:lnTo>
                <a:lnTo>
                  <a:pt x="627817" y="287037"/>
                </a:lnTo>
                <a:cubicBezTo>
                  <a:pt x="635608" y="246027"/>
                  <a:pt x="638169" y="189628"/>
                  <a:pt x="606951" y="152058"/>
                </a:cubicBezTo>
                <a:close/>
                <a:moveTo>
                  <a:pt x="514414" y="310500"/>
                </a:moveTo>
                <a:cubicBezTo>
                  <a:pt x="502328" y="372547"/>
                  <a:pt x="467193" y="414918"/>
                  <a:pt x="426399" y="414918"/>
                </a:cubicBezTo>
                <a:cubicBezTo>
                  <a:pt x="400893" y="414918"/>
                  <a:pt x="386235" y="390455"/>
                  <a:pt x="386220" y="351174"/>
                </a:cubicBezTo>
                <a:cubicBezTo>
                  <a:pt x="386180" y="288302"/>
                  <a:pt x="431870" y="197893"/>
                  <a:pt x="484610" y="197893"/>
                </a:cubicBezTo>
                <a:cubicBezTo>
                  <a:pt x="509515" y="197893"/>
                  <a:pt x="523404" y="212182"/>
                  <a:pt x="524712" y="238683"/>
                </a:cubicBezTo>
                <a:cubicBezTo>
                  <a:pt x="525462" y="255113"/>
                  <a:pt x="518530" y="289532"/>
                  <a:pt x="514414" y="310500"/>
                </a:cubicBezTo>
                <a:close/>
                <a:moveTo>
                  <a:pt x="1865864" y="113412"/>
                </a:moveTo>
                <a:cubicBezTo>
                  <a:pt x="1819094" y="113412"/>
                  <a:pt x="1777774" y="140376"/>
                  <a:pt x="1749875" y="180686"/>
                </a:cubicBezTo>
                <a:lnTo>
                  <a:pt x="1761420" y="120329"/>
                </a:lnTo>
                <a:lnTo>
                  <a:pt x="1662666" y="120329"/>
                </a:lnTo>
                <a:lnTo>
                  <a:pt x="1567483" y="617550"/>
                </a:lnTo>
                <a:lnTo>
                  <a:pt x="1679604" y="617550"/>
                </a:lnTo>
                <a:lnTo>
                  <a:pt x="1708085" y="468046"/>
                </a:lnTo>
                <a:cubicBezTo>
                  <a:pt x="1720816" y="490846"/>
                  <a:pt x="1743145" y="505632"/>
                  <a:pt x="1782974" y="505635"/>
                </a:cubicBezTo>
                <a:cubicBezTo>
                  <a:pt x="1807282" y="505361"/>
                  <a:pt x="1835253" y="498863"/>
                  <a:pt x="1864479" y="483389"/>
                </a:cubicBezTo>
                <a:cubicBezTo>
                  <a:pt x="1944040" y="441264"/>
                  <a:pt x="1988181" y="347642"/>
                  <a:pt x="1988181" y="256331"/>
                </a:cubicBezTo>
                <a:cubicBezTo>
                  <a:pt x="1988181" y="169267"/>
                  <a:pt x="1940069" y="113412"/>
                  <a:pt x="1865864" y="113412"/>
                </a:cubicBezTo>
                <a:close/>
                <a:moveTo>
                  <a:pt x="1769434" y="421096"/>
                </a:moveTo>
                <a:cubicBezTo>
                  <a:pt x="1717848" y="421096"/>
                  <a:pt x="1730940" y="347514"/>
                  <a:pt x="1735618" y="323009"/>
                </a:cubicBezTo>
                <a:cubicBezTo>
                  <a:pt x="1749285" y="251336"/>
                  <a:pt x="1784539" y="204083"/>
                  <a:pt x="1826299" y="204083"/>
                </a:cubicBezTo>
                <a:cubicBezTo>
                  <a:pt x="1867368" y="204083"/>
                  <a:pt x="1871576" y="247067"/>
                  <a:pt x="1871576" y="264766"/>
                </a:cubicBezTo>
                <a:cubicBezTo>
                  <a:pt x="1871576" y="338066"/>
                  <a:pt x="1828326" y="421096"/>
                  <a:pt x="1769434" y="421096"/>
                </a:cubicBezTo>
                <a:close/>
                <a:moveTo>
                  <a:pt x="312690" y="112292"/>
                </a:moveTo>
                <a:lnTo>
                  <a:pt x="290790" y="226685"/>
                </a:lnTo>
                <a:cubicBezTo>
                  <a:pt x="214138" y="215159"/>
                  <a:pt x="160276" y="252471"/>
                  <a:pt x="142422" y="345714"/>
                </a:cubicBezTo>
                <a:lnTo>
                  <a:pt x="112141" y="503840"/>
                </a:lnTo>
                <a:lnTo>
                  <a:pt x="0" y="503840"/>
                </a:lnTo>
                <a:lnTo>
                  <a:pt x="73440" y="120329"/>
                </a:lnTo>
                <a:lnTo>
                  <a:pt x="172185" y="120329"/>
                </a:lnTo>
                <a:lnTo>
                  <a:pt x="156202" y="203879"/>
                </a:lnTo>
                <a:cubicBezTo>
                  <a:pt x="182129" y="145253"/>
                  <a:pt x="243682" y="106042"/>
                  <a:pt x="312690" y="112292"/>
                </a:cubicBezTo>
                <a:close/>
                <a:moveTo>
                  <a:pt x="944243" y="497208"/>
                </a:moveTo>
                <a:lnTo>
                  <a:pt x="1039422" y="0"/>
                </a:lnTo>
                <a:lnTo>
                  <a:pt x="1150777" y="0"/>
                </a:lnTo>
                <a:lnTo>
                  <a:pt x="1094906" y="291909"/>
                </a:lnTo>
                <a:lnTo>
                  <a:pt x="1239347" y="120329"/>
                </a:lnTo>
                <a:lnTo>
                  <a:pt x="1361754" y="120329"/>
                </a:lnTo>
                <a:lnTo>
                  <a:pt x="1212060" y="293812"/>
                </a:lnTo>
                <a:lnTo>
                  <a:pt x="1294315" y="497208"/>
                </a:lnTo>
                <a:lnTo>
                  <a:pt x="1173734" y="497208"/>
                </a:lnTo>
                <a:lnTo>
                  <a:pt x="1094235" y="295415"/>
                </a:lnTo>
                <a:lnTo>
                  <a:pt x="1055611" y="497208"/>
                </a:lnTo>
                <a:lnTo>
                  <a:pt x="944243" y="497208"/>
                </a:lnTo>
                <a:close/>
                <a:moveTo>
                  <a:pt x="2280316" y="695157"/>
                </a:moveTo>
                <a:cubicBezTo>
                  <a:pt x="2225655" y="695157"/>
                  <a:pt x="2187788" y="741906"/>
                  <a:pt x="2187788" y="795876"/>
                </a:cubicBezTo>
                <a:cubicBezTo>
                  <a:pt x="2187788" y="833773"/>
                  <a:pt x="2212818" y="861573"/>
                  <a:pt x="2253291" y="861573"/>
                </a:cubicBezTo>
                <a:cubicBezTo>
                  <a:pt x="2307953" y="861573"/>
                  <a:pt x="2345820" y="815176"/>
                  <a:pt x="2345820" y="760854"/>
                </a:cubicBezTo>
                <a:cubicBezTo>
                  <a:pt x="2345820" y="725897"/>
                  <a:pt x="2323428" y="695157"/>
                  <a:pt x="2280316" y="695157"/>
                </a:cubicBezTo>
                <a:close/>
                <a:moveTo>
                  <a:pt x="2275683" y="724555"/>
                </a:moveTo>
                <a:cubicBezTo>
                  <a:pt x="2298751" y="724555"/>
                  <a:pt x="2306312" y="744845"/>
                  <a:pt x="2306312" y="761174"/>
                </a:cubicBezTo>
                <a:cubicBezTo>
                  <a:pt x="2306312" y="792936"/>
                  <a:pt x="2287233" y="832175"/>
                  <a:pt x="2258568" y="832175"/>
                </a:cubicBezTo>
                <a:cubicBezTo>
                  <a:pt x="2238814" y="832175"/>
                  <a:pt x="2227296" y="816774"/>
                  <a:pt x="2227296" y="794885"/>
                </a:cubicBezTo>
                <a:cubicBezTo>
                  <a:pt x="2227296" y="765136"/>
                  <a:pt x="2245087" y="724555"/>
                  <a:pt x="2275683" y="724555"/>
                </a:cubicBezTo>
                <a:close/>
                <a:moveTo>
                  <a:pt x="2541237" y="695157"/>
                </a:moveTo>
                <a:cubicBezTo>
                  <a:pt x="2486576" y="695157"/>
                  <a:pt x="2448709" y="741906"/>
                  <a:pt x="2448709" y="795876"/>
                </a:cubicBezTo>
                <a:cubicBezTo>
                  <a:pt x="2448709" y="833773"/>
                  <a:pt x="2473739" y="861573"/>
                  <a:pt x="2514212" y="861573"/>
                </a:cubicBezTo>
                <a:cubicBezTo>
                  <a:pt x="2568874" y="861573"/>
                  <a:pt x="2606741" y="815176"/>
                  <a:pt x="2606741" y="760854"/>
                </a:cubicBezTo>
                <a:cubicBezTo>
                  <a:pt x="2606741" y="725897"/>
                  <a:pt x="2584349" y="695157"/>
                  <a:pt x="2541237" y="695157"/>
                </a:cubicBezTo>
                <a:close/>
                <a:moveTo>
                  <a:pt x="2536604" y="724555"/>
                </a:moveTo>
                <a:cubicBezTo>
                  <a:pt x="2559672" y="724555"/>
                  <a:pt x="2567233" y="744845"/>
                  <a:pt x="2567233" y="761174"/>
                </a:cubicBezTo>
                <a:cubicBezTo>
                  <a:pt x="2567233" y="792936"/>
                  <a:pt x="2548154" y="832175"/>
                  <a:pt x="2519488" y="832175"/>
                </a:cubicBezTo>
                <a:cubicBezTo>
                  <a:pt x="2499734" y="832175"/>
                  <a:pt x="2488217" y="816774"/>
                  <a:pt x="2488217" y="794885"/>
                </a:cubicBezTo>
                <a:cubicBezTo>
                  <a:pt x="2488217" y="765136"/>
                  <a:pt x="2506008" y="724555"/>
                  <a:pt x="2536604" y="724555"/>
                </a:cubicBezTo>
                <a:close/>
                <a:moveTo>
                  <a:pt x="2441704" y="646623"/>
                </a:moveTo>
                <a:lnTo>
                  <a:pt x="2400932" y="857994"/>
                </a:lnTo>
                <a:lnTo>
                  <a:pt x="2362712" y="857994"/>
                </a:lnTo>
                <a:lnTo>
                  <a:pt x="2403190" y="646623"/>
                </a:lnTo>
                <a:lnTo>
                  <a:pt x="2441704" y="646623"/>
                </a:lnTo>
                <a:close/>
                <a:moveTo>
                  <a:pt x="1819430" y="701970"/>
                </a:moveTo>
                <a:lnTo>
                  <a:pt x="1813367" y="733641"/>
                </a:lnTo>
                <a:cubicBezTo>
                  <a:pt x="1806719" y="730152"/>
                  <a:pt x="1798148" y="726217"/>
                  <a:pt x="1783826" y="726217"/>
                </a:cubicBezTo>
                <a:cubicBezTo>
                  <a:pt x="1746957" y="726217"/>
                  <a:pt x="1723567" y="759896"/>
                  <a:pt x="1723567" y="793256"/>
                </a:cubicBezTo>
                <a:cubicBezTo>
                  <a:pt x="1723567" y="817093"/>
                  <a:pt x="1737401" y="830514"/>
                  <a:pt x="1758796" y="830514"/>
                </a:cubicBezTo>
                <a:cubicBezTo>
                  <a:pt x="1780522" y="830514"/>
                  <a:pt x="1796308" y="821596"/>
                  <a:pt x="1801876" y="818489"/>
                </a:cubicBezTo>
                <a:lnTo>
                  <a:pt x="1795551" y="851535"/>
                </a:lnTo>
                <a:cubicBezTo>
                  <a:pt x="1786178" y="856289"/>
                  <a:pt x="1769537" y="861253"/>
                  <a:pt x="1748275" y="861253"/>
                </a:cubicBezTo>
                <a:cubicBezTo>
                  <a:pt x="1708092" y="861253"/>
                  <a:pt x="1683415" y="835754"/>
                  <a:pt x="1683415" y="797825"/>
                </a:cubicBezTo>
                <a:cubicBezTo>
                  <a:pt x="1683415" y="742225"/>
                  <a:pt x="1725883" y="695477"/>
                  <a:pt x="1785145" y="695477"/>
                </a:cubicBezTo>
                <a:cubicBezTo>
                  <a:pt x="1800432" y="695477"/>
                  <a:pt x="1813804" y="699277"/>
                  <a:pt x="1819430" y="701970"/>
                </a:cubicBezTo>
                <a:close/>
                <a:moveTo>
                  <a:pt x="1599026" y="831504"/>
                </a:moveTo>
                <a:cubicBezTo>
                  <a:pt x="1625535" y="831504"/>
                  <a:pt x="1644256" y="821717"/>
                  <a:pt x="1657309" y="812360"/>
                </a:cubicBezTo>
                <a:lnTo>
                  <a:pt x="1650747" y="846645"/>
                </a:lnTo>
                <a:cubicBezTo>
                  <a:pt x="1634704" y="856213"/>
                  <a:pt x="1611229" y="861573"/>
                  <a:pt x="1590147" y="861573"/>
                </a:cubicBezTo>
                <a:cubicBezTo>
                  <a:pt x="1545684" y="861573"/>
                  <a:pt x="1524289" y="834444"/>
                  <a:pt x="1524289" y="795524"/>
                </a:cubicBezTo>
                <a:cubicBezTo>
                  <a:pt x="1524289" y="747466"/>
                  <a:pt x="1559840" y="695157"/>
                  <a:pt x="1615145" y="695157"/>
                </a:cubicBezTo>
                <a:cubicBezTo>
                  <a:pt x="1646771" y="695157"/>
                  <a:pt x="1666846" y="713115"/>
                  <a:pt x="1666846" y="739957"/>
                </a:cubicBezTo>
                <a:cubicBezTo>
                  <a:pt x="1666846" y="780794"/>
                  <a:pt x="1623735" y="793895"/>
                  <a:pt x="1561835" y="792585"/>
                </a:cubicBezTo>
                <a:cubicBezTo>
                  <a:pt x="1561159" y="798145"/>
                  <a:pt x="1562478" y="808945"/>
                  <a:pt x="1566114" y="815176"/>
                </a:cubicBezTo>
                <a:cubicBezTo>
                  <a:pt x="1572355" y="825944"/>
                  <a:pt x="1583873" y="831504"/>
                  <a:pt x="1599026" y="831504"/>
                </a:cubicBezTo>
                <a:close/>
                <a:moveTo>
                  <a:pt x="1565760" y="764114"/>
                </a:moveTo>
                <a:cubicBezTo>
                  <a:pt x="1605268" y="764465"/>
                  <a:pt x="1630620" y="759225"/>
                  <a:pt x="1630620" y="739956"/>
                </a:cubicBezTo>
                <a:cubicBezTo>
                  <a:pt x="1630620" y="729796"/>
                  <a:pt x="1622416" y="723596"/>
                  <a:pt x="1610222" y="723596"/>
                </a:cubicBezTo>
                <a:cubicBezTo>
                  <a:pt x="1586189" y="723596"/>
                  <a:pt x="1570393" y="744846"/>
                  <a:pt x="1565760" y="764114"/>
                </a:cubicBezTo>
                <a:close/>
                <a:moveTo>
                  <a:pt x="2158533" y="765136"/>
                </a:moveTo>
                <a:lnTo>
                  <a:pt x="2140621" y="857994"/>
                </a:lnTo>
                <a:lnTo>
                  <a:pt x="2102401" y="857994"/>
                </a:lnTo>
                <a:lnTo>
                  <a:pt x="2119621" y="768076"/>
                </a:lnTo>
                <a:cubicBezTo>
                  <a:pt x="2120746" y="762183"/>
                  <a:pt x="2121512" y="755294"/>
                  <a:pt x="2121512" y="749095"/>
                </a:cubicBezTo>
                <a:cubicBezTo>
                  <a:pt x="2121512" y="735675"/>
                  <a:pt x="2116557" y="726216"/>
                  <a:pt x="2101404" y="726216"/>
                </a:cubicBezTo>
                <a:cubicBezTo>
                  <a:pt x="2083966" y="726216"/>
                  <a:pt x="2061959" y="747114"/>
                  <a:pt x="2055042" y="784436"/>
                </a:cubicBezTo>
                <a:lnTo>
                  <a:pt x="2040853" y="857994"/>
                </a:lnTo>
                <a:lnTo>
                  <a:pt x="2002633" y="857994"/>
                </a:lnTo>
                <a:lnTo>
                  <a:pt x="2033316" y="697777"/>
                </a:lnTo>
                <a:lnTo>
                  <a:pt x="2067888" y="697777"/>
                </a:lnTo>
                <a:lnTo>
                  <a:pt x="2061951" y="728554"/>
                </a:lnTo>
                <a:cubicBezTo>
                  <a:pt x="2076820" y="706392"/>
                  <a:pt x="2097643" y="695157"/>
                  <a:pt x="2120514" y="695157"/>
                </a:cubicBezTo>
                <a:cubicBezTo>
                  <a:pt x="2143550" y="695157"/>
                  <a:pt x="2161341" y="708865"/>
                  <a:pt x="2161341" y="738934"/>
                </a:cubicBezTo>
                <a:cubicBezTo>
                  <a:pt x="2161341" y="746156"/>
                  <a:pt x="2160173" y="757276"/>
                  <a:pt x="2158533" y="765136"/>
                </a:cubicBezTo>
                <a:close/>
                <a:moveTo>
                  <a:pt x="1980144" y="738934"/>
                </a:moveTo>
                <a:cubicBezTo>
                  <a:pt x="1980144" y="746156"/>
                  <a:pt x="1978976" y="757276"/>
                  <a:pt x="1977335" y="765136"/>
                </a:cubicBezTo>
                <a:lnTo>
                  <a:pt x="1959424" y="857994"/>
                </a:lnTo>
                <a:lnTo>
                  <a:pt x="1921204" y="857994"/>
                </a:lnTo>
                <a:lnTo>
                  <a:pt x="1938424" y="768076"/>
                </a:lnTo>
                <a:cubicBezTo>
                  <a:pt x="1939549" y="762183"/>
                  <a:pt x="1940315" y="755294"/>
                  <a:pt x="1940315" y="749095"/>
                </a:cubicBezTo>
                <a:cubicBezTo>
                  <a:pt x="1940315" y="735675"/>
                  <a:pt x="1935360" y="726216"/>
                  <a:pt x="1920206" y="726216"/>
                </a:cubicBezTo>
                <a:cubicBezTo>
                  <a:pt x="1902769" y="726216"/>
                  <a:pt x="1880762" y="747114"/>
                  <a:pt x="1873845" y="784436"/>
                </a:cubicBezTo>
                <a:lnTo>
                  <a:pt x="1873845" y="784436"/>
                </a:lnTo>
                <a:lnTo>
                  <a:pt x="1859656" y="857994"/>
                </a:lnTo>
                <a:lnTo>
                  <a:pt x="1821436" y="857994"/>
                </a:lnTo>
                <a:lnTo>
                  <a:pt x="1861915" y="646623"/>
                </a:lnTo>
                <a:lnTo>
                  <a:pt x="1900428" y="646623"/>
                </a:lnTo>
                <a:lnTo>
                  <a:pt x="1885984" y="721502"/>
                </a:lnTo>
                <a:cubicBezTo>
                  <a:pt x="1900326" y="704012"/>
                  <a:pt x="1919014" y="695157"/>
                  <a:pt x="1939317" y="695157"/>
                </a:cubicBezTo>
                <a:cubicBezTo>
                  <a:pt x="1962353" y="695157"/>
                  <a:pt x="1980144" y="708865"/>
                  <a:pt x="1980144" y="738934"/>
                </a:cubicBezTo>
                <a:close/>
                <a:moveTo>
                  <a:pt x="1486679" y="698736"/>
                </a:moveTo>
                <a:lnTo>
                  <a:pt x="1522584" y="698736"/>
                </a:lnTo>
                <a:lnTo>
                  <a:pt x="1516664" y="728165"/>
                </a:lnTo>
                <a:lnTo>
                  <a:pt x="1480760" y="728165"/>
                </a:lnTo>
                <a:lnTo>
                  <a:pt x="1468243" y="792264"/>
                </a:lnTo>
                <a:cubicBezTo>
                  <a:pt x="1466603" y="799775"/>
                  <a:pt x="1465285" y="807955"/>
                  <a:pt x="1465285" y="814824"/>
                </a:cubicBezTo>
                <a:cubicBezTo>
                  <a:pt x="1465285" y="823675"/>
                  <a:pt x="1469241" y="829236"/>
                  <a:pt x="1479440" y="829236"/>
                </a:cubicBezTo>
                <a:cubicBezTo>
                  <a:pt x="1484941" y="829236"/>
                  <a:pt x="1490390" y="828740"/>
                  <a:pt x="1494778" y="827801"/>
                </a:cubicBezTo>
                <a:lnTo>
                  <a:pt x="1488997" y="857990"/>
                </a:lnTo>
                <a:lnTo>
                  <a:pt x="1488996" y="857994"/>
                </a:lnTo>
                <a:cubicBezTo>
                  <a:pt x="1483398" y="860295"/>
                  <a:pt x="1473198" y="861254"/>
                  <a:pt x="1463965" y="861254"/>
                </a:cubicBezTo>
                <a:cubicBezTo>
                  <a:pt x="1437648" y="861254"/>
                  <a:pt x="1426097" y="846874"/>
                  <a:pt x="1426097" y="828564"/>
                </a:cubicBezTo>
                <a:cubicBezTo>
                  <a:pt x="1426097" y="819713"/>
                  <a:pt x="1427096" y="810894"/>
                  <a:pt x="1429411" y="799135"/>
                </a:cubicBezTo>
                <a:lnTo>
                  <a:pt x="1443247" y="728165"/>
                </a:lnTo>
                <a:lnTo>
                  <a:pt x="1421818" y="728165"/>
                </a:lnTo>
                <a:lnTo>
                  <a:pt x="1427416" y="698736"/>
                </a:lnTo>
                <a:lnTo>
                  <a:pt x="1448813" y="698736"/>
                </a:lnTo>
                <a:lnTo>
                  <a:pt x="1457003" y="657748"/>
                </a:lnTo>
                <a:lnTo>
                  <a:pt x="1494288" y="657748"/>
                </a:lnTo>
                <a:lnTo>
                  <a:pt x="1486679" y="698736"/>
                </a:lnTo>
                <a:close/>
                <a:moveTo>
                  <a:pt x="2788298" y="886433"/>
                </a:moveTo>
                <a:cubicBezTo>
                  <a:pt x="2797421" y="891459"/>
                  <a:pt x="2817033" y="897683"/>
                  <a:pt x="2828271" y="878611"/>
                </a:cubicBezTo>
                <a:lnTo>
                  <a:pt x="2840780" y="853718"/>
                </a:lnTo>
                <a:lnTo>
                  <a:pt x="2812203" y="697777"/>
                </a:lnTo>
                <a:lnTo>
                  <a:pt x="2852387" y="697777"/>
                </a:lnTo>
                <a:lnTo>
                  <a:pt x="2867179" y="816325"/>
                </a:lnTo>
                <a:lnTo>
                  <a:pt x="2928097" y="697777"/>
                </a:lnTo>
                <a:lnTo>
                  <a:pt x="2968924" y="697777"/>
                </a:lnTo>
                <a:lnTo>
                  <a:pt x="2861660" y="887677"/>
                </a:lnTo>
                <a:lnTo>
                  <a:pt x="2861660" y="887739"/>
                </a:lnTo>
                <a:cubicBezTo>
                  <a:pt x="2840670" y="925032"/>
                  <a:pt x="2811722" y="931006"/>
                  <a:pt x="2782349" y="917510"/>
                </a:cubicBezTo>
                <a:lnTo>
                  <a:pt x="2788298" y="886433"/>
                </a:lnTo>
                <a:close/>
                <a:moveTo>
                  <a:pt x="2783865" y="738023"/>
                </a:moveTo>
                <a:cubicBezTo>
                  <a:pt x="2783865" y="746856"/>
                  <a:pt x="2782548" y="756668"/>
                  <a:pt x="2780573" y="765507"/>
                </a:cubicBezTo>
                <a:lnTo>
                  <a:pt x="2766056" y="837735"/>
                </a:lnTo>
                <a:cubicBezTo>
                  <a:pt x="2760075" y="868795"/>
                  <a:pt x="2751071" y="893655"/>
                  <a:pt x="2732771" y="908673"/>
                </a:cubicBezTo>
                <a:cubicBezTo>
                  <a:pt x="2715803" y="922413"/>
                  <a:pt x="2693178" y="926343"/>
                  <a:pt x="2672895" y="926343"/>
                </a:cubicBezTo>
                <a:cubicBezTo>
                  <a:pt x="2654111" y="926343"/>
                  <a:pt x="2636689" y="922930"/>
                  <a:pt x="2625597" y="917510"/>
                </a:cubicBezTo>
                <a:lnTo>
                  <a:pt x="2631546" y="886433"/>
                </a:lnTo>
                <a:cubicBezTo>
                  <a:pt x="2640780" y="891993"/>
                  <a:pt x="2658539" y="895923"/>
                  <a:pt x="2673692" y="895923"/>
                </a:cubicBezTo>
                <a:cubicBezTo>
                  <a:pt x="2698723" y="895923"/>
                  <a:pt x="2717833" y="884164"/>
                  <a:pt x="2725716" y="847194"/>
                </a:cubicBezTo>
                <a:lnTo>
                  <a:pt x="2728786" y="833259"/>
                </a:lnTo>
                <a:cubicBezTo>
                  <a:pt x="2715922" y="851397"/>
                  <a:pt x="2696745" y="861694"/>
                  <a:pt x="2675487" y="861694"/>
                </a:cubicBezTo>
                <a:cubicBezTo>
                  <a:pt x="2641227" y="861694"/>
                  <a:pt x="2627062" y="833883"/>
                  <a:pt x="2627062" y="805419"/>
                </a:cubicBezTo>
                <a:cubicBezTo>
                  <a:pt x="2627062" y="755034"/>
                  <a:pt x="2661981" y="695157"/>
                  <a:pt x="2730167" y="695157"/>
                </a:cubicBezTo>
                <a:cubicBezTo>
                  <a:pt x="2763769" y="695157"/>
                  <a:pt x="2783865" y="709232"/>
                  <a:pt x="2783865" y="738023"/>
                </a:cubicBezTo>
                <a:close/>
                <a:moveTo>
                  <a:pt x="2744332" y="744568"/>
                </a:moveTo>
                <a:cubicBezTo>
                  <a:pt x="2744002" y="731479"/>
                  <a:pt x="2736426" y="724282"/>
                  <a:pt x="2722919" y="724282"/>
                </a:cubicBezTo>
                <a:cubicBezTo>
                  <a:pt x="2689323" y="724282"/>
                  <a:pt x="2667246" y="767142"/>
                  <a:pt x="2667246" y="798548"/>
                </a:cubicBezTo>
                <a:cubicBezTo>
                  <a:pt x="2667246" y="815892"/>
                  <a:pt x="2674829" y="830614"/>
                  <a:pt x="2692615" y="830614"/>
                </a:cubicBezTo>
                <a:cubicBezTo>
                  <a:pt x="2712381" y="830614"/>
                  <a:pt x="2732806" y="810328"/>
                  <a:pt x="2739395" y="778262"/>
                </a:cubicBezTo>
                <a:lnTo>
                  <a:pt x="2742357" y="763539"/>
                </a:lnTo>
                <a:cubicBezTo>
                  <a:pt x="2743358" y="757739"/>
                  <a:pt x="2744661" y="752092"/>
                  <a:pt x="2744331" y="744568"/>
                </a:cubicBezTo>
                <a:close/>
              </a:path>
            </a:pathLst>
          </a:custGeom>
          <a:solidFill>
            <a:schemeClr val="bg1"/>
          </a:solidFill>
          <a:ln w="9525" cap="flat">
            <a:noFill/>
            <a:prstDash val="solid"/>
            <a:miter/>
          </a:ln>
        </p:spPr>
        <p:txBody>
          <a:bodyPr rtlCol="0" anchor="ctr"/>
          <a:lstStyle/>
          <a:p>
            <a:endParaRPr lang="en-US"/>
          </a:p>
        </p:txBody>
      </p:sp>
    </p:spTree>
    <p:extLst>
      <p:ext uri="{BB962C8B-B14F-4D97-AF65-F5344CB8AC3E}">
        <p14:creationId xmlns:p14="http://schemas.microsoft.com/office/powerpoint/2010/main" val="2573171624"/>
      </p:ext>
    </p:extLst>
  </p:cSld>
  <p:clrMapOvr>
    <a:masterClrMapping/>
  </p:clrMapOvr>
</p:sldLayout>
</file>

<file path=ppt/slideLayouts/slideLayout139.xml><?xml version="1.0" encoding="utf-8"?>
<p:sldLayout xmlns:a="http://schemas.openxmlformats.org/drawingml/2006/main" xmlns:r="http://schemas.openxmlformats.org/officeDocument/2006/relationships" xmlns:p="http://schemas.openxmlformats.org/presentationml/2006/main" showMasterSp="0" preserve="1" userDrawn="1">
  <p:cSld name="3_Logo">
    <p:bg>
      <p:bgPr>
        <a:solidFill>
          <a:schemeClr val="tx1"/>
        </a:solidFill>
        <a:effectLst/>
      </p:bgPr>
    </p:bg>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5FBFEA71-1AC6-4DFC-15E0-24BA7D731D78}"/>
              </a:ext>
            </a:extLst>
          </p:cNvPr>
          <p:cNvPicPr>
            <a:picLocks noChangeAspect="1"/>
          </p:cNvPicPr>
          <p:nvPr userDrawn="1"/>
        </p:nvPicPr>
        <p:blipFill>
          <a:blip r:embed="rId2"/>
          <a:stretch>
            <a:fillRect/>
          </a:stretch>
        </p:blipFill>
        <p:spPr>
          <a:xfrm>
            <a:off x="838200" y="0"/>
            <a:ext cx="10515600" cy="6858000"/>
          </a:xfrm>
          <a:prstGeom prst="rect">
            <a:avLst/>
          </a:prstGeom>
        </p:spPr>
      </p:pic>
      <p:pic>
        <p:nvPicPr>
          <p:cNvPr id="3" name="Graphic 2">
            <a:extLst>
              <a:ext uri="{FF2B5EF4-FFF2-40B4-BE49-F238E27FC236}">
                <a16:creationId xmlns:a16="http://schemas.microsoft.com/office/drawing/2014/main" id="{510642B9-F25A-374A-99F2-0224B52C46AD}"/>
              </a:ext>
            </a:extLst>
          </p:cNvPr>
          <p:cNvPicPr>
            <a:picLocks noChangeAspect="1"/>
          </p:cNvPicPr>
          <p:nvPr userDrawn="1"/>
        </p:nvPicPr>
        <p:blipFill>
          <a:blip>
            <a:extLst>
              <a:ext uri="{96DAC541-7B7A-43D3-8B79-37D633B846F1}">
                <asvg:svgBlip xmlns:asvg="http://schemas.microsoft.com/office/drawing/2016/SVG/main" r:embed="rId3"/>
              </a:ext>
            </a:extLst>
          </a:blip>
          <a:stretch>
            <a:fillRect/>
          </a:stretch>
        </p:blipFill>
        <p:spPr>
          <a:xfrm>
            <a:off x="4167607" y="2991749"/>
            <a:ext cx="4011558" cy="1243584"/>
          </a:xfrm>
          <a:prstGeom prst="rect">
            <a:avLst/>
          </a:prstGeom>
        </p:spPr>
      </p:pic>
      <p:sp>
        <p:nvSpPr>
          <p:cNvPr id="6" name="Graphic 2">
            <a:extLst>
              <a:ext uri="{FF2B5EF4-FFF2-40B4-BE49-F238E27FC236}">
                <a16:creationId xmlns:a16="http://schemas.microsoft.com/office/drawing/2014/main" id="{0D8656DC-2D22-C2DA-13A1-B73DAEC9EBA5}"/>
              </a:ext>
            </a:extLst>
          </p:cNvPr>
          <p:cNvSpPr/>
          <p:nvPr userDrawn="1"/>
        </p:nvSpPr>
        <p:spPr>
          <a:xfrm>
            <a:off x="10216919" y="6119540"/>
            <a:ext cx="1647176" cy="461664"/>
          </a:xfrm>
          <a:custGeom>
            <a:avLst/>
            <a:gdLst>
              <a:gd name="connsiteX0" fmla="*/ 473928 w 1092116"/>
              <a:gd name="connsiteY0" fmla="*/ 192753 h 306094"/>
              <a:gd name="connsiteX1" fmla="*/ 532513 w 1092116"/>
              <a:gd name="connsiteY1" fmla="*/ 192753 h 306094"/>
              <a:gd name="connsiteX2" fmla="*/ 530746 w 1092116"/>
              <a:gd name="connsiteY2" fmla="*/ 204961 h 306094"/>
              <a:gd name="connsiteX3" fmla="*/ 489141 w 1092116"/>
              <a:gd name="connsiteY3" fmla="*/ 204961 h 306094"/>
              <a:gd name="connsiteX4" fmla="*/ 489141 w 1092116"/>
              <a:gd name="connsiteY4" fmla="*/ 242686 h 306094"/>
              <a:gd name="connsiteX5" fmla="*/ 525148 w 1092116"/>
              <a:gd name="connsiteY5" fmla="*/ 242686 h 306094"/>
              <a:gd name="connsiteX6" fmla="*/ 525148 w 1092116"/>
              <a:gd name="connsiteY6" fmla="*/ 254726 h 306094"/>
              <a:gd name="connsiteX7" fmla="*/ 489141 w 1092116"/>
              <a:gd name="connsiteY7" fmla="*/ 254726 h 306094"/>
              <a:gd name="connsiteX8" fmla="*/ 489141 w 1092116"/>
              <a:gd name="connsiteY8" fmla="*/ 303363 h 306094"/>
              <a:gd name="connsiteX9" fmla="*/ 473928 w 1092116"/>
              <a:gd name="connsiteY9" fmla="*/ 303363 h 306094"/>
              <a:gd name="connsiteX10" fmla="*/ 473928 w 1092116"/>
              <a:gd name="connsiteY10" fmla="*/ 192753 h 306094"/>
              <a:gd name="connsiteX11" fmla="*/ 558941 w 1092116"/>
              <a:gd name="connsiteY11" fmla="*/ 178143 h 306094"/>
              <a:gd name="connsiteX12" fmla="*/ 548693 w 1092116"/>
              <a:gd name="connsiteY12" fmla="*/ 188262 h 306094"/>
              <a:gd name="connsiteX13" fmla="*/ 558941 w 1092116"/>
              <a:gd name="connsiteY13" fmla="*/ 198214 h 306094"/>
              <a:gd name="connsiteX14" fmla="*/ 569337 w 1092116"/>
              <a:gd name="connsiteY14" fmla="*/ 188262 h 306094"/>
              <a:gd name="connsiteX15" fmla="*/ 558941 w 1092116"/>
              <a:gd name="connsiteY15" fmla="*/ 178143 h 306094"/>
              <a:gd name="connsiteX16" fmla="*/ 566455 w 1092116"/>
              <a:gd name="connsiteY16" fmla="*/ 218759 h 306094"/>
              <a:gd name="connsiteX17" fmla="*/ 551725 w 1092116"/>
              <a:gd name="connsiteY17" fmla="*/ 218759 h 306094"/>
              <a:gd name="connsiteX18" fmla="*/ 551725 w 1092116"/>
              <a:gd name="connsiteY18" fmla="*/ 303359 h 306094"/>
              <a:gd name="connsiteX19" fmla="*/ 566455 w 1092116"/>
              <a:gd name="connsiteY19" fmla="*/ 303359 h 306094"/>
              <a:gd name="connsiteX20" fmla="*/ 566455 w 1092116"/>
              <a:gd name="connsiteY20" fmla="*/ 218759 h 306094"/>
              <a:gd name="connsiteX21" fmla="*/ 633530 w 1092116"/>
              <a:gd name="connsiteY21" fmla="*/ 216830 h 306094"/>
              <a:gd name="connsiteX22" fmla="*/ 610961 w 1092116"/>
              <a:gd name="connsiteY22" fmla="*/ 235939 h 306094"/>
              <a:gd name="connsiteX23" fmla="*/ 609520 w 1092116"/>
              <a:gd name="connsiteY23" fmla="*/ 218770 h 306094"/>
              <a:gd name="connsiteX24" fmla="*/ 596873 w 1092116"/>
              <a:gd name="connsiteY24" fmla="*/ 218770 h 306094"/>
              <a:gd name="connsiteX25" fmla="*/ 596873 w 1092116"/>
              <a:gd name="connsiteY25" fmla="*/ 303360 h 306094"/>
              <a:gd name="connsiteX26" fmla="*/ 611603 w 1092116"/>
              <a:gd name="connsiteY26" fmla="*/ 303360 h 306094"/>
              <a:gd name="connsiteX27" fmla="*/ 611603 w 1092116"/>
              <a:gd name="connsiteY27" fmla="*/ 255040 h 306094"/>
              <a:gd name="connsiteX28" fmla="*/ 631773 w 1092116"/>
              <a:gd name="connsiteY28" fmla="*/ 231276 h 306094"/>
              <a:gd name="connsiteX29" fmla="*/ 639128 w 1092116"/>
              <a:gd name="connsiteY29" fmla="*/ 232246 h 306094"/>
              <a:gd name="connsiteX30" fmla="*/ 641853 w 1092116"/>
              <a:gd name="connsiteY30" fmla="*/ 217800 h 306094"/>
              <a:gd name="connsiteX31" fmla="*/ 633530 w 1092116"/>
              <a:gd name="connsiteY31" fmla="*/ 216830 h 306094"/>
              <a:gd name="connsiteX32" fmla="*/ 681558 w 1092116"/>
              <a:gd name="connsiteY32" fmla="*/ 216836 h 306094"/>
              <a:gd name="connsiteX33" fmla="*/ 651140 w 1092116"/>
              <a:gd name="connsiteY33" fmla="*/ 240115 h 306094"/>
              <a:gd name="connsiteX34" fmla="*/ 676592 w 1092116"/>
              <a:gd name="connsiteY34" fmla="*/ 264671 h 306094"/>
              <a:gd name="connsiteX35" fmla="*/ 697079 w 1092116"/>
              <a:gd name="connsiteY35" fmla="*/ 280563 h 306094"/>
              <a:gd name="connsiteX36" fmla="*/ 678991 w 1092116"/>
              <a:gd name="connsiteY36" fmla="*/ 293406 h 306094"/>
              <a:gd name="connsiteX37" fmla="*/ 655306 w 1092116"/>
              <a:gd name="connsiteY37" fmla="*/ 285217 h 306094"/>
              <a:gd name="connsiteX38" fmla="*/ 647467 w 1092116"/>
              <a:gd name="connsiteY38" fmla="*/ 294208 h 306094"/>
              <a:gd name="connsiteX39" fmla="*/ 679317 w 1092116"/>
              <a:gd name="connsiteY39" fmla="*/ 305287 h 306094"/>
              <a:gd name="connsiteX40" fmla="*/ 712608 w 1092116"/>
              <a:gd name="connsiteY40" fmla="*/ 279602 h 306094"/>
              <a:gd name="connsiteX41" fmla="*/ 684599 w 1092116"/>
              <a:gd name="connsiteY41" fmla="*/ 253274 h 306094"/>
              <a:gd name="connsiteX42" fmla="*/ 666512 w 1092116"/>
              <a:gd name="connsiteY42" fmla="*/ 239630 h 306094"/>
              <a:gd name="connsiteX43" fmla="*/ 682042 w 1092116"/>
              <a:gd name="connsiteY43" fmla="*/ 228559 h 306094"/>
              <a:gd name="connsiteX44" fmla="*/ 703960 w 1092116"/>
              <a:gd name="connsiteY44" fmla="*/ 235778 h 306094"/>
              <a:gd name="connsiteX45" fmla="*/ 710209 w 1092116"/>
              <a:gd name="connsiteY45" fmla="*/ 226470 h 306094"/>
              <a:gd name="connsiteX46" fmla="*/ 681558 w 1092116"/>
              <a:gd name="connsiteY46" fmla="*/ 216836 h 306094"/>
              <a:gd name="connsiteX47" fmla="*/ 770396 w 1092116"/>
              <a:gd name="connsiteY47" fmla="*/ 289714 h 306094"/>
              <a:gd name="connsiteX48" fmla="*/ 759191 w 1092116"/>
              <a:gd name="connsiteY48" fmla="*/ 293090 h 306094"/>
              <a:gd name="connsiteX49" fmla="*/ 749110 w 1092116"/>
              <a:gd name="connsiteY49" fmla="*/ 280565 h 306094"/>
              <a:gd name="connsiteX50" fmla="*/ 749110 w 1092116"/>
              <a:gd name="connsiteY50" fmla="*/ 230156 h 306094"/>
              <a:gd name="connsiteX51" fmla="*/ 767514 w 1092116"/>
              <a:gd name="connsiteY51" fmla="*/ 230156 h 306094"/>
              <a:gd name="connsiteX52" fmla="*/ 769123 w 1092116"/>
              <a:gd name="connsiteY52" fmla="*/ 218769 h 306094"/>
              <a:gd name="connsiteX53" fmla="*/ 749110 w 1092116"/>
              <a:gd name="connsiteY53" fmla="*/ 218769 h 306094"/>
              <a:gd name="connsiteX54" fmla="*/ 749110 w 1092116"/>
              <a:gd name="connsiteY54" fmla="*/ 197887 h 306094"/>
              <a:gd name="connsiteX55" fmla="*/ 734380 w 1092116"/>
              <a:gd name="connsiteY55" fmla="*/ 199659 h 306094"/>
              <a:gd name="connsiteX56" fmla="*/ 734380 w 1092116"/>
              <a:gd name="connsiteY56" fmla="*/ 218769 h 306094"/>
              <a:gd name="connsiteX57" fmla="*/ 719660 w 1092116"/>
              <a:gd name="connsiteY57" fmla="*/ 218769 h 306094"/>
              <a:gd name="connsiteX58" fmla="*/ 719660 w 1092116"/>
              <a:gd name="connsiteY58" fmla="*/ 230156 h 306094"/>
              <a:gd name="connsiteX59" fmla="*/ 734380 w 1092116"/>
              <a:gd name="connsiteY59" fmla="*/ 230156 h 306094"/>
              <a:gd name="connsiteX60" fmla="*/ 734380 w 1092116"/>
              <a:gd name="connsiteY60" fmla="*/ 281209 h 306094"/>
              <a:gd name="connsiteX61" fmla="*/ 757117 w 1092116"/>
              <a:gd name="connsiteY61" fmla="*/ 305289 h 306094"/>
              <a:gd name="connsiteX62" fmla="*/ 776004 w 1092116"/>
              <a:gd name="connsiteY62" fmla="*/ 299507 h 306094"/>
              <a:gd name="connsiteX63" fmla="*/ 770396 w 1092116"/>
              <a:gd name="connsiteY63" fmla="*/ 289714 h 306094"/>
              <a:gd name="connsiteX64" fmla="*/ 795049 w 1092116"/>
              <a:gd name="connsiteY64" fmla="*/ 282971 h 306094"/>
              <a:gd name="connsiteX65" fmla="*/ 784002 w 1092116"/>
              <a:gd name="connsiteY65" fmla="*/ 294051 h 306094"/>
              <a:gd name="connsiteX66" fmla="*/ 795049 w 1092116"/>
              <a:gd name="connsiteY66" fmla="*/ 305289 h 306094"/>
              <a:gd name="connsiteX67" fmla="*/ 806255 w 1092116"/>
              <a:gd name="connsiteY67" fmla="*/ 294051 h 306094"/>
              <a:gd name="connsiteX68" fmla="*/ 795049 w 1092116"/>
              <a:gd name="connsiteY68" fmla="*/ 282971 h 306094"/>
              <a:gd name="connsiteX69" fmla="*/ 50421 w 1092116"/>
              <a:gd name="connsiteY69" fmla="*/ 189384 h 306094"/>
              <a:gd name="connsiteX70" fmla="*/ 0 w 1092116"/>
              <a:gd name="connsiteY70" fmla="*/ 247496 h 306094"/>
              <a:gd name="connsiteX71" fmla="*/ 50735 w 1092116"/>
              <a:gd name="connsiteY71" fmla="*/ 306094 h 306094"/>
              <a:gd name="connsiteX72" fmla="*/ 85477 w 1092116"/>
              <a:gd name="connsiteY72" fmla="*/ 291807 h 306094"/>
              <a:gd name="connsiteX73" fmla="*/ 73785 w 1092116"/>
              <a:gd name="connsiteY73" fmla="*/ 276710 h 306094"/>
              <a:gd name="connsiteX74" fmla="*/ 52017 w 1092116"/>
              <a:gd name="connsiteY74" fmla="*/ 285701 h 306094"/>
              <a:gd name="connsiteX75" fmla="*/ 27533 w 1092116"/>
              <a:gd name="connsiteY75" fmla="*/ 247496 h 306094"/>
              <a:gd name="connsiteX76" fmla="*/ 51694 w 1092116"/>
              <a:gd name="connsiteY76" fmla="*/ 208806 h 306094"/>
              <a:gd name="connsiteX77" fmla="*/ 71705 w 1092116"/>
              <a:gd name="connsiteY77" fmla="*/ 216512 h 306094"/>
              <a:gd name="connsiteX78" fmla="*/ 84194 w 1092116"/>
              <a:gd name="connsiteY78" fmla="*/ 201586 h 306094"/>
              <a:gd name="connsiteX79" fmla="*/ 50421 w 1092116"/>
              <a:gd name="connsiteY79" fmla="*/ 189384 h 306094"/>
              <a:gd name="connsiteX80" fmla="*/ 119240 w 1092116"/>
              <a:gd name="connsiteY80" fmla="*/ 306094 h 306094"/>
              <a:gd name="connsiteX81" fmla="*/ 134607 w 1092116"/>
              <a:gd name="connsiteY81" fmla="*/ 303199 h 306094"/>
              <a:gd name="connsiteX82" fmla="*/ 129649 w 1092116"/>
              <a:gd name="connsiteY82" fmla="*/ 285225 h 306094"/>
              <a:gd name="connsiteX83" fmla="*/ 125489 w 1092116"/>
              <a:gd name="connsiteY83" fmla="*/ 286025 h 306094"/>
              <a:gd name="connsiteX84" fmla="*/ 121168 w 1092116"/>
              <a:gd name="connsiteY84" fmla="*/ 280729 h 306094"/>
              <a:gd name="connsiteX85" fmla="*/ 121168 w 1092116"/>
              <a:gd name="connsiteY85" fmla="*/ 181517 h 306094"/>
              <a:gd name="connsiteX86" fmla="*/ 95876 w 1092116"/>
              <a:gd name="connsiteY86" fmla="*/ 184250 h 306094"/>
              <a:gd name="connsiteX87" fmla="*/ 95876 w 1092116"/>
              <a:gd name="connsiteY87" fmla="*/ 281691 h 306094"/>
              <a:gd name="connsiteX88" fmla="*/ 119240 w 1092116"/>
              <a:gd name="connsiteY88" fmla="*/ 306094 h 306094"/>
              <a:gd name="connsiteX89" fmla="*/ 181829 w 1092116"/>
              <a:gd name="connsiteY89" fmla="*/ 215389 h 306094"/>
              <a:gd name="connsiteX90" fmla="*/ 140212 w 1092116"/>
              <a:gd name="connsiteY90" fmla="*/ 260661 h 306094"/>
              <a:gd name="connsiteX91" fmla="*/ 181829 w 1092116"/>
              <a:gd name="connsiteY91" fmla="*/ 306086 h 306094"/>
              <a:gd name="connsiteX92" fmla="*/ 223447 w 1092116"/>
              <a:gd name="connsiteY92" fmla="*/ 260823 h 306094"/>
              <a:gd name="connsiteX93" fmla="*/ 181829 w 1092116"/>
              <a:gd name="connsiteY93" fmla="*/ 215389 h 306094"/>
              <a:gd name="connsiteX94" fmla="*/ 181829 w 1092116"/>
              <a:gd name="connsiteY94" fmla="*/ 234010 h 306094"/>
              <a:gd name="connsiteX95" fmla="*/ 197197 w 1092116"/>
              <a:gd name="connsiteY95" fmla="*/ 260823 h 306094"/>
              <a:gd name="connsiteX96" fmla="*/ 181829 w 1092116"/>
              <a:gd name="connsiteY96" fmla="*/ 287474 h 306094"/>
              <a:gd name="connsiteX97" fmla="*/ 166463 w 1092116"/>
              <a:gd name="connsiteY97" fmla="*/ 260661 h 306094"/>
              <a:gd name="connsiteX98" fmla="*/ 181829 w 1092116"/>
              <a:gd name="connsiteY98" fmla="*/ 234010 h 306094"/>
              <a:gd name="connsiteX99" fmla="*/ 311798 w 1092116"/>
              <a:gd name="connsiteY99" fmla="*/ 218123 h 306094"/>
              <a:gd name="connsiteX100" fmla="*/ 286506 w 1092116"/>
              <a:gd name="connsiteY100" fmla="*/ 218123 h 306094"/>
              <a:gd name="connsiteX101" fmla="*/ 286506 w 1092116"/>
              <a:gd name="connsiteY101" fmla="*/ 277359 h 306094"/>
              <a:gd name="connsiteX102" fmla="*/ 272745 w 1092116"/>
              <a:gd name="connsiteY102" fmla="*/ 287313 h 306094"/>
              <a:gd name="connsiteX103" fmla="*/ 264577 w 1092116"/>
              <a:gd name="connsiteY103" fmla="*/ 276073 h 306094"/>
              <a:gd name="connsiteX104" fmla="*/ 264577 w 1092116"/>
              <a:gd name="connsiteY104" fmla="*/ 218123 h 306094"/>
              <a:gd name="connsiteX105" fmla="*/ 239285 w 1092116"/>
              <a:gd name="connsiteY105" fmla="*/ 218123 h 306094"/>
              <a:gd name="connsiteX106" fmla="*/ 239285 w 1092116"/>
              <a:gd name="connsiteY106" fmla="*/ 279283 h 306094"/>
              <a:gd name="connsiteX107" fmla="*/ 262981 w 1092116"/>
              <a:gd name="connsiteY107" fmla="*/ 306087 h 306094"/>
              <a:gd name="connsiteX108" fmla="*/ 288748 w 1092116"/>
              <a:gd name="connsiteY108" fmla="*/ 292609 h 306094"/>
              <a:gd name="connsiteX109" fmla="*/ 289868 w 1092116"/>
              <a:gd name="connsiteY109" fmla="*/ 303362 h 306094"/>
              <a:gd name="connsiteX110" fmla="*/ 311798 w 1092116"/>
              <a:gd name="connsiteY110" fmla="*/ 303362 h 306094"/>
              <a:gd name="connsiteX111" fmla="*/ 311798 w 1092116"/>
              <a:gd name="connsiteY111" fmla="*/ 218123 h 306094"/>
              <a:gd name="connsiteX112" fmla="*/ 382540 w 1092116"/>
              <a:gd name="connsiteY112" fmla="*/ 181520 h 306094"/>
              <a:gd name="connsiteX113" fmla="*/ 382540 w 1092116"/>
              <a:gd name="connsiteY113" fmla="*/ 223420 h 306094"/>
              <a:gd name="connsiteX114" fmla="*/ 362367 w 1092116"/>
              <a:gd name="connsiteY114" fmla="*/ 215390 h 306094"/>
              <a:gd name="connsiteX115" fmla="*/ 327635 w 1092116"/>
              <a:gd name="connsiteY115" fmla="*/ 260501 h 306094"/>
              <a:gd name="connsiteX116" fmla="*/ 359974 w 1092116"/>
              <a:gd name="connsiteY116" fmla="*/ 306088 h 306094"/>
              <a:gd name="connsiteX117" fmla="*/ 384145 w 1092116"/>
              <a:gd name="connsiteY117" fmla="*/ 293410 h 306094"/>
              <a:gd name="connsiteX118" fmla="*/ 385417 w 1092116"/>
              <a:gd name="connsiteY118" fmla="*/ 303363 h 306094"/>
              <a:gd name="connsiteX119" fmla="*/ 407831 w 1092116"/>
              <a:gd name="connsiteY119" fmla="*/ 303363 h 306094"/>
              <a:gd name="connsiteX120" fmla="*/ 407831 w 1092116"/>
              <a:gd name="connsiteY120" fmla="*/ 184244 h 306094"/>
              <a:gd name="connsiteX121" fmla="*/ 382540 w 1092116"/>
              <a:gd name="connsiteY121" fmla="*/ 181520 h 306094"/>
              <a:gd name="connsiteX122" fmla="*/ 367809 w 1092116"/>
              <a:gd name="connsiteY122" fmla="*/ 287466 h 306094"/>
              <a:gd name="connsiteX123" fmla="*/ 353886 w 1092116"/>
              <a:gd name="connsiteY123" fmla="*/ 260663 h 306094"/>
              <a:gd name="connsiteX124" fmla="*/ 369253 w 1092116"/>
              <a:gd name="connsiteY124" fmla="*/ 233850 h 306094"/>
              <a:gd name="connsiteX125" fmla="*/ 382540 w 1092116"/>
              <a:gd name="connsiteY125" fmla="*/ 241079 h 306094"/>
              <a:gd name="connsiteX126" fmla="*/ 382540 w 1092116"/>
              <a:gd name="connsiteY126" fmla="*/ 277836 h 306094"/>
              <a:gd name="connsiteX127" fmla="*/ 367809 w 1092116"/>
              <a:gd name="connsiteY127" fmla="*/ 287466 h 306094"/>
              <a:gd name="connsiteX128" fmla="*/ 84194 w 1092116"/>
              <a:gd name="connsiteY128" fmla="*/ 23443 h 306094"/>
              <a:gd name="connsiteX129" fmla="*/ 71705 w 1092116"/>
              <a:gd name="connsiteY129" fmla="*/ 38368 h 306094"/>
              <a:gd name="connsiteX130" fmla="*/ 51694 w 1092116"/>
              <a:gd name="connsiteY130" fmla="*/ 30663 h 306094"/>
              <a:gd name="connsiteX131" fmla="*/ 27533 w 1092116"/>
              <a:gd name="connsiteY131" fmla="*/ 69353 h 306094"/>
              <a:gd name="connsiteX132" fmla="*/ 52017 w 1092116"/>
              <a:gd name="connsiteY132" fmla="*/ 107558 h 306094"/>
              <a:gd name="connsiteX133" fmla="*/ 73785 w 1092116"/>
              <a:gd name="connsiteY133" fmla="*/ 98566 h 306094"/>
              <a:gd name="connsiteX134" fmla="*/ 85477 w 1092116"/>
              <a:gd name="connsiteY134" fmla="*/ 113663 h 306094"/>
              <a:gd name="connsiteX135" fmla="*/ 50735 w 1092116"/>
              <a:gd name="connsiteY135" fmla="*/ 127951 h 306094"/>
              <a:gd name="connsiteX136" fmla="*/ 0 w 1092116"/>
              <a:gd name="connsiteY136" fmla="*/ 69353 h 306094"/>
              <a:gd name="connsiteX137" fmla="*/ 50421 w 1092116"/>
              <a:gd name="connsiteY137" fmla="*/ 11241 h 306094"/>
              <a:gd name="connsiteX138" fmla="*/ 84194 w 1092116"/>
              <a:gd name="connsiteY138" fmla="*/ 23443 h 306094"/>
              <a:gd name="connsiteX139" fmla="*/ 167423 w 1092116"/>
              <a:gd name="connsiteY139" fmla="*/ 39981 h 306094"/>
              <a:gd name="connsiteX140" fmla="*/ 142132 w 1092116"/>
              <a:gd name="connsiteY140" fmla="*/ 39981 h 306094"/>
              <a:gd name="connsiteX141" fmla="*/ 142132 w 1092116"/>
              <a:gd name="connsiteY141" fmla="*/ 99217 h 306094"/>
              <a:gd name="connsiteX142" fmla="*/ 128370 w 1092116"/>
              <a:gd name="connsiteY142" fmla="*/ 109171 h 306094"/>
              <a:gd name="connsiteX143" fmla="*/ 120203 w 1092116"/>
              <a:gd name="connsiteY143" fmla="*/ 97931 h 306094"/>
              <a:gd name="connsiteX144" fmla="*/ 120203 w 1092116"/>
              <a:gd name="connsiteY144" fmla="*/ 39981 h 306094"/>
              <a:gd name="connsiteX145" fmla="*/ 94911 w 1092116"/>
              <a:gd name="connsiteY145" fmla="*/ 39981 h 306094"/>
              <a:gd name="connsiteX146" fmla="*/ 94911 w 1092116"/>
              <a:gd name="connsiteY146" fmla="*/ 101141 h 306094"/>
              <a:gd name="connsiteX147" fmla="*/ 118607 w 1092116"/>
              <a:gd name="connsiteY147" fmla="*/ 127954 h 306094"/>
              <a:gd name="connsiteX148" fmla="*/ 144373 w 1092116"/>
              <a:gd name="connsiteY148" fmla="*/ 114466 h 306094"/>
              <a:gd name="connsiteX149" fmla="*/ 145494 w 1092116"/>
              <a:gd name="connsiteY149" fmla="*/ 125220 h 306094"/>
              <a:gd name="connsiteX150" fmla="*/ 167424 w 1092116"/>
              <a:gd name="connsiteY150" fmla="*/ 125220 h 306094"/>
              <a:gd name="connsiteX151" fmla="*/ 167424 w 1092116"/>
              <a:gd name="connsiteY151" fmla="*/ 39981 h 306094"/>
              <a:gd name="connsiteX152" fmla="*/ 218806 w 1092116"/>
              <a:gd name="connsiteY152" fmla="*/ 37253 h 306094"/>
              <a:gd name="connsiteX153" fmla="*/ 184065 w 1092116"/>
              <a:gd name="connsiteY153" fmla="*/ 63256 h 306094"/>
              <a:gd name="connsiteX154" fmla="*/ 209195 w 1092116"/>
              <a:gd name="connsiteY154" fmla="*/ 89898 h 306094"/>
              <a:gd name="connsiteX155" fmla="*/ 227127 w 1092116"/>
              <a:gd name="connsiteY155" fmla="*/ 101785 h 306094"/>
              <a:gd name="connsiteX156" fmla="*/ 214799 w 1092116"/>
              <a:gd name="connsiteY156" fmla="*/ 109805 h 306094"/>
              <a:gd name="connsiteX157" fmla="*/ 192233 w 1092116"/>
              <a:gd name="connsiteY157" fmla="*/ 101461 h 306094"/>
              <a:gd name="connsiteX158" fmla="*/ 179905 w 1092116"/>
              <a:gd name="connsiteY158" fmla="*/ 115263 h 306094"/>
              <a:gd name="connsiteX159" fmla="*/ 215435 w 1092116"/>
              <a:gd name="connsiteY159" fmla="*/ 127950 h 306094"/>
              <a:gd name="connsiteX160" fmla="*/ 253215 w 1092116"/>
              <a:gd name="connsiteY160" fmla="*/ 99851 h 306094"/>
              <a:gd name="connsiteX161" fmla="*/ 226965 w 1092116"/>
              <a:gd name="connsiteY161" fmla="*/ 72724 h 306094"/>
              <a:gd name="connsiteX162" fmla="*/ 209518 w 1092116"/>
              <a:gd name="connsiteY162" fmla="*/ 61808 h 306094"/>
              <a:gd name="connsiteX163" fmla="*/ 219766 w 1092116"/>
              <a:gd name="connsiteY163" fmla="*/ 55389 h 306094"/>
              <a:gd name="connsiteX164" fmla="*/ 240736 w 1092116"/>
              <a:gd name="connsiteY164" fmla="*/ 61970 h 306094"/>
              <a:gd name="connsiteX165" fmla="*/ 250015 w 1092116"/>
              <a:gd name="connsiteY165" fmla="*/ 47683 h 306094"/>
              <a:gd name="connsiteX166" fmla="*/ 218807 w 1092116"/>
              <a:gd name="connsiteY166" fmla="*/ 37253 h 306094"/>
              <a:gd name="connsiteX167" fmla="*/ 312597 w 1092116"/>
              <a:gd name="connsiteY167" fmla="*/ 105157 h 306094"/>
              <a:gd name="connsiteX168" fmla="*/ 303470 w 1092116"/>
              <a:gd name="connsiteY168" fmla="*/ 107881 h 306094"/>
              <a:gd name="connsiteX169" fmla="*/ 295463 w 1092116"/>
              <a:gd name="connsiteY169" fmla="*/ 96803 h 306094"/>
              <a:gd name="connsiteX170" fmla="*/ 295463 w 1092116"/>
              <a:gd name="connsiteY170" fmla="*/ 57636 h 306094"/>
              <a:gd name="connsiteX171" fmla="*/ 312274 w 1092116"/>
              <a:gd name="connsiteY171" fmla="*/ 57636 h 306094"/>
              <a:gd name="connsiteX172" fmla="*/ 314999 w 1092116"/>
              <a:gd name="connsiteY172" fmla="*/ 39977 h 306094"/>
              <a:gd name="connsiteX173" fmla="*/ 295463 w 1092116"/>
              <a:gd name="connsiteY173" fmla="*/ 39977 h 306094"/>
              <a:gd name="connsiteX174" fmla="*/ 295463 w 1092116"/>
              <a:gd name="connsiteY174" fmla="*/ 18632 h 306094"/>
              <a:gd name="connsiteX175" fmla="*/ 270181 w 1092116"/>
              <a:gd name="connsiteY175" fmla="*/ 21518 h 306094"/>
              <a:gd name="connsiteX176" fmla="*/ 270181 w 1092116"/>
              <a:gd name="connsiteY176" fmla="*/ 39977 h 306094"/>
              <a:gd name="connsiteX177" fmla="*/ 258177 w 1092116"/>
              <a:gd name="connsiteY177" fmla="*/ 39977 h 306094"/>
              <a:gd name="connsiteX178" fmla="*/ 258177 w 1092116"/>
              <a:gd name="connsiteY178" fmla="*/ 57636 h 306094"/>
              <a:gd name="connsiteX179" fmla="*/ 270181 w 1092116"/>
              <a:gd name="connsiteY179" fmla="*/ 57636 h 306094"/>
              <a:gd name="connsiteX180" fmla="*/ 270181 w 1092116"/>
              <a:gd name="connsiteY180" fmla="*/ 97127 h 306094"/>
              <a:gd name="connsiteX181" fmla="*/ 298028 w 1092116"/>
              <a:gd name="connsiteY181" fmla="*/ 127950 h 306094"/>
              <a:gd name="connsiteX182" fmla="*/ 321078 w 1092116"/>
              <a:gd name="connsiteY182" fmla="*/ 121206 h 306094"/>
              <a:gd name="connsiteX183" fmla="*/ 312597 w 1092116"/>
              <a:gd name="connsiteY183" fmla="*/ 105157 h 306094"/>
              <a:gd name="connsiteX184" fmla="*/ 365094 w 1092116"/>
              <a:gd name="connsiteY184" fmla="*/ 37246 h 306094"/>
              <a:gd name="connsiteX185" fmla="*/ 323477 w 1092116"/>
              <a:gd name="connsiteY185" fmla="*/ 82519 h 306094"/>
              <a:gd name="connsiteX186" fmla="*/ 365094 w 1092116"/>
              <a:gd name="connsiteY186" fmla="*/ 127953 h 306094"/>
              <a:gd name="connsiteX187" fmla="*/ 406712 w 1092116"/>
              <a:gd name="connsiteY187" fmla="*/ 82681 h 306094"/>
              <a:gd name="connsiteX188" fmla="*/ 365094 w 1092116"/>
              <a:gd name="connsiteY188" fmla="*/ 37246 h 306094"/>
              <a:gd name="connsiteX189" fmla="*/ 365094 w 1092116"/>
              <a:gd name="connsiteY189" fmla="*/ 55868 h 306094"/>
              <a:gd name="connsiteX190" fmla="*/ 380461 w 1092116"/>
              <a:gd name="connsiteY190" fmla="*/ 82681 h 306094"/>
              <a:gd name="connsiteX191" fmla="*/ 365094 w 1092116"/>
              <a:gd name="connsiteY191" fmla="*/ 109331 h 306094"/>
              <a:gd name="connsiteX192" fmla="*/ 349727 w 1092116"/>
              <a:gd name="connsiteY192" fmla="*/ 82519 h 306094"/>
              <a:gd name="connsiteX193" fmla="*/ 365094 w 1092116"/>
              <a:gd name="connsiteY193" fmla="*/ 55868 h 306094"/>
              <a:gd name="connsiteX194" fmla="*/ 516511 w 1092116"/>
              <a:gd name="connsiteY194" fmla="*/ 37245 h 306094"/>
              <a:gd name="connsiteX195" fmla="*/ 491067 w 1092116"/>
              <a:gd name="connsiteY195" fmla="*/ 50733 h 306094"/>
              <a:gd name="connsiteX196" fmla="*/ 471056 w 1092116"/>
              <a:gd name="connsiteY196" fmla="*/ 37245 h 306094"/>
              <a:gd name="connsiteX197" fmla="*/ 446410 w 1092116"/>
              <a:gd name="connsiteY197" fmla="*/ 49933 h 306094"/>
              <a:gd name="connsiteX198" fmla="*/ 444644 w 1092116"/>
              <a:gd name="connsiteY198" fmla="*/ 39979 h 306094"/>
              <a:gd name="connsiteX199" fmla="*/ 422553 w 1092116"/>
              <a:gd name="connsiteY199" fmla="*/ 39979 h 306094"/>
              <a:gd name="connsiteX200" fmla="*/ 422553 w 1092116"/>
              <a:gd name="connsiteY200" fmla="*/ 125218 h 306094"/>
              <a:gd name="connsiteX201" fmla="*/ 447845 w 1092116"/>
              <a:gd name="connsiteY201" fmla="*/ 125218 h 306094"/>
              <a:gd name="connsiteX202" fmla="*/ 447845 w 1092116"/>
              <a:gd name="connsiteY202" fmla="*/ 66944 h 306094"/>
              <a:gd name="connsiteX203" fmla="*/ 460808 w 1092116"/>
              <a:gd name="connsiteY203" fmla="*/ 55867 h 306094"/>
              <a:gd name="connsiteX204" fmla="*/ 468017 w 1092116"/>
              <a:gd name="connsiteY204" fmla="*/ 67268 h 306094"/>
              <a:gd name="connsiteX205" fmla="*/ 468017 w 1092116"/>
              <a:gd name="connsiteY205" fmla="*/ 125218 h 306094"/>
              <a:gd name="connsiteX206" fmla="*/ 493299 w 1092116"/>
              <a:gd name="connsiteY206" fmla="*/ 125218 h 306094"/>
              <a:gd name="connsiteX207" fmla="*/ 493299 w 1092116"/>
              <a:gd name="connsiteY207" fmla="*/ 66944 h 306094"/>
              <a:gd name="connsiteX208" fmla="*/ 506272 w 1092116"/>
              <a:gd name="connsiteY208" fmla="*/ 55867 h 306094"/>
              <a:gd name="connsiteX209" fmla="*/ 513471 w 1092116"/>
              <a:gd name="connsiteY209" fmla="*/ 67268 h 306094"/>
              <a:gd name="connsiteX210" fmla="*/ 513471 w 1092116"/>
              <a:gd name="connsiteY210" fmla="*/ 125218 h 306094"/>
              <a:gd name="connsiteX211" fmla="*/ 538763 w 1092116"/>
              <a:gd name="connsiteY211" fmla="*/ 125218 h 306094"/>
              <a:gd name="connsiteX212" fmla="*/ 538763 w 1092116"/>
              <a:gd name="connsiteY212" fmla="*/ 62934 h 306094"/>
              <a:gd name="connsiteX213" fmla="*/ 516511 w 1092116"/>
              <a:gd name="connsiteY213" fmla="*/ 37245 h 306094"/>
              <a:gd name="connsiteX214" fmla="*/ 633514 w 1092116"/>
              <a:gd name="connsiteY214" fmla="*/ 80918 h 306094"/>
              <a:gd name="connsiteX215" fmla="*/ 594299 w 1092116"/>
              <a:gd name="connsiteY215" fmla="*/ 37246 h 306094"/>
              <a:gd name="connsiteX216" fmla="*/ 554600 w 1092116"/>
              <a:gd name="connsiteY216" fmla="*/ 83004 h 306094"/>
              <a:gd name="connsiteX217" fmla="*/ 597338 w 1092116"/>
              <a:gd name="connsiteY217" fmla="*/ 127953 h 306094"/>
              <a:gd name="connsiteX218" fmla="*/ 630475 w 1092116"/>
              <a:gd name="connsiteY218" fmla="*/ 116066 h 306094"/>
              <a:gd name="connsiteX219" fmla="*/ 620075 w 1092116"/>
              <a:gd name="connsiteY219" fmla="*/ 101940 h 306094"/>
              <a:gd name="connsiteX220" fmla="*/ 599742 w 1092116"/>
              <a:gd name="connsiteY220" fmla="*/ 109484 h 306094"/>
              <a:gd name="connsiteX221" fmla="*/ 580376 w 1092116"/>
              <a:gd name="connsiteY221" fmla="*/ 90062 h 306094"/>
              <a:gd name="connsiteX222" fmla="*/ 633039 w 1092116"/>
              <a:gd name="connsiteY222" fmla="*/ 90062 h 306094"/>
              <a:gd name="connsiteX223" fmla="*/ 633514 w 1092116"/>
              <a:gd name="connsiteY223" fmla="*/ 80918 h 306094"/>
              <a:gd name="connsiteX224" fmla="*/ 608707 w 1092116"/>
              <a:gd name="connsiteY224" fmla="*/ 74813 h 306094"/>
              <a:gd name="connsiteX225" fmla="*/ 580376 w 1092116"/>
              <a:gd name="connsiteY225" fmla="*/ 74813 h 306094"/>
              <a:gd name="connsiteX226" fmla="*/ 594945 w 1092116"/>
              <a:gd name="connsiteY226" fmla="*/ 54106 h 306094"/>
              <a:gd name="connsiteX227" fmla="*/ 608707 w 1092116"/>
              <a:gd name="connsiteY227" fmla="*/ 73689 h 306094"/>
              <a:gd name="connsiteX228" fmla="*/ 608707 w 1092116"/>
              <a:gd name="connsiteY228" fmla="*/ 74813 h 306094"/>
              <a:gd name="connsiteX229" fmla="*/ 759789 w 1092116"/>
              <a:gd name="connsiteY229" fmla="*/ 125220 h 306094"/>
              <a:gd name="connsiteX230" fmla="*/ 775003 w 1092116"/>
              <a:gd name="connsiteY230" fmla="*/ 125220 h 306094"/>
              <a:gd name="connsiteX231" fmla="*/ 775003 w 1092116"/>
              <a:gd name="connsiteY231" fmla="*/ 76583 h 306094"/>
              <a:gd name="connsiteX232" fmla="*/ 811010 w 1092116"/>
              <a:gd name="connsiteY232" fmla="*/ 76583 h 306094"/>
              <a:gd name="connsiteX233" fmla="*/ 811010 w 1092116"/>
              <a:gd name="connsiteY233" fmla="*/ 64543 h 306094"/>
              <a:gd name="connsiteX234" fmla="*/ 775003 w 1092116"/>
              <a:gd name="connsiteY234" fmla="*/ 64543 h 306094"/>
              <a:gd name="connsiteX235" fmla="*/ 775003 w 1092116"/>
              <a:gd name="connsiteY235" fmla="*/ 26818 h 306094"/>
              <a:gd name="connsiteX236" fmla="*/ 816608 w 1092116"/>
              <a:gd name="connsiteY236" fmla="*/ 26818 h 306094"/>
              <a:gd name="connsiteX237" fmla="*/ 818375 w 1092116"/>
              <a:gd name="connsiteY237" fmla="*/ 14610 h 306094"/>
              <a:gd name="connsiteX238" fmla="*/ 759789 w 1092116"/>
              <a:gd name="connsiteY238" fmla="*/ 14610 h 306094"/>
              <a:gd name="connsiteX239" fmla="*/ 759789 w 1092116"/>
              <a:gd name="connsiteY239" fmla="*/ 125220 h 306094"/>
              <a:gd name="connsiteX240" fmla="*/ 844802 w 1092116"/>
              <a:gd name="connsiteY240" fmla="*/ 0 h 306094"/>
              <a:gd name="connsiteX241" fmla="*/ 834555 w 1092116"/>
              <a:gd name="connsiteY241" fmla="*/ 10119 h 306094"/>
              <a:gd name="connsiteX242" fmla="*/ 844802 w 1092116"/>
              <a:gd name="connsiteY242" fmla="*/ 20070 h 306094"/>
              <a:gd name="connsiteX243" fmla="*/ 855199 w 1092116"/>
              <a:gd name="connsiteY243" fmla="*/ 10119 h 306094"/>
              <a:gd name="connsiteX244" fmla="*/ 844802 w 1092116"/>
              <a:gd name="connsiteY244" fmla="*/ 0 h 306094"/>
              <a:gd name="connsiteX245" fmla="*/ 852316 w 1092116"/>
              <a:gd name="connsiteY245" fmla="*/ 40616 h 306094"/>
              <a:gd name="connsiteX246" fmla="*/ 837586 w 1092116"/>
              <a:gd name="connsiteY246" fmla="*/ 40616 h 306094"/>
              <a:gd name="connsiteX247" fmla="*/ 837586 w 1092116"/>
              <a:gd name="connsiteY247" fmla="*/ 125215 h 306094"/>
              <a:gd name="connsiteX248" fmla="*/ 852316 w 1092116"/>
              <a:gd name="connsiteY248" fmla="*/ 125215 h 306094"/>
              <a:gd name="connsiteX249" fmla="*/ 852316 w 1092116"/>
              <a:gd name="connsiteY249" fmla="*/ 40616 h 306094"/>
              <a:gd name="connsiteX250" fmla="*/ 919391 w 1092116"/>
              <a:gd name="connsiteY250" fmla="*/ 38687 h 306094"/>
              <a:gd name="connsiteX251" fmla="*/ 896822 w 1092116"/>
              <a:gd name="connsiteY251" fmla="*/ 57796 h 306094"/>
              <a:gd name="connsiteX252" fmla="*/ 895381 w 1092116"/>
              <a:gd name="connsiteY252" fmla="*/ 40627 h 306094"/>
              <a:gd name="connsiteX253" fmla="*/ 882734 w 1092116"/>
              <a:gd name="connsiteY253" fmla="*/ 40627 h 306094"/>
              <a:gd name="connsiteX254" fmla="*/ 882734 w 1092116"/>
              <a:gd name="connsiteY254" fmla="*/ 125216 h 306094"/>
              <a:gd name="connsiteX255" fmla="*/ 897464 w 1092116"/>
              <a:gd name="connsiteY255" fmla="*/ 125216 h 306094"/>
              <a:gd name="connsiteX256" fmla="*/ 897464 w 1092116"/>
              <a:gd name="connsiteY256" fmla="*/ 76897 h 306094"/>
              <a:gd name="connsiteX257" fmla="*/ 917634 w 1092116"/>
              <a:gd name="connsiteY257" fmla="*/ 53133 h 306094"/>
              <a:gd name="connsiteX258" fmla="*/ 924990 w 1092116"/>
              <a:gd name="connsiteY258" fmla="*/ 54103 h 306094"/>
              <a:gd name="connsiteX259" fmla="*/ 927715 w 1092116"/>
              <a:gd name="connsiteY259" fmla="*/ 39657 h 306094"/>
              <a:gd name="connsiteX260" fmla="*/ 919392 w 1092116"/>
              <a:gd name="connsiteY260" fmla="*/ 38687 h 306094"/>
              <a:gd name="connsiteX261" fmla="*/ 967419 w 1092116"/>
              <a:gd name="connsiteY261" fmla="*/ 38693 h 306094"/>
              <a:gd name="connsiteX262" fmla="*/ 937001 w 1092116"/>
              <a:gd name="connsiteY262" fmla="*/ 61972 h 306094"/>
              <a:gd name="connsiteX263" fmla="*/ 962454 w 1092116"/>
              <a:gd name="connsiteY263" fmla="*/ 86528 h 306094"/>
              <a:gd name="connsiteX264" fmla="*/ 982940 w 1092116"/>
              <a:gd name="connsiteY264" fmla="*/ 102420 h 306094"/>
              <a:gd name="connsiteX265" fmla="*/ 964853 w 1092116"/>
              <a:gd name="connsiteY265" fmla="*/ 115262 h 306094"/>
              <a:gd name="connsiteX266" fmla="*/ 941168 w 1092116"/>
              <a:gd name="connsiteY266" fmla="*/ 107074 h 306094"/>
              <a:gd name="connsiteX267" fmla="*/ 933328 w 1092116"/>
              <a:gd name="connsiteY267" fmla="*/ 116064 h 306094"/>
              <a:gd name="connsiteX268" fmla="*/ 965178 w 1092116"/>
              <a:gd name="connsiteY268" fmla="*/ 127144 h 306094"/>
              <a:gd name="connsiteX269" fmla="*/ 998470 w 1092116"/>
              <a:gd name="connsiteY269" fmla="*/ 101459 h 306094"/>
              <a:gd name="connsiteX270" fmla="*/ 970460 w 1092116"/>
              <a:gd name="connsiteY270" fmla="*/ 75131 h 306094"/>
              <a:gd name="connsiteX271" fmla="*/ 952373 w 1092116"/>
              <a:gd name="connsiteY271" fmla="*/ 61487 h 306094"/>
              <a:gd name="connsiteX272" fmla="*/ 967903 w 1092116"/>
              <a:gd name="connsiteY272" fmla="*/ 50416 h 306094"/>
              <a:gd name="connsiteX273" fmla="*/ 989821 w 1092116"/>
              <a:gd name="connsiteY273" fmla="*/ 57635 h 306094"/>
              <a:gd name="connsiteX274" fmla="*/ 996070 w 1092116"/>
              <a:gd name="connsiteY274" fmla="*/ 48327 h 306094"/>
              <a:gd name="connsiteX275" fmla="*/ 967419 w 1092116"/>
              <a:gd name="connsiteY275" fmla="*/ 38693 h 306094"/>
              <a:gd name="connsiteX276" fmla="*/ 1056258 w 1092116"/>
              <a:gd name="connsiteY276" fmla="*/ 111571 h 306094"/>
              <a:gd name="connsiteX277" fmla="*/ 1045053 w 1092116"/>
              <a:gd name="connsiteY277" fmla="*/ 114947 h 306094"/>
              <a:gd name="connsiteX278" fmla="*/ 1034972 w 1092116"/>
              <a:gd name="connsiteY278" fmla="*/ 102422 h 306094"/>
              <a:gd name="connsiteX279" fmla="*/ 1034972 w 1092116"/>
              <a:gd name="connsiteY279" fmla="*/ 52013 h 306094"/>
              <a:gd name="connsiteX280" fmla="*/ 1053375 w 1092116"/>
              <a:gd name="connsiteY280" fmla="*/ 52013 h 306094"/>
              <a:gd name="connsiteX281" fmla="*/ 1054984 w 1092116"/>
              <a:gd name="connsiteY281" fmla="*/ 40626 h 306094"/>
              <a:gd name="connsiteX282" fmla="*/ 1034972 w 1092116"/>
              <a:gd name="connsiteY282" fmla="*/ 40626 h 306094"/>
              <a:gd name="connsiteX283" fmla="*/ 1034972 w 1092116"/>
              <a:gd name="connsiteY283" fmla="*/ 19744 h 306094"/>
              <a:gd name="connsiteX284" fmla="*/ 1020242 w 1092116"/>
              <a:gd name="connsiteY284" fmla="*/ 21516 h 306094"/>
              <a:gd name="connsiteX285" fmla="*/ 1020242 w 1092116"/>
              <a:gd name="connsiteY285" fmla="*/ 40626 h 306094"/>
              <a:gd name="connsiteX286" fmla="*/ 1005521 w 1092116"/>
              <a:gd name="connsiteY286" fmla="*/ 40626 h 306094"/>
              <a:gd name="connsiteX287" fmla="*/ 1005521 w 1092116"/>
              <a:gd name="connsiteY287" fmla="*/ 52013 h 306094"/>
              <a:gd name="connsiteX288" fmla="*/ 1020242 w 1092116"/>
              <a:gd name="connsiteY288" fmla="*/ 52013 h 306094"/>
              <a:gd name="connsiteX289" fmla="*/ 1020242 w 1092116"/>
              <a:gd name="connsiteY289" fmla="*/ 103065 h 306094"/>
              <a:gd name="connsiteX290" fmla="*/ 1042979 w 1092116"/>
              <a:gd name="connsiteY290" fmla="*/ 127146 h 306094"/>
              <a:gd name="connsiteX291" fmla="*/ 1061866 w 1092116"/>
              <a:gd name="connsiteY291" fmla="*/ 121364 h 306094"/>
              <a:gd name="connsiteX292" fmla="*/ 1056258 w 1092116"/>
              <a:gd name="connsiteY292" fmla="*/ 111571 h 306094"/>
              <a:gd name="connsiteX293" fmla="*/ 1080911 w 1092116"/>
              <a:gd name="connsiteY293" fmla="*/ 104828 h 306094"/>
              <a:gd name="connsiteX294" fmla="*/ 1069863 w 1092116"/>
              <a:gd name="connsiteY294" fmla="*/ 115908 h 306094"/>
              <a:gd name="connsiteX295" fmla="*/ 1080911 w 1092116"/>
              <a:gd name="connsiteY295" fmla="*/ 127146 h 306094"/>
              <a:gd name="connsiteX296" fmla="*/ 1092117 w 1092116"/>
              <a:gd name="connsiteY296" fmla="*/ 115908 h 306094"/>
              <a:gd name="connsiteX297" fmla="*/ 1080911 w 1092116"/>
              <a:gd name="connsiteY297" fmla="*/ 104828 h 306094"/>
              <a:gd name="connsiteX298" fmla="*/ 695451 w 1092116"/>
              <a:gd name="connsiteY298" fmla="*/ 37569 h 306094"/>
              <a:gd name="connsiteX299" fmla="*/ 673521 w 1092116"/>
              <a:gd name="connsiteY299" fmla="*/ 56514 h 306094"/>
              <a:gd name="connsiteX300" fmla="*/ 671432 w 1092116"/>
              <a:gd name="connsiteY300" fmla="*/ 39979 h 306094"/>
              <a:gd name="connsiteX301" fmla="*/ 649351 w 1092116"/>
              <a:gd name="connsiteY301" fmla="*/ 39979 h 306094"/>
              <a:gd name="connsiteX302" fmla="*/ 649351 w 1092116"/>
              <a:gd name="connsiteY302" fmla="*/ 125218 h 306094"/>
              <a:gd name="connsiteX303" fmla="*/ 674642 w 1092116"/>
              <a:gd name="connsiteY303" fmla="*/ 125218 h 306094"/>
              <a:gd name="connsiteX304" fmla="*/ 674642 w 1092116"/>
              <a:gd name="connsiteY304" fmla="*/ 83003 h 306094"/>
              <a:gd name="connsiteX305" fmla="*/ 692250 w 1092116"/>
              <a:gd name="connsiteY305" fmla="*/ 62134 h 306094"/>
              <a:gd name="connsiteX306" fmla="*/ 699933 w 1092116"/>
              <a:gd name="connsiteY306" fmla="*/ 63258 h 306094"/>
              <a:gd name="connsiteX307" fmla="*/ 703932 w 1092116"/>
              <a:gd name="connsiteY307" fmla="*/ 38693 h 306094"/>
              <a:gd name="connsiteX308" fmla="*/ 695451 w 1092116"/>
              <a:gd name="connsiteY308" fmla="*/ 37569 h 30609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Lst>
            <a:rect l="l" t="t" r="r" b="b"/>
            <a:pathLst>
              <a:path w="1092116" h="306094">
                <a:moveTo>
                  <a:pt x="473928" y="192753"/>
                </a:moveTo>
                <a:lnTo>
                  <a:pt x="532513" y="192753"/>
                </a:lnTo>
                <a:lnTo>
                  <a:pt x="530746" y="204961"/>
                </a:lnTo>
                <a:lnTo>
                  <a:pt x="489141" y="204961"/>
                </a:lnTo>
                <a:lnTo>
                  <a:pt x="489141" y="242686"/>
                </a:lnTo>
                <a:lnTo>
                  <a:pt x="525148" y="242686"/>
                </a:lnTo>
                <a:lnTo>
                  <a:pt x="525148" y="254726"/>
                </a:lnTo>
                <a:lnTo>
                  <a:pt x="489141" y="254726"/>
                </a:lnTo>
                <a:lnTo>
                  <a:pt x="489141" y="303363"/>
                </a:lnTo>
                <a:lnTo>
                  <a:pt x="473928" y="303363"/>
                </a:lnTo>
                <a:lnTo>
                  <a:pt x="473928" y="192753"/>
                </a:lnTo>
                <a:close/>
                <a:moveTo>
                  <a:pt x="558941" y="178143"/>
                </a:moveTo>
                <a:cubicBezTo>
                  <a:pt x="552850" y="178143"/>
                  <a:pt x="548693" y="182480"/>
                  <a:pt x="548693" y="188262"/>
                </a:cubicBezTo>
                <a:cubicBezTo>
                  <a:pt x="548693" y="193886"/>
                  <a:pt x="552850" y="198214"/>
                  <a:pt x="558941" y="198214"/>
                </a:cubicBezTo>
                <a:cubicBezTo>
                  <a:pt x="565181" y="198214"/>
                  <a:pt x="569337" y="193886"/>
                  <a:pt x="569337" y="188262"/>
                </a:cubicBezTo>
                <a:cubicBezTo>
                  <a:pt x="569337" y="182480"/>
                  <a:pt x="565180" y="178143"/>
                  <a:pt x="558941" y="178143"/>
                </a:cubicBezTo>
                <a:close/>
                <a:moveTo>
                  <a:pt x="566455" y="218759"/>
                </a:moveTo>
                <a:lnTo>
                  <a:pt x="551725" y="218759"/>
                </a:lnTo>
                <a:lnTo>
                  <a:pt x="551725" y="303359"/>
                </a:lnTo>
                <a:lnTo>
                  <a:pt x="566455" y="303359"/>
                </a:lnTo>
                <a:lnTo>
                  <a:pt x="566455" y="218759"/>
                </a:lnTo>
                <a:close/>
                <a:moveTo>
                  <a:pt x="633530" y="216830"/>
                </a:moveTo>
                <a:cubicBezTo>
                  <a:pt x="623292" y="216830"/>
                  <a:pt x="615443" y="223256"/>
                  <a:pt x="610961" y="235939"/>
                </a:cubicBezTo>
                <a:lnTo>
                  <a:pt x="609520" y="218770"/>
                </a:lnTo>
                <a:lnTo>
                  <a:pt x="596873" y="218770"/>
                </a:lnTo>
                <a:lnTo>
                  <a:pt x="596873" y="303360"/>
                </a:lnTo>
                <a:lnTo>
                  <a:pt x="611603" y="303360"/>
                </a:lnTo>
                <a:lnTo>
                  <a:pt x="611603" y="255040"/>
                </a:lnTo>
                <a:cubicBezTo>
                  <a:pt x="615127" y="238831"/>
                  <a:pt x="621199" y="231276"/>
                  <a:pt x="631773" y="231276"/>
                </a:cubicBezTo>
                <a:cubicBezTo>
                  <a:pt x="634804" y="231276"/>
                  <a:pt x="636571" y="231603"/>
                  <a:pt x="639128" y="232246"/>
                </a:cubicBezTo>
                <a:lnTo>
                  <a:pt x="641853" y="217800"/>
                </a:lnTo>
                <a:cubicBezTo>
                  <a:pt x="639296" y="217156"/>
                  <a:pt x="636246" y="216830"/>
                  <a:pt x="633530" y="216830"/>
                </a:cubicBezTo>
                <a:close/>
                <a:moveTo>
                  <a:pt x="681558" y="216836"/>
                </a:moveTo>
                <a:cubicBezTo>
                  <a:pt x="664113" y="216836"/>
                  <a:pt x="651140" y="226629"/>
                  <a:pt x="651140" y="240115"/>
                </a:cubicBezTo>
                <a:cubicBezTo>
                  <a:pt x="651140" y="251987"/>
                  <a:pt x="658347" y="259859"/>
                  <a:pt x="676592" y="264671"/>
                </a:cubicBezTo>
                <a:cubicBezTo>
                  <a:pt x="692922" y="269008"/>
                  <a:pt x="697079" y="272216"/>
                  <a:pt x="697079" y="280563"/>
                </a:cubicBezTo>
                <a:cubicBezTo>
                  <a:pt x="697079" y="288584"/>
                  <a:pt x="690039" y="293406"/>
                  <a:pt x="678991" y="293406"/>
                </a:cubicBezTo>
                <a:cubicBezTo>
                  <a:pt x="669869" y="293406"/>
                  <a:pt x="662029" y="290356"/>
                  <a:pt x="655306" y="285217"/>
                </a:cubicBezTo>
                <a:lnTo>
                  <a:pt x="647467" y="294208"/>
                </a:lnTo>
                <a:cubicBezTo>
                  <a:pt x="654823" y="300624"/>
                  <a:pt x="665061" y="305287"/>
                  <a:pt x="679317" y="305287"/>
                </a:cubicBezTo>
                <a:cubicBezTo>
                  <a:pt x="696446" y="305287"/>
                  <a:pt x="712608" y="297257"/>
                  <a:pt x="712608" y="279602"/>
                </a:cubicBezTo>
                <a:cubicBezTo>
                  <a:pt x="712608" y="264830"/>
                  <a:pt x="702360" y="257770"/>
                  <a:pt x="684599" y="253274"/>
                </a:cubicBezTo>
                <a:cubicBezTo>
                  <a:pt x="670984" y="249740"/>
                  <a:pt x="666512" y="246531"/>
                  <a:pt x="666512" y="239630"/>
                </a:cubicBezTo>
                <a:cubicBezTo>
                  <a:pt x="666512" y="232887"/>
                  <a:pt x="672426" y="228559"/>
                  <a:pt x="682042" y="228559"/>
                </a:cubicBezTo>
                <a:cubicBezTo>
                  <a:pt x="689871" y="228559"/>
                  <a:pt x="696446" y="230956"/>
                  <a:pt x="703960" y="235778"/>
                </a:cubicBezTo>
                <a:lnTo>
                  <a:pt x="710209" y="226470"/>
                </a:lnTo>
                <a:cubicBezTo>
                  <a:pt x="702202" y="220371"/>
                  <a:pt x="693396" y="216836"/>
                  <a:pt x="681558" y="216836"/>
                </a:cubicBezTo>
                <a:close/>
                <a:moveTo>
                  <a:pt x="770396" y="289714"/>
                </a:moveTo>
                <a:cubicBezTo>
                  <a:pt x="766240" y="291962"/>
                  <a:pt x="762874" y="293090"/>
                  <a:pt x="759191" y="293090"/>
                </a:cubicBezTo>
                <a:cubicBezTo>
                  <a:pt x="751826" y="293090"/>
                  <a:pt x="749110" y="289071"/>
                  <a:pt x="749110" y="280565"/>
                </a:cubicBezTo>
                <a:lnTo>
                  <a:pt x="749110" y="230156"/>
                </a:lnTo>
                <a:lnTo>
                  <a:pt x="767514" y="230156"/>
                </a:lnTo>
                <a:lnTo>
                  <a:pt x="769123" y="218769"/>
                </a:lnTo>
                <a:lnTo>
                  <a:pt x="749110" y="218769"/>
                </a:lnTo>
                <a:lnTo>
                  <a:pt x="749110" y="197887"/>
                </a:lnTo>
                <a:lnTo>
                  <a:pt x="734380" y="199659"/>
                </a:lnTo>
                <a:lnTo>
                  <a:pt x="734380" y="218769"/>
                </a:lnTo>
                <a:lnTo>
                  <a:pt x="719660" y="218769"/>
                </a:lnTo>
                <a:lnTo>
                  <a:pt x="719660" y="230156"/>
                </a:lnTo>
                <a:lnTo>
                  <a:pt x="734380" y="230156"/>
                </a:lnTo>
                <a:lnTo>
                  <a:pt x="734380" y="281209"/>
                </a:lnTo>
                <a:cubicBezTo>
                  <a:pt x="734380" y="296942"/>
                  <a:pt x="742861" y="305289"/>
                  <a:pt x="757117" y="305289"/>
                </a:cubicBezTo>
                <a:cubicBezTo>
                  <a:pt x="764315" y="305289"/>
                  <a:pt x="770396" y="303359"/>
                  <a:pt x="776004" y="299507"/>
                </a:cubicBezTo>
                <a:lnTo>
                  <a:pt x="770396" y="289714"/>
                </a:lnTo>
                <a:close/>
                <a:moveTo>
                  <a:pt x="795049" y="282971"/>
                </a:moveTo>
                <a:cubicBezTo>
                  <a:pt x="788810" y="282971"/>
                  <a:pt x="784002" y="287952"/>
                  <a:pt x="784002" y="294051"/>
                </a:cubicBezTo>
                <a:cubicBezTo>
                  <a:pt x="784002" y="300309"/>
                  <a:pt x="788810" y="305289"/>
                  <a:pt x="795049" y="305289"/>
                </a:cubicBezTo>
                <a:cubicBezTo>
                  <a:pt x="801447" y="305289"/>
                  <a:pt x="806255" y="300309"/>
                  <a:pt x="806255" y="294051"/>
                </a:cubicBezTo>
                <a:cubicBezTo>
                  <a:pt x="806255" y="287952"/>
                  <a:pt x="801447" y="282971"/>
                  <a:pt x="795049" y="282971"/>
                </a:cubicBezTo>
                <a:close/>
                <a:moveTo>
                  <a:pt x="50421" y="189384"/>
                </a:moveTo>
                <a:cubicBezTo>
                  <a:pt x="21606" y="189384"/>
                  <a:pt x="0" y="210254"/>
                  <a:pt x="0" y="247496"/>
                </a:cubicBezTo>
                <a:cubicBezTo>
                  <a:pt x="0" y="285539"/>
                  <a:pt x="20325" y="306094"/>
                  <a:pt x="50735" y="306094"/>
                </a:cubicBezTo>
                <a:cubicBezTo>
                  <a:pt x="66101" y="306094"/>
                  <a:pt x="78107" y="299189"/>
                  <a:pt x="85477" y="291807"/>
                </a:cubicBezTo>
                <a:lnTo>
                  <a:pt x="73785" y="276710"/>
                </a:lnTo>
                <a:cubicBezTo>
                  <a:pt x="67232" y="281691"/>
                  <a:pt x="60821" y="285701"/>
                  <a:pt x="52017" y="285701"/>
                </a:cubicBezTo>
                <a:cubicBezTo>
                  <a:pt x="37296" y="285701"/>
                  <a:pt x="27533" y="274309"/>
                  <a:pt x="27533" y="247496"/>
                </a:cubicBezTo>
                <a:cubicBezTo>
                  <a:pt x="27533" y="220207"/>
                  <a:pt x="37448" y="208806"/>
                  <a:pt x="51694" y="208806"/>
                </a:cubicBezTo>
                <a:cubicBezTo>
                  <a:pt x="59225" y="208806"/>
                  <a:pt x="65466" y="211701"/>
                  <a:pt x="71705" y="216512"/>
                </a:cubicBezTo>
                <a:lnTo>
                  <a:pt x="84194" y="201586"/>
                </a:lnTo>
                <a:cubicBezTo>
                  <a:pt x="74915" y="193718"/>
                  <a:pt x="64829" y="189384"/>
                  <a:pt x="50421" y="189384"/>
                </a:cubicBezTo>
                <a:close/>
                <a:moveTo>
                  <a:pt x="119240" y="306094"/>
                </a:moveTo>
                <a:cubicBezTo>
                  <a:pt x="125328" y="306094"/>
                  <a:pt x="130770" y="304808"/>
                  <a:pt x="134607" y="303199"/>
                </a:cubicBezTo>
                <a:lnTo>
                  <a:pt x="129649" y="285225"/>
                </a:lnTo>
                <a:cubicBezTo>
                  <a:pt x="128528" y="285701"/>
                  <a:pt x="127246" y="286025"/>
                  <a:pt x="125489" y="286025"/>
                </a:cubicBezTo>
                <a:cubicBezTo>
                  <a:pt x="122450" y="286025"/>
                  <a:pt x="121168" y="284263"/>
                  <a:pt x="121168" y="280729"/>
                </a:cubicBezTo>
                <a:lnTo>
                  <a:pt x="121168" y="181517"/>
                </a:lnTo>
                <a:lnTo>
                  <a:pt x="95876" y="184250"/>
                </a:lnTo>
                <a:lnTo>
                  <a:pt x="95876" y="281691"/>
                </a:lnTo>
                <a:cubicBezTo>
                  <a:pt x="95876" y="297265"/>
                  <a:pt x="104519" y="306094"/>
                  <a:pt x="119240" y="306094"/>
                </a:cubicBezTo>
                <a:close/>
                <a:moveTo>
                  <a:pt x="181829" y="215389"/>
                </a:moveTo>
                <a:cubicBezTo>
                  <a:pt x="155902" y="215389"/>
                  <a:pt x="140212" y="233372"/>
                  <a:pt x="140212" y="260661"/>
                </a:cubicBezTo>
                <a:cubicBezTo>
                  <a:pt x="140212" y="289398"/>
                  <a:pt x="156064" y="306086"/>
                  <a:pt x="181829" y="306086"/>
                </a:cubicBezTo>
                <a:cubicBezTo>
                  <a:pt x="207758" y="306086"/>
                  <a:pt x="223447" y="288112"/>
                  <a:pt x="223447" y="260823"/>
                </a:cubicBezTo>
                <a:cubicBezTo>
                  <a:pt x="223447" y="232086"/>
                  <a:pt x="207758" y="215389"/>
                  <a:pt x="181829" y="215389"/>
                </a:cubicBezTo>
                <a:close/>
                <a:moveTo>
                  <a:pt x="181829" y="234010"/>
                </a:moveTo>
                <a:cubicBezTo>
                  <a:pt x="192078" y="234010"/>
                  <a:pt x="197197" y="241878"/>
                  <a:pt x="197197" y="260823"/>
                </a:cubicBezTo>
                <a:cubicBezTo>
                  <a:pt x="197197" y="279282"/>
                  <a:pt x="192078" y="287474"/>
                  <a:pt x="181829" y="287474"/>
                </a:cubicBezTo>
                <a:cubicBezTo>
                  <a:pt x="171582" y="287474"/>
                  <a:pt x="166463" y="279606"/>
                  <a:pt x="166463" y="260661"/>
                </a:cubicBezTo>
                <a:cubicBezTo>
                  <a:pt x="166463" y="242201"/>
                  <a:pt x="171582" y="234010"/>
                  <a:pt x="181829" y="234010"/>
                </a:cubicBezTo>
                <a:close/>
                <a:moveTo>
                  <a:pt x="311798" y="218123"/>
                </a:moveTo>
                <a:lnTo>
                  <a:pt x="286506" y="218123"/>
                </a:lnTo>
                <a:lnTo>
                  <a:pt x="286506" y="277359"/>
                </a:lnTo>
                <a:cubicBezTo>
                  <a:pt x="282831" y="283779"/>
                  <a:pt x="278025" y="287313"/>
                  <a:pt x="272745" y="287313"/>
                </a:cubicBezTo>
                <a:cubicBezTo>
                  <a:pt x="267464" y="287313"/>
                  <a:pt x="264577" y="284741"/>
                  <a:pt x="264577" y="276073"/>
                </a:cubicBezTo>
                <a:lnTo>
                  <a:pt x="264577" y="218123"/>
                </a:lnTo>
                <a:lnTo>
                  <a:pt x="239285" y="218123"/>
                </a:lnTo>
                <a:lnTo>
                  <a:pt x="239285" y="279283"/>
                </a:lnTo>
                <a:cubicBezTo>
                  <a:pt x="239285" y="295819"/>
                  <a:pt x="247130" y="306087"/>
                  <a:pt x="262981" y="306087"/>
                </a:cubicBezTo>
                <a:cubicBezTo>
                  <a:pt x="274188" y="306087"/>
                  <a:pt x="282508" y="301600"/>
                  <a:pt x="288748" y="292609"/>
                </a:cubicBezTo>
                <a:lnTo>
                  <a:pt x="289868" y="303362"/>
                </a:lnTo>
                <a:lnTo>
                  <a:pt x="311798" y="303362"/>
                </a:lnTo>
                <a:lnTo>
                  <a:pt x="311798" y="218123"/>
                </a:lnTo>
                <a:close/>
                <a:moveTo>
                  <a:pt x="382540" y="181520"/>
                </a:moveTo>
                <a:lnTo>
                  <a:pt x="382540" y="223420"/>
                </a:lnTo>
                <a:cubicBezTo>
                  <a:pt x="377572" y="218438"/>
                  <a:pt x="370696" y="215390"/>
                  <a:pt x="362367" y="215390"/>
                </a:cubicBezTo>
                <a:cubicBezTo>
                  <a:pt x="341397" y="215390"/>
                  <a:pt x="327635" y="234174"/>
                  <a:pt x="327635" y="260501"/>
                </a:cubicBezTo>
                <a:cubicBezTo>
                  <a:pt x="327635" y="288114"/>
                  <a:pt x="338358" y="306088"/>
                  <a:pt x="359974" y="306088"/>
                </a:cubicBezTo>
                <a:cubicBezTo>
                  <a:pt x="371494" y="306088"/>
                  <a:pt x="379177" y="300468"/>
                  <a:pt x="384145" y="293410"/>
                </a:cubicBezTo>
                <a:lnTo>
                  <a:pt x="385417" y="303363"/>
                </a:lnTo>
                <a:lnTo>
                  <a:pt x="407831" y="303363"/>
                </a:lnTo>
                <a:lnTo>
                  <a:pt x="407831" y="184244"/>
                </a:lnTo>
                <a:lnTo>
                  <a:pt x="382540" y="181520"/>
                </a:lnTo>
                <a:close/>
                <a:moveTo>
                  <a:pt x="367809" y="287466"/>
                </a:moveTo>
                <a:cubicBezTo>
                  <a:pt x="359651" y="287466"/>
                  <a:pt x="353886" y="281846"/>
                  <a:pt x="353886" y="260663"/>
                </a:cubicBezTo>
                <a:cubicBezTo>
                  <a:pt x="353886" y="241556"/>
                  <a:pt x="360287" y="233850"/>
                  <a:pt x="369253" y="233850"/>
                </a:cubicBezTo>
                <a:cubicBezTo>
                  <a:pt x="374856" y="233850"/>
                  <a:pt x="378693" y="236584"/>
                  <a:pt x="382540" y="241079"/>
                </a:cubicBezTo>
                <a:lnTo>
                  <a:pt x="382540" y="277836"/>
                </a:lnTo>
                <a:cubicBezTo>
                  <a:pt x="378541" y="284256"/>
                  <a:pt x="373897" y="287466"/>
                  <a:pt x="367809" y="287466"/>
                </a:cubicBezTo>
                <a:close/>
                <a:moveTo>
                  <a:pt x="84194" y="23443"/>
                </a:moveTo>
                <a:lnTo>
                  <a:pt x="71705" y="38368"/>
                </a:lnTo>
                <a:cubicBezTo>
                  <a:pt x="65466" y="33558"/>
                  <a:pt x="59225" y="30663"/>
                  <a:pt x="51694" y="30663"/>
                </a:cubicBezTo>
                <a:cubicBezTo>
                  <a:pt x="37448" y="30663"/>
                  <a:pt x="27533" y="42064"/>
                  <a:pt x="27533" y="69353"/>
                </a:cubicBezTo>
                <a:cubicBezTo>
                  <a:pt x="27533" y="96166"/>
                  <a:pt x="37296" y="107558"/>
                  <a:pt x="52017" y="107558"/>
                </a:cubicBezTo>
                <a:cubicBezTo>
                  <a:pt x="60821" y="107558"/>
                  <a:pt x="67232" y="103548"/>
                  <a:pt x="73785" y="98566"/>
                </a:cubicBezTo>
                <a:lnTo>
                  <a:pt x="85477" y="113663"/>
                </a:lnTo>
                <a:cubicBezTo>
                  <a:pt x="78107" y="121045"/>
                  <a:pt x="66101" y="127951"/>
                  <a:pt x="50735" y="127951"/>
                </a:cubicBezTo>
                <a:cubicBezTo>
                  <a:pt x="20325" y="127951"/>
                  <a:pt x="0" y="107406"/>
                  <a:pt x="0" y="69353"/>
                </a:cubicBezTo>
                <a:cubicBezTo>
                  <a:pt x="0" y="32110"/>
                  <a:pt x="21606" y="11241"/>
                  <a:pt x="50421" y="11241"/>
                </a:cubicBezTo>
                <a:cubicBezTo>
                  <a:pt x="64829" y="11241"/>
                  <a:pt x="74915" y="15575"/>
                  <a:pt x="84194" y="23443"/>
                </a:cubicBezTo>
                <a:close/>
                <a:moveTo>
                  <a:pt x="167423" y="39981"/>
                </a:moveTo>
                <a:lnTo>
                  <a:pt x="142132" y="39981"/>
                </a:lnTo>
                <a:lnTo>
                  <a:pt x="142132" y="99217"/>
                </a:lnTo>
                <a:cubicBezTo>
                  <a:pt x="138457" y="105637"/>
                  <a:pt x="133650" y="109171"/>
                  <a:pt x="128370" y="109171"/>
                </a:cubicBezTo>
                <a:cubicBezTo>
                  <a:pt x="123089" y="109171"/>
                  <a:pt x="120203" y="106599"/>
                  <a:pt x="120203" y="97931"/>
                </a:cubicBezTo>
                <a:lnTo>
                  <a:pt x="120203" y="39981"/>
                </a:lnTo>
                <a:lnTo>
                  <a:pt x="94911" y="39981"/>
                </a:lnTo>
                <a:lnTo>
                  <a:pt x="94911" y="101141"/>
                </a:lnTo>
                <a:cubicBezTo>
                  <a:pt x="94911" y="117676"/>
                  <a:pt x="102756" y="127954"/>
                  <a:pt x="118607" y="127954"/>
                </a:cubicBezTo>
                <a:cubicBezTo>
                  <a:pt x="129814" y="127954"/>
                  <a:pt x="138134" y="123458"/>
                  <a:pt x="144373" y="114466"/>
                </a:cubicBezTo>
                <a:lnTo>
                  <a:pt x="145494" y="125220"/>
                </a:lnTo>
                <a:lnTo>
                  <a:pt x="167424" y="125220"/>
                </a:lnTo>
                <a:lnTo>
                  <a:pt x="167424" y="39981"/>
                </a:lnTo>
                <a:close/>
                <a:moveTo>
                  <a:pt x="218806" y="37253"/>
                </a:moveTo>
                <a:cubicBezTo>
                  <a:pt x="197352" y="37253"/>
                  <a:pt x="184065" y="48645"/>
                  <a:pt x="184065" y="63256"/>
                </a:cubicBezTo>
                <a:cubicBezTo>
                  <a:pt x="184065" y="76420"/>
                  <a:pt x="192385" y="85087"/>
                  <a:pt x="209195" y="89898"/>
                </a:cubicBezTo>
                <a:cubicBezTo>
                  <a:pt x="224562" y="94241"/>
                  <a:pt x="227127" y="96003"/>
                  <a:pt x="227127" y="101785"/>
                </a:cubicBezTo>
                <a:cubicBezTo>
                  <a:pt x="227127" y="106919"/>
                  <a:pt x="222482" y="109805"/>
                  <a:pt x="214799" y="109805"/>
                </a:cubicBezTo>
                <a:cubicBezTo>
                  <a:pt x="206479" y="109805"/>
                  <a:pt x="198634" y="106443"/>
                  <a:pt x="192233" y="101461"/>
                </a:cubicBezTo>
                <a:lnTo>
                  <a:pt x="179905" y="115263"/>
                </a:lnTo>
                <a:cubicBezTo>
                  <a:pt x="188225" y="122816"/>
                  <a:pt x="200714" y="127950"/>
                  <a:pt x="215435" y="127950"/>
                </a:cubicBezTo>
                <a:cubicBezTo>
                  <a:pt x="236567" y="127950"/>
                  <a:pt x="253215" y="117511"/>
                  <a:pt x="253215" y="99851"/>
                </a:cubicBezTo>
                <a:cubicBezTo>
                  <a:pt x="253215" y="84602"/>
                  <a:pt x="243775" y="77544"/>
                  <a:pt x="226965" y="72724"/>
                </a:cubicBezTo>
                <a:cubicBezTo>
                  <a:pt x="211759" y="68228"/>
                  <a:pt x="209518" y="66304"/>
                  <a:pt x="209518" y="61808"/>
                </a:cubicBezTo>
                <a:cubicBezTo>
                  <a:pt x="209518" y="57960"/>
                  <a:pt x="212880" y="55389"/>
                  <a:pt x="219766" y="55389"/>
                </a:cubicBezTo>
                <a:cubicBezTo>
                  <a:pt x="227127" y="55389"/>
                  <a:pt x="234164" y="57798"/>
                  <a:pt x="240736" y="61970"/>
                </a:cubicBezTo>
                <a:lnTo>
                  <a:pt x="250015" y="47683"/>
                </a:lnTo>
                <a:cubicBezTo>
                  <a:pt x="242170" y="41263"/>
                  <a:pt x="231125" y="37253"/>
                  <a:pt x="218807" y="37253"/>
                </a:cubicBezTo>
                <a:close/>
                <a:moveTo>
                  <a:pt x="312597" y="105157"/>
                </a:moveTo>
                <a:cubicBezTo>
                  <a:pt x="309235" y="107081"/>
                  <a:pt x="306357" y="107881"/>
                  <a:pt x="303470" y="107881"/>
                </a:cubicBezTo>
                <a:cubicBezTo>
                  <a:pt x="298189" y="107881"/>
                  <a:pt x="295463" y="104995"/>
                  <a:pt x="295463" y="96803"/>
                </a:cubicBezTo>
                <a:lnTo>
                  <a:pt x="295463" y="57636"/>
                </a:lnTo>
                <a:lnTo>
                  <a:pt x="312274" y="57636"/>
                </a:lnTo>
                <a:lnTo>
                  <a:pt x="314999" y="39977"/>
                </a:lnTo>
                <a:lnTo>
                  <a:pt x="295463" y="39977"/>
                </a:lnTo>
                <a:lnTo>
                  <a:pt x="295463" y="18632"/>
                </a:lnTo>
                <a:lnTo>
                  <a:pt x="270181" y="21518"/>
                </a:lnTo>
                <a:lnTo>
                  <a:pt x="270181" y="39977"/>
                </a:lnTo>
                <a:lnTo>
                  <a:pt x="258177" y="39977"/>
                </a:lnTo>
                <a:lnTo>
                  <a:pt x="258177" y="57636"/>
                </a:lnTo>
                <a:lnTo>
                  <a:pt x="270181" y="57636"/>
                </a:lnTo>
                <a:lnTo>
                  <a:pt x="270181" y="97127"/>
                </a:lnTo>
                <a:cubicBezTo>
                  <a:pt x="270181" y="117196"/>
                  <a:pt x="279299" y="127788"/>
                  <a:pt x="298028" y="127950"/>
                </a:cubicBezTo>
                <a:cubicBezTo>
                  <a:pt x="305711" y="127950"/>
                  <a:pt x="314676" y="125702"/>
                  <a:pt x="321078" y="121206"/>
                </a:cubicBezTo>
                <a:lnTo>
                  <a:pt x="312597" y="105157"/>
                </a:lnTo>
                <a:close/>
                <a:moveTo>
                  <a:pt x="365094" y="37246"/>
                </a:moveTo>
                <a:cubicBezTo>
                  <a:pt x="339166" y="37246"/>
                  <a:pt x="323477" y="55229"/>
                  <a:pt x="323477" y="82519"/>
                </a:cubicBezTo>
                <a:cubicBezTo>
                  <a:pt x="323477" y="111256"/>
                  <a:pt x="339328" y="127953"/>
                  <a:pt x="365094" y="127953"/>
                </a:cubicBezTo>
                <a:cubicBezTo>
                  <a:pt x="391022" y="127953"/>
                  <a:pt x="406712" y="109970"/>
                  <a:pt x="406712" y="82681"/>
                </a:cubicBezTo>
                <a:cubicBezTo>
                  <a:pt x="406712" y="53944"/>
                  <a:pt x="391022" y="37246"/>
                  <a:pt x="365094" y="37246"/>
                </a:cubicBezTo>
                <a:close/>
                <a:moveTo>
                  <a:pt x="365094" y="55868"/>
                </a:moveTo>
                <a:cubicBezTo>
                  <a:pt x="375342" y="55868"/>
                  <a:pt x="380461" y="63735"/>
                  <a:pt x="380461" y="82681"/>
                </a:cubicBezTo>
                <a:cubicBezTo>
                  <a:pt x="380461" y="101140"/>
                  <a:pt x="375342" y="109331"/>
                  <a:pt x="365094" y="109331"/>
                </a:cubicBezTo>
                <a:cubicBezTo>
                  <a:pt x="354846" y="109331"/>
                  <a:pt x="349727" y="101464"/>
                  <a:pt x="349727" y="82519"/>
                </a:cubicBezTo>
                <a:cubicBezTo>
                  <a:pt x="349727" y="64059"/>
                  <a:pt x="354846" y="55868"/>
                  <a:pt x="365094" y="55868"/>
                </a:cubicBezTo>
                <a:close/>
                <a:moveTo>
                  <a:pt x="516511" y="37245"/>
                </a:moveTo>
                <a:cubicBezTo>
                  <a:pt x="505636" y="37245"/>
                  <a:pt x="497782" y="41741"/>
                  <a:pt x="491067" y="50733"/>
                </a:cubicBezTo>
                <a:cubicBezTo>
                  <a:pt x="487866" y="42065"/>
                  <a:pt x="480496" y="37245"/>
                  <a:pt x="471056" y="37245"/>
                </a:cubicBezTo>
                <a:cubicBezTo>
                  <a:pt x="460657" y="37245"/>
                  <a:pt x="452973" y="41579"/>
                  <a:pt x="446410" y="49933"/>
                </a:cubicBezTo>
                <a:lnTo>
                  <a:pt x="444644" y="39979"/>
                </a:lnTo>
                <a:lnTo>
                  <a:pt x="422553" y="39979"/>
                </a:lnTo>
                <a:lnTo>
                  <a:pt x="422553" y="125218"/>
                </a:lnTo>
                <a:lnTo>
                  <a:pt x="447845" y="125218"/>
                </a:lnTo>
                <a:lnTo>
                  <a:pt x="447845" y="66944"/>
                </a:lnTo>
                <a:cubicBezTo>
                  <a:pt x="451530" y="59886"/>
                  <a:pt x="455528" y="55867"/>
                  <a:pt x="460808" y="55867"/>
                </a:cubicBezTo>
                <a:cubicBezTo>
                  <a:pt x="464655" y="55867"/>
                  <a:pt x="468017" y="58277"/>
                  <a:pt x="468017" y="67268"/>
                </a:cubicBezTo>
                <a:lnTo>
                  <a:pt x="468017" y="125218"/>
                </a:lnTo>
                <a:lnTo>
                  <a:pt x="493299" y="125218"/>
                </a:lnTo>
                <a:lnTo>
                  <a:pt x="493299" y="66944"/>
                </a:lnTo>
                <a:cubicBezTo>
                  <a:pt x="496984" y="59886"/>
                  <a:pt x="500830" y="55867"/>
                  <a:pt x="506272" y="55867"/>
                </a:cubicBezTo>
                <a:cubicBezTo>
                  <a:pt x="510109" y="55867"/>
                  <a:pt x="513471" y="58277"/>
                  <a:pt x="513471" y="67268"/>
                </a:cubicBezTo>
                <a:lnTo>
                  <a:pt x="513471" y="125218"/>
                </a:lnTo>
                <a:lnTo>
                  <a:pt x="538763" y="125218"/>
                </a:lnTo>
                <a:lnTo>
                  <a:pt x="538763" y="62934"/>
                </a:lnTo>
                <a:cubicBezTo>
                  <a:pt x="538763" y="46723"/>
                  <a:pt x="529636" y="37245"/>
                  <a:pt x="516511" y="37245"/>
                </a:cubicBezTo>
                <a:close/>
                <a:moveTo>
                  <a:pt x="633514" y="80918"/>
                </a:moveTo>
                <a:cubicBezTo>
                  <a:pt x="633514" y="53305"/>
                  <a:pt x="618631" y="37246"/>
                  <a:pt x="594299" y="37246"/>
                </a:cubicBezTo>
                <a:cubicBezTo>
                  <a:pt x="568533" y="37246"/>
                  <a:pt x="554600" y="57477"/>
                  <a:pt x="554600" y="83004"/>
                </a:cubicBezTo>
                <a:cubicBezTo>
                  <a:pt x="554600" y="109646"/>
                  <a:pt x="569008" y="127953"/>
                  <a:pt x="597338" y="127953"/>
                </a:cubicBezTo>
                <a:cubicBezTo>
                  <a:pt x="611109" y="127953"/>
                  <a:pt x="621994" y="122809"/>
                  <a:pt x="630475" y="116066"/>
                </a:cubicBezTo>
                <a:lnTo>
                  <a:pt x="620075" y="101940"/>
                </a:lnTo>
                <a:cubicBezTo>
                  <a:pt x="612705" y="107084"/>
                  <a:pt x="606627" y="109484"/>
                  <a:pt x="599742" y="109484"/>
                </a:cubicBezTo>
                <a:cubicBezTo>
                  <a:pt x="589342" y="109484"/>
                  <a:pt x="582133" y="105312"/>
                  <a:pt x="580376" y="90062"/>
                </a:cubicBezTo>
                <a:lnTo>
                  <a:pt x="633039" y="90062"/>
                </a:lnTo>
                <a:cubicBezTo>
                  <a:pt x="633352" y="87491"/>
                  <a:pt x="633514" y="83643"/>
                  <a:pt x="633514" y="80918"/>
                </a:cubicBezTo>
                <a:close/>
                <a:moveTo>
                  <a:pt x="608707" y="74813"/>
                </a:moveTo>
                <a:lnTo>
                  <a:pt x="580376" y="74813"/>
                </a:lnTo>
                <a:cubicBezTo>
                  <a:pt x="581497" y="59563"/>
                  <a:pt x="586454" y="54106"/>
                  <a:pt x="594945" y="54106"/>
                </a:cubicBezTo>
                <a:cubicBezTo>
                  <a:pt x="605022" y="54106"/>
                  <a:pt x="608545" y="62135"/>
                  <a:pt x="608707" y="73689"/>
                </a:cubicBezTo>
                <a:lnTo>
                  <a:pt x="608707" y="74813"/>
                </a:lnTo>
                <a:close/>
                <a:moveTo>
                  <a:pt x="759789" y="125220"/>
                </a:moveTo>
                <a:lnTo>
                  <a:pt x="775003" y="125220"/>
                </a:lnTo>
                <a:lnTo>
                  <a:pt x="775003" y="76583"/>
                </a:lnTo>
                <a:lnTo>
                  <a:pt x="811010" y="76583"/>
                </a:lnTo>
                <a:lnTo>
                  <a:pt x="811010" y="64543"/>
                </a:lnTo>
                <a:lnTo>
                  <a:pt x="775003" y="64543"/>
                </a:lnTo>
                <a:lnTo>
                  <a:pt x="775003" y="26818"/>
                </a:lnTo>
                <a:lnTo>
                  <a:pt x="816608" y="26818"/>
                </a:lnTo>
                <a:lnTo>
                  <a:pt x="818375" y="14610"/>
                </a:lnTo>
                <a:lnTo>
                  <a:pt x="759789" y="14610"/>
                </a:lnTo>
                <a:lnTo>
                  <a:pt x="759789" y="125220"/>
                </a:lnTo>
                <a:close/>
                <a:moveTo>
                  <a:pt x="844802" y="0"/>
                </a:moveTo>
                <a:cubicBezTo>
                  <a:pt x="838711" y="0"/>
                  <a:pt x="834555" y="4337"/>
                  <a:pt x="834555" y="10119"/>
                </a:cubicBezTo>
                <a:cubicBezTo>
                  <a:pt x="834555" y="15743"/>
                  <a:pt x="838711" y="20070"/>
                  <a:pt x="844802" y="20070"/>
                </a:cubicBezTo>
                <a:cubicBezTo>
                  <a:pt x="851042" y="20070"/>
                  <a:pt x="855199" y="15743"/>
                  <a:pt x="855199" y="10119"/>
                </a:cubicBezTo>
                <a:cubicBezTo>
                  <a:pt x="855199" y="4337"/>
                  <a:pt x="851042" y="0"/>
                  <a:pt x="844802" y="0"/>
                </a:cubicBezTo>
                <a:close/>
                <a:moveTo>
                  <a:pt x="852316" y="40616"/>
                </a:moveTo>
                <a:lnTo>
                  <a:pt x="837586" y="40616"/>
                </a:lnTo>
                <a:lnTo>
                  <a:pt x="837586" y="125215"/>
                </a:lnTo>
                <a:lnTo>
                  <a:pt x="852316" y="125215"/>
                </a:lnTo>
                <a:lnTo>
                  <a:pt x="852316" y="40616"/>
                </a:lnTo>
                <a:close/>
                <a:moveTo>
                  <a:pt x="919391" y="38687"/>
                </a:moveTo>
                <a:cubicBezTo>
                  <a:pt x="909153" y="38687"/>
                  <a:pt x="901304" y="45112"/>
                  <a:pt x="896822" y="57796"/>
                </a:cubicBezTo>
                <a:lnTo>
                  <a:pt x="895381" y="40627"/>
                </a:lnTo>
                <a:lnTo>
                  <a:pt x="882734" y="40627"/>
                </a:lnTo>
                <a:lnTo>
                  <a:pt x="882734" y="125216"/>
                </a:lnTo>
                <a:lnTo>
                  <a:pt x="897464" y="125216"/>
                </a:lnTo>
                <a:lnTo>
                  <a:pt x="897464" y="76897"/>
                </a:lnTo>
                <a:cubicBezTo>
                  <a:pt x="900988" y="60687"/>
                  <a:pt x="907061" y="53133"/>
                  <a:pt x="917634" y="53133"/>
                </a:cubicBezTo>
                <a:cubicBezTo>
                  <a:pt x="920666" y="53133"/>
                  <a:pt x="922433" y="53460"/>
                  <a:pt x="924990" y="54103"/>
                </a:cubicBezTo>
                <a:lnTo>
                  <a:pt x="927715" y="39657"/>
                </a:lnTo>
                <a:cubicBezTo>
                  <a:pt x="925157" y="39013"/>
                  <a:pt x="922107" y="38687"/>
                  <a:pt x="919392" y="38687"/>
                </a:cubicBezTo>
                <a:close/>
                <a:moveTo>
                  <a:pt x="967419" y="38693"/>
                </a:moveTo>
                <a:cubicBezTo>
                  <a:pt x="949974" y="38693"/>
                  <a:pt x="937001" y="48486"/>
                  <a:pt x="937001" y="61972"/>
                </a:cubicBezTo>
                <a:cubicBezTo>
                  <a:pt x="937001" y="73844"/>
                  <a:pt x="944208" y="81716"/>
                  <a:pt x="962454" y="86528"/>
                </a:cubicBezTo>
                <a:cubicBezTo>
                  <a:pt x="978783" y="90865"/>
                  <a:pt x="982940" y="94073"/>
                  <a:pt x="982940" y="102420"/>
                </a:cubicBezTo>
                <a:cubicBezTo>
                  <a:pt x="982940" y="110441"/>
                  <a:pt x="975900" y="115262"/>
                  <a:pt x="964853" y="115262"/>
                </a:cubicBezTo>
                <a:cubicBezTo>
                  <a:pt x="955730" y="115262"/>
                  <a:pt x="947891" y="112213"/>
                  <a:pt x="941168" y="107074"/>
                </a:cubicBezTo>
                <a:lnTo>
                  <a:pt x="933328" y="116064"/>
                </a:lnTo>
                <a:cubicBezTo>
                  <a:pt x="940684" y="122481"/>
                  <a:pt x="950923" y="127144"/>
                  <a:pt x="965178" y="127144"/>
                </a:cubicBezTo>
                <a:cubicBezTo>
                  <a:pt x="982308" y="127144"/>
                  <a:pt x="998470" y="119114"/>
                  <a:pt x="998470" y="101459"/>
                </a:cubicBezTo>
                <a:cubicBezTo>
                  <a:pt x="998470" y="86686"/>
                  <a:pt x="988222" y="79626"/>
                  <a:pt x="970460" y="75131"/>
                </a:cubicBezTo>
                <a:cubicBezTo>
                  <a:pt x="956846" y="71596"/>
                  <a:pt x="952373" y="68388"/>
                  <a:pt x="952373" y="61487"/>
                </a:cubicBezTo>
                <a:cubicBezTo>
                  <a:pt x="952373" y="54744"/>
                  <a:pt x="958287" y="50416"/>
                  <a:pt x="967903" y="50416"/>
                </a:cubicBezTo>
                <a:cubicBezTo>
                  <a:pt x="975733" y="50416"/>
                  <a:pt x="982308" y="52813"/>
                  <a:pt x="989821" y="57635"/>
                </a:cubicBezTo>
                <a:lnTo>
                  <a:pt x="996070" y="48327"/>
                </a:lnTo>
                <a:cubicBezTo>
                  <a:pt x="988064" y="42228"/>
                  <a:pt x="979258" y="38693"/>
                  <a:pt x="967419" y="38693"/>
                </a:cubicBezTo>
                <a:close/>
                <a:moveTo>
                  <a:pt x="1056258" y="111571"/>
                </a:moveTo>
                <a:cubicBezTo>
                  <a:pt x="1052101" y="113819"/>
                  <a:pt x="1048735" y="114947"/>
                  <a:pt x="1045053" y="114947"/>
                </a:cubicBezTo>
                <a:cubicBezTo>
                  <a:pt x="1037688" y="114947"/>
                  <a:pt x="1034972" y="110927"/>
                  <a:pt x="1034972" y="102422"/>
                </a:cubicBezTo>
                <a:lnTo>
                  <a:pt x="1034972" y="52013"/>
                </a:lnTo>
                <a:lnTo>
                  <a:pt x="1053375" y="52013"/>
                </a:lnTo>
                <a:lnTo>
                  <a:pt x="1054984" y="40626"/>
                </a:lnTo>
                <a:lnTo>
                  <a:pt x="1034972" y="40626"/>
                </a:lnTo>
                <a:lnTo>
                  <a:pt x="1034972" y="19744"/>
                </a:lnTo>
                <a:lnTo>
                  <a:pt x="1020242" y="21516"/>
                </a:lnTo>
                <a:lnTo>
                  <a:pt x="1020242" y="40626"/>
                </a:lnTo>
                <a:lnTo>
                  <a:pt x="1005521" y="40626"/>
                </a:lnTo>
                <a:lnTo>
                  <a:pt x="1005521" y="52013"/>
                </a:lnTo>
                <a:lnTo>
                  <a:pt x="1020242" y="52013"/>
                </a:lnTo>
                <a:lnTo>
                  <a:pt x="1020242" y="103065"/>
                </a:lnTo>
                <a:cubicBezTo>
                  <a:pt x="1020242" y="118799"/>
                  <a:pt x="1028723" y="127146"/>
                  <a:pt x="1042979" y="127146"/>
                </a:cubicBezTo>
                <a:cubicBezTo>
                  <a:pt x="1050176" y="127146"/>
                  <a:pt x="1056258" y="125216"/>
                  <a:pt x="1061866" y="121364"/>
                </a:cubicBezTo>
                <a:lnTo>
                  <a:pt x="1056258" y="111571"/>
                </a:lnTo>
                <a:close/>
                <a:moveTo>
                  <a:pt x="1080911" y="104828"/>
                </a:moveTo>
                <a:cubicBezTo>
                  <a:pt x="1074671" y="104828"/>
                  <a:pt x="1069863" y="109808"/>
                  <a:pt x="1069863" y="115908"/>
                </a:cubicBezTo>
                <a:cubicBezTo>
                  <a:pt x="1069863" y="122166"/>
                  <a:pt x="1074671" y="127146"/>
                  <a:pt x="1080911" y="127146"/>
                </a:cubicBezTo>
                <a:cubicBezTo>
                  <a:pt x="1087309" y="127146"/>
                  <a:pt x="1092117" y="122166"/>
                  <a:pt x="1092117" y="115908"/>
                </a:cubicBezTo>
                <a:cubicBezTo>
                  <a:pt x="1092117" y="109808"/>
                  <a:pt x="1087309" y="104828"/>
                  <a:pt x="1080911" y="104828"/>
                </a:cubicBezTo>
                <a:close/>
                <a:moveTo>
                  <a:pt x="695451" y="37569"/>
                </a:moveTo>
                <a:cubicBezTo>
                  <a:pt x="685687" y="37569"/>
                  <a:pt x="677359" y="44637"/>
                  <a:pt x="673521" y="56514"/>
                </a:cubicBezTo>
                <a:lnTo>
                  <a:pt x="671432" y="39979"/>
                </a:lnTo>
                <a:lnTo>
                  <a:pt x="649351" y="39979"/>
                </a:lnTo>
                <a:lnTo>
                  <a:pt x="649351" y="125218"/>
                </a:lnTo>
                <a:lnTo>
                  <a:pt x="674642" y="125218"/>
                </a:lnTo>
                <a:lnTo>
                  <a:pt x="674642" y="83003"/>
                </a:lnTo>
                <a:cubicBezTo>
                  <a:pt x="677359" y="70002"/>
                  <a:pt x="681680" y="62134"/>
                  <a:pt x="692250" y="62134"/>
                </a:cubicBezTo>
                <a:cubicBezTo>
                  <a:pt x="695128" y="62134"/>
                  <a:pt x="697208" y="62610"/>
                  <a:pt x="699933" y="63258"/>
                </a:cubicBezTo>
                <a:lnTo>
                  <a:pt x="703932" y="38693"/>
                </a:lnTo>
                <a:cubicBezTo>
                  <a:pt x="701216" y="37893"/>
                  <a:pt x="698651" y="37569"/>
                  <a:pt x="695451" y="37569"/>
                </a:cubicBezTo>
                <a:close/>
              </a:path>
            </a:pathLst>
          </a:custGeom>
          <a:solidFill>
            <a:schemeClr val="bg1"/>
          </a:solidFill>
          <a:ln w="9442" cap="flat">
            <a:noFill/>
            <a:prstDash val="solid"/>
            <a:miter/>
          </a:ln>
        </p:spPr>
        <p:txBody>
          <a:bodyPr rtlCol="0" anchor="ctr"/>
          <a:lstStyle/>
          <a:p>
            <a:endParaRPr lang="en-US"/>
          </a:p>
        </p:txBody>
      </p:sp>
    </p:spTree>
    <p:extLst>
      <p:ext uri="{BB962C8B-B14F-4D97-AF65-F5344CB8AC3E}">
        <p14:creationId xmlns:p14="http://schemas.microsoft.com/office/powerpoint/2010/main" val="2270049716"/>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slideLayout" Target="../slideLayouts/slideLayout12.xml"/><Relationship Id="rId13" Type="http://schemas.openxmlformats.org/officeDocument/2006/relationships/slideLayout" Target="../slideLayouts/slideLayout13.xml"/><Relationship Id="rId14" Type="http://schemas.openxmlformats.org/officeDocument/2006/relationships/slideLayout" Target="../slideLayouts/slideLayout14.xml"/><Relationship Id="rId15" Type="http://schemas.openxmlformats.org/officeDocument/2006/relationships/slideLayout" Target="../slideLayouts/slideLayout15.xml"/><Relationship Id="rId16" Type="http://schemas.openxmlformats.org/officeDocument/2006/relationships/slideLayout" Target="../slideLayouts/slideLayout16.xml"/><Relationship Id="rId17" Type="http://schemas.openxmlformats.org/officeDocument/2006/relationships/slideLayout" Target="../slideLayouts/slideLayout17.xml"/><Relationship Id="rId18" Type="http://schemas.openxmlformats.org/officeDocument/2006/relationships/slideLayout" Target="../slideLayouts/slideLayout18.xml"/><Relationship Id="rId19" Type="http://schemas.openxmlformats.org/officeDocument/2006/relationships/slideLayout" Target="../slideLayouts/slideLayout19.xml"/><Relationship Id="rId20" Type="http://schemas.openxmlformats.org/officeDocument/2006/relationships/slideLayout" Target="../slideLayouts/slideLayout20.xml"/><Relationship Id="rId21" Type="http://schemas.openxmlformats.org/officeDocument/2006/relationships/slideLayout" Target="../slideLayouts/slideLayout21.xml"/><Relationship Id="rId22" Type="http://schemas.openxmlformats.org/officeDocument/2006/relationships/slideLayout" Target="../slideLayouts/slideLayout22.xml"/><Relationship Id="rId23" Type="http://schemas.openxmlformats.org/officeDocument/2006/relationships/slideLayout" Target="../slideLayouts/slideLayout23.xml"/><Relationship Id="rId24" Type="http://schemas.openxmlformats.org/officeDocument/2006/relationships/slideLayout" Target="../slideLayouts/slideLayout24.xml"/><Relationship Id="rId25" Type="http://schemas.openxmlformats.org/officeDocument/2006/relationships/slideLayout" Target="../slideLayouts/slideLayout25.xml"/><Relationship Id="rId26" Type="http://schemas.openxmlformats.org/officeDocument/2006/relationships/slideLayout" Target="../slideLayouts/slideLayout26.xml"/><Relationship Id="rId27" Type="http://schemas.openxmlformats.org/officeDocument/2006/relationships/slideLayout" Target="../slideLayouts/slideLayout27.xml"/><Relationship Id="rId28" Type="http://schemas.openxmlformats.org/officeDocument/2006/relationships/slideLayout" Target="../slideLayouts/slideLayout28.xml"/><Relationship Id="rId29" Type="http://schemas.openxmlformats.org/officeDocument/2006/relationships/slideLayout" Target="../slideLayouts/slideLayout29.xml"/><Relationship Id="rId30" Type="http://schemas.openxmlformats.org/officeDocument/2006/relationships/slideLayout" Target="../slideLayouts/slideLayout30.xml"/><Relationship Id="rId31" Type="http://schemas.openxmlformats.org/officeDocument/2006/relationships/slideLayout" Target="../slideLayouts/slideLayout31.xml"/><Relationship Id="rId32" Type="http://schemas.openxmlformats.org/officeDocument/2006/relationships/slideLayout" Target="../slideLayouts/slideLayout32.xml"/><Relationship Id="rId33" Type="http://schemas.openxmlformats.org/officeDocument/2006/relationships/slideLayout" Target="../slideLayouts/slideLayout33.xml"/><Relationship Id="rId34" Type="http://schemas.openxmlformats.org/officeDocument/2006/relationships/slideLayout" Target="../slideLayouts/slideLayout34.xml"/><Relationship Id="rId35" Type="http://schemas.openxmlformats.org/officeDocument/2006/relationships/slideLayout" Target="../slideLayouts/slideLayout35.xml"/><Relationship Id="rId36" Type="http://schemas.openxmlformats.org/officeDocument/2006/relationships/slideLayout" Target="../slideLayouts/slideLayout36.xml"/><Relationship Id="rId37" Type="http://schemas.openxmlformats.org/officeDocument/2006/relationships/slideLayout" Target="../slideLayouts/slideLayout37.xml"/><Relationship Id="rId38" Type="http://schemas.openxmlformats.org/officeDocument/2006/relationships/slideLayout" Target="../slideLayouts/slideLayout38.xml"/><Relationship Id="rId39" Type="http://schemas.openxmlformats.org/officeDocument/2006/relationships/slideLayout" Target="../slideLayouts/slideLayout39.xml"/><Relationship Id="rId40" Type="http://schemas.openxmlformats.org/officeDocument/2006/relationships/slideLayout" Target="../slideLayouts/slideLayout40.xml"/><Relationship Id="rId41" Type="http://schemas.openxmlformats.org/officeDocument/2006/relationships/slideLayout" Target="../slideLayouts/slideLayout41.xml"/><Relationship Id="rId42" Type="http://schemas.openxmlformats.org/officeDocument/2006/relationships/slideLayout" Target="../slideLayouts/slideLayout42.xml"/><Relationship Id="rId43" Type="http://schemas.openxmlformats.org/officeDocument/2006/relationships/slideLayout" Target="../slideLayouts/slideLayout43.xml"/><Relationship Id="rId44" Type="http://schemas.openxmlformats.org/officeDocument/2006/relationships/slideLayout" Target="../slideLayouts/slideLayout44.xml"/><Relationship Id="rId45" Type="http://schemas.openxmlformats.org/officeDocument/2006/relationships/theme" Target="../theme/theme1.xml"/><Relationship Id="rId46" Type="http://schemas.openxmlformats.org/officeDocument/2006/relationships/image" Target="../media/image1.emf"/></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45.xml"/><Relationship Id="rId2" Type="http://schemas.openxmlformats.org/officeDocument/2006/relationships/slideLayout" Target="../slideLayouts/slideLayout46.xml"/><Relationship Id="rId3" Type="http://schemas.openxmlformats.org/officeDocument/2006/relationships/slideLayout" Target="../slideLayouts/slideLayout47.xml"/><Relationship Id="rId4" Type="http://schemas.openxmlformats.org/officeDocument/2006/relationships/slideLayout" Target="../slideLayouts/slideLayout48.xml"/><Relationship Id="rId5" Type="http://schemas.openxmlformats.org/officeDocument/2006/relationships/slideLayout" Target="../slideLayouts/slideLayout49.xml"/><Relationship Id="rId6" Type="http://schemas.openxmlformats.org/officeDocument/2006/relationships/slideLayout" Target="../slideLayouts/slideLayout50.xml"/><Relationship Id="rId7" Type="http://schemas.openxmlformats.org/officeDocument/2006/relationships/slideLayout" Target="../slideLayouts/slideLayout51.xml"/><Relationship Id="rId8" Type="http://schemas.openxmlformats.org/officeDocument/2006/relationships/slideLayout" Target="../slideLayouts/slideLayout52.xml"/><Relationship Id="rId9" Type="http://schemas.openxmlformats.org/officeDocument/2006/relationships/slideLayout" Target="../slideLayouts/slideLayout53.xml"/><Relationship Id="rId10" Type="http://schemas.openxmlformats.org/officeDocument/2006/relationships/slideLayout" Target="../slideLayouts/slideLayout54.xml"/><Relationship Id="rId11" Type="http://schemas.openxmlformats.org/officeDocument/2006/relationships/slideLayout" Target="../slideLayouts/slideLayout55.xml"/><Relationship Id="rId12" Type="http://schemas.openxmlformats.org/officeDocument/2006/relationships/slideLayout" Target="../slideLayouts/slideLayout56.xml"/><Relationship Id="rId13" Type="http://schemas.openxmlformats.org/officeDocument/2006/relationships/slideLayout" Target="../slideLayouts/slideLayout57.xml"/><Relationship Id="rId14" Type="http://schemas.openxmlformats.org/officeDocument/2006/relationships/slideLayout" Target="../slideLayouts/slideLayout58.xml"/><Relationship Id="rId15" Type="http://schemas.openxmlformats.org/officeDocument/2006/relationships/slideLayout" Target="../slideLayouts/slideLayout59.xml"/><Relationship Id="rId16" Type="http://schemas.openxmlformats.org/officeDocument/2006/relationships/slideLayout" Target="../slideLayouts/slideLayout60.xml"/><Relationship Id="rId17" Type="http://schemas.openxmlformats.org/officeDocument/2006/relationships/slideLayout" Target="../slideLayouts/slideLayout61.xml"/><Relationship Id="rId18" Type="http://schemas.openxmlformats.org/officeDocument/2006/relationships/slideLayout" Target="../slideLayouts/slideLayout62.xml"/><Relationship Id="rId19" Type="http://schemas.openxmlformats.org/officeDocument/2006/relationships/slideLayout" Target="../slideLayouts/slideLayout63.xml"/><Relationship Id="rId20" Type="http://schemas.openxmlformats.org/officeDocument/2006/relationships/slideLayout" Target="../slideLayouts/slideLayout64.xml"/><Relationship Id="rId21" Type="http://schemas.openxmlformats.org/officeDocument/2006/relationships/slideLayout" Target="../slideLayouts/slideLayout65.xml"/><Relationship Id="rId22" Type="http://schemas.openxmlformats.org/officeDocument/2006/relationships/slideLayout" Target="../slideLayouts/slideLayout66.xml"/><Relationship Id="rId23" Type="http://schemas.openxmlformats.org/officeDocument/2006/relationships/slideLayout" Target="../slideLayouts/slideLayout67.xml"/><Relationship Id="rId24" Type="http://schemas.openxmlformats.org/officeDocument/2006/relationships/slideLayout" Target="../slideLayouts/slideLayout68.xml"/><Relationship Id="rId25" Type="http://schemas.openxmlformats.org/officeDocument/2006/relationships/slideLayout" Target="../slideLayouts/slideLayout69.xml"/><Relationship Id="rId26" Type="http://schemas.openxmlformats.org/officeDocument/2006/relationships/slideLayout" Target="../slideLayouts/slideLayout70.xml"/><Relationship Id="rId27" Type="http://schemas.openxmlformats.org/officeDocument/2006/relationships/slideLayout" Target="../slideLayouts/slideLayout71.xml"/><Relationship Id="rId28" Type="http://schemas.openxmlformats.org/officeDocument/2006/relationships/slideLayout" Target="../slideLayouts/slideLayout72.xml"/><Relationship Id="rId29" Type="http://schemas.openxmlformats.org/officeDocument/2006/relationships/slideLayout" Target="../slideLayouts/slideLayout73.xml"/><Relationship Id="rId30" Type="http://schemas.openxmlformats.org/officeDocument/2006/relationships/slideLayout" Target="../slideLayouts/slideLayout74.xml"/><Relationship Id="rId31" Type="http://schemas.openxmlformats.org/officeDocument/2006/relationships/slideLayout" Target="../slideLayouts/slideLayout75.xml"/><Relationship Id="rId32" Type="http://schemas.openxmlformats.org/officeDocument/2006/relationships/slideLayout" Target="../slideLayouts/slideLayout76.xml"/><Relationship Id="rId33" Type="http://schemas.openxmlformats.org/officeDocument/2006/relationships/slideLayout" Target="../slideLayouts/slideLayout77.xml"/><Relationship Id="rId34" Type="http://schemas.openxmlformats.org/officeDocument/2006/relationships/slideLayout" Target="../slideLayouts/slideLayout78.xml"/><Relationship Id="rId35" Type="http://schemas.openxmlformats.org/officeDocument/2006/relationships/slideLayout" Target="../slideLayouts/slideLayout79.xml"/><Relationship Id="rId36" Type="http://schemas.openxmlformats.org/officeDocument/2006/relationships/slideLayout" Target="../slideLayouts/slideLayout80.xml"/><Relationship Id="rId37" Type="http://schemas.openxmlformats.org/officeDocument/2006/relationships/slideLayout" Target="../slideLayouts/slideLayout81.xml"/><Relationship Id="rId38" Type="http://schemas.openxmlformats.org/officeDocument/2006/relationships/slideLayout" Target="../slideLayouts/slideLayout82.xml"/><Relationship Id="rId39" Type="http://schemas.openxmlformats.org/officeDocument/2006/relationships/slideLayout" Target="../slideLayouts/slideLayout83.xml"/><Relationship Id="rId40" Type="http://schemas.openxmlformats.org/officeDocument/2006/relationships/slideLayout" Target="../slideLayouts/slideLayout84.xml"/><Relationship Id="rId41" Type="http://schemas.openxmlformats.org/officeDocument/2006/relationships/slideLayout" Target="../slideLayouts/slideLayout85.xml"/><Relationship Id="rId42" Type="http://schemas.openxmlformats.org/officeDocument/2006/relationships/slideLayout" Target="../slideLayouts/slideLayout86.xml"/><Relationship Id="rId43" Type="http://schemas.openxmlformats.org/officeDocument/2006/relationships/slideLayout" Target="../slideLayouts/slideLayout87.xml"/><Relationship Id="rId44" Type="http://schemas.openxmlformats.org/officeDocument/2006/relationships/slideLayout" Target="../slideLayouts/slideLayout88.xml"/><Relationship Id="rId45" Type="http://schemas.openxmlformats.org/officeDocument/2006/relationships/slideLayout" Target="../slideLayouts/slideLayout89.xml"/><Relationship Id="rId46" Type="http://schemas.openxmlformats.org/officeDocument/2006/relationships/slideLayout" Target="../slideLayouts/slideLayout90.xml"/><Relationship Id="rId47" Type="http://schemas.openxmlformats.org/officeDocument/2006/relationships/slideLayout" Target="../slideLayouts/slideLayout91.xml"/><Relationship Id="rId48" Type="http://schemas.openxmlformats.org/officeDocument/2006/relationships/slideLayout" Target="../slideLayouts/slideLayout92.xml"/><Relationship Id="rId49" Type="http://schemas.openxmlformats.org/officeDocument/2006/relationships/slideLayout" Target="../slideLayouts/slideLayout93.xml"/><Relationship Id="rId50" Type="http://schemas.openxmlformats.org/officeDocument/2006/relationships/slideLayout" Target="../slideLayouts/slideLayout94.xml"/><Relationship Id="rId51" Type="http://schemas.openxmlformats.org/officeDocument/2006/relationships/slideLayout" Target="../slideLayouts/slideLayout95.xml"/><Relationship Id="rId52" Type="http://schemas.openxmlformats.org/officeDocument/2006/relationships/slideLayout" Target="../slideLayouts/slideLayout96.xml"/><Relationship Id="rId53" Type="http://schemas.openxmlformats.org/officeDocument/2006/relationships/slideLayout" Target="../slideLayouts/slideLayout97.xml"/><Relationship Id="rId54" Type="http://schemas.openxmlformats.org/officeDocument/2006/relationships/slideLayout" Target="../slideLayouts/slideLayout98.xml"/><Relationship Id="rId55" Type="http://schemas.openxmlformats.org/officeDocument/2006/relationships/slideLayout" Target="../slideLayouts/slideLayout99.xml"/><Relationship Id="rId56" Type="http://schemas.openxmlformats.org/officeDocument/2006/relationships/slideLayout" Target="../slideLayouts/slideLayout100.xml"/><Relationship Id="rId57" Type="http://schemas.openxmlformats.org/officeDocument/2006/relationships/slideLayout" Target="../slideLayouts/slideLayout101.xml"/><Relationship Id="rId58" Type="http://schemas.openxmlformats.org/officeDocument/2006/relationships/slideLayout" Target="../slideLayouts/slideLayout102.xml"/><Relationship Id="rId59" Type="http://schemas.openxmlformats.org/officeDocument/2006/relationships/slideLayout" Target="../slideLayouts/slideLayout103.xml"/><Relationship Id="rId60" Type="http://schemas.openxmlformats.org/officeDocument/2006/relationships/slideLayout" Target="../slideLayouts/slideLayout104.xml"/><Relationship Id="rId61" Type="http://schemas.openxmlformats.org/officeDocument/2006/relationships/slideLayout" Target="../slideLayouts/slideLayout105.xml"/><Relationship Id="rId62" Type="http://schemas.openxmlformats.org/officeDocument/2006/relationships/slideLayout" Target="../slideLayouts/slideLayout106.xml"/><Relationship Id="rId63" Type="http://schemas.openxmlformats.org/officeDocument/2006/relationships/slideLayout" Target="../slideLayouts/slideLayout107.xml"/><Relationship Id="rId64" Type="http://schemas.openxmlformats.org/officeDocument/2006/relationships/slideLayout" Target="../slideLayouts/slideLayout108.xml"/><Relationship Id="rId65" Type="http://schemas.openxmlformats.org/officeDocument/2006/relationships/slideLayout" Target="../slideLayouts/slideLayout109.xml"/><Relationship Id="rId66" Type="http://schemas.openxmlformats.org/officeDocument/2006/relationships/slideLayout" Target="../slideLayouts/slideLayout110.xml"/><Relationship Id="rId67" Type="http://schemas.openxmlformats.org/officeDocument/2006/relationships/slideLayout" Target="../slideLayouts/slideLayout111.xml"/><Relationship Id="rId68" Type="http://schemas.openxmlformats.org/officeDocument/2006/relationships/slideLayout" Target="../slideLayouts/slideLayout112.xml"/><Relationship Id="rId69" Type="http://schemas.openxmlformats.org/officeDocument/2006/relationships/slideLayout" Target="../slideLayouts/slideLayout113.xml"/><Relationship Id="rId70" Type="http://schemas.openxmlformats.org/officeDocument/2006/relationships/slideLayout" Target="../slideLayouts/slideLayout114.xml"/><Relationship Id="rId71" Type="http://schemas.openxmlformats.org/officeDocument/2006/relationships/slideLayout" Target="../slideLayouts/slideLayout115.xml"/><Relationship Id="rId72" Type="http://schemas.openxmlformats.org/officeDocument/2006/relationships/theme" Target="../theme/theme2.xml"/><Relationship Id="rId73" Type="http://schemas.openxmlformats.org/officeDocument/2006/relationships/image" Target="../media/image2.svg"/><Relationship Id="rId74" Type="http://schemas.openxmlformats.org/officeDocument/2006/relationships/image" Target="../media/image3.png"/></Relationships>
</file>

<file path=ppt/slideMasters/_rels/slideMaster3.xml.rels><?xml version='1.0' encoding='UTF-8' standalone='yes'?>
<Relationships xmlns="http://schemas.openxmlformats.org/package/2006/relationships"><Relationship Id="rId1" Type="http://schemas.openxmlformats.org/officeDocument/2006/relationships/slideLayout" Target="../slideLayouts/slideLayout116.xml"/><Relationship Id="rId2" Type="http://schemas.openxmlformats.org/officeDocument/2006/relationships/slideLayout" Target="../slideLayouts/slideLayout117.xml"/><Relationship Id="rId3" Type="http://schemas.openxmlformats.org/officeDocument/2006/relationships/slideLayout" Target="../slideLayouts/slideLayout118.xml"/><Relationship Id="rId4" Type="http://schemas.openxmlformats.org/officeDocument/2006/relationships/slideLayout" Target="../slideLayouts/slideLayout119.xml"/><Relationship Id="rId5" Type="http://schemas.openxmlformats.org/officeDocument/2006/relationships/slideLayout" Target="../slideLayouts/slideLayout120.xml"/><Relationship Id="rId6" Type="http://schemas.openxmlformats.org/officeDocument/2006/relationships/slideLayout" Target="../slideLayouts/slideLayout121.xml"/><Relationship Id="rId7" Type="http://schemas.openxmlformats.org/officeDocument/2006/relationships/slideLayout" Target="../slideLayouts/slideLayout122.xml"/><Relationship Id="rId8" Type="http://schemas.openxmlformats.org/officeDocument/2006/relationships/slideLayout" Target="../slideLayouts/slideLayout123.xml"/><Relationship Id="rId9" Type="http://schemas.openxmlformats.org/officeDocument/2006/relationships/slideLayout" Target="../slideLayouts/slideLayout124.xml"/><Relationship Id="rId10" Type="http://schemas.openxmlformats.org/officeDocument/2006/relationships/slideLayout" Target="../slideLayouts/slideLayout125.xml"/><Relationship Id="rId11" Type="http://schemas.openxmlformats.org/officeDocument/2006/relationships/slideLayout" Target="../slideLayouts/slideLayout126.xml"/><Relationship Id="rId12" Type="http://schemas.openxmlformats.org/officeDocument/2006/relationships/theme" Target="../theme/theme3.xml"/><Relationship Id="rId13" Type="http://schemas.openxmlformats.org/officeDocument/2006/relationships/image" Target="../media/image5.svg"/><Relationship Id="rId14" Type="http://schemas.openxmlformats.org/officeDocument/2006/relationships/image" Target="../media/image7.png"/></Relationships>
</file>

<file path=ppt/slideMasters/_rels/slideMaster4.xml.rels><?xml version='1.0' encoding='UTF-8' standalone='yes'?>
<Relationships xmlns="http://schemas.openxmlformats.org/package/2006/relationships"><Relationship Id="rId1" Type="http://schemas.openxmlformats.org/officeDocument/2006/relationships/slideLayout" Target="../slideLayouts/slideLayout127.xml"/><Relationship Id="rId2" Type="http://schemas.openxmlformats.org/officeDocument/2006/relationships/slideLayout" Target="../slideLayouts/slideLayout128.xml"/><Relationship Id="rId3" Type="http://schemas.openxmlformats.org/officeDocument/2006/relationships/slideLayout" Target="../slideLayouts/slideLayout129.xml"/><Relationship Id="rId4" Type="http://schemas.openxmlformats.org/officeDocument/2006/relationships/slideLayout" Target="../slideLayouts/slideLayout130.xml"/><Relationship Id="rId5" Type="http://schemas.openxmlformats.org/officeDocument/2006/relationships/slideLayout" Target="../slideLayouts/slideLayout131.xml"/><Relationship Id="rId6" Type="http://schemas.openxmlformats.org/officeDocument/2006/relationships/slideLayout" Target="../slideLayouts/slideLayout132.xml"/><Relationship Id="rId7" Type="http://schemas.openxmlformats.org/officeDocument/2006/relationships/slideLayout" Target="../slideLayouts/slideLayout133.xml"/><Relationship Id="rId8" Type="http://schemas.openxmlformats.org/officeDocument/2006/relationships/slideLayout" Target="../slideLayouts/slideLayout134.xml"/><Relationship Id="rId9" Type="http://schemas.openxmlformats.org/officeDocument/2006/relationships/slideLayout" Target="../slideLayouts/slideLayout135.xml"/><Relationship Id="rId10" Type="http://schemas.openxmlformats.org/officeDocument/2006/relationships/slideLayout" Target="../slideLayouts/slideLayout136.xml"/><Relationship Id="rId11" Type="http://schemas.openxmlformats.org/officeDocument/2006/relationships/slideLayout" Target="../slideLayouts/slideLayout137.xml"/><Relationship Id="rId12" Type="http://schemas.openxmlformats.org/officeDocument/2006/relationships/slideLayout" Target="../slideLayouts/slideLayout138.xml"/><Relationship Id="rId13" Type="http://schemas.openxmlformats.org/officeDocument/2006/relationships/slideLayout" Target="../slideLayouts/slideLayout139.xml"/><Relationship Id="rId14" Type="http://schemas.openxmlformats.org/officeDocument/2006/relationships/theme" Target="../theme/theme4.xml"/><Relationship Id="rId15" Type="http://schemas.openxmlformats.org/officeDocument/2006/relationships/image" Target="../media/image13.svg"/></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US"/>
              <a:t>Click to edit Master title style</a:t>
            </a:r>
          </a:p>
        </p:txBody>
      </p:sp>
      <p:sp>
        <p:nvSpPr>
          <p:cNvPr id="3" name="Text Placeholder 2"/>
          <p:cNvSpPr>
            <a:spLocks noGrp="1"/>
          </p:cNvSpPr>
          <p:nvPr>
            <p:ph type="body" idx="1"/>
          </p:nvPr>
        </p:nvSpPr>
        <p:spPr>
          <a:xfrm>
            <a:off x="3238501" y="312485"/>
            <a:ext cx="8580301" cy="6175387"/>
          </a:xfrm>
          <a:prstGeom prst="rect">
            <a:avLst/>
          </a:prstGeom>
        </p:spPr>
        <p:txBody>
          <a:bodyPr vert="horz" lIns="182880" tIns="0" rIns="0" bIns="0" rtlCol="0">
            <a:no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Footer Placeholder 4"/>
          <p:cNvSpPr>
            <a:spLocks noGrp="1"/>
          </p:cNvSpPr>
          <p:nvPr>
            <p:ph type="ftr" sz="quarter" idx="3"/>
          </p:nvPr>
        </p:nvSpPr>
        <p:spPr>
          <a:xfrm>
            <a:off x="3238500" y="6500158"/>
            <a:ext cx="2759146" cy="243205"/>
          </a:xfrm>
          <a:prstGeom prst="rect">
            <a:avLst/>
          </a:prstGeom>
        </p:spPr>
        <p:txBody>
          <a:bodyPr vert="horz" lIns="182880" tIns="73152" rIns="91440" bIns="45720" rtlCol="0" anchor="t" anchorCtr="0"/>
          <a:lstStyle>
            <a:lvl1pPr algn="l">
              <a:defRPr sz="700">
                <a:solidFill>
                  <a:schemeClr val="tx1"/>
                </a:solidFill>
              </a:defRPr>
            </a:lvl1pPr>
          </a:lstStyle>
          <a:p>
            <a:endParaRPr lang="en-GB"/>
          </a:p>
        </p:txBody>
      </p:sp>
      <p:sp>
        <p:nvSpPr>
          <p:cNvPr id="6" name="Slide Number Placeholder 5"/>
          <p:cNvSpPr>
            <a:spLocks noGrp="1"/>
          </p:cNvSpPr>
          <p:nvPr>
            <p:ph type="sldNum" sz="quarter" idx="4"/>
          </p:nvPr>
        </p:nvSpPr>
        <p:spPr>
          <a:xfrm>
            <a:off x="11201401" y="6492875"/>
            <a:ext cx="617402" cy="233172"/>
          </a:xfrm>
          <a:prstGeom prst="rect">
            <a:avLst/>
          </a:prstGeom>
        </p:spPr>
        <p:txBody>
          <a:bodyPr vert="horz" lIns="0" tIns="73152" rIns="0" bIns="45720" rtlCol="0" anchor="t" anchorCtr="0"/>
          <a:lstStyle>
            <a:lvl1pPr algn="r">
              <a:defRPr sz="700">
                <a:solidFill>
                  <a:schemeClr val="tx1"/>
                </a:solidFill>
              </a:defRPr>
            </a:lvl1pPr>
          </a:lstStyle>
          <a:p>
            <a:fld id="{4B8541B1-5A69-4116-9413-EDFFEC198E0C}" type="slidenum">
              <a:rPr lang="en-GB" smtClean="0"/>
              <a:t>‹#›</a:t>
            </a:fld>
            <a:endParaRPr lang="en-GB"/>
          </a:p>
        </p:txBody>
      </p:sp>
      <p:cxnSp>
        <p:nvCxnSpPr>
          <p:cNvPr id="7" name="Straight Connector 6">
            <a:extLst>
              <a:ext uri="{FF2B5EF4-FFF2-40B4-BE49-F238E27FC236}">
                <a16:creationId xmlns:a16="http://schemas.microsoft.com/office/drawing/2014/main" id="{0057071C-1660-4D95-BF58-C9DBC7B98100}"/>
              </a:ext>
            </a:extLst>
          </p:cNvPr>
          <p:cNvCxnSpPr>
            <a:cxnSpLocks/>
          </p:cNvCxnSpPr>
          <p:nvPr/>
        </p:nvCxnSpPr>
        <p:spPr>
          <a:xfrm>
            <a:off x="3238500" y="0"/>
            <a:ext cx="0" cy="6858000"/>
          </a:xfrm>
          <a:prstGeom prst="line">
            <a:avLst/>
          </a:prstGeom>
          <a:ln w="6350">
            <a:solidFill>
              <a:schemeClr val="tx1"/>
            </a:solidFill>
          </a:ln>
        </p:spPr>
        <p:style>
          <a:lnRef idx="1">
            <a:schemeClr val="accent1"/>
          </a:lnRef>
          <a:fillRef idx="0">
            <a:schemeClr val="accent1"/>
          </a:fillRef>
          <a:effectRef idx="0">
            <a:schemeClr val="accent1"/>
          </a:effectRef>
          <a:fontRef idx="minor">
            <a:schemeClr val="tx1"/>
          </a:fontRef>
        </p:style>
      </p:cxnSp>
      <p:pic>
        <p:nvPicPr>
          <p:cNvPr id="8" name="Picture 7">
            <a:extLst>
              <a:ext uri="{FF2B5EF4-FFF2-40B4-BE49-F238E27FC236}">
                <a16:creationId xmlns:a16="http://schemas.microsoft.com/office/drawing/2014/main" id="{38FF4373-A3FC-4217-B28A-1614FA7CF9E0}"/>
              </a:ext>
            </a:extLst>
          </p:cNvPr>
          <p:cNvPicPr>
            <a:picLocks noChangeAspect="1"/>
          </p:cNvPicPr>
          <p:nvPr/>
        </p:nvPicPr>
        <p:blipFill>
          <a:blip r:embed="rId46"/>
          <a:stretch>
            <a:fillRect/>
          </a:stretch>
        </p:blipFill>
        <p:spPr>
          <a:xfrm>
            <a:off x="327905" y="6297282"/>
            <a:ext cx="1483255" cy="461087"/>
          </a:xfrm>
          <a:prstGeom prst="rect">
            <a:avLst/>
          </a:prstGeom>
        </p:spPr>
      </p:pic>
    </p:spTree>
    <p:extLst>
      <p:ext uri="{BB962C8B-B14F-4D97-AF65-F5344CB8AC3E}">
        <p14:creationId xmlns:p14="http://schemas.microsoft.com/office/powerpoint/2010/main" val="377081192"/>
      </p:ext>
    </p:extLst>
  </p:cSld>
  <p:clrMap bg1="lt1" tx1="dk1" bg2="lt2" tx2="dk2" accent1="accent1" accent2="accent2" accent3="accent3" accent4="accent4" accent5="accent5" accent6="accent6" hlink="hlink" folHlink="folHlink"/>
  <p:sldLayoutIdLst>
    <p:sldLayoutId id="2147483704" r:id="rId1"/>
    <p:sldLayoutId id="2147483705" r:id="rId2"/>
    <p:sldLayoutId id="2147483706" r:id="rId3"/>
    <p:sldLayoutId id="2147483707" r:id="rId4"/>
    <p:sldLayoutId id="2147483708" r:id="rId5"/>
    <p:sldLayoutId id="2147483709" r:id="rId6"/>
    <p:sldLayoutId id="2147483710" r:id="rId7"/>
    <p:sldLayoutId id="2147483711" r:id="rId8"/>
    <p:sldLayoutId id="2147483712" r:id="rId9"/>
    <p:sldLayoutId id="2147483713" r:id="rId10"/>
    <p:sldLayoutId id="2147483714" r:id="rId11"/>
    <p:sldLayoutId id="2147483715" r:id="rId12"/>
    <p:sldLayoutId id="2147483716" r:id="rId13"/>
    <p:sldLayoutId id="2147483717" r:id="rId14"/>
    <p:sldLayoutId id="2147483718" r:id="rId15"/>
    <p:sldLayoutId id="2147483719" r:id="rId16"/>
    <p:sldLayoutId id="2147483720" r:id="rId17"/>
    <p:sldLayoutId id="2147483721" r:id="rId18"/>
    <p:sldLayoutId id="2147483722" r:id="rId19"/>
    <p:sldLayoutId id="2147483723" r:id="rId20"/>
    <p:sldLayoutId id="2147483724" r:id="rId21"/>
    <p:sldLayoutId id="2147483725" r:id="rId22"/>
    <p:sldLayoutId id="2147483726" r:id="rId23"/>
    <p:sldLayoutId id="2147483727" r:id="rId24"/>
    <p:sldLayoutId id="2147483728" r:id="rId25"/>
    <p:sldLayoutId id="2147483729" r:id="rId26"/>
    <p:sldLayoutId id="2147483730" r:id="rId27"/>
    <p:sldLayoutId id="2147483731" r:id="rId28"/>
    <p:sldLayoutId id="2147483732" r:id="rId29"/>
    <p:sldLayoutId id="2147483733" r:id="rId30"/>
    <p:sldLayoutId id="2147483734" r:id="rId31"/>
    <p:sldLayoutId id="2147483735" r:id="rId32"/>
    <p:sldLayoutId id="2147483736" r:id="rId33"/>
    <p:sldLayoutId id="2147483737" r:id="rId34"/>
    <p:sldLayoutId id="2147483738" r:id="rId35"/>
    <p:sldLayoutId id="2147483739" r:id="rId36"/>
    <p:sldLayoutId id="2147483740" r:id="rId37"/>
    <p:sldLayoutId id="2147483741" r:id="rId38"/>
    <p:sldLayoutId id="2147483742" r:id="rId39"/>
    <p:sldLayoutId id="2147483743" r:id="rId40"/>
    <p:sldLayoutId id="2147483744" r:id="rId41"/>
    <p:sldLayoutId id="2147483745" r:id="rId42"/>
    <p:sldLayoutId id="2147483746" r:id="rId43"/>
    <p:sldLayoutId id="2147483747" r:id="rId44"/>
  </p:sldLayoutIdLst>
  <p:txStyles>
    <p:titleStyle>
      <a:lvl1pPr algn="l" defTabSz="914400" rtl="0" eaLnBrk="1" fontAlgn="base" latinLnBrk="0" hangingPunct="1">
        <a:lnSpc>
          <a:spcPct val="110000"/>
        </a:lnSpc>
        <a:spcBef>
          <a:spcPct val="0"/>
        </a:spcBef>
        <a:buNone/>
        <a:defRPr sz="3100" kern="1200">
          <a:ln w="9525">
            <a:noFill/>
          </a:ln>
          <a:solidFill>
            <a:schemeClr val="tx2"/>
          </a:solidFill>
          <a:latin typeface="+mj-lt"/>
          <a:ea typeface="+mj-ea"/>
          <a:cs typeface="+mj-cs"/>
        </a:defRPr>
      </a:lvl1pPr>
    </p:titleStyle>
    <p:bodyStyle>
      <a:lvl1pPr marL="142875" indent="-142875" algn="l" defTabSz="914400" rtl="0" eaLnBrk="1" latinLnBrk="0" hangingPunct="1">
        <a:lnSpc>
          <a:spcPct val="100000"/>
        </a:lnSpc>
        <a:spcBef>
          <a:spcPts val="0"/>
        </a:spcBef>
        <a:spcAft>
          <a:spcPts val="1500"/>
        </a:spcAft>
        <a:buClr>
          <a:schemeClr val="tx2"/>
        </a:buClr>
        <a:buFont typeface="Arial" panose="020B0604020202020204" pitchFamily="34" charset="0"/>
        <a:buChar char="•"/>
        <a:defRPr sz="1800" kern="1200">
          <a:ln>
            <a:noFill/>
          </a:ln>
          <a:solidFill>
            <a:schemeClr val="tx1"/>
          </a:solidFill>
          <a:latin typeface="+mn-lt"/>
          <a:ea typeface="+mn-ea"/>
          <a:cs typeface="+mn-cs"/>
        </a:defRPr>
      </a:lvl1pPr>
      <a:lvl2pPr marL="428625" indent="-145257" algn="l" defTabSz="914400" rtl="0" eaLnBrk="1" latinLnBrk="0" hangingPunct="1">
        <a:lnSpc>
          <a:spcPct val="100000"/>
        </a:lnSpc>
        <a:spcBef>
          <a:spcPts val="0"/>
        </a:spcBef>
        <a:spcAft>
          <a:spcPts val="1500"/>
        </a:spcAft>
        <a:buClr>
          <a:schemeClr val="tx2"/>
        </a:buClr>
        <a:buFont typeface="Arial" panose="020B0604020202020204" pitchFamily="34" charset="0"/>
        <a:buChar char="•"/>
        <a:defRPr sz="1800" kern="1200">
          <a:ln>
            <a:noFill/>
          </a:ln>
          <a:solidFill>
            <a:schemeClr val="tx1"/>
          </a:solidFill>
          <a:latin typeface="+mn-lt"/>
          <a:ea typeface="+mn-ea"/>
          <a:cs typeface="+mn-cs"/>
        </a:defRPr>
      </a:lvl2pPr>
      <a:lvl3pPr marL="714375" indent="-147638" algn="l" defTabSz="914400" rtl="0" eaLnBrk="1" latinLnBrk="0" hangingPunct="1">
        <a:lnSpc>
          <a:spcPct val="100000"/>
        </a:lnSpc>
        <a:spcBef>
          <a:spcPts val="0"/>
        </a:spcBef>
        <a:spcAft>
          <a:spcPts val="1500"/>
        </a:spcAft>
        <a:buClr>
          <a:schemeClr val="tx2"/>
        </a:buClr>
        <a:buFont typeface="Arial" panose="020B0604020202020204" pitchFamily="34" charset="0"/>
        <a:buChar char="•"/>
        <a:defRPr sz="1800" kern="1200">
          <a:ln>
            <a:noFill/>
          </a:ln>
          <a:solidFill>
            <a:schemeClr val="tx1"/>
          </a:solidFill>
          <a:latin typeface="+mn-lt"/>
          <a:ea typeface="+mn-ea"/>
          <a:cs typeface="+mn-cs"/>
        </a:defRPr>
      </a:lvl3pPr>
      <a:lvl4pPr marL="1000125" indent="-150019" algn="l" defTabSz="914400" rtl="0" eaLnBrk="1" latinLnBrk="0" hangingPunct="1">
        <a:lnSpc>
          <a:spcPct val="100000"/>
        </a:lnSpc>
        <a:spcBef>
          <a:spcPts val="0"/>
        </a:spcBef>
        <a:spcAft>
          <a:spcPts val="1500"/>
        </a:spcAft>
        <a:buClr>
          <a:schemeClr val="tx2"/>
        </a:buClr>
        <a:buFont typeface="Arial" panose="020B0604020202020204" pitchFamily="34" charset="0"/>
        <a:buChar char="•"/>
        <a:defRPr sz="1800" kern="1200">
          <a:ln>
            <a:noFill/>
          </a:ln>
          <a:solidFill>
            <a:schemeClr val="tx1"/>
          </a:solidFill>
          <a:latin typeface="+mn-lt"/>
          <a:ea typeface="+mn-ea"/>
          <a:cs typeface="+mn-cs"/>
        </a:defRPr>
      </a:lvl4pPr>
      <a:lvl5pPr marL="1285875" indent="-152400" algn="l" defTabSz="914400" rtl="0" eaLnBrk="1" latinLnBrk="0" hangingPunct="1">
        <a:lnSpc>
          <a:spcPct val="100000"/>
        </a:lnSpc>
        <a:spcBef>
          <a:spcPts val="0"/>
        </a:spcBef>
        <a:spcAft>
          <a:spcPts val="1500"/>
        </a:spcAft>
        <a:buClr>
          <a:schemeClr val="tx2"/>
        </a:buClr>
        <a:buFont typeface="Arial" panose="020B0604020202020204" pitchFamily="34" charset="0"/>
        <a:buChar char="•"/>
        <a:defRPr sz="1800" kern="1200">
          <a:ln>
            <a:noFill/>
          </a:ln>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3" name="Text Placeholder 2"/>
          <p:cNvSpPr>
            <a:spLocks noGrp="1"/>
          </p:cNvSpPr>
          <p:nvPr>
            <p:ph type="body" idx="1"/>
          </p:nvPr>
        </p:nvSpPr>
        <p:spPr>
          <a:xfrm>
            <a:off x="3238501" y="1388582"/>
            <a:ext cx="8580301" cy="1744067"/>
          </a:xfrm>
          <a:prstGeom prst="rect">
            <a:avLst/>
          </a:prstGeom>
        </p:spPr>
        <p:txBody>
          <a:bodyPr vert="horz" lIns="182880" tIns="0" rIns="0" bIns="0" rtlCol="0">
            <a:spAutoFit/>
          </a:bodyPr>
          <a:lstStyle/>
          <a:p>
            <a:pPr marL="142875" marR="0" lvl="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Click to edit Master text styles</a:t>
            </a:r>
          </a:p>
          <a:p>
            <a:pPr marL="142875" marR="0" lvl="1"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Second level</a:t>
            </a:r>
          </a:p>
          <a:p>
            <a:pPr marL="142875" marR="0" lvl="2"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Third level</a:t>
            </a:r>
          </a:p>
          <a:p>
            <a:pPr marL="142875" marR="0" lvl="3"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Fourth level</a:t>
            </a:r>
          </a:p>
          <a:p>
            <a:pPr marL="142875" marR="0" lvl="4"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a:pPr>
            <a:r>
              <a:rPr kumimoji="0" lang="en-GB" sz="1800" b="0" i="0" u="none" strike="noStrike" kern="1200" cap="none" spc="0" normalizeH="0" baseline="0" noProof="0">
                <a:ln>
                  <a:noFill/>
                </a:ln>
                <a:solidFill>
                  <a:srgbClr val="000000"/>
                </a:solidFill>
                <a:effectLst/>
                <a:uLnTx/>
                <a:uFillTx/>
                <a:latin typeface="+mn-lt"/>
                <a:ea typeface="+mn-ea"/>
                <a:cs typeface="+mn-cs"/>
              </a:rPr>
              <a:t>Fifth level</a:t>
            </a:r>
            <a:endParaRPr kumimoji="0" lang="en-US" sz="1800" b="0" i="0" u="none" strike="noStrike" kern="1200" cap="none" spc="0" normalizeH="0" baseline="0" noProof="0" dirty="0">
              <a:ln>
                <a:noFill/>
              </a:ln>
              <a:solidFill>
                <a:srgbClr val="000000"/>
              </a:solidFill>
              <a:effectLst/>
              <a:uLnTx/>
              <a:uFillTx/>
              <a:latin typeface="+mn-lt"/>
              <a:ea typeface="+mn-ea"/>
              <a:cs typeface="+mn-cs"/>
            </a:endParaRPr>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73"/>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grpSp>
        <p:nvGrpSpPr>
          <p:cNvPr id="6" name="Group 5">
            <a:extLst>
              <a:ext uri="{FF2B5EF4-FFF2-40B4-BE49-F238E27FC236}">
                <a16:creationId xmlns:a16="http://schemas.microsoft.com/office/drawing/2014/main" id="{7826DB11-539A-2D54-6832-3A322D0E5C56}"/>
              </a:ext>
            </a:extLst>
          </p:cNvPr>
          <p:cNvGrpSpPr/>
          <p:nvPr/>
        </p:nvGrpSpPr>
        <p:grpSpPr>
          <a:xfrm>
            <a:off x="0" y="-2403"/>
            <a:ext cx="12667343" cy="1099683"/>
            <a:chOff x="0" y="-2403"/>
            <a:chExt cx="12667343" cy="1099683"/>
          </a:xfrm>
        </p:grpSpPr>
        <p:sp>
          <p:nvSpPr>
            <p:cNvPr id="4" name="Rectangle 3">
              <a:extLst>
                <a:ext uri="{FF2B5EF4-FFF2-40B4-BE49-F238E27FC236}">
                  <a16:creationId xmlns:a16="http://schemas.microsoft.com/office/drawing/2014/main" id="{12682853-E800-7A37-5627-1599E2474ACF}"/>
                </a:ext>
              </a:extLst>
            </p:cNvPr>
            <p:cNvSpPr/>
            <p:nvPr userDrawn="1"/>
          </p:nvSpPr>
          <p:spPr>
            <a:xfrm>
              <a:off x="0" y="0"/>
              <a:ext cx="12192000" cy="1097280"/>
            </a:xfrm>
            <a:prstGeom prst="rect">
              <a:avLst/>
            </a:prstGeom>
            <a:solidFill>
              <a:schemeClr val="tx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pic>
          <p:nvPicPr>
            <p:cNvPr id="5" name="Picture 4">
              <a:extLst>
                <a:ext uri="{FF2B5EF4-FFF2-40B4-BE49-F238E27FC236}">
                  <a16:creationId xmlns:a16="http://schemas.microsoft.com/office/drawing/2014/main" id="{8010F62B-25DD-FC98-E2C3-00B9BDF5989B}"/>
                </a:ext>
              </a:extLst>
            </p:cNvPr>
            <p:cNvPicPr>
              <a:picLocks noChangeAspect="1"/>
            </p:cNvPicPr>
            <p:nvPr userDrawn="1"/>
          </p:nvPicPr>
          <p:blipFill rotWithShape="1">
            <a:blip r:embed="rId74" cstate="screen">
              <a:extLst>
                <a:ext uri="{28A0092B-C50C-407E-A947-70E740481C1C}">
                  <a14:useLocalDpi xmlns:a14="http://schemas.microsoft.com/office/drawing/2010/main"/>
                </a:ext>
              </a:extLst>
            </a:blip>
            <a:srcRect/>
            <a:stretch/>
          </p:blipFill>
          <p:spPr>
            <a:xfrm>
              <a:off x="4087042" y="-2403"/>
              <a:ext cx="8580301" cy="1097280"/>
            </a:xfrm>
            <a:prstGeom prst="rect">
              <a:avLst/>
            </a:prstGeom>
          </p:spPr>
        </p:pic>
      </p:grpSp>
      <p:sp>
        <p:nvSpPr>
          <p:cNvPr id="2" name="Title Placeholder 1"/>
          <p:cNvSpPr>
            <a:spLocks noGrp="1"/>
          </p:cNvSpPr>
          <p:nvPr>
            <p:ph type="title"/>
          </p:nvPr>
        </p:nvSpPr>
        <p:spPr>
          <a:xfrm>
            <a:off x="334497" y="268589"/>
            <a:ext cx="6147946" cy="498919"/>
          </a:xfrm>
          <a:prstGeom prst="rect">
            <a:avLst/>
          </a:prstGeom>
          <a:ln w="12700">
            <a:noFill/>
          </a:ln>
        </p:spPr>
        <p:txBody>
          <a:bodyPr vert="horz" wrap="square" lIns="0" tIns="0" rIns="0" bIns="0" rtlCol="0" anchor="t" anchorCtr="0">
            <a:spAutoFit/>
          </a:bodyPr>
          <a:lstStyle/>
          <a:p>
            <a:r>
              <a:rPr lang="en-GB"/>
              <a:t>Click to edit Master title style</a:t>
            </a:r>
            <a:endParaRPr lang="en-US" dirty="0"/>
          </a:p>
        </p:txBody>
      </p:sp>
    </p:spTree>
    <p:extLst>
      <p:ext uri="{BB962C8B-B14F-4D97-AF65-F5344CB8AC3E}">
        <p14:creationId xmlns:p14="http://schemas.microsoft.com/office/powerpoint/2010/main" val="1420969740"/>
      </p:ext>
    </p:extLst>
  </p:cSld>
  <p:clrMap bg1="lt1" tx1="dk1" bg2="lt2" tx2="dk2" accent1="accent1" accent2="accent2" accent3="accent3" accent4="accent4" accent5="accent5" accent6="accent6" hlink="hlink" folHlink="folHlink"/>
  <p:sldLayoutIdLst>
    <p:sldLayoutId id="2147483749" r:id="rId1"/>
    <p:sldLayoutId id="2147483750" r:id="rId2"/>
    <p:sldLayoutId id="2147483751" r:id="rId3"/>
    <p:sldLayoutId id="2147483752" r:id="rId4"/>
    <p:sldLayoutId id="2147483753" r:id="rId5"/>
    <p:sldLayoutId id="2147483754" r:id="rId6"/>
    <p:sldLayoutId id="2147483755" r:id="rId7"/>
    <p:sldLayoutId id="2147483756" r:id="rId8"/>
    <p:sldLayoutId id="2147483757" r:id="rId9"/>
    <p:sldLayoutId id="2147483758" r:id="rId10"/>
    <p:sldLayoutId id="2147483759" r:id="rId11"/>
    <p:sldLayoutId id="2147483760" r:id="rId12"/>
    <p:sldLayoutId id="2147483761" r:id="rId13"/>
    <p:sldLayoutId id="2147483762" r:id="rId14"/>
    <p:sldLayoutId id="2147483763" r:id="rId15"/>
    <p:sldLayoutId id="2147483764" r:id="rId16"/>
    <p:sldLayoutId id="2147483765" r:id="rId17"/>
    <p:sldLayoutId id="2147483766" r:id="rId18"/>
    <p:sldLayoutId id="2147483767" r:id="rId19"/>
    <p:sldLayoutId id="2147483768" r:id="rId20"/>
    <p:sldLayoutId id="2147483769" r:id="rId21"/>
    <p:sldLayoutId id="2147483770" r:id="rId22"/>
    <p:sldLayoutId id="2147483771" r:id="rId23"/>
    <p:sldLayoutId id="2147483772" r:id="rId24"/>
    <p:sldLayoutId id="2147483773" r:id="rId25"/>
    <p:sldLayoutId id="2147483774" r:id="rId26"/>
    <p:sldLayoutId id="2147483775" r:id="rId27"/>
    <p:sldLayoutId id="2147483776" r:id="rId28"/>
    <p:sldLayoutId id="2147483777" r:id="rId29"/>
    <p:sldLayoutId id="2147483778" r:id="rId30"/>
    <p:sldLayoutId id="2147483779" r:id="rId31"/>
    <p:sldLayoutId id="2147483661" r:id="rId32"/>
    <p:sldLayoutId id="2147483663" r:id="rId33"/>
    <p:sldLayoutId id="2147483664" r:id="rId34"/>
    <p:sldLayoutId id="2147483665" r:id="rId35"/>
    <p:sldLayoutId id="2147483666" r:id="rId36"/>
    <p:sldLayoutId id="2147483667" r:id="rId37"/>
    <p:sldLayoutId id="2147483668" r:id="rId38"/>
    <p:sldLayoutId id="2147483669" r:id="rId39"/>
    <p:sldLayoutId id="2147483670" r:id="rId40"/>
    <p:sldLayoutId id="2147483671" r:id="rId41"/>
    <p:sldLayoutId id="2147483672" r:id="rId42"/>
    <p:sldLayoutId id="2147483673" r:id="rId43"/>
    <p:sldLayoutId id="2147483674" r:id="rId44"/>
    <p:sldLayoutId id="2147483675" r:id="rId45"/>
    <p:sldLayoutId id="2147483676" r:id="rId46"/>
    <p:sldLayoutId id="2147483677" r:id="rId47"/>
    <p:sldLayoutId id="2147483678" r:id="rId48"/>
    <p:sldLayoutId id="2147483679" r:id="rId49"/>
    <p:sldLayoutId id="2147483680" r:id="rId50"/>
    <p:sldLayoutId id="2147483681" r:id="rId51"/>
    <p:sldLayoutId id="2147483682" r:id="rId52"/>
    <p:sldLayoutId id="2147483683" r:id="rId53"/>
    <p:sldLayoutId id="2147483684" r:id="rId54"/>
    <p:sldLayoutId id="2147483685" r:id="rId55"/>
    <p:sldLayoutId id="2147483686" r:id="rId56"/>
    <p:sldLayoutId id="2147483687" r:id="rId57"/>
    <p:sldLayoutId id="2147483688" r:id="rId58"/>
    <p:sldLayoutId id="2147483689" r:id="rId59"/>
    <p:sldLayoutId id="2147483690" r:id="rId60"/>
    <p:sldLayoutId id="2147483691" r:id="rId61"/>
    <p:sldLayoutId id="2147483692" r:id="rId62"/>
    <p:sldLayoutId id="2147483693" r:id="rId63"/>
    <p:sldLayoutId id="2147483694" r:id="rId64"/>
    <p:sldLayoutId id="2147483695" r:id="rId65"/>
    <p:sldLayoutId id="2147483696" r:id="rId66"/>
    <p:sldLayoutId id="2147483697" r:id="rId67"/>
    <p:sldLayoutId id="2147483698" r:id="rId68"/>
    <p:sldLayoutId id="2147483699" r:id="rId69"/>
    <p:sldLayoutId id="2147483701" r:id="rId70"/>
    <p:sldLayoutId id="2147483702" r:id="rId71"/>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Fira Sans" panose="020B0503050000020004" pitchFamily="34" charset="0"/>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Fira Sans" panose="020B0503050000020004" pitchFamily="34" charset="0"/>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Fira Sans" panose="020B0503050000020004" pitchFamily="34" charset="0"/>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Fira Sans" panose="020B0503050000020004" pitchFamily="34" charset="0"/>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Fira Sans" panose="020B0503050000020004" pitchFamily="34" charset="0"/>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800" kern="1200">
          <a:ln>
            <a:noFill/>
          </a:ln>
          <a:solidFill>
            <a:schemeClr val="tx1"/>
          </a:solidFill>
          <a:latin typeface="Fira Sans" panose="020B0503050000020004" pitchFamily="34" charset="0"/>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tx1"/>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334497" y="268589"/>
            <a:ext cx="2733169" cy="1531053"/>
          </a:xfrm>
          <a:prstGeom prst="rect">
            <a:avLst/>
          </a:prstGeom>
          <a:ln w="12700">
            <a:noFill/>
          </a:ln>
        </p:spPr>
        <p:txBody>
          <a:bodyPr vert="horz" lIns="0" tIns="0" rIns="0" bIns="0" rtlCol="0" anchor="t" anchorCtr="0">
            <a:noAutofit/>
          </a:bodyPr>
          <a:lstStyle/>
          <a:p>
            <a:r>
              <a:rPr lang="en-GB"/>
              <a:t>Click to edit Master title style</a:t>
            </a:r>
            <a:endParaRPr lang="en-US" dirty="0"/>
          </a:p>
        </p:txBody>
      </p:sp>
      <p:pic>
        <p:nvPicPr>
          <p:cNvPr id="8" name="Graphic 7">
            <a:extLst>
              <a:ext uri="{FF2B5EF4-FFF2-40B4-BE49-F238E27FC236}">
                <a16:creationId xmlns:a16="http://schemas.microsoft.com/office/drawing/2014/main" id="{C95E05A0-E71F-BF43-B4BD-38F301034068}"/>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3"/>
              </a:ext>
            </a:extLst>
          </a:blip>
          <a:stretch>
            <a:fillRect/>
          </a:stretch>
        </p:blipFill>
        <p:spPr>
          <a:xfrm>
            <a:off x="327905" y="6404039"/>
            <a:ext cx="1143000" cy="354330"/>
          </a:xfrm>
          <a:prstGeom prst="rect">
            <a:avLst/>
          </a:prstGeom>
        </p:spPr>
      </p:pic>
      <p:sp>
        <p:nvSpPr>
          <p:cNvPr id="10" name="Footer Placeholder 4">
            <a:extLst>
              <a:ext uri="{FF2B5EF4-FFF2-40B4-BE49-F238E27FC236}">
                <a16:creationId xmlns:a16="http://schemas.microsoft.com/office/drawing/2014/main" id="{46C91435-26B4-C74A-8BAF-292D956CE0DF}"/>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bg1"/>
                </a:solidFill>
              </a:defRPr>
            </a:lvl1pPr>
          </a:lstStyle>
          <a:p>
            <a:endParaRPr lang="en-US" dirty="0"/>
          </a:p>
        </p:txBody>
      </p:sp>
      <p:sp>
        <p:nvSpPr>
          <p:cNvPr id="11" name="Slide Number Placeholder 5">
            <a:extLst>
              <a:ext uri="{FF2B5EF4-FFF2-40B4-BE49-F238E27FC236}">
                <a16:creationId xmlns:a16="http://schemas.microsoft.com/office/drawing/2014/main" id="{F96E2593-46D0-774F-8813-5D956F8CEA7F}"/>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bg1"/>
                </a:solidFill>
              </a:defRPr>
            </a:lvl1pPr>
          </a:lstStyle>
          <a:p>
            <a:fld id="{762E77F0-FB5B-4E8E-9BC9-34F14560A017}" type="slidenum">
              <a:rPr lang="en-US" smtClean="0"/>
              <a:pPr/>
              <a:t>‹#›</a:t>
            </a:fld>
            <a:endParaRPr lang="en-US" dirty="0"/>
          </a:p>
        </p:txBody>
      </p:sp>
      <p:sp>
        <p:nvSpPr>
          <p:cNvPr id="9" name="Text Placeholder 2">
            <a:extLst>
              <a:ext uri="{FF2B5EF4-FFF2-40B4-BE49-F238E27FC236}">
                <a16:creationId xmlns:a16="http://schemas.microsoft.com/office/drawing/2014/main" id="{8D79F404-BCB4-4942-A594-6B1E63AEBB15}"/>
              </a:ext>
            </a:extLst>
          </p:cNvPr>
          <p:cNvSpPr>
            <a:spLocks noGrp="1"/>
          </p:cNvSpPr>
          <p:nvPr>
            <p:ph type="body" idx="1"/>
          </p:nvPr>
        </p:nvSpPr>
        <p:spPr>
          <a:xfrm>
            <a:off x="3238501" y="312485"/>
            <a:ext cx="8580301" cy="1744067"/>
          </a:xfrm>
          <a:prstGeom prst="rect">
            <a:avLst/>
          </a:prstGeom>
        </p:spPr>
        <p:txBody>
          <a:bodyPr vert="horz" lIns="182880" tIns="0" rIns="0" bIns="0" rtlCol="0">
            <a:sp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US" dirty="0"/>
          </a:p>
        </p:txBody>
      </p:sp>
      <p:pic>
        <p:nvPicPr>
          <p:cNvPr id="4" name="Picture 3">
            <a:extLst>
              <a:ext uri="{FF2B5EF4-FFF2-40B4-BE49-F238E27FC236}">
                <a16:creationId xmlns:a16="http://schemas.microsoft.com/office/drawing/2014/main" id="{101594CF-9E60-FEE9-725B-28644E2BEFC6}"/>
              </a:ext>
            </a:extLst>
          </p:cNvPr>
          <p:cNvPicPr>
            <a:picLocks noChangeAspect="1"/>
          </p:cNvPicPr>
          <p:nvPr/>
        </p:nvPicPr>
        <p:blipFill>
          <a:blip r:embed="rId14"/>
          <a:stretch>
            <a:fillRect/>
          </a:stretch>
        </p:blipFill>
        <p:spPr>
          <a:xfrm>
            <a:off x="0" y="4745736"/>
            <a:ext cx="3226194" cy="2112264"/>
          </a:xfrm>
          <a:prstGeom prst="rect">
            <a:avLst/>
          </a:prstGeom>
        </p:spPr>
      </p:pic>
    </p:spTree>
    <p:extLst>
      <p:ext uri="{BB962C8B-B14F-4D97-AF65-F5344CB8AC3E}">
        <p14:creationId xmlns:p14="http://schemas.microsoft.com/office/powerpoint/2010/main" val="1004057318"/>
      </p:ext>
    </p:extLst>
  </p:cSld>
  <p:clrMap bg1="lt1" tx1="dk1" bg2="lt2" tx2="dk2" accent1="accent1" accent2="accent2" accent3="accent3" accent4="accent4" accent5="accent5" accent6="accent6" hlink="hlink" folHlink="folHlink"/>
  <p:sldLayoutIdLst>
    <p:sldLayoutId id="2147483781" r:id="rId1"/>
    <p:sldLayoutId id="2147483782" r:id="rId2"/>
    <p:sldLayoutId id="2147483783" r:id="rId3"/>
    <p:sldLayoutId id="2147483784" r:id="rId4"/>
    <p:sldLayoutId id="2147483785" r:id="rId5"/>
    <p:sldLayoutId id="2147483786" r:id="rId6"/>
    <p:sldLayoutId id="2147483787" r:id="rId7"/>
    <p:sldLayoutId id="2147483788" r:id="rId8"/>
    <p:sldLayoutId id="2147483789" r:id="rId9"/>
    <p:sldLayoutId id="2147483790" r:id="rId10"/>
    <p:sldLayoutId id="2147483791" r:id="rId11"/>
  </p:sldLayoutIdLst>
  <p:hf hdr="0" ftr="0" dt="0"/>
  <p:txStyles>
    <p:titleStyle>
      <a:lvl1pPr algn="l" defTabSz="914400" rtl="0" eaLnBrk="1" fontAlgn="base" latinLnBrk="0" hangingPunct="1">
        <a:lnSpc>
          <a:spcPct val="110000"/>
        </a:lnSpc>
        <a:spcBef>
          <a:spcPct val="0"/>
        </a:spcBef>
        <a:buNone/>
        <a:defRPr sz="3100" kern="1200">
          <a:ln w="9525">
            <a:noFill/>
          </a:ln>
          <a:solidFill>
            <a:schemeClr val="bg1"/>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chemeClr val="bg1"/>
        </a:buClr>
        <a:buSzTx/>
        <a:buFont typeface="Arial" panose="020B0604020202020204" pitchFamily="34" charset="0"/>
        <a:buChar char="•"/>
        <a:tabLst/>
        <a:defRPr sz="1800" kern="1200">
          <a:ln>
            <a:noFill/>
          </a:ln>
          <a:solidFill>
            <a:schemeClr val="bg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52">
          <p15:clr>
            <a:srgbClr val="000000"/>
          </p15:clr>
        </p15:guide>
        <p15:guide id="5" orient="horz" pos="228">
          <p15:clr>
            <a:srgbClr val="000000"/>
          </p15:clr>
        </p15:guide>
        <p15:guide id="8" orient="horz" pos="1200">
          <p15:clr>
            <a:srgbClr val="000000"/>
          </p15:clr>
        </p15:guide>
        <p15:guide id="11" orient="horz" pos="2160">
          <p15:clr>
            <a:srgbClr val="000000"/>
          </p15:clr>
        </p15:guide>
        <p15:guide id="14" orient="horz" pos="4092">
          <p15:clr>
            <a:srgbClr val="000000"/>
          </p15:clr>
        </p15:guide>
        <p15:guide id="45" orient="horz" pos="3120">
          <p15:clr>
            <a:srgbClr val="000000"/>
          </p15:clr>
        </p15:guide>
        <p15:guide id="52" pos="2040">
          <p15:clr>
            <a:srgbClr val="000000"/>
          </p15:clr>
        </p15:guide>
        <p15:guide id="55" pos="3840">
          <p15:clr>
            <a:srgbClr val="000000"/>
          </p15:clr>
        </p15:guide>
        <p15:guide id="58" pos="5652">
          <p15:clr>
            <a:srgbClr val="000000"/>
          </p15:clr>
        </p15:guide>
      </p15:sldGuideLst>
    </p:ext>
  </p:extLst>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pic>
        <p:nvPicPr>
          <p:cNvPr id="7" name="Graphic 6">
            <a:extLst>
              <a:ext uri="{FF2B5EF4-FFF2-40B4-BE49-F238E27FC236}">
                <a16:creationId xmlns:a16="http://schemas.microsoft.com/office/drawing/2014/main" id="{7531EE93-37B4-654A-9329-82DE10157B02}"/>
              </a:ext>
            </a:extLst>
          </p:cNvPr>
          <p:cNvPicPr>
            <a:picLocks noChangeAspect="1"/>
          </p:cNvPicPr>
          <p:nvPr/>
        </p:nvPicPr>
        <p:blipFill>
          <a:blip cstate="screen">
            <a:extLst>
              <a:ext uri="{28A0092B-C50C-407E-A947-70E740481C1C}">
                <a14:useLocalDpi xmlns:a14="http://schemas.microsoft.com/office/drawing/2010/main"/>
              </a:ext>
              <a:ext uri="{96DAC541-7B7A-43D3-8B79-37D633B846F1}">
                <asvg:svgBlip xmlns:asvg="http://schemas.microsoft.com/office/drawing/2016/SVG/main" r:embed="rId15"/>
              </a:ext>
            </a:extLst>
          </a:blip>
          <a:stretch>
            <a:fillRect/>
          </a:stretch>
        </p:blipFill>
        <p:spPr>
          <a:xfrm>
            <a:off x="327905" y="6404039"/>
            <a:ext cx="1143000" cy="354330"/>
          </a:xfrm>
          <a:prstGeom prst="rect">
            <a:avLst/>
          </a:prstGeom>
        </p:spPr>
      </p:pic>
      <p:sp>
        <p:nvSpPr>
          <p:cNvPr id="8" name="Footer Placeholder 4">
            <a:extLst>
              <a:ext uri="{FF2B5EF4-FFF2-40B4-BE49-F238E27FC236}">
                <a16:creationId xmlns:a16="http://schemas.microsoft.com/office/drawing/2014/main" id="{82EB649D-E1E1-3E40-AA99-F9D272BD05A4}"/>
              </a:ext>
            </a:extLst>
          </p:cNvPr>
          <p:cNvSpPr>
            <a:spLocks noGrp="1"/>
          </p:cNvSpPr>
          <p:nvPr>
            <p:ph type="ftr" sz="quarter" idx="3"/>
          </p:nvPr>
        </p:nvSpPr>
        <p:spPr>
          <a:xfrm>
            <a:off x="6943725" y="6635750"/>
            <a:ext cx="4073182" cy="107722"/>
          </a:xfrm>
          <a:prstGeom prst="rect">
            <a:avLst/>
          </a:prstGeom>
        </p:spPr>
        <p:txBody>
          <a:bodyPr vert="horz" wrap="square" lIns="0" tIns="0" rIns="0" bIns="0" rtlCol="0" anchor="t" anchorCtr="0">
            <a:spAutoFit/>
          </a:bodyPr>
          <a:lstStyle>
            <a:lvl1pPr algn="r">
              <a:defRPr sz="700">
                <a:solidFill>
                  <a:schemeClr val="tx1"/>
                </a:solidFill>
              </a:defRPr>
            </a:lvl1pPr>
          </a:lstStyle>
          <a:p>
            <a:endParaRPr lang="en-US" dirty="0"/>
          </a:p>
        </p:txBody>
      </p:sp>
      <p:sp>
        <p:nvSpPr>
          <p:cNvPr id="10" name="Slide Number Placeholder 5">
            <a:extLst>
              <a:ext uri="{FF2B5EF4-FFF2-40B4-BE49-F238E27FC236}">
                <a16:creationId xmlns:a16="http://schemas.microsoft.com/office/drawing/2014/main" id="{0FC022FD-C77A-5448-9A3A-A5A3DCD8302E}"/>
              </a:ext>
            </a:extLst>
          </p:cNvPr>
          <p:cNvSpPr>
            <a:spLocks noGrp="1"/>
          </p:cNvSpPr>
          <p:nvPr>
            <p:ph type="sldNum" sz="quarter" idx="4"/>
          </p:nvPr>
        </p:nvSpPr>
        <p:spPr>
          <a:xfrm>
            <a:off x="11201401" y="6635750"/>
            <a:ext cx="617402" cy="107722"/>
          </a:xfrm>
          <a:prstGeom prst="rect">
            <a:avLst/>
          </a:prstGeom>
        </p:spPr>
        <p:txBody>
          <a:bodyPr vert="horz" lIns="0" tIns="0" rIns="0" bIns="0" rtlCol="0" anchor="t" anchorCtr="0">
            <a:spAutoFit/>
          </a:bodyPr>
          <a:lstStyle>
            <a:lvl1pPr algn="r">
              <a:defRPr sz="700">
                <a:solidFill>
                  <a:schemeClr val="tx1"/>
                </a:solidFill>
              </a:defRPr>
            </a:lvl1pPr>
          </a:lstStyle>
          <a:p>
            <a:fld id="{762E77F0-FB5B-4E8E-9BC9-34F14560A017}" type="slidenum">
              <a:rPr lang="en-US" smtClean="0"/>
              <a:pPr/>
              <a:t>‹#›</a:t>
            </a:fld>
            <a:endParaRPr lang="en-US" dirty="0"/>
          </a:p>
        </p:txBody>
      </p:sp>
    </p:spTree>
    <p:extLst>
      <p:ext uri="{BB962C8B-B14F-4D97-AF65-F5344CB8AC3E}">
        <p14:creationId xmlns:p14="http://schemas.microsoft.com/office/powerpoint/2010/main" val="1058384830"/>
      </p:ext>
    </p:extLst>
  </p:cSld>
  <p:clrMap bg1="lt1" tx1="dk1" bg2="lt2" tx2="dk2" accent1="accent1" accent2="accent2" accent3="accent3" accent4="accent4" accent5="accent5" accent6="accent6" hlink="hlink" folHlink="folHlink"/>
  <p:sldLayoutIdLst>
    <p:sldLayoutId id="2147483793" r:id="rId1"/>
    <p:sldLayoutId id="2147483794" r:id="rId2"/>
    <p:sldLayoutId id="2147483795" r:id="rId3"/>
    <p:sldLayoutId id="2147483796" r:id="rId4"/>
    <p:sldLayoutId id="2147483797" r:id="rId5"/>
    <p:sldLayoutId id="2147483798" r:id="rId6"/>
    <p:sldLayoutId id="2147483799" r:id="rId7"/>
    <p:sldLayoutId id="2147483800" r:id="rId8"/>
    <p:sldLayoutId id="2147483801" r:id="rId9"/>
    <p:sldLayoutId id="2147483802" r:id="rId10"/>
    <p:sldLayoutId id="2147483803" r:id="rId11"/>
    <p:sldLayoutId id="2147483804" r:id="rId12"/>
    <p:sldLayoutId id="2147483805" r:id="rId13"/>
  </p:sldLayoutIdLst>
  <p:hf hdr="0" ftr="0" dt="0"/>
  <p:txStyles>
    <p:titleStyle>
      <a:lvl1pPr algn="l" defTabSz="914400" rtl="0" eaLnBrk="1" fontAlgn="base" latinLnBrk="0" hangingPunct="1">
        <a:lnSpc>
          <a:spcPct val="112000"/>
        </a:lnSpc>
        <a:spcBef>
          <a:spcPct val="0"/>
        </a:spcBef>
        <a:buNone/>
        <a:defRPr lang="en-US" sz="4500" kern="1200" dirty="0">
          <a:ln w="9525">
            <a:noFill/>
          </a:ln>
          <a:solidFill>
            <a:schemeClr val="tx2"/>
          </a:solidFill>
          <a:latin typeface="+mj-lt"/>
          <a:ea typeface="+mj-ea"/>
          <a:cs typeface="+mj-cs"/>
        </a:defRPr>
      </a:lvl1pPr>
    </p:titleStyle>
    <p:bodyStyle>
      <a:lvl1pPr marL="142875" marR="0" indent="-142875"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1pPr>
      <a:lvl2pPr marL="428625" marR="0" indent="-145257"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2pPr>
      <a:lvl3pPr marL="714375" marR="0" indent="-147638"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3pPr>
      <a:lvl4pPr marL="1000125" marR="0" indent="-150019"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4pPr>
      <a:lvl5pPr marL="1285875" marR="0" indent="-152400" algn="l" defTabSz="914400" rtl="0" eaLnBrk="1" fontAlgn="t" latinLnBrk="0" hangingPunct="1">
        <a:lnSpc>
          <a:spcPct val="100000"/>
        </a:lnSpc>
        <a:spcBef>
          <a:spcPts val="0"/>
        </a:spcBef>
        <a:spcAft>
          <a:spcPts val="700"/>
        </a:spcAft>
        <a:buClr>
          <a:srgbClr val="EB0000"/>
        </a:buClr>
        <a:buSzTx/>
        <a:buFont typeface="Arial" panose="020B0604020202020204" pitchFamily="34" charset="0"/>
        <a:buChar char="•"/>
        <a:tabLst/>
        <a:defRPr sz="15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3" pos="228">
          <p15:clr>
            <a:srgbClr val="000000"/>
          </p15:clr>
        </p15:guide>
        <p15:guide id="4" pos="7449">
          <p15:clr>
            <a:srgbClr val="000000"/>
          </p15:clr>
        </p15:guide>
        <p15:guide id="5" orient="horz" pos="228">
          <p15:clr>
            <a:srgbClr val="000000"/>
          </p15:clr>
        </p15:guide>
        <p15:guide id="11" orient="horz" pos="3120">
          <p15:clr>
            <a:srgbClr val="000000"/>
          </p15:clr>
        </p15:guide>
        <p15:guide id="14" orient="horz" pos="4092">
          <p15:clr>
            <a:srgbClr val="000000"/>
          </p15:clr>
        </p15:guide>
        <p15:guide id="34" pos="2040">
          <p15:clr>
            <a:srgbClr val="000000"/>
          </p15:clr>
        </p15:guide>
        <p15:guide id="36" pos="3840">
          <p15:clr>
            <a:srgbClr val="000000"/>
          </p15:clr>
        </p15:guide>
        <p15:guide id="38" pos="5652">
          <p15:clr>
            <a:srgbClr val="000000"/>
          </p15:clr>
        </p15:guide>
        <p15:guide id="40" orient="horz" pos="2163">
          <p15:clr>
            <a:srgbClr val="000000"/>
          </p15:clr>
        </p15:guide>
        <p15:guide id="41" orient="horz" pos="1201">
          <p15:clr>
            <a:srgbClr val="000000"/>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27.xml"/><Relationship Id="rId2" Type="http://schemas.openxmlformats.org/officeDocument/2006/relationships/notesSlide" Target="../notesSlides/notesSlide1.xml"/><Relationship Id="rId3" Type="http://schemas.openxmlformats.org/officeDocument/2006/relationships/image" Target="../media/image2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23.png"/><Relationship Id="rId3" Type="http://schemas.openxmlformats.org/officeDocument/2006/relationships/image" Target="../media/image3.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32.xml"/><Relationship Id="rId2"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5.xml"/><Relationship Id="rId2" Type="http://schemas.openxmlformats.org/officeDocument/2006/relationships/image" Target="../media/image3.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 Placeholder 7">
            <a:extLst>
              <a:ext uri="{FF2B5EF4-FFF2-40B4-BE49-F238E27FC236}">
                <a16:creationId xmlns:a16="http://schemas.microsoft.com/office/drawing/2014/main" id="{DAD1A51D-ABFA-47F1-AB2A-260D4927A1E5}"/>
              </a:ext>
            </a:extLst>
          </p:cNvPr>
          <p:cNvSpPr>
            <a:spLocks noGrp="1"/>
          </p:cNvSpPr>
          <p:nvPr>
            <p:ph type="body" sz="quarter" idx="10"/>
          </p:nvPr>
        </p:nvSpPr>
        <p:spPr/>
        <p:txBody>
          <a:bodyPr/>
          <a:lstStyle/>
          <a:p>
            <a:endParaRPr lang="en-GB" dirty="0"/>
          </a:p>
          <a:p>
            <a:r>
              <a:rPr lang="en-GB" dirty="0"/>
              <a:t>September 2022</a:t>
            </a:r>
          </a:p>
        </p:txBody>
      </p:sp>
      <p:sp>
        <p:nvSpPr>
          <p:cNvPr id="6" name="Title 5">
            <a:extLst>
              <a:ext uri="{FF2B5EF4-FFF2-40B4-BE49-F238E27FC236}">
                <a16:creationId xmlns:a16="http://schemas.microsoft.com/office/drawing/2014/main" id="{CAA4948F-F6FA-44B3-8DEC-0547FC832A83}"/>
              </a:ext>
            </a:extLst>
          </p:cNvPr>
          <p:cNvSpPr>
            <a:spLocks noGrp="1"/>
          </p:cNvSpPr>
          <p:nvPr>
            <p:ph type="ctrTitle"/>
          </p:nvPr>
        </p:nvSpPr>
        <p:spPr>
          <a:xfrm>
            <a:off x="323545" y="1011652"/>
            <a:ext cx="4791380" cy="1954638"/>
          </a:xfrm>
        </p:spPr>
        <p:txBody>
          <a:bodyPr/>
          <a:lstStyle/>
          <a:p>
            <a:br>
              <a:rPr lang="en-GB" dirty="0"/>
            </a:br>
            <a:r>
              <a:rPr lang="en-GB" dirty="0"/>
              <a:t>Data Gathering Template Guide</a:t>
            </a:r>
          </a:p>
        </p:txBody>
      </p:sp>
      <p:pic>
        <p:nvPicPr>
          <p:cNvPr id="9" name="Picture 8" descr="rackspace-logo-white.png"/>
          <p:cNvPicPr>
            <a:picLocks noChangeAspect="1"/>
          </p:cNvPicPr>
          <p:nvPr/>
        </p:nvPicPr>
        <p:blipFill>
          <a:blip r:embed="rId3"/>
          <a:stretch>
            <a:fillRect/>
          </a:stretch>
        </p:blipFill>
        <p:spPr>
          <a:xfrm>
            <a:off x="9265920" y="164592"/>
            <a:ext cx="2560320" cy="326849"/>
          </a:xfrm>
          <a:prstGeom prst="rect">
            <a:avLst/>
          </a:prstGeom>
        </p:spPr>
      </p:pic>
    </p:spTree>
    <p:extLst>
      <p:ext uri="{BB962C8B-B14F-4D97-AF65-F5344CB8AC3E}">
        <p14:creationId xmlns:p14="http://schemas.microsoft.com/office/powerpoint/2010/main" val="302178781"/>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CA915C3D-F194-48E3-9E21-7D05272BDBEE}"/>
              </a:ext>
            </a:extLst>
          </p:cNvPr>
          <p:cNvSpPr>
            <a:spLocks noGrp="1"/>
          </p:cNvSpPr>
          <p:nvPr>
            <p:ph type="sldNum" sz="quarter" idx="11"/>
          </p:nvPr>
        </p:nvSpPr>
        <p:spPr/>
        <p:txBody>
          <a:bodyPr/>
          <a:lstStyle/>
          <a:p>
            <a:fld id="{762E77F0-FB5B-4E8E-9BC9-34F14560A017}" type="slidenum">
              <a:rPr lang="en-US" smtClean="0"/>
              <a:pPr/>
              <a:t>2</a:t>
            </a:fld>
            <a:endParaRPr lang="en-US" dirty="0"/>
          </a:p>
        </p:txBody>
      </p:sp>
      <p:sp>
        <p:nvSpPr>
          <p:cNvPr id="3" name="Text Placeholder 2">
            <a:extLst>
              <a:ext uri="{FF2B5EF4-FFF2-40B4-BE49-F238E27FC236}">
                <a16:creationId xmlns:a16="http://schemas.microsoft.com/office/drawing/2014/main" id="{72CEBFCE-3FBF-4961-AD9F-B118F7A563A8}"/>
              </a:ext>
            </a:extLst>
          </p:cNvPr>
          <p:cNvSpPr>
            <a:spLocks noGrp="1"/>
          </p:cNvSpPr>
          <p:nvPr>
            <p:ph type="body" sz="quarter" idx="12"/>
          </p:nvPr>
        </p:nvSpPr>
        <p:spPr>
          <a:xfrm>
            <a:off x="361950" y="1335774"/>
            <a:ext cx="11468100" cy="5097018"/>
          </a:xfrm>
        </p:spPr>
        <p:txBody>
          <a:bodyPr/>
          <a:lstStyle/>
          <a:p>
            <a:r>
              <a:rPr lang="en-GB" dirty="0"/>
              <a:t>To get a high level understanding of a customer’s estate</a:t>
            </a:r>
          </a:p>
          <a:p>
            <a:r>
              <a:rPr lang="en-GB" dirty="0"/>
              <a:t>Attempting to map complexity to migrate applications without actually diving into app code</a:t>
            </a:r>
          </a:p>
          <a:p>
            <a:r>
              <a:rPr lang="en-GB" dirty="0"/>
              <a:t>By asking the right questions, you can design an effective migration approach at a high level</a:t>
            </a:r>
          </a:p>
          <a:p>
            <a:r>
              <a:rPr lang="en-GB" dirty="0"/>
              <a:t>Identifying dependencies, and mapping from Applications to Infrastructure</a:t>
            </a:r>
          </a:p>
          <a:p>
            <a:r>
              <a:rPr lang="en-GB" dirty="0"/>
              <a:t>Sourcing relevant data to create a high level release plan / Migration waves</a:t>
            </a:r>
          </a:p>
          <a:p>
            <a:endParaRPr lang="en-GB" dirty="0"/>
          </a:p>
          <a:p>
            <a:endParaRPr lang="en-GB" dirty="0"/>
          </a:p>
          <a:p>
            <a:endParaRPr lang="en-GB" dirty="0"/>
          </a:p>
        </p:txBody>
      </p:sp>
      <p:sp>
        <p:nvSpPr>
          <p:cNvPr id="5" name="Title 4">
            <a:extLst>
              <a:ext uri="{FF2B5EF4-FFF2-40B4-BE49-F238E27FC236}">
                <a16:creationId xmlns:a16="http://schemas.microsoft.com/office/drawing/2014/main" id="{7BEF80F9-BEB4-4B98-B5B3-905C3105C312}"/>
              </a:ext>
            </a:extLst>
          </p:cNvPr>
          <p:cNvSpPr>
            <a:spLocks noGrp="1"/>
          </p:cNvSpPr>
          <p:nvPr>
            <p:ph type="title"/>
          </p:nvPr>
        </p:nvSpPr>
        <p:spPr/>
        <p:txBody>
          <a:bodyPr/>
          <a:lstStyle/>
          <a:p>
            <a:r>
              <a:rPr lang="en-GB" dirty="0"/>
              <a:t>Why do we do it?</a:t>
            </a:r>
          </a:p>
        </p:txBody>
      </p:sp>
      <p:pic>
        <p:nvPicPr>
          <p:cNvPr id="8" name="Picture 7">
            <a:extLst>
              <a:ext uri="{FF2B5EF4-FFF2-40B4-BE49-F238E27FC236}">
                <a16:creationId xmlns:a16="http://schemas.microsoft.com/office/drawing/2014/main" id="{62AB43D2-0C46-4EA4-8970-9C3B6F669FA8}"/>
              </a:ext>
            </a:extLst>
          </p:cNvPr>
          <p:cNvPicPr>
            <a:picLocks noChangeAspect="1"/>
          </p:cNvPicPr>
          <p:nvPr/>
        </p:nvPicPr>
        <p:blipFill>
          <a:blip r:embed="rId2"/>
          <a:stretch>
            <a:fillRect/>
          </a:stretch>
        </p:blipFill>
        <p:spPr>
          <a:xfrm>
            <a:off x="2552131" y="3684588"/>
            <a:ext cx="7465325" cy="2366081"/>
          </a:xfrm>
          <a:prstGeom prst="rect">
            <a:avLst/>
          </a:prstGeom>
          <a:effectLst>
            <a:outerShdw blurRad="50800" dist="38100" dir="2700000" algn="tl" rotWithShape="0">
              <a:prstClr val="black">
                <a:alpha val="40000"/>
              </a:prstClr>
            </a:outerShdw>
          </a:effectLst>
        </p:spPr>
      </p:pic>
      <p:pic>
        <p:nvPicPr>
          <p:cNvPr id="9" name="Picture 8" descr="image.png"/>
          <p:cNvPicPr>
            <a:picLocks noChangeAspect="1"/>
          </p:cNvPicPr>
          <p:nvPr/>
        </p:nvPicPr>
        <p:blipFill>
          <a:blip r:embed="rId3"/>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999830558"/>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6B864036-110E-45A6-A2B2-E5F1D1155305}"/>
              </a:ext>
            </a:extLst>
          </p:cNvPr>
          <p:cNvSpPr>
            <a:spLocks noGrp="1"/>
          </p:cNvSpPr>
          <p:nvPr>
            <p:ph type="sldNum" sz="quarter" idx="11"/>
          </p:nvPr>
        </p:nvSpPr>
        <p:spPr/>
        <p:txBody>
          <a:bodyPr/>
          <a:lstStyle/>
          <a:p>
            <a:fld id="{762E77F0-FB5B-4E8E-9BC9-34F14560A017}" type="slidenum">
              <a:rPr lang="en-US" smtClean="0"/>
              <a:pPr/>
              <a:t>3</a:t>
            </a:fld>
            <a:endParaRPr lang="en-US" dirty="0"/>
          </a:p>
        </p:txBody>
      </p:sp>
      <p:sp>
        <p:nvSpPr>
          <p:cNvPr id="3" name="Text Placeholder 2">
            <a:extLst>
              <a:ext uri="{FF2B5EF4-FFF2-40B4-BE49-F238E27FC236}">
                <a16:creationId xmlns:a16="http://schemas.microsoft.com/office/drawing/2014/main" id="{F2BED86B-6CAE-4395-9663-DC963DAA6E94}"/>
              </a:ext>
            </a:extLst>
          </p:cNvPr>
          <p:cNvSpPr>
            <a:spLocks noGrp="1"/>
          </p:cNvSpPr>
          <p:nvPr>
            <p:ph type="body" sz="quarter" idx="12"/>
          </p:nvPr>
        </p:nvSpPr>
        <p:spPr/>
        <p:txBody>
          <a:bodyPr/>
          <a:lstStyle/>
          <a:p>
            <a:r>
              <a:rPr lang="en-GB" dirty="0"/>
              <a:t>Often confusion around what an Application actually is</a:t>
            </a:r>
          </a:p>
          <a:p>
            <a:r>
              <a:rPr lang="en-GB" dirty="0"/>
              <a:t>Template is populated with non-business applications (i.e Databases, Desktop apps, SaaS apps such as Office 365</a:t>
            </a:r>
          </a:p>
          <a:p>
            <a:r>
              <a:rPr lang="en-GB" dirty="0"/>
              <a:t>Template gets the “pass the buck” treatment where actual app owners are not completing it</a:t>
            </a:r>
          </a:p>
          <a:p>
            <a:r>
              <a:rPr lang="en-GB" dirty="0"/>
              <a:t>Uncertainty around what values to select for specific columns (e.g. Business Criticality, interfaces, dependent apps)</a:t>
            </a:r>
          </a:p>
          <a:p>
            <a:r>
              <a:rPr lang="en-GB" dirty="0"/>
              <a:t>Microservice-based architecture does not suit the template well</a:t>
            </a:r>
          </a:p>
          <a:p>
            <a:r>
              <a:rPr lang="en-GB" dirty="0"/>
              <a:t>Critical data points to perform complexity assessment aren’t captured</a:t>
            </a:r>
          </a:p>
        </p:txBody>
      </p:sp>
      <p:sp>
        <p:nvSpPr>
          <p:cNvPr id="5" name="Title 4">
            <a:extLst>
              <a:ext uri="{FF2B5EF4-FFF2-40B4-BE49-F238E27FC236}">
                <a16:creationId xmlns:a16="http://schemas.microsoft.com/office/drawing/2014/main" id="{C7F7D80E-ACDA-497E-BDBB-12EB9D82B559}"/>
              </a:ext>
            </a:extLst>
          </p:cNvPr>
          <p:cNvSpPr>
            <a:spLocks noGrp="1"/>
          </p:cNvSpPr>
          <p:nvPr>
            <p:ph type="title"/>
          </p:nvPr>
        </p:nvSpPr>
        <p:spPr/>
        <p:txBody>
          <a:bodyPr/>
          <a:lstStyle/>
          <a:p>
            <a:r>
              <a:rPr lang="en-GB" dirty="0"/>
              <a:t>What Goes wrong?</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254443658"/>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3B62DE2E-DE30-4E00-9060-6845040F9F7A}"/>
              </a:ext>
            </a:extLst>
          </p:cNvPr>
          <p:cNvSpPr>
            <a:spLocks noGrp="1"/>
          </p:cNvSpPr>
          <p:nvPr>
            <p:ph type="body" sz="quarter" idx="16"/>
          </p:nvPr>
        </p:nvSpPr>
        <p:spPr/>
        <p:txBody>
          <a:bodyPr/>
          <a:lstStyle/>
          <a:p>
            <a:r>
              <a:rPr lang="en-GB" dirty="0"/>
              <a:t>Template Guide</a:t>
            </a:r>
          </a:p>
        </p:txBody>
      </p:sp>
      <p:pic>
        <p:nvPicPr>
          <p:cNvPr id="5" name="Picture 4"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89590520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9F9946-A6D8-4267-BACF-37220716C0AE}"/>
              </a:ext>
            </a:extLst>
          </p:cNvPr>
          <p:cNvSpPr>
            <a:spLocks noGrp="1"/>
          </p:cNvSpPr>
          <p:nvPr>
            <p:ph type="sldNum" sz="quarter" idx="11"/>
          </p:nvPr>
        </p:nvSpPr>
        <p:spPr/>
        <p:txBody>
          <a:bodyPr/>
          <a:lstStyle/>
          <a:p>
            <a:fld id="{762E77F0-FB5B-4E8E-9BC9-34F14560A017}" type="slidenum">
              <a:rPr lang="en-US" smtClean="0"/>
              <a:pPr/>
              <a:t>5</a:t>
            </a:fld>
            <a:endParaRPr lang="en-US" dirty="0"/>
          </a:p>
        </p:txBody>
      </p:sp>
      <p:sp>
        <p:nvSpPr>
          <p:cNvPr id="3" name="Text Placeholder 2">
            <a:extLst>
              <a:ext uri="{FF2B5EF4-FFF2-40B4-BE49-F238E27FC236}">
                <a16:creationId xmlns:a16="http://schemas.microsoft.com/office/drawing/2014/main" id="{D6196351-0D67-4363-BB70-CAF2DACE6A90}"/>
              </a:ext>
            </a:extLst>
          </p:cNvPr>
          <p:cNvSpPr>
            <a:spLocks noGrp="1"/>
          </p:cNvSpPr>
          <p:nvPr>
            <p:ph type="body" sz="quarter" idx="12"/>
          </p:nvPr>
        </p:nvSpPr>
        <p:spPr>
          <a:xfrm>
            <a:off x="334496" y="1133775"/>
            <a:ext cx="11468100" cy="5097018"/>
          </a:xfrm>
        </p:spPr>
        <p:txBody>
          <a:bodyPr/>
          <a:lstStyle/>
          <a:p>
            <a:pPr marL="0" indent="0">
              <a:buNone/>
            </a:pPr>
            <a:r>
              <a:rPr lang="en-GB" sz="1800" dirty="0"/>
              <a:t>The </a:t>
            </a:r>
            <a:r>
              <a:rPr lang="en-GB" dirty="0"/>
              <a:t>first column (Application Name) in the Data </a:t>
            </a:r>
            <a:r>
              <a:rPr lang="en-GB" sz="1800" dirty="0"/>
              <a:t>Gathering template should include only </a:t>
            </a:r>
            <a:r>
              <a:rPr lang="en-GB" sz="1800" b="1" dirty="0"/>
              <a:t>Business Applications</a:t>
            </a:r>
            <a:r>
              <a:rPr lang="en-GB" sz="1800" dirty="0"/>
              <a:t> &amp; </a:t>
            </a:r>
            <a:r>
              <a:rPr lang="en-GB" sz="1800" b="1" dirty="0"/>
              <a:t>Shared Services </a:t>
            </a:r>
            <a:r>
              <a:rPr lang="en-GB" sz="1800" dirty="0"/>
              <a:t>in scope</a:t>
            </a:r>
            <a:endParaRPr lang="en-GB" dirty="0"/>
          </a:p>
          <a:p>
            <a:endParaRPr lang="en-GB" dirty="0"/>
          </a:p>
        </p:txBody>
      </p:sp>
      <p:sp>
        <p:nvSpPr>
          <p:cNvPr id="5" name="Title 4">
            <a:extLst>
              <a:ext uri="{FF2B5EF4-FFF2-40B4-BE49-F238E27FC236}">
                <a16:creationId xmlns:a16="http://schemas.microsoft.com/office/drawing/2014/main" id="{59A824B7-4591-4302-AF6F-067CBDC22314}"/>
              </a:ext>
            </a:extLst>
          </p:cNvPr>
          <p:cNvSpPr>
            <a:spLocks noGrp="1"/>
          </p:cNvSpPr>
          <p:nvPr>
            <p:ph type="title"/>
          </p:nvPr>
        </p:nvSpPr>
        <p:spPr/>
        <p:txBody>
          <a:bodyPr/>
          <a:lstStyle/>
          <a:p>
            <a:r>
              <a:rPr lang="en-GB" dirty="0"/>
              <a:t>What goes in the Template?</a:t>
            </a:r>
          </a:p>
        </p:txBody>
      </p:sp>
      <p:sp>
        <p:nvSpPr>
          <p:cNvPr id="7" name="TextBox 6">
            <a:extLst>
              <a:ext uri="{FF2B5EF4-FFF2-40B4-BE49-F238E27FC236}">
                <a16:creationId xmlns:a16="http://schemas.microsoft.com/office/drawing/2014/main" id="{0E62F962-E98B-4CB1-925C-78AC8F48CFD5}"/>
              </a:ext>
            </a:extLst>
          </p:cNvPr>
          <p:cNvSpPr txBox="1"/>
          <p:nvPr/>
        </p:nvSpPr>
        <p:spPr>
          <a:xfrm>
            <a:off x="389404" y="1686215"/>
            <a:ext cx="4781725" cy="5401479"/>
          </a:xfrm>
          <a:prstGeom prst="rect">
            <a:avLst/>
          </a:prstGeom>
          <a:noFill/>
        </p:spPr>
        <p:txBody>
          <a:bodyPr wrap="square" rtlCol="0">
            <a:spAutoFit/>
          </a:bodyPr>
          <a:lstStyle/>
          <a:p>
            <a:pPr algn="ctr"/>
            <a:r>
              <a:rPr lang="en-GB" sz="1600" dirty="0">
                <a:solidFill>
                  <a:srgbClr val="FF0000"/>
                </a:solidFill>
              </a:rPr>
              <a:t>Business Application</a:t>
            </a: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GB" sz="1400" b="0" i="0" u="none" strike="noStrike" kern="1200" cap="none" spc="0" normalizeH="0" baseline="0" noProof="0" dirty="0">
                <a:ln>
                  <a:noFill/>
                </a:ln>
                <a:solidFill>
                  <a:prstClr val="black"/>
                </a:solidFill>
                <a:effectLst/>
                <a:uLnTx/>
                <a:uFillTx/>
                <a:latin typeface="Arial"/>
                <a:ea typeface="+mn-ea"/>
                <a:cs typeface="+mn-cs"/>
              </a:rPr>
              <a:t>A collection of components that provides a business functionality  (e.g. buy a product, search through catalogue, advert management). Focus should be on apps that produce </a:t>
            </a:r>
            <a:r>
              <a:rPr kumimoji="0" lang="en-GB" sz="1400" b="1" i="0" u="none" strike="noStrike" kern="1200" cap="none" spc="0" normalizeH="0" baseline="0" noProof="0" dirty="0">
                <a:ln>
                  <a:noFill/>
                </a:ln>
                <a:solidFill>
                  <a:prstClr val="black"/>
                </a:solidFill>
                <a:effectLst/>
                <a:uLnTx/>
                <a:uFillTx/>
                <a:latin typeface="Arial"/>
                <a:ea typeface="+mn-ea"/>
                <a:cs typeface="+mn-cs"/>
              </a:rPr>
              <a:t>Business Functionality/Purpose</a:t>
            </a:r>
            <a:endParaRPr kumimoji="0" lang="en-GB" sz="1400" b="0" i="0" u="none" strike="noStrike" kern="1200" cap="none" spc="0" normalizeH="0" baseline="0" noProof="0" dirty="0">
              <a:ln>
                <a:noFill/>
              </a:ln>
              <a:solidFill>
                <a:prstClr val="black"/>
              </a:solidFill>
              <a:effectLst/>
              <a:uLnTx/>
              <a:uFillTx/>
              <a:latin typeface="Arial"/>
              <a:ea typeface="+mn-ea"/>
              <a:cs typeface="+mn-cs"/>
            </a:endParaRP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GB" sz="1400" b="0" i="0" u="none" strike="noStrike" kern="1200" cap="none" spc="0" normalizeH="0" baseline="0" noProof="0" dirty="0">
                <a:ln>
                  <a:noFill/>
                </a:ln>
                <a:solidFill>
                  <a:prstClr val="black"/>
                </a:solidFill>
                <a:effectLst/>
                <a:uLnTx/>
                <a:uFillTx/>
                <a:latin typeface="Arial"/>
                <a:ea typeface="+mn-ea"/>
                <a:cs typeface="+mn-cs"/>
              </a:rPr>
              <a:t>May be used internally, externally, or with other business applications to provide a wider service</a:t>
            </a: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GB" sz="1400" b="0" i="0" u="none" strike="noStrike" kern="1200" cap="none" spc="0" normalizeH="0" baseline="0" noProof="0" dirty="0">
                <a:ln>
                  <a:noFill/>
                </a:ln>
                <a:solidFill>
                  <a:prstClr val="black"/>
                </a:solidFill>
                <a:effectLst/>
                <a:uLnTx/>
                <a:uFillTx/>
                <a:latin typeface="Arial"/>
                <a:ea typeface="+mn-ea"/>
                <a:cs typeface="+mn-cs"/>
              </a:rPr>
              <a:t>N tier application, typically with client-server architecture, COTS or Bespoke.</a:t>
            </a: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GB" sz="1400" b="0" i="0" u="none" strike="noStrike" kern="1200" cap="none" spc="0" normalizeH="0" baseline="0" noProof="0" dirty="0">
                <a:ln>
                  <a:noFill/>
                </a:ln>
                <a:solidFill>
                  <a:prstClr val="black"/>
                </a:solidFill>
                <a:effectLst/>
                <a:uLnTx/>
                <a:uFillTx/>
                <a:latin typeface="Arial"/>
                <a:ea typeface="+mn-ea"/>
                <a:cs typeface="+mn-cs"/>
              </a:rPr>
              <a:t>Think in terms of the “Customer Journey”: If a customer wants to search for a product, purchase a product, upload photos and details to sell a product…</a:t>
            </a: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r>
              <a:rPr kumimoji="0" lang="en-GB" sz="1400" b="0" i="0" u="none" strike="noStrike" kern="1200" cap="none" spc="0" normalizeH="0" baseline="0" noProof="0" dirty="0">
                <a:ln>
                  <a:noFill/>
                </a:ln>
                <a:solidFill>
                  <a:prstClr val="black"/>
                </a:solidFill>
                <a:effectLst/>
                <a:uLnTx/>
                <a:uFillTx/>
                <a:latin typeface="Arial"/>
                <a:ea typeface="+mn-ea"/>
                <a:cs typeface="+mn-cs"/>
              </a:rPr>
              <a:t>Each of these has a journey that will touch different components of the environment. Think about what closely interconnected components would be impacted by migrating to a different platform or migrated at a different time.</a:t>
            </a:r>
          </a:p>
          <a:p>
            <a:pPr marL="142875" marR="0" lvl="0" indent="-142875" algn="l" defTabSz="914400" rtl="0" eaLnBrk="1" fontAlgn="auto" latinLnBrk="0" hangingPunct="1">
              <a:lnSpc>
                <a:spcPct val="100000"/>
              </a:lnSpc>
              <a:spcBef>
                <a:spcPts val="0"/>
              </a:spcBef>
              <a:spcAft>
                <a:spcPts val="1500"/>
              </a:spcAft>
              <a:buClr>
                <a:srgbClr val="EB0000"/>
              </a:buClr>
              <a:buSzTx/>
              <a:buFont typeface="Arial" panose="020B0604020202020204" pitchFamily="34" charset="0"/>
              <a:buChar char="•"/>
              <a:tabLst/>
              <a:defRPr/>
            </a:pPr>
            <a:endParaRPr kumimoji="0" lang="en-GB" sz="1400" b="0" i="0" u="none" strike="noStrike" kern="1200" cap="none" spc="0" normalizeH="0" baseline="0" noProof="0" dirty="0">
              <a:ln>
                <a:noFill/>
              </a:ln>
              <a:solidFill>
                <a:prstClr val="black"/>
              </a:solidFill>
              <a:effectLst/>
              <a:uLnTx/>
              <a:uFillTx/>
              <a:latin typeface="Arial"/>
              <a:ea typeface="+mn-ea"/>
              <a:cs typeface="+mn-cs"/>
            </a:endParaRPr>
          </a:p>
          <a:p>
            <a:pPr algn="l"/>
            <a:endParaRPr lang="en-GB" sz="1600" dirty="0">
              <a:solidFill>
                <a:srgbClr val="FF0000"/>
              </a:solidFill>
            </a:endParaRPr>
          </a:p>
        </p:txBody>
      </p:sp>
      <p:sp>
        <p:nvSpPr>
          <p:cNvPr id="8" name="TextBox 7">
            <a:extLst>
              <a:ext uri="{FF2B5EF4-FFF2-40B4-BE49-F238E27FC236}">
                <a16:creationId xmlns:a16="http://schemas.microsoft.com/office/drawing/2014/main" id="{958D7B2A-8B26-433D-9A3F-1AAB24EC7988}"/>
              </a:ext>
            </a:extLst>
          </p:cNvPr>
          <p:cNvSpPr txBox="1"/>
          <p:nvPr/>
        </p:nvSpPr>
        <p:spPr>
          <a:xfrm>
            <a:off x="5818480" y="1686215"/>
            <a:ext cx="4781725" cy="4862870"/>
          </a:xfrm>
          <a:prstGeom prst="rect">
            <a:avLst/>
          </a:prstGeom>
          <a:noFill/>
        </p:spPr>
        <p:txBody>
          <a:bodyPr wrap="square" rtlCol="0">
            <a:spAutoFit/>
          </a:bodyPr>
          <a:lstStyle/>
          <a:p>
            <a:pPr algn="ctr"/>
            <a:r>
              <a:rPr lang="en-GB" sz="1400" dirty="0">
                <a:solidFill>
                  <a:srgbClr val="FF0000"/>
                </a:solidFill>
              </a:rPr>
              <a:t>Shared Service</a:t>
            </a:r>
          </a:p>
          <a:p>
            <a:pPr marL="285750" indent="-285750" algn="l">
              <a:buClr>
                <a:srgbClr val="FF0000"/>
              </a:buClr>
              <a:buFont typeface="Arial" panose="020B0604020202020204" pitchFamily="34" charset="0"/>
              <a:buChar char="•"/>
            </a:pPr>
            <a:r>
              <a:rPr lang="en-GB" sz="1400" dirty="0">
                <a:latin typeface="Arial" panose="020B0604020202020204" pitchFamily="34" charset="0"/>
                <a:cs typeface="Arial" panose="020B0604020202020204" pitchFamily="34" charset="0"/>
              </a:rPr>
              <a:t>Infra Shared Services refer to infrastructure applications that are </a:t>
            </a:r>
            <a:r>
              <a:rPr lang="en-GB" sz="1400" b="1" dirty="0">
                <a:latin typeface="Arial" panose="020B0604020202020204" pitchFamily="34" charset="0"/>
                <a:cs typeface="Arial" panose="020B0604020202020204" pitchFamily="34" charset="0"/>
              </a:rPr>
              <a:t>utilised by almost all infrastructure</a:t>
            </a:r>
            <a:r>
              <a:rPr lang="en-GB" sz="1400" dirty="0">
                <a:latin typeface="Arial" panose="020B0604020202020204" pitchFamily="34" charset="0"/>
                <a:cs typeface="Arial" panose="020B0604020202020204" pitchFamily="34" charset="0"/>
              </a:rPr>
              <a:t>; these are typically managed by IT teams</a:t>
            </a:r>
          </a:p>
          <a:p>
            <a:pPr algn="l">
              <a:buClr>
                <a:srgbClr val="FF0000"/>
              </a:buClr>
            </a:pPr>
            <a:endParaRPr lang="en-GB" sz="1400" dirty="0">
              <a:latin typeface="Arial" panose="020B0604020202020204" pitchFamily="34" charset="0"/>
              <a:cs typeface="Arial" panose="020B0604020202020204" pitchFamily="34" charset="0"/>
            </a:endParaRPr>
          </a:p>
          <a:p>
            <a:pPr marL="285750" indent="-285750">
              <a:buClr>
                <a:srgbClr val="FF0000"/>
              </a:buClr>
              <a:buFont typeface="Arial" panose="020B0604020202020204" pitchFamily="34" charset="0"/>
              <a:buChar char="•"/>
            </a:pPr>
            <a:r>
              <a:rPr lang="en-GB" sz="1400" dirty="0">
                <a:latin typeface="Arial" panose="020B0604020202020204" pitchFamily="34" charset="0"/>
                <a:cs typeface="Arial" panose="020B0604020202020204" pitchFamily="34" charset="0"/>
              </a:rPr>
              <a:t>Given the criticality, these tend to be provisioned new in a target environment and run in parallel to the services in source – there is often no option for downtime on these services to ‘migrate’ them</a:t>
            </a:r>
          </a:p>
          <a:p>
            <a:pPr>
              <a:buClr>
                <a:srgbClr val="FF0000"/>
              </a:buClr>
            </a:pPr>
            <a:endParaRPr lang="en-GB" sz="1400" dirty="0">
              <a:latin typeface="Arial" panose="020B0604020202020204" pitchFamily="34" charset="0"/>
              <a:cs typeface="Arial" panose="020B0604020202020204" pitchFamily="34" charset="0"/>
            </a:endParaRPr>
          </a:p>
          <a:p>
            <a:pPr marL="285750" indent="-285750">
              <a:buClr>
                <a:srgbClr val="FF0000"/>
              </a:buClr>
              <a:buFont typeface="Arial" panose="020B0604020202020204" pitchFamily="34" charset="0"/>
              <a:buChar char="•"/>
            </a:pPr>
            <a:r>
              <a:rPr lang="en-GB" sz="1400" dirty="0">
                <a:latin typeface="Arial" panose="020B0604020202020204" pitchFamily="34" charset="0"/>
                <a:cs typeface="Arial" panose="020B0604020202020204" pitchFamily="34" charset="0"/>
              </a:rPr>
              <a:t>Can sometimes be replaced with Rackspace Managed Services, or Cloud Native services</a:t>
            </a:r>
          </a:p>
          <a:p>
            <a:pPr marL="285750" indent="-285750" algn="l">
              <a:buClr>
                <a:srgbClr val="FF0000"/>
              </a:buClr>
              <a:buFont typeface="Arial" panose="020B0604020202020204" pitchFamily="34" charset="0"/>
              <a:buChar char="•"/>
            </a:pPr>
            <a:endParaRPr lang="en-GB" sz="1400" dirty="0"/>
          </a:p>
          <a:p>
            <a:pPr marL="285750" indent="-285750" algn="l">
              <a:buClr>
                <a:srgbClr val="FF0000"/>
              </a:buClr>
              <a:buFont typeface="Arial" panose="020B0604020202020204" pitchFamily="34" charset="0"/>
              <a:buChar char="•"/>
            </a:pPr>
            <a:r>
              <a:rPr lang="en-GB" sz="1400" dirty="0"/>
              <a:t>Examples include: Domain Services &amp; DNS, Antivirus, Backup solutions, Mail services, Print Services, File Services, Deployment mechanisms (Pipelines)</a:t>
            </a:r>
          </a:p>
          <a:p>
            <a:pPr marL="285750" indent="-285750" algn="l">
              <a:buClr>
                <a:srgbClr val="FF0000"/>
              </a:buClr>
              <a:buFont typeface="Arial" panose="020B0604020202020204" pitchFamily="34" charset="0"/>
              <a:buChar char="•"/>
            </a:pPr>
            <a:endParaRPr lang="en-GB" sz="1400" dirty="0"/>
          </a:p>
          <a:p>
            <a:pPr marL="285750" indent="-285750" algn="l">
              <a:buClr>
                <a:srgbClr val="FF0000"/>
              </a:buClr>
              <a:buFont typeface="Arial" panose="020B0604020202020204" pitchFamily="34" charset="0"/>
              <a:buChar char="•"/>
            </a:pPr>
            <a:r>
              <a:rPr lang="en-GB" sz="1400" b="1" dirty="0"/>
              <a:t>Although Included in the Data gathering template for tracking, these are not subject to the same 8 step methodology as Business Applications</a:t>
            </a:r>
          </a:p>
          <a:p>
            <a:pPr marL="285750" indent="-285750" algn="l">
              <a:buFont typeface="Arial" panose="020B0604020202020204" pitchFamily="34" charset="0"/>
              <a:buChar char="•"/>
            </a:pPr>
            <a:endParaRPr lang="en-GB" sz="1600" dirty="0">
              <a:solidFill>
                <a:srgbClr val="FF0000"/>
              </a:solidFill>
            </a:endParaRPr>
          </a:p>
        </p:txBody>
      </p:sp>
      <p:pic>
        <p:nvPicPr>
          <p:cNvPr id="9" name="Picture 8"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36061220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3B9F9946-A6D8-4267-BACF-37220716C0AE}"/>
              </a:ext>
            </a:extLst>
          </p:cNvPr>
          <p:cNvSpPr>
            <a:spLocks noGrp="1"/>
          </p:cNvSpPr>
          <p:nvPr>
            <p:ph type="sldNum" sz="quarter" idx="11"/>
          </p:nvPr>
        </p:nvSpPr>
        <p:spPr/>
        <p:txBody>
          <a:bodyPr/>
          <a:lstStyle/>
          <a:p>
            <a:fld id="{762E77F0-FB5B-4E8E-9BC9-34F14560A017}" type="slidenum">
              <a:rPr lang="en-US" smtClean="0"/>
              <a:pPr/>
              <a:t>6</a:t>
            </a:fld>
            <a:endParaRPr lang="en-US" dirty="0"/>
          </a:p>
        </p:txBody>
      </p:sp>
      <p:sp>
        <p:nvSpPr>
          <p:cNvPr id="3" name="Text Placeholder 2">
            <a:extLst>
              <a:ext uri="{FF2B5EF4-FFF2-40B4-BE49-F238E27FC236}">
                <a16:creationId xmlns:a16="http://schemas.microsoft.com/office/drawing/2014/main" id="{D6196351-0D67-4363-BB70-CAF2DACE6A90}"/>
              </a:ext>
            </a:extLst>
          </p:cNvPr>
          <p:cNvSpPr>
            <a:spLocks noGrp="1"/>
          </p:cNvSpPr>
          <p:nvPr>
            <p:ph type="body" sz="quarter" idx="12"/>
          </p:nvPr>
        </p:nvSpPr>
        <p:spPr>
          <a:xfrm>
            <a:off x="334496" y="1207516"/>
            <a:ext cx="11468100" cy="5097018"/>
          </a:xfrm>
        </p:spPr>
        <p:txBody>
          <a:bodyPr/>
          <a:lstStyle/>
          <a:p>
            <a:pPr marL="0" indent="0">
              <a:buNone/>
            </a:pPr>
            <a:r>
              <a:rPr lang="en-GB" dirty="0"/>
              <a:t>Infra Shared Services are tracked but not assessed as part of the 8 step </a:t>
            </a:r>
            <a:r>
              <a:rPr lang="en-GB" dirty="0" err="1"/>
              <a:t>metholodgy</a:t>
            </a:r>
            <a:r>
              <a:rPr lang="en-GB" dirty="0"/>
              <a:t> and usually considered for landing zone design. Shared Services that business apps utilised but are still apps themselves are still assessed.</a:t>
            </a:r>
          </a:p>
          <a:p>
            <a:endParaRPr lang="en-GB" dirty="0"/>
          </a:p>
        </p:txBody>
      </p:sp>
      <p:sp>
        <p:nvSpPr>
          <p:cNvPr id="5" name="Title 4">
            <a:extLst>
              <a:ext uri="{FF2B5EF4-FFF2-40B4-BE49-F238E27FC236}">
                <a16:creationId xmlns:a16="http://schemas.microsoft.com/office/drawing/2014/main" id="{59A824B7-4591-4302-AF6F-067CBDC22314}"/>
              </a:ext>
            </a:extLst>
          </p:cNvPr>
          <p:cNvSpPr>
            <a:spLocks noGrp="1"/>
          </p:cNvSpPr>
          <p:nvPr>
            <p:ph type="title"/>
          </p:nvPr>
        </p:nvSpPr>
        <p:spPr/>
        <p:txBody>
          <a:bodyPr/>
          <a:lstStyle/>
          <a:p>
            <a:r>
              <a:rPr lang="en-GB" sz="2400"/>
              <a:t>Infra Shared Services vs Shared Services </a:t>
            </a:r>
            <a:endParaRPr lang="en-GB" sz="2400" dirty="0"/>
          </a:p>
        </p:txBody>
      </p:sp>
      <p:sp>
        <p:nvSpPr>
          <p:cNvPr id="7" name="TextBox 6">
            <a:extLst>
              <a:ext uri="{FF2B5EF4-FFF2-40B4-BE49-F238E27FC236}">
                <a16:creationId xmlns:a16="http://schemas.microsoft.com/office/drawing/2014/main" id="{0E62F962-E98B-4CB1-925C-78AC8F48CFD5}"/>
              </a:ext>
            </a:extLst>
          </p:cNvPr>
          <p:cNvSpPr txBox="1"/>
          <p:nvPr/>
        </p:nvSpPr>
        <p:spPr>
          <a:xfrm>
            <a:off x="389404" y="2029115"/>
            <a:ext cx="4781725" cy="2893100"/>
          </a:xfrm>
          <a:prstGeom prst="rect">
            <a:avLst/>
          </a:prstGeom>
          <a:noFill/>
        </p:spPr>
        <p:txBody>
          <a:bodyPr wrap="square" rtlCol="0">
            <a:spAutoFit/>
          </a:bodyPr>
          <a:lstStyle/>
          <a:p>
            <a:pPr algn="ctr"/>
            <a:r>
              <a:rPr lang="en-GB" dirty="0">
                <a:solidFill>
                  <a:srgbClr val="FF0000"/>
                </a:solidFill>
              </a:rPr>
              <a:t>Examples of Infra Shared Services</a:t>
            </a:r>
          </a:p>
          <a:p>
            <a:pPr algn="ctr"/>
            <a:r>
              <a:rPr lang="en-GB" dirty="0">
                <a:solidFill>
                  <a:srgbClr val="FF0000"/>
                </a:solidFill>
              </a:rPr>
              <a:t>(which are not assessed but still logged)</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rial"/>
                <a:ea typeface="+mn-ea"/>
                <a:cs typeface="+mn-cs"/>
              </a:rPr>
              <a:t>Domain services </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rial"/>
                <a:ea typeface="+mn-ea"/>
                <a:cs typeface="+mn-cs"/>
              </a:rPr>
              <a:t>Anti-Virus</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lang="en-GB" dirty="0">
                <a:solidFill>
                  <a:prstClr val="black"/>
                </a:solidFill>
                <a:latin typeface="Arial"/>
              </a:rPr>
              <a:t>Mail Services</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rial"/>
                <a:ea typeface="+mn-ea"/>
                <a:cs typeface="+mn-cs"/>
              </a:rPr>
              <a:t>Print Services</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lang="en-GB" dirty="0">
                <a:solidFill>
                  <a:prstClr val="black"/>
                </a:solidFill>
                <a:latin typeface="Arial"/>
              </a:rPr>
              <a:t>File Services</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kumimoji="0" lang="en-GB" b="0" i="0" u="none" strike="noStrike" kern="1200" cap="none" spc="0" normalizeH="0" baseline="0" noProof="0" dirty="0">
                <a:ln>
                  <a:noFill/>
                </a:ln>
                <a:solidFill>
                  <a:prstClr val="black"/>
                </a:solidFill>
                <a:effectLst/>
                <a:uLnTx/>
                <a:uFillTx/>
                <a:latin typeface="Arial"/>
                <a:ea typeface="+mn-ea"/>
                <a:cs typeface="+mn-cs"/>
              </a:rPr>
              <a:t>Pipelines / Deployment Mechanisms</a:t>
            </a:r>
          </a:p>
          <a:p>
            <a:pPr marL="142875" marR="0" lvl="0" indent="-142875" algn="l" defTabSz="914400" rtl="0" eaLnBrk="1" fontAlgn="auto" latinLnBrk="0" hangingPunct="1">
              <a:lnSpc>
                <a:spcPct val="100000"/>
              </a:lnSpc>
              <a:spcBef>
                <a:spcPts val="0"/>
              </a:spcBef>
              <a:buClr>
                <a:srgbClr val="EB0000"/>
              </a:buClr>
              <a:buSzTx/>
              <a:buFont typeface="Arial" panose="020B0604020202020204" pitchFamily="34" charset="0"/>
              <a:buChar char="•"/>
              <a:tabLst/>
              <a:defRPr/>
            </a:pPr>
            <a:r>
              <a:rPr lang="en-GB" dirty="0">
                <a:solidFill>
                  <a:prstClr val="black"/>
                </a:solidFill>
                <a:latin typeface="Arial"/>
              </a:rPr>
              <a:t>Backups</a:t>
            </a:r>
            <a:endParaRPr kumimoji="0" lang="en-GB" b="0" i="0" u="none" strike="noStrike" kern="1200" cap="none" spc="0" normalizeH="0" baseline="0" noProof="0" dirty="0">
              <a:ln>
                <a:noFill/>
              </a:ln>
              <a:solidFill>
                <a:prstClr val="black"/>
              </a:solidFill>
              <a:effectLst/>
              <a:uLnTx/>
              <a:uFillTx/>
              <a:latin typeface="Arial"/>
              <a:ea typeface="+mn-ea"/>
              <a:cs typeface="+mn-cs"/>
            </a:endParaRPr>
          </a:p>
          <a:p>
            <a:pPr algn="l"/>
            <a:endParaRPr lang="en-GB" sz="2000" dirty="0">
              <a:solidFill>
                <a:srgbClr val="FF0000"/>
              </a:solidFill>
            </a:endParaRPr>
          </a:p>
        </p:txBody>
      </p:sp>
      <p:sp>
        <p:nvSpPr>
          <p:cNvPr id="8" name="TextBox 7">
            <a:extLst>
              <a:ext uri="{FF2B5EF4-FFF2-40B4-BE49-F238E27FC236}">
                <a16:creationId xmlns:a16="http://schemas.microsoft.com/office/drawing/2014/main" id="{958D7B2A-8B26-433D-9A3F-1AAB24EC7988}"/>
              </a:ext>
            </a:extLst>
          </p:cNvPr>
          <p:cNvSpPr txBox="1"/>
          <p:nvPr/>
        </p:nvSpPr>
        <p:spPr>
          <a:xfrm>
            <a:off x="5818480" y="2029115"/>
            <a:ext cx="4781725" cy="2616101"/>
          </a:xfrm>
          <a:prstGeom prst="rect">
            <a:avLst/>
          </a:prstGeom>
          <a:noFill/>
        </p:spPr>
        <p:txBody>
          <a:bodyPr wrap="square" rtlCol="0">
            <a:spAutoFit/>
          </a:bodyPr>
          <a:lstStyle/>
          <a:p>
            <a:pPr algn="ctr"/>
            <a:r>
              <a:rPr lang="en-GB" dirty="0">
                <a:solidFill>
                  <a:srgbClr val="FF0000"/>
                </a:solidFill>
              </a:rPr>
              <a:t>Examples of Shared Services </a:t>
            </a:r>
          </a:p>
          <a:p>
            <a:pPr algn="ctr"/>
            <a:r>
              <a:rPr lang="en-GB" dirty="0">
                <a:solidFill>
                  <a:srgbClr val="FF0000"/>
                </a:solidFill>
              </a:rPr>
              <a:t>(which will be assessed)</a:t>
            </a:r>
          </a:p>
          <a:p>
            <a:pPr marL="285750" indent="-285750" algn="l">
              <a:buFont typeface="Arial" panose="020B0604020202020204" pitchFamily="34" charset="0"/>
              <a:buChar char="•"/>
            </a:pPr>
            <a:r>
              <a:rPr lang="en-GB" dirty="0"/>
              <a:t>Analytics </a:t>
            </a:r>
          </a:p>
          <a:p>
            <a:pPr marL="285750" indent="-285750" algn="l">
              <a:buFont typeface="Arial" panose="020B0604020202020204" pitchFamily="34" charset="0"/>
              <a:buChar char="•"/>
            </a:pPr>
            <a:r>
              <a:rPr lang="en-GB" dirty="0"/>
              <a:t>Reporting Services</a:t>
            </a:r>
          </a:p>
          <a:p>
            <a:pPr marL="285750" indent="-285750" algn="l">
              <a:buFont typeface="Arial" panose="020B0604020202020204" pitchFamily="34" charset="0"/>
              <a:buChar char="•"/>
            </a:pPr>
            <a:r>
              <a:rPr lang="en-GB" dirty="0" err="1"/>
              <a:t>PowerBI</a:t>
            </a:r>
            <a:endParaRPr lang="en-GB" dirty="0"/>
          </a:p>
          <a:p>
            <a:pPr marL="285750" indent="-285750" algn="l">
              <a:buFont typeface="Arial" panose="020B0604020202020204" pitchFamily="34" charset="0"/>
              <a:buChar char="•"/>
            </a:pPr>
            <a:r>
              <a:rPr lang="en-GB" dirty="0"/>
              <a:t>App that performs a certain function for multiple other apps (such as compressing files) </a:t>
            </a:r>
          </a:p>
          <a:p>
            <a:pPr marL="285750" indent="-285750" algn="l">
              <a:buFont typeface="Arial" panose="020B0604020202020204" pitchFamily="34" charset="0"/>
              <a:buChar char="•"/>
            </a:pPr>
            <a:endParaRPr lang="en-GB" sz="2000" dirty="0">
              <a:solidFill>
                <a:srgbClr val="FF0000"/>
              </a:solidFill>
            </a:endParaRPr>
          </a:p>
        </p:txBody>
      </p:sp>
      <p:pic>
        <p:nvPicPr>
          <p:cNvPr id="9" name="Picture 8"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019453191"/>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94D92504-5D50-45FF-AB24-20CA7E862D09}"/>
              </a:ext>
            </a:extLst>
          </p:cNvPr>
          <p:cNvSpPr>
            <a:spLocks noGrp="1"/>
          </p:cNvSpPr>
          <p:nvPr>
            <p:ph type="sldNum" sz="quarter" idx="11"/>
          </p:nvPr>
        </p:nvSpPr>
        <p:spPr/>
        <p:txBody>
          <a:bodyPr/>
          <a:lstStyle/>
          <a:p>
            <a:fld id="{762E77F0-FB5B-4E8E-9BC9-34F14560A017}" type="slidenum">
              <a:rPr lang="en-US" smtClean="0"/>
              <a:pPr/>
              <a:t>7</a:t>
            </a:fld>
            <a:endParaRPr lang="en-US" dirty="0"/>
          </a:p>
        </p:txBody>
      </p:sp>
      <p:sp>
        <p:nvSpPr>
          <p:cNvPr id="5" name="Title 4">
            <a:extLst>
              <a:ext uri="{FF2B5EF4-FFF2-40B4-BE49-F238E27FC236}">
                <a16:creationId xmlns:a16="http://schemas.microsoft.com/office/drawing/2014/main" id="{E029E912-5D97-4D49-8B9A-30C810072A31}"/>
              </a:ext>
            </a:extLst>
          </p:cNvPr>
          <p:cNvSpPr>
            <a:spLocks noGrp="1"/>
          </p:cNvSpPr>
          <p:nvPr>
            <p:ph type="title"/>
          </p:nvPr>
        </p:nvSpPr>
        <p:spPr/>
        <p:txBody>
          <a:bodyPr/>
          <a:lstStyle/>
          <a:p>
            <a:r>
              <a:rPr lang="en-GB" dirty="0"/>
              <a:t>What does NOT go in the Template?</a:t>
            </a:r>
          </a:p>
        </p:txBody>
      </p:sp>
      <p:sp>
        <p:nvSpPr>
          <p:cNvPr id="6" name="TextBox 5">
            <a:extLst>
              <a:ext uri="{FF2B5EF4-FFF2-40B4-BE49-F238E27FC236}">
                <a16:creationId xmlns:a16="http://schemas.microsoft.com/office/drawing/2014/main" id="{A07991F0-0CC0-4276-890F-B9D5CA7BFF9A}"/>
              </a:ext>
            </a:extLst>
          </p:cNvPr>
          <p:cNvSpPr txBox="1"/>
          <p:nvPr/>
        </p:nvSpPr>
        <p:spPr>
          <a:xfrm>
            <a:off x="1127339" y="3929299"/>
            <a:ext cx="2043292" cy="1477328"/>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7Zip </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PDF Readers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err="1">
                <a:ln>
                  <a:noFill/>
                </a:ln>
                <a:solidFill>
                  <a:prstClr val="black"/>
                </a:solidFill>
                <a:effectLst/>
                <a:uLnTx/>
                <a:uFillTx/>
                <a:latin typeface="Arial"/>
                <a:ea typeface="+mn-ea"/>
                <a:cs typeface="+mn-cs"/>
              </a:rPr>
              <a:t>Filezilla</a:t>
            </a:r>
            <a:endParaRPr kumimoji="0" lang="en-GB" sz="1800" b="0" i="0" u="none" strike="noStrike" kern="1200" cap="none" spc="0" normalizeH="0" baseline="0" noProof="0">
              <a:ln>
                <a:noFill/>
              </a:ln>
              <a:solidFill>
                <a:prstClr val="black"/>
              </a:solidFill>
              <a:effectLst/>
              <a:uLnTx/>
              <a:uFillTx/>
              <a:latin typeface="Arial"/>
              <a:ea typeface="+mn-ea"/>
              <a:cs typeface="+mn-cs"/>
            </a:endParaRP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Notepad++</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err="1">
              <a:ln>
                <a:noFill/>
              </a:ln>
              <a:solidFill>
                <a:prstClr val="black"/>
              </a:solidFill>
              <a:effectLst/>
              <a:uLnTx/>
              <a:uFillTx/>
              <a:latin typeface="Arial"/>
              <a:ea typeface="+mn-ea"/>
              <a:cs typeface="+mn-cs"/>
            </a:endParaRPr>
          </a:p>
        </p:txBody>
      </p:sp>
      <p:sp>
        <p:nvSpPr>
          <p:cNvPr id="7" name="TextBox 6">
            <a:extLst>
              <a:ext uri="{FF2B5EF4-FFF2-40B4-BE49-F238E27FC236}">
                <a16:creationId xmlns:a16="http://schemas.microsoft.com/office/drawing/2014/main" id="{534847BE-89B4-4405-A42F-75FC2D6B21BA}"/>
              </a:ext>
            </a:extLst>
          </p:cNvPr>
          <p:cNvSpPr txBox="1"/>
          <p:nvPr/>
        </p:nvSpPr>
        <p:spPr>
          <a:xfrm>
            <a:off x="4557552" y="3879112"/>
            <a:ext cx="1883718" cy="923330"/>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Office 365</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Salesforce</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err="1">
              <a:ln>
                <a:noFill/>
              </a:ln>
              <a:solidFill>
                <a:prstClr val="black"/>
              </a:solidFill>
              <a:effectLst/>
              <a:uLnTx/>
              <a:uFillTx/>
              <a:latin typeface="Arial"/>
              <a:ea typeface="+mn-ea"/>
              <a:cs typeface="+mn-cs"/>
            </a:endParaRPr>
          </a:p>
        </p:txBody>
      </p:sp>
      <p:sp>
        <p:nvSpPr>
          <p:cNvPr id="8" name="TextBox 7">
            <a:extLst>
              <a:ext uri="{FF2B5EF4-FFF2-40B4-BE49-F238E27FC236}">
                <a16:creationId xmlns:a16="http://schemas.microsoft.com/office/drawing/2014/main" id="{0BBF1FEB-7E0C-448A-B24F-60E8B4935DD5}"/>
              </a:ext>
            </a:extLst>
          </p:cNvPr>
          <p:cNvSpPr txBox="1"/>
          <p:nvPr/>
        </p:nvSpPr>
        <p:spPr>
          <a:xfrm>
            <a:off x="7867969" y="3879112"/>
            <a:ext cx="1930408" cy="923330"/>
          </a:xfrm>
          <a:prstGeom prst="rect">
            <a:avLst/>
          </a:prstGeom>
          <a:noFill/>
        </p:spPr>
        <p:txBody>
          <a:bodyPr wrap="square" rtlCol="0">
            <a:spAutoFit/>
          </a:bodyPr>
          <a:lstStyle/>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SQL Server</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r>
              <a:rPr kumimoji="0" lang="en-GB" sz="1800" b="0" i="0" u="none" strike="noStrike" kern="1200" cap="none" spc="0" normalizeH="0" baseline="0" noProof="0">
                <a:ln>
                  <a:noFill/>
                </a:ln>
                <a:solidFill>
                  <a:prstClr val="black"/>
                </a:solidFill>
                <a:effectLst/>
                <a:uLnTx/>
                <a:uFillTx/>
                <a:latin typeface="Arial"/>
                <a:ea typeface="+mn-ea"/>
                <a:cs typeface="+mn-cs"/>
              </a:rPr>
              <a:t>IIS</a:t>
            </a:r>
          </a:p>
          <a:p>
            <a:pPr marL="285750" marR="0" lvl="0" indent="-285750" algn="l" defTabSz="914400" rtl="0" eaLnBrk="1" fontAlgn="auto" latinLnBrk="0" hangingPunct="1">
              <a:lnSpc>
                <a:spcPct val="100000"/>
              </a:lnSpc>
              <a:spcBef>
                <a:spcPts val="0"/>
              </a:spcBef>
              <a:spcAft>
                <a:spcPts val="0"/>
              </a:spcAft>
              <a:buClrTx/>
              <a:buSzTx/>
              <a:buFont typeface="Arial" panose="020B0604020202020204" pitchFamily="34" charset="0"/>
              <a:buChar char="•"/>
              <a:tabLst/>
              <a:defRPr/>
            </a:pPr>
            <a:endParaRPr kumimoji="0" lang="en-GB" sz="1800" b="0" i="0" u="none" strike="noStrike" kern="1200" cap="none" spc="0" normalizeH="0" baseline="0" noProof="0" err="1">
              <a:ln>
                <a:noFill/>
              </a:ln>
              <a:solidFill>
                <a:prstClr val="black"/>
              </a:solidFill>
              <a:effectLst/>
              <a:uLnTx/>
              <a:uFillTx/>
              <a:latin typeface="Arial"/>
              <a:ea typeface="+mn-ea"/>
              <a:cs typeface="+mn-cs"/>
            </a:endParaRPr>
          </a:p>
        </p:txBody>
      </p:sp>
      <p:sp>
        <p:nvSpPr>
          <p:cNvPr id="9" name="TextBox 8">
            <a:extLst>
              <a:ext uri="{FF2B5EF4-FFF2-40B4-BE49-F238E27FC236}">
                <a16:creationId xmlns:a16="http://schemas.microsoft.com/office/drawing/2014/main" id="{03110CF0-7C16-4E87-BD8C-923963861541}"/>
              </a:ext>
            </a:extLst>
          </p:cNvPr>
          <p:cNvSpPr txBox="1"/>
          <p:nvPr/>
        </p:nvSpPr>
        <p:spPr>
          <a:xfrm>
            <a:off x="1149918" y="3409249"/>
            <a:ext cx="2043292"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a:ln>
                  <a:noFill/>
                </a:ln>
                <a:solidFill>
                  <a:prstClr val="black"/>
                </a:solidFill>
                <a:effectLst/>
                <a:uLnTx/>
                <a:uFillTx/>
                <a:latin typeface="Arial"/>
                <a:ea typeface="+mn-ea"/>
                <a:cs typeface="+mn-cs"/>
              </a:rPr>
              <a:t>DESKTOP APPS</a:t>
            </a:r>
          </a:p>
        </p:txBody>
      </p:sp>
      <p:sp>
        <p:nvSpPr>
          <p:cNvPr id="10" name="TextBox 9">
            <a:extLst>
              <a:ext uri="{FF2B5EF4-FFF2-40B4-BE49-F238E27FC236}">
                <a16:creationId xmlns:a16="http://schemas.microsoft.com/office/drawing/2014/main" id="{AE6AD5D6-487D-4E6F-BF8E-3BF352CE2C5D}"/>
              </a:ext>
            </a:extLst>
          </p:cNvPr>
          <p:cNvSpPr txBox="1"/>
          <p:nvPr/>
        </p:nvSpPr>
        <p:spPr>
          <a:xfrm>
            <a:off x="4851071" y="3362553"/>
            <a:ext cx="149577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a:ln>
                  <a:noFill/>
                </a:ln>
                <a:solidFill>
                  <a:prstClr val="black"/>
                </a:solidFill>
                <a:effectLst/>
                <a:uLnTx/>
                <a:uFillTx/>
                <a:latin typeface="Arial"/>
                <a:ea typeface="+mn-ea"/>
                <a:cs typeface="+mn-cs"/>
              </a:rPr>
              <a:t>SaaS APPS</a:t>
            </a:r>
          </a:p>
        </p:txBody>
      </p:sp>
      <p:sp>
        <p:nvSpPr>
          <p:cNvPr id="11" name="TextBox 10">
            <a:extLst>
              <a:ext uri="{FF2B5EF4-FFF2-40B4-BE49-F238E27FC236}">
                <a16:creationId xmlns:a16="http://schemas.microsoft.com/office/drawing/2014/main" id="{77F581D0-1A1B-4534-80DD-1149B08D3F5B}"/>
              </a:ext>
            </a:extLst>
          </p:cNvPr>
          <p:cNvSpPr txBox="1"/>
          <p:nvPr/>
        </p:nvSpPr>
        <p:spPr>
          <a:xfrm>
            <a:off x="8144554" y="3379573"/>
            <a:ext cx="1495776" cy="369332"/>
          </a:xfrm>
          <a:prstGeom prst="rect">
            <a:avLst/>
          </a:prstGeom>
          <a:noFill/>
        </p:spPr>
        <p:txBody>
          <a:bodyPr wrap="square" rtlCol="0">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1" i="0" u="none" strike="noStrike" kern="1200" cap="none" spc="0" normalizeH="0" baseline="0" noProof="0">
                <a:ln>
                  <a:noFill/>
                </a:ln>
                <a:solidFill>
                  <a:prstClr val="black"/>
                </a:solidFill>
                <a:effectLst/>
                <a:uLnTx/>
                <a:uFillTx/>
                <a:latin typeface="Arial"/>
                <a:ea typeface="+mn-ea"/>
                <a:cs typeface="+mn-cs"/>
              </a:rPr>
              <a:t>SOFTWARE</a:t>
            </a:r>
          </a:p>
        </p:txBody>
      </p:sp>
      <p:grpSp>
        <p:nvGrpSpPr>
          <p:cNvPr id="12" name="Group 11">
            <a:extLst>
              <a:ext uri="{FF2B5EF4-FFF2-40B4-BE49-F238E27FC236}">
                <a16:creationId xmlns:a16="http://schemas.microsoft.com/office/drawing/2014/main" id="{B73251AF-6C54-4D13-9020-2AC7460A4794}"/>
              </a:ext>
            </a:extLst>
          </p:cNvPr>
          <p:cNvGrpSpPr>
            <a:grpSpLocks noChangeAspect="1"/>
          </p:cNvGrpSpPr>
          <p:nvPr/>
        </p:nvGrpSpPr>
        <p:grpSpPr>
          <a:xfrm>
            <a:off x="1655447" y="2359434"/>
            <a:ext cx="912812" cy="912813"/>
            <a:chOff x="4649788" y="2149475"/>
            <a:chExt cx="912812" cy="912813"/>
          </a:xfrm>
        </p:grpSpPr>
        <p:sp>
          <p:nvSpPr>
            <p:cNvPr id="13" name="Freeform 12">
              <a:extLst>
                <a:ext uri="{FF2B5EF4-FFF2-40B4-BE49-F238E27FC236}">
                  <a16:creationId xmlns:a16="http://schemas.microsoft.com/office/drawing/2014/main" id="{B28AA6B7-C609-4F62-BD87-16783AD3497A}"/>
                </a:ext>
              </a:extLst>
            </p:cNvPr>
            <p:cNvSpPr>
              <a:spLocks noChangeArrowheads="1"/>
            </p:cNvSpPr>
            <p:nvPr/>
          </p:nvSpPr>
          <p:spPr bwMode="auto">
            <a:xfrm>
              <a:off x="4649788" y="2149475"/>
              <a:ext cx="912812" cy="912813"/>
            </a:xfrm>
            <a:custGeom>
              <a:avLst/>
              <a:gdLst>
                <a:gd name="T0" fmla="*/ 933 w 2536"/>
                <a:gd name="T1" fmla="*/ 173 h 2536"/>
                <a:gd name="T2" fmla="*/ 782 w 2536"/>
                <a:gd name="T3" fmla="*/ 99 h 2536"/>
                <a:gd name="T4" fmla="*/ 729 w 2536"/>
                <a:gd name="T5" fmla="*/ 257 h 2536"/>
                <a:gd name="T6" fmla="*/ 539 w 2536"/>
                <a:gd name="T7" fmla="*/ 384 h 2536"/>
                <a:gd name="T8" fmla="*/ 373 w 2536"/>
                <a:gd name="T9" fmla="*/ 373 h 2536"/>
                <a:gd name="T10" fmla="*/ 384 w 2536"/>
                <a:gd name="T11" fmla="*/ 539 h 2536"/>
                <a:gd name="T12" fmla="*/ 257 w 2536"/>
                <a:gd name="T13" fmla="*/ 729 h 2536"/>
                <a:gd name="T14" fmla="*/ 99 w 2536"/>
                <a:gd name="T15" fmla="*/ 782 h 2536"/>
                <a:gd name="T16" fmla="*/ 173 w 2536"/>
                <a:gd name="T17" fmla="*/ 933 h 2536"/>
                <a:gd name="T18" fmla="*/ 127 w 2536"/>
                <a:gd name="T19" fmla="*/ 1159 h 2536"/>
                <a:gd name="T20" fmla="*/ 0 w 2536"/>
                <a:gd name="T21" fmla="*/ 1268 h 2536"/>
                <a:gd name="T22" fmla="*/ 127 w 2536"/>
                <a:gd name="T23" fmla="*/ 1377 h 2536"/>
                <a:gd name="T24" fmla="*/ 173 w 2536"/>
                <a:gd name="T25" fmla="*/ 1602 h 2536"/>
                <a:gd name="T26" fmla="*/ 99 w 2536"/>
                <a:gd name="T27" fmla="*/ 1754 h 2536"/>
                <a:gd name="T28" fmla="*/ 257 w 2536"/>
                <a:gd name="T29" fmla="*/ 1806 h 2536"/>
                <a:gd name="T30" fmla="*/ 384 w 2536"/>
                <a:gd name="T31" fmla="*/ 1997 h 2536"/>
                <a:gd name="T32" fmla="*/ 373 w 2536"/>
                <a:gd name="T33" fmla="*/ 2162 h 2536"/>
                <a:gd name="T34" fmla="*/ 539 w 2536"/>
                <a:gd name="T35" fmla="*/ 2152 h 2536"/>
                <a:gd name="T36" fmla="*/ 729 w 2536"/>
                <a:gd name="T37" fmla="*/ 2278 h 2536"/>
                <a:gd name="T38" fmla="*/ 782 w 2536"/>
                <a:gd name="T39" fmla="*/ 2437 h 2536"/>
                <a:gd name="T40" fmla="*/ 933 w 2536"/>
                <a:gd name="T41" fmla="*/ 2363 h 2536"/>
                <a:gd name="T42" fmla="*/ 1158 w 2536"/>
                <a:gd name="T43" fmla="*/ 2409 h 2536"/>
                <a:gd name="T44" fmla="*/ 1267 w 2536"/>
                <a:gd name="T45" fmla="*/ 2535 h 2536"/>
                <a:gd name="T46" fmla="*/ 1377 w 2536"/>
                <a:gd name="T47" fmla="*/ 2409 h 2536"/>
                <a:gd name="T48" fmla="*/ 1602 w 2536"/>
                <a:gd name="T49" fmla="*/ 2363 h 2536"/>
                <a:gd name="T50" fmla="*/ 1753 w 2536"/>
                <a:gd name="T51" fmla="*/ 2437 h 2536"/>
                <a:gd name="T52" fmla="*/ 1806 w 2536"/>
                <a:gd name="T53" fmla="*/ 2278 h 2536"/>
                <a:gd name="T54" fmla="*/ 1996 w 2536"/>
                <a:gd name="T55" fmla="*/ 2152 h 2536"/>
                <a:gd name="T56" fmla="*/ 2162 w 2536"/>
                <a:gd name="T57" fmla="*/ 2162 h 2536"/>
                <a:gd name="T58" fmla="*/ 2151 w 2536"/>
                <a:gd name="T59" fmla="*/ 1997 h 2536"/>
                <a:gd name="T60" fmla="*/ 2278 w 2536"/>
                <a:gd name="T61" fmla="*/ 1806 h 2536"/>
                <a:gd name="T62" fmla="*/ 2436 w 2536"/>
                <a:gd name="T63" fmla="*/ 1754 h 2536"/>
                <a:gd name="T64" fmla="*/ 2362 w 2536"/>
                <a:gd name="T65" fmla="*/ 1602 h 2536"/>
                <a:gd name="T66" fmla="*/ 2408 w 2536"/>
                <a:gd name="T67" fmla="*/ 1377 h 2536"/>
                <a:gd name="T68" fmla="*/ 2535 w 2536"/>
                <a:gd name="T69" fmla="*/ 1268 h 2536"/>
                <a:gd name="T70" fmla="*/ 2408 w 2536"/>
                <a:gd name="T71" fmla="*/ 1159 h 2536"/>
                <a:gd name="T72" fmla="*/ 2362 w 2536"/>
                <a:gd name="T73" fmla="*/ 933 h 2536"/>
                <a:gd name="T74" fmla="*/ 2436 w 2536"/>
                <a:gd name="T75" fmla="*/ 782 h 2536"/>
                <a:gd name="T76" fmla="*/ 2278 w 2536"/>
                <a:gd name="T77" fmla="*/ 729 h 2536"/>
                <a:gd name="T78" fmla="*/ 2151 w 2536"/>
                <a:gd name="T79" fmla="*/ 539 h 2536"/>
                <a:gd name="T80" fmla="*/ 2162 w 2536"/>
                <a:gd name="T81" fmla="*/ 373 h 2536"/>
                <a:gd name="T82" fmla="*/ 1996 w 2536"/>
                <a:gd name="T83" fmla="*/ 384 h 2536"/>
                <a:gd name="T84" fmla="*/ 1806 w 2536"/>
                <a:gd name="T85" fmla="*/ 257 h 2536"/>
                <a:gd name="T86" fmla="*/ 1753 w 2536"/>
                <a:gd name="T87" fmla="*/ 99 h 2536"/>
                <a:gd name="T88" fmla="*/ 1602 w 2536"/>
                <a:gd name="T89" fmla="*/ 173 h 2536"/>
                <a:gd name="T90" fmla="*/ 1377 w 2536"/>
                <a:gd name="T91" fmla="*/ 127 h 2536"/>
                <a:gd name="T92" fmla="*/ 1267 w 2536"/>
                <a:gd name="T93" fmla="*/ 0 h 2536"/>
                <a:gd name="T94" fmla="*/ 1158 w 2536"/>
                <a:gd name="T95" fmla="*/ 127 h 2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36" h="2536">
                  <a:moveTo>
                    <a:pt x="1063" y="243"/>
                  </a:moveTo>
                  <a:cubicBezTo>
                    <a:pt x="1007" y="254"/>
                    <a:pt x="954" y="225"/>
                    <a:pt x="933" y="173"/>
                  </a:cubicBezTo>
                  <a:cubicBezTo>
                    <a:pt x="930" y="168"/>
                    <a:pt x="928" y="163"/>
                    <a:pt x="926" y="159"/>
                  </a:cubicBezTo>
                  <a:cubicBezTo>
                    <a:pt x="901" y="102"/>
                    <a:pt x="838" y="74"/>
                    <a:pt x="782" y="99"/>
                  </a:cubicBezTo>
                  <a:cubicBezTo>
                    <a:pt x="725" y="123"/>
                    <a:pt x="697" y="187"/>
                    <a:pt x="722" y="243"/>
                  </a:cubicBezTo>
                  <a:cubicBezTo>
                    <a:pt x="724" y="247"/>
                    <a:pt x="726" y="252"/>
                    <a:pt x="729" y="257"/>
                  </a:cubicBezTo>
                  <a:cubicBezTo>
                    <a:pt x="750" y="310"/>
                    <a:pt x="732" y="370"/>
                    <a:pt x="687" y="398"/>
                  </a:cubicBezTo>
                  <a:cubicBezTo>
                    <a:pt x="641" y="430"/>
                    <a:pt x="577" y="423"/>
                    <a:pt x="539" y="384"/>
                  </a:cubicBezTo>
                  <a:cubicBezTo>
                    <a:pt x="535" y="380"/>
                    <a:pt x="531" y="376"/>
                    <a:pt x="528" y="373"/>
                  </a:cubicBezTo>
                  <a:cubicBezTo>
                    <a:pt x="486" y="331"/>
                    <a:pt x="415" y="330"/>
                    <a:pt x="373" y="373"/>
                  </a:cubicBezTo>
                  <a:cubicBezTo>
                    <a:pt x="331" y="415"/>
                    <a:pt x="331" y="486"/>
                    <a:pt x="373" y="528"/>
                  </a:cubicBezTo>
                  <a:cubicBezTo>
                    <a:pt x="376" y="531"/>
                    <a:pt x="380" y="535"/>
                    <a:pt x="384" y="539"/>
                  </a:cubicBezTo>
                  <a:cubicBezTo>
                    <a:pt x="422" y="578"/>
                    <a:pt x="430" y="641"/>
                    <a:pt x="398" y="687"/>
                  </a:cubicBezTo>
                  <a:cubicBezTo>
                    <a:pt x="366" y="732"/>
                    <a:pt x="306" y="750"/>
                    <a:pt x="257" y="729"/>
                  </a:cubicBezTo>
                  <a:cubicBezTo>
                    <a:pt x="252" y="726"/>
                    <a:pt x="247" y="724"/>
                    <a:pt x="243" y="722"/>
                  </a:cubicBezTo>
                  <a:cubicBezTo>
                    <a:pt x="187" y="697"/>
                    <a:pt x="123" y="725"/>
                    <a:pt x="99" y="782"/>
                  </a:cubicBezTo>
                  <a:cubicBezTo>
                    <a:pt x="74" y="838"/>
                    <a:pt x="102" y="901"/>
                    <a:pt x="158" y="926"/>
                  </a:cubicBezTo>
                  <a:cubicBezTo>
                    <a:pt x="163" y="928"/>
                    <a:pt x="168" y="930"/>
                    <a:pt x="173" y="933"/>
                  </a:cubicBezTo>
                  <a:cubicBezTo>
                    <a:pt x="225" y="954"/>
                    <a:pt x="253" y="1011"/>
                    <a:pt x="243" y="1063"/>
                  </a:cubicBezTo>
                  <a:cubicBezTo>
                    <a:pt x="232" y="1120"/>
                    <a:pt x="183" y="1159"/>
                    <a:pt x="127" y="1159"/>
                  </a:cubicBezTo>
                  <a:cubicBezTo>
                    <a:pt x="121" y="1159"/>
                    <a:pt x="115" y="1159"/>
                    <a:pt x="109" y="1159"/>
                  </a:cubicBezTo>
                  <a:cubicBezTo>
                    <a:pt x="49" y="1159"/>
                    <a:pt x="0" y="1208"/>
                    <a:pt x="0" y="1268"/>
                  </a:cubicBezTo>
                  <a:cubicBezTo>
                    <a:pt x="0" y="1328"/>
                    <a:pt x="49" y="1377"/>
                    <a:pt x="109" y="1377"/>
                  </a:cubicBezTo>
                  <a:cubicBezTo>
                    <a:pt x="115" y="1377"/>
                    <a:pt x="121" y="1377"/>
                    <a:pt x="127" y="1377"/>
                  </a:cubicBezTo>
                  <a:cubicBezTo>
                    <a:pt x="183" y="1377"/>
                    <a:pt x="229" y="1416"/>
                    <a:pt x="243" y="1472"/>
                  </a:cubicBezTo>
                  <a:cubicBezTo>
                    <a:pt x="253" y="1528"/>
                    <a:pt x="225" y="1581"/>
                    <a:pt x="173" y="1602"/>
                  </a:cubicBezTo>
                  <a:cubicBezTo>
                    <a:pt x="168" y="1604"/>
                    <a:pt x="163" y="1606"/>
                    <a:pt x="158" y="1609"/>
                  </a:cubicBezTo>
                  <a:cubicBezTo>
                    <a:pt x="102" y="1634"/>
                    <a:pt x="74" y="1697"/>
                    <a:pt x="99" y="1754"/>
                  </a:cubicBezTo>
                  <a:cubicBezTo>
                    <a:pt x="123" y="1810"/>
                    <a:pt x="187" y="1838"/>
                    <a:pt x="243" y="1813"/>
                  </a:cubicBezTo>
                  <a:cubicBezTo>
                    <a:pt x="247" y="1810"/>
                    <a:pt x="252" y="1808"/>
                    <a:pt x="257" y="1806"/>
                  </a:cubicBezTo>
                  <a:cubicBezTo>
                    <a:pt x="310" y="1785"/>
                    <a:pt x="370" y="1803"/>
                    <a:pt x="398" y="1849"/>
                  </a:cubicBezTo>
                  <a:cubicBezTo>
                    <a:pt x="430" y="1894"/>
                    <a:pt x="422" y="1958"/>
                    <a:pt x="384" y="1997"/>
                  </a:cubicBezTo>
                  <a:cubicBezTo>
                    <a:pt x="380" y="2000"/>
                    <a:pt x="376" y="2003"/>
                    <a:pt x="373" y="2007"/>
                  </a:cubicBezTo>
                  <a:cubicBezTo>
                    <a:pt x="331" y="2049"/>
                    <a:pt x="331" y="2120"/>
                    <a:pt x="373" y="2162"/>
                  </a:cubicBezTo>
                  <a:cubicBezTo>
                    <a:pt x="415" y="2204"/>
                    <a:pt x="486" y="2204"/>
                    <a:pt x="528" y="2162"/>
                  </a:cubicBezTo>
                  <a:cubicBezTo>
                    <a:pt x="531" y="2158"/>
                    <a:pt x="535" y="2155"/>
                    <a:pt x="539" y="2152"/>
                  </a:cubicBezTo>
                  <a:cubicBezTo>
                    <a:pt x="577" y="2113"/>
                    <a:pt x="641" y="2105"/>
                    <a:pt x="687" y="2137"/>
                  </a:cubicBezTo>
                  <a:cubicBezTo>
                    <a:pt x="732" y="2168"/>
                    <a:pt x="750" y="2229"/>
                    <a:pt x="729" y="2278"/>
                  </a:cubicBezTo>
                  <a:cubicBezTo>
                    <a:pt x="726" y="2282"/>
                    <a:pt x="724" y="2287"/>
                    <a:pt x="722" y="2292"/>
                  </a:cubicBezTo>
                  <a:cubicBezTo>
                    <a:pt x="697" y="2349"/>
                    <a:pt x="725" y="2412"/>
                    <a:pt x="782" y="2437"/>
                  </a:cubicBezTo>
                  <a:cubicBezTo>
                    <a:pt x="838" y="2461"/>
                    <a:pt x="901" y="2433"/>
                    <a:pt x="926" y="2377"/>
                  </a:cubicBezTo>
                  <a:cubicBezTo>
                    <a:pt x="928" y="2372"/>
                    <a:pt x="930" y="2367"/>
                    <a:pt x="933" y="2363"/>
                  </a:cubicBezTo>
                  <a:cubicBezTo>
                    <a:pt x="954" y="2310"/>
                    <a:pt x="1010" y="2282"/>
                    <a:pt x="1063" y="2292"/>
                  </a:cubicBezTo>
                  <a:cubicBezTo>
                    <a:pt x="1120" y="2303"/>
                    <a:pt x="1158" y="2352"/>
                    <a:pt x="1158" y="2409"/>
                  </a:cubicBezTo>
                  <a:cubicBezTo>
                    <a:pt x="1158" y="2414"/>
                    <a:pt x="1158" y="2420"/>
                    <a:pt x="1158" y="2426"/>
                  </a:cubicBezTo>
                  <a:cubicBezTo>
                    <a:pt x="1158" y="2486"/>
                    <a:pt x="1208" y="2535"/>
                    <a:pt x="1267" y="2535"/>
                  </a:cubicBezTo>
                  <a:cubicBezTo>
                    <a:pt x="1327" y="2535"/>
                    <a:pt x="1377" y="2486"/>
                    <a:pt x="1377" y="2426"/>
                  </a:cubicBezTo>
                  <a:cubicBezTo>
                    <a:pt x="1377" y="2420"/>
                    <a:pt x="1377" y="2414"/>
                    <a:pt x="1377" y="2409"/>
                  </a:cubicBezTo>
                  <a:cubicBezTo>
                    <a:pt x="1377" y="2352"/>
                    <a:pt x="1415" y="2306"/>
                    <a:pt x="1472" y="2292"/>
                  </a:cubicBezTo>
                  <a:cubicBezTo>
                    <a:pt x="1528" y="2282"/>
                    <a:pt x="1581" y="2310"/>
                    <a:pt x="1602" y="2363"/>
                  </a:cubicBezTo>
                  <a:cubicBezTo>
                    <a:pt x="1604" y="2367"/>
                    <a:pt x="1606" y="2372"/>
                    <a:pt x="1609" y="2377"/>
                  </a:cubicBezTo>
                  <a:cubicBezTo>
                    <a:pt x="1634" y="2433"/>
                    <a:pt x="1697" y="2461"/>
                    <a:pt x="1753" y="2437"/>
                  </a:cubicBezTo>
                  <a:cubicBezTo>
                    <a:pt x="1810" y="2412"/>
                    <a:pt x="1838" y="2349"/>
                    <a:pt x="1813" y="2292"/>
                  </a:cubicBezTo>
                  <a:cubicBezTo>
                    <a:pt x="1810" y="2287"/>
                    <a:pt x="1808" y="2282"/>
                    <a:pt x="1806" y="2278"/>
                  </a:cubicBezTo>
                  <a:cubicBezTo>
                    <a:pt x="1785" y="2225"/>
                    <a:pt x="1803" y="2166"/>
                    <a:pt x="1848" y="2137"/>
                  </a:cubicBezTo>
                  <a:cubicBezTo>
                    <a:pt x="1894" y="2106"/>
                    <a:pt x="1957" y="2113"/>
                    <a:pt x="1996" y="2152"/>
                  </a:cubicBezTo>
                  <a:cubicBezTo>
                    <a:pt x="1999" y="2155"/>
                    <a:pt x="2003" y="2158"/>
                    <a:pt x="2007" y="2162"/>
                  </a:cubicBezTo>
                  <a:cubicBezTo>
                    <a:pt x="2049" y="2204"/>
                    <a:pt x="2119" y="2204"/>
                    <a:pt x="2162" y="2162"/>
                  </a:cubicBezTo>
                  <a:cubicBezTo>
                    <a:pt x="2204" y="2120"/>
                    <a:pt x="2204" y="2049"/>
                    <a:pt x="2162" y="2007"/>
                  </a:cubicBezTo>
                  <a:cubicBezTo>
                    <a:pt x="2158" y="2003"/>
                    <a:pt x="2154" y="2000"/>
                    <a:pt x="2151" y="1997"/>
                  </a:cubicBezTo>
                  <a:cubicBezTo>
                    <a:pt x="2112" y="1958"/>
                    <a:pt x="2105" y="1894"/>
                    <a:pt x="2137" y="1849"/>
                  </a:cubicBezTo>
                  <a:cubicBezTo>
                    <a:pt x="2169" y="1803"/>
                    <a:pt x="2229" y="1785"/>
                    <a:pt x="2278" y="1806"/>
                  </a:cubicBezTo>
                  <a:cubicBezTo>
                    <a:pt x="2282" y="1808"/>
                    <a:pt x="2287" y="1810"/>
                    <a:pt x="2292" y="1813"/>
                  </a:cubicBezTo>
                  <a:cubicBezTo>
                    <a:pt x="2348" y="1838"/>
                    <a:pt x="2412" y="1810"/>
                    <a:pt x="2436" y="1754"/>
                  </a:cubicBezTo>
                  <a:cubicBezTo>
                    <a:pt x="2461" y="1697"/>
                    <a:pt x="2433" y="1634"/>
                    <a:pt x="2376" y="1609"/>
                  </a:cubicBezTo>
                  <a:cubicBezTo>
                    <a:pt x="2371" y="1606"/>
                    <a:pt x="2366" y="1604"/>
                    <a:pt x="2362" y="1602"/>
                  </a:cubicBezTo>
                  <a:cubicBezTo>
                    <a:pt x="2310" y="1581"/>
                    <a:pt x="2281" y="1525"/>
                    <a:pt x="2292" y="1472"/>
                  </a:cubicBezTo>
                  <a:cubicBezTo>
                    <a:pt x="2302" y="1416"/>
                    <a:pt x="2352" y="1377"/>
                    <a:pt x="2408" y="1377"/>
                  </a:cubicBezTo>
                  <a:cubicBezTo>
                    <a:pt x="2414" y="1377"/>
                    <a:pt x="2420" y="1377"/>
                    <a:pt x="2426" y="1377"/>
                  </a:cubicBezTo>
                  <a:cubicBezTo>
                    <a:pt x="2486" y="1377"/>
                    <a:pt x="2535" y="1328"/>
                    <a:pt x="2535" y="1268"/>
                  </a:cubicBezTo>
                  <a:cubicBezTo>
                    <a:pt x="2535" y="1208"/>
                    <a:pt x="2486" y="1159"/>
                    <a:pt x="2426" y="1159"/>
                  </a:cubicBezTo>
                  <a:cubicBezTo>
                    <a:pt x="2420" y="1159"/>
                    <a:pt x="2414" y="1159"/>
                    <a:pt x="2408" y="1159"/>
                  </a:cubicBezTo>
                  <a:cubicBezTo>
                    <a:pt x="2352" y="1159"/>
                    <a:pt x="2306" y="1120"/>
                    <a:pt x="2292" y="1063"/>
                  </a:cubicBezTo>
                  <a:cubicBezTo>
                    <a:pt x="2281" y="1007"/>
                    <a:pt x="2310" y="954"/>
                    <a:pt x="2362" y="933"/>
                  </a:cubicBezTo>
                  <a:cubicBezTo>
                    <a:pt x="2366" y="930"/>
                    <a:pt x="2371" y="928"/>
                    <a:pt x="2376" y="926"/>
                  </a:cubicBezTo>
                  <a:cubicBezTo>
                    <a:pt x="2433" y="901"/>
                    <a:pt x="2460" y="838"/>
                    <a:pt x="2436" y="782"/>
                  </a:cubicBezTo>
                  <a:cubicBezTo>
                    <a:pt x="2411" y="725"/>
                    <a:pt x="2348" y="697"/>
                    <a:pt x="2292" y="722"/>
                  </a:cubicBezTo>
                  <a:cubicBezTo>
                    <a:pt x="2287" y="724"/>
                    <a:pt x="2282" y="726"/>
                    <a:pt x="2278" y="729"/>
                  </a:cubicBezTo>
                  <a:cubicBezTo>
                    <a:pt x="2225" y="750"/>
                    <a:pt x="2165" y="732"/>
                    <a:pt x="2137" y="687"/>
                  </a:cubicBezTo>
                  <a:cubicBezTo>
                    <a:pt x="2105" y="641"/>
                    <a:pt x="2112" y="578"/>
                    <a:pt x="2151" y="539"/>
                  </a:cubicBezTo>
                  <a:cubicBezTo>
                    <a:pt x="2154" y="535"/>
                    <a:pt x="2158" y="531"/>
                    <a:pt x="2162" y="528"/>
                  </a:cubicBezTo>
                  <a:cubicBezTo>
                    <a:pt x="2204" y="486"/>
                    <a:pt x="2204" y="416"/>
                    <a:pt x="2162" y="373"/>
                  </a:cubicBezTo>
                  <a:cubicBezTo>
                    <a:pt x="2119" y="331"/>
                    <a:pt x="2049" y="331"/>
                    <a:pt x="2007" y="373"/>
                  </a:cubicBezTo>
                  <a:cubicBezTo>
                    <a:pt x="2003" y="376"/>
                    <a:pt x="1999" y="380"/>
                    <a:pt x="1996" y="384"/>
                  </a:cubicBezTo>
                  <a:cubicBezTo>
                    <a:pt x="1957" y="423"/>
                    <a:pt x="1893" y="430"/>
                    <a:pt x="1848" y="398"/>
                  </a:cubicBezTo>
                  <a:cubicBezTo>
                    <a:pt x="1802" y="366"/>
                    <a:pt x="1785" y="306"/>
                    <a:pt x="1806" y="257"/>
                  </a:cubicBezTo>
                  <a:cubicBezTo>
                    <a:pt x="1808" y="252"/>
                    <a:pt x="1810" y="247"/>
                    <a:pt x="1813" y="243"/>
                  </a:cubicBezTo>
                  <a:cubicBezTo>
                    <a:pt x="1838" y="187"/>
                    <a:pt x="1810" y="123"/>
                    <a:pt x="1753" y="99"/>
                  </a:cubicBezTo>
                  <a:cubicBezTo>
                    <a:pt x="1697" y="74"/>
                    <a:pt x="1634" y="102"/>
                    <a:pt x="1609" y="159"/>
                  </a:cubicBezTo>
                  <a:cubicBezTo>
                    <a:pt x="1606" y="163"/>
                    <a:pt x="1604" y="168"/>
                    <a:pt x="1602" y="173"/>
                  </a:cubicBezTo>
                  <a:cubicBezTo>
                    <a:pt x="1581" y="225"/>
                    <a:pt x="1524" y="254"/>
                    <a:pt x="1472" y="243"/>
                  </a:cubicBezTo>
                  <a:cubicBezTo>
                    <a:pt x="1415" y="232"/>
                    <a:pt x="1377" y="183"/>
                    <a:pt x="1377" y="127"/>
                  </a:cubicBezTo>
                  <a:cubicBezTo>
                    <a:pt x="1377" y="121"/>
                    <a:pt x="1377" y="115"/>
                    <a:pt x="1377" y="109"/>
                  </a:cubicBezTo>
                  <a:cubicBezTo>
                    <a:pt x="1377" y="49"/>
                    <a:pt x="1327" y="0"/>
                    <a:pt x="1267" y="0"/>
                  </a:cubicBezTo>
                  <a:cubicBezTo>
                    <a:pt x="1208" y="0"/>
                    <a:pt x="1158" y="49"/>
                    <a:pt x="1158" y="109"/>
                  </a:cubicBezTo>
                  <a:cubicBezTo>
                    <a:pt x="1158" y="115"/>
                    <a:pt x="1158" y="121"/>
                    <a:pt x="1158" y="127"/>
                  </a:cubicBezTo>
                  <a:cubicBezTo>
                    <a:pt x="1158" y="183"/>
                    <a:pt x="1120" y="232"/>
                    <a:pt x="1063" y="243"/>
                  </a:cubicBezTo>
                </a:path>
              </a:pathLst>
            </a:custGeom>
            <a:noFill/>
            <a:ln w="19050" cap="flat">
              <a:solidFill>
                <a:schemeClr val="accent6"/>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14" name="Group 13">
              <a:extLst>
                <a:ext uri="{FF2B5EF4-FFF2-40B4-BE49-F238E27FC236}">
                  <a16:creationId xmlns:a16="http://schemas.microsoft.com/office/drawing/2014/main" id="{B554DFB1-605E-4706-9153-84F988F48563}"/>
                </a:ext>
              </a:extLst>
            </p:cNvPr>
            <p:cNvGrpSpPr/>
            <p:nvPr/>
          </p:nvGrpSpPr>
          <p:grpSpPr>
            <a:xfrm>
              <a:off x="4857750" y="2393950"/>
              <a:ext cx="482600" cy="431800"/>
              <a:chOff x="4857750" y="2393950"/>
              <a:chExt cx="482600" cy="431800"/>
            </a:xfrm>
          </p:grpSpPr>
          <p:sp>
            <p:nvSpPr>
              <p:cNvPr id="15" name="Freeform 13">
                <a:extLst>
                  <a:ext uri="{FF2B5EF4-FFF2-40B4-BE49-F238E27FC236}">
                    <a16:creationId xmlns:a16="http://schemas.microsoft.com/office/drawing/2014/main" id="{6BAB4154-7096-4B48-98E4-A2AC168AFE00}"/>
                  </a:ext>
                </a:extLst>
              </p:cNvPr>
              <p:cNvSpPr>
                <a:spLocks noChangeArrowheads="1"/>
              </p:cNvSpPr>
              <p:nvPr/>
            </p:nvSpPr>
            <p:spPr bwMode="auto">
              <a:xfrm>
                <a:off x="4857750" y="2393950"/>
                <a:ext cx="452438" cy="431800"/>
              </a:xfrm>
              <a:custGeom>
                <a:avLst/>
                <a:gdLst>
                  <a:gd name="T0" fmla="*/ 511 w 1255"/>
                  <a:gd name="T1" fmla="*/ 327 h 1198"/>
                  <a:gd name="T2" fmla="*/ 1187 w 1255"/>
                  <a:gd name="T3" fmla="*/ 943 h 1198"/>
                  <a:gd name="T4" fmla="*/ 1201 w 1255"/>
                  <a:gd name="T5" fmla="*/ 1141 h 1198"/>
                  <a:gd name="T6" fmla="*/ 1004 w 1255"/>
                  <a:gd name="T7" fmla="*/ 1126 h 1198"/>
                  <a:gd name="T8" fmla="*/ 388 w 1255"/>
                  <a:gd name="T9" fmla="*/ 450 h 1198"/>
                  <a:gd name="T10" fmla="*/ 229 w 1255"/>
                  <a:gd name="T11" fmla="*/ 531 h 1198"/>
                  <a:gd name="T12" fmla="*/ 215 w 1255"/>
                  <a:gd name="T13" fmla="*/ 577 h 1198"/>
                  <a:gd name="T14" fmla="*/ 198 w 1255"/>
                  <a:gd name="T15" fmla="*/ 595 h 1198"/>
                  <a:gd name="T16" fmla="*/ 159 w 1255"/>
                  <a:gd name="T17" fmla="*/ 595 h 1198"/>
                  <a:gd name="T18" fmla="*/ 11 w 1255"/>
                  <a:gd name="T19" fmla="*/ 447 h 1198"/>
                  <a:gd name="T20" fmla="*/ 11 w 1255"/>
                  <a:gd name="T21" fmla="*/ 408 h 1198"/>
                  <a:gd name="T22" fmla="*/ 29 w 1255"/>
                  <a:gd name="T23" fmla="*/ 391 h 1198"/>
                  <a:gd name="T24" fmla="*/ 74 w 1255"/>
                  <a:gd name="T25" fmla="*/ 376 h 1198"/>
                  <a:gd name="T26" fmla="*/ 78 w 1255"/>
                  <a:gd name="T27" fmla="*/ 376 h 1198"/>
                  <a:gd name="T28" fmla="*/ 183 w 1255"/>
                  <a:gd name="T29" fmla="*/ 271 h 1198"/>
                  <a:gd name="T30" fmla="*/ 183 w 1255"/>
                  <a:gd name="T31" fmla="*/ 267 h 1198"/>
                  <a:gd name="T32" fmla="*/ 198 w 1255"/>
                  <a:gd name="T33" fmla="*/ 221 h 1198"/>
                  <a:gd name="T34" fmla="*/ 352 w 1255"/>
                  <a:gd name="T35" fmla="*/ 67 h 1198"/>
                  <a:gd name="T36" fmla="*/ 514 w 1255"/>
                  <a:gd name="T37" fmla="*/ 0 h 1198"/>
                  <a:gd name="T38" fmla="*/ 697 w 1255"/>
                  <a:gd name="T39" fmla="*/ 88 h 1198"/>
                  <a:gd name="T40" fmla="*/ 504 w 1255"/>
                  <a:gd name="T41" fmla="*/ 109 h 1198"/>
                  <a:gd name="T42" fmla="*/ 511 w 1255"/>
                  <a:gd name="T43" fmla="*/ 327 h 119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Lst>
                <a:rect l="0" t="0" r="r" b="b"/>
                <a:pathLst>
                  <a:path w="1255" h="1198">
                    <a:moveTo>
                      <a:pt x="511" y="327"/>
                    </a:moveTo>
                    <a:cubicBezTo>
                      <a:pt x="736" y="532"/>
                      <a:pt x="961" y="737"/>
                      <a:pt x="1187" y="943"/>
                    </a:cubicBezTo>
                    <a:cubicBezTo>
                      <a:pt x="1250" y="1000"/>
                      <a:pt x="1254" y="1084"/>
                      <a:pt x="1201" y="1141"/>
                    </a:cubicBezTo>
                    <a:cubicBezTo>
                      <a:pt x="1145" y="1197"/>
                      <a:pt x="1060" y="1190"/>
                      <a:pt x="1004" y="1126"/>
                    </a:cubicBezTo>
                    <a:cubicBezTo>
                      <a:pt x="798" y="900"/>
                      <a:pt x="593" y="675"/>
                      <a:pt x="388" y="450"/>
                    </a:cubicBezTo>
                    <a:cubicBezTo>
                      <a:pt x="317" y="380"/>
                      <a:pt x="215" y="450"/>
                      <a:pt x="229" y="531"/>
                    </a:cubicBezTo>
                    <a:cubicBezTo>
                      <a:pt x="233" y="549"/>
                      <a:pt x="226" y="567"/>
                      <a:pt x="215" y="577"/>
                    </a:cubicBezTo>
                    <a:cubicBezTo>
                      <a:pt x="212" y="581"/>
                      <a:pt x="205" y="588"/>
                      <a:pt x="198" y="595"/>
                    </a:cubicBezTo>
                    <a:cubicBezTo>
                      <a:pt x="187" y="605"/>
                      <a:pt x="169" y="605"/>
                      <a:pt x="159" y="595"/>
                    </a:cubicBezTo>
                    <a:cubicBezTo>
                      <a:pt x="109" y="545"/>
                      <a:pt x="60" y="496"/>
                      <a:pt x="11" y="447"/>
                    </a:cubicBezTo>
                    <a:cubicBezTo>
                      <a:pt x="0" y="436"/>
                      <a:pt x="0" y="419"/>
                      <a:pt x="11" y="408"/>
                    </a:cubicBezTo>
                    <a:cubicBezTo>
                      <a:pt x="17" y="402"/>
                      <a:pt x="23" y="396"/>
                      <a:pt x="29" y="391"/>
                    </a:cubicBezTo>
                    <a:cubicBezTo>
                      <a:pt x="39" y="380"/>
                      <a:pt x="57" y="373"/>
                      <a:pt x="74" y="376"/>
                    </a:cubicBezTo>
                    <a:cubicBezTo>
                      <a:pt x="75" y="376"/>
                      <a:pt x="76" y="376"/>
                      <a:pt x="78" y="376"/>
                    </a:cubicBezTo>
                    <a:cubicBezTo>
                      <a:pt x="138" y="387"/>
                      <a:pt x="194" y="331"/>
                      <a:pt x="183" y="271"/>
                    </a:cubicBezTo>
                    <a:cubicBezTo>
                      <a:pt x="183" y="269"/>
                      <a:pt x="183" y="268"/>
                      <a:pt x="183" y="267"/>
                    </a:cubicBezTo>
                    <a:cubicBezTo>
                      <a:pt x="180" y="250"/>
                      <a:pt x="187" y="232"/>
                      <a:pt x="198" y="221"/>
                    </a:cubicBezTo>
                    <a:cubicBezTo>
                      <a:pt x="249" y="169"/>
                      <a:pt x="300" y="118"/>
                      <a:pt x="352" y="67"/>
                    </a:cubicBezTo>
                    <a:cubicBezTo>
                      <a:pt x="395" y="24"/>
                      <a:pt x="455" y="0"/>
                      <a:pt x="514" y="0"/>
                    </a:cubicBezTo>
                    <a:cubicBezTo>
                      <a:pt x="631" y="0"/>
                      <a:pt x="690" y="77"/>
                      <a:pt x="697" y="88"/>
                    </a:cubicBezTo>
                    <a:cubicBezTo>
                      <a:pt x="652" y="35"/>
                      <a:pt x="557" y="52"/>
                      <a:pt x="504" y="109"/>
                    </a:cubicBezTo>
                    <a:cubicBezTo>
                      <a:pt x="451" y="169"/>
                      <a:pt x="451" y="267"/>
                      <a:pt x="511" y="327"/>
                    </a:cubicBezTo>
                  </a:path>
                </a:pathLst>
              </a:custGeom>
              <a:noFill/>
              <a:ln w="19050" cap="flat">
                <a:solidFill>
                  <a:schemeClr val="accent6"/>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16" name="Freeform 14">
                <a:extLst>
                  <a:ext uri="{FF2B5EF4-FFF2-40B4-BE49-F238E27FC236}">
                    <a16:creationId xmlns:a16="http://schemas.microsoft.com/office/drawing/2014/main" id="{90F4CB0C-34DB-4812-A0AD-B37092C15757}"/>
                  </a:ext>
                </a:extLst>
              </p:cNvPr>
              <p:cNvSpPr>
                <a:spLocks noChangeArrowheads="1"/>
              </p:cNvSpPr>
              <p:nvPr/>
            </p:nvSpPr>
            <p:spPr bwMode="auto">
              <a:xfrm>
                <a:off x="4924425" y="2627313"/>
                <a:ext cx="193675" cy="195262"/>
              </a:xfrm>
              <a:custGeom>
                <a:avLst/>
                <a:gdLst>
                  <a:gd name="T0" fmla="*/ 388 w 540"/>
                  <a:gd name="T1" fmla="*/ 0 h 543"/>
                  <a:gd name="T2" fmla="*/ 67 w 540"/>
                  <a:gd name="T3" fmla="*/ 292 h 543"/>
                  <a:gd name="T4" fmla="*/ 57 w 540"/>
                  <a:gd name="T5" fmla="*/ 489 h 543"/>
                  <a:gd name="T6" fmla="*/ 254 w 540"/>
                  <a:gd name="T7" fmla="*/ 478 h 543"/>
                  <a:gd name="T8" fmla="*/ 539 w 540"/>
                  <a:gd name="T9" fmla="*/ 165 h 543"/>
                </a:gdLst>
                <a:ahLst/>
                <a:cxnLst>
                  <a:cxn ang="0">
                    <a:pos x="T0" y="T1"/>
                  </a:cxn>
                  <a:cxn ang="0">
                    <a:pos x="T2" y="T3"/>
                  </a:cxn>
                  <a:cxn ang="0">
                    <a:pos x="T4" y="T5"/>
                  </a:cxn>
                  <a:cxn ang="0">
                    <a:pos x="T6" y="T7"/>
                  </a:cxn>
                  <a:cxn ang="0">
                    <a:pos x="T8" y="T9"/>
                  </a:cxn>
                </a:cxnLst>
                <a:rect l="0" t="0" r="r" b="b"/>
                <a:pathLst>
                  <a:path w="540" h="543">
                    <a:moveTo>
                      <a:pt x="388" y="0"/>
                    </a:moveTo>
                    <a:cubicBezTo>
                      <a:pt x="281" y="97"/>
                      <a:pt x="174" y="194"/>
                      <a:pt x="67" y="292"/>
                    </a:cubicBezTo>
                    <a:cubicBezTo>
                      <a:pt x="4" y="348"/>
                      <a:pt x="0" y="436"/>
                      <a:pt x="57" y="489"/>
                    </a:cubicBezTo>
                    <a:cubicBezTo>
                      <a:pt x="110" y="542"/>
                      <a:pt x="198" y="542"/>
                      <a:pt x="254" y="478"/>
                    </a:cubicBezTo>
                    <a:cubicBezTo>
                      <a:pt x="349" y="373"/>
                      <a:pt x="444" y="269"/>
                      <a:pt x="539" y="165"/>
                    </a:cubicBezTo>
                  </a:path>
                </a:pathLst>
              </a:custGeom>
              <a:noFill/>
              <a:ln w="19050" cap="flat">
                <a:solidFill>
                  <a:schemeClr val="accent6"/>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17" name="Freeform 15">
                <a:extLst>
                  <a:ext uri="{FF2B5EF4-FFF2-40B4-BE49-F238E27FC236}">
                    <a16:creationId xmlns:a16="http://schemas.microsoft.com/office/drawing/2014/main" id="{0E83262D-0F40-4147-AFDA-BFFBCA9210F3}"/>
                  </a:ext>
                </a:extLst>
              </p:cNvPr>
              <p:cNvSpPr>
                <a:spLocks noChangeArrowheads="1"/>
              </p:cNvSpPr>
              <p:nvPr/>
            </p:nvSpPr>
            <p:spPr bwMode="auto">
              <a:xfrm>
                <a:off x="5116513" y="2403475"/>
                <a:ext cx="223837" cy="225425"/>
              </a:xfrm>
              <a:custGeom>
                <a:avLst/>
                <a:gdLst>
                  <a:gd name="T0" fmla="*/ 147 w 620"/>
                  <a:gd name="T1" fmla="*/ 627 h 628"/>
                  <a:gd name="T2" fmla="*/ 225 w 620"/>
                  <a:gd name="T3" fmla="*/ 543 h 628"/>
                  <a:gd name="T4" fmla="*/ 278 w 620"/>
                  <a:gd name="T5" fmla="*/ 528 h 628"/>
                  <a:gd name="T6" fmla="*/ 535 w 620"/>
                  <a:gd name="T7" fmla="*/ 462 h 628"/>
                  <a:gd name="T8" fmla="*/ 605 w 620"/>
                  <a:gd name="T9" fmla="*/ 229 h 628"/>
                  <a:gd name="T10" fmla="*/ 580 w 620"/>
                  <a:gd name="T11" fmla="*/ 201 h 628"/>
                  <a:gd name="T12" fmla="*/ 545 w 620"/>
                  <a:gd name="T13" fmla="*/ 208 h 628"/>
                  <a:gd name="T14" fmla="*/ 436 w 620"/>
                  <a:gd name="T15" fmla="*/ 317 h 628"/>
                  <a:gd name="T16" fmla="*/ 306 w 620"/>
                  <a:gd name="T17" fmla="*/ 317 h 628"/>
                  <a:gd name="T18" fmla="*/ 306 w 620"/>
                  <a:gd name="T19" fmla="*/ 187 h 628"/>
                  <a:gd name="T20" fmla="*/ 415 w 620"/>
                  <a:gd name="T21" fmla="*/ 78 h 628"/>
                  <a:gd name="T22" fmla="*/ 426 w 620"/>
                  <a:gd name="T23" fmla="*/ 43 h 628"/>
                  <a:gd name="T24" fmla="*/ 397 w 620"/>
                  <a:gd name="T25" fmla="*/ 18 h 628"/>
                  <a:gd name="T26" fmla="*/ 165 w 620"/>
                  <a:gd name="T27" fmla="*/ 88 h 628"/>
                  <a:gd name="T28" fmla="*/ 102 w 620"/>
                  <a:gd name="T29" fmla="*/ 349 h 628"/>
                  <a:gd name="T30" fmla="*/ 88 w 620"/>
                  <a:gd name="T31" fmla="*/ 405 h 628"/>
                  <a:gd name="T32" fmla="*/ 0 w 620"/>
                  <a:gd name="T33" fmla="*/ 486 h 628"/>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Lst>
                <a:rect l="0" t="0" r="r" b="b"/>
                <a:pathLst>
                  <a:path w="620" h="628">
                    <a:moveTo>
                      <a:pt x="147" y="627"/>
                    </a:moveTo>
                    <a:cubicBezTo>
                      <a:pt x="173" y="599"/>
                      <a:pt x="199" y="571"/>
                      <a:pt x="225" y="543"/>
                    </a:cubicBezTo>
                    <a:cubicBezTo>
                      <a:pt x="239" y="528"/>
                      <a:pt x="260" y="521"/>
                      <a:pt x="278" y="528"/>
                    </a:cubicBezTo>
                    <a:cubicBezTo>
                      <a:pt x="366" y="553"/>
                      <a:pt x="464" y="532"/>
                      <a:pt x="535" y="462"/>
                    </a:cubicBezTo>
                    <a:cubicBezTo>
                      <a:pt x="598" y="398"/>
                      <a:pt x="619" y="310"/>
                      <a:pt x="605" y="229"/>
                    </a:cubicBezTo>
                    <a:cubicBezTo>
                      <a:pt x="602" y="215"/>
                      <a:pt x="594" y="205"/>
                      <a:pt x="580" y="201"/>
                    </a:cubicBezTo>
                    <a:cubicBezTo>
                      <a:pt x="565" y="197"/>
                      <a:pt x="556" y="201"/>
                      <a:pt x="545" y="208"/>
                    </a:cubicBezTo>
                    <a:cubicBezTo>
                      <a:pt x="524" y="229"/>
                      <a:pt x="489" y="264"/>
                      <a:pt x="436" y="317"/>
                    </a:cubicBezTo>
                    <a:cubicBezTo>
                      <a:pt x="401" y="352"/>
                      <a:pt x="341" y="352"/>
                      <a:pt x="306" y="317"/>
                    </a:cubicBezTo>
                    <a:cubicBezTo>
                      <a:pt x="271" y="282"/>
                      <a:pt x="271" y="222"/>
                      <a:pt x="306" y="187"/>
                    </a:cubicBezTo>
                    <a:cubicBezTo>
                      <a:pt x="342" y="150"/>
                      <a:pt x="378" y="114"/>
                      <a:pt x="415" y="78"/>
                    </a:cubicBezTo>
                    <a:cubicBezTo>
                      <a:pt x="426" y="67"/>
                      <a:pt x="429" y="57"/>
                      <a:pt x="426" y="43"/>
                    </a:cubicBezTo>
                    <a:cubicBezTo>
                      <a:pt x="422" y="28"/>
                      <a:pt x="412" y="21"/>
                      <a:pt x="397" y="18"/>
                    </a:cubicBezTo>
                    <a:cubicBezTo>
                      <a:pt x="316" y="0"/>
                      <a:pt x="227" y="24"/>
                      <a:pt x="165" y="88"/>
                    </a:cubicBezTo>
                    <a:cubicBezTo>
                      <a:pt x="94" y="158"/>
                      <a:pt x="74" y="261"/>
                      <a:pt x="102" y="349"/>
                    </a:cubicBezTo>
                    <a:cubicBezTo>
                      <a:pt x="109" y="370"/>
                      <a:pt x="102" y="391"/>
                      <a:pt x="88" y="405"/>
                    </a:cubicBezTo>
                    <a:cubicBezTo>
                      <a:pt x="70" y="423"/>
                      <a:pt x="42" y="448"/>
                      <a:pt x="0" y="486"/>
                    </a:cubicBezTo>
                  </a:path>
                </a:pathLst>
              </a:custGeom>
              <a:noFill/>
              <a:ln w="19050" cap="flat">
                <a:solidFill>
                  <a:schemeClr val="accent6"/>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grpSp>
      <p:grpSp>
        <p:nvGrpSpPr>
          <p:cNvPr id="18" name="Group 17">
            <a:extLst>
              <a:ext uri="{FF2B5EF4-FFF2-40B4-BE49-F238E27FC236}">
                <a16:creationId xmlns:a16="http://schemas.microsoft.com/office/drawing/2014/main" id="{33FCDE71-CC75-44AF-991A-3C78806181AD}"/>
              </a:ext>
            </a:extLst>
          </p:cNvPr>
          <p:cNvGrpSpPr>
            <a:grpSpLocks noChangeAspect="1"/>
          </p:cNvGrpSpPr>
          <p:nvPr/>
        </p:nvGrpSpPr>
        <p:grpSpPr>
          <a:xfrm>
            <a:off x="5102420" y="2356078"/>
            <a:ext cx="912813" cy="911225"/>
            <a:chOff x="695325" y="3795713"/>
            <a:chExt cx="912813" cy="911225"/>
          </a:xfrm>
        </p:grpSpPr>
        <p:sp>
          <p:nvSpPr>
            <p:cNvPr id="19" name="Freeform 77">
              <a:extLst>
                <a:ext uri="{FF2B5EF4-FFF2-40B4-BE49-F238E27FC236}">
                  <a16:creationId xmlns:a16="http://schemas.microsoft.com/office/drawing/2014/main" id="{9DB874E4-95F0-4AD4-A755-ABA283FAEE08}"/>
                </a:ext>
              </a:extLst>
            </p:cNvPr>
            <p:cNvSpPr>
              <a:spLocks noChangeArrowheads="1"/>
            </p:cNvSpPr>
            <p:nvPr/>
          </p:nvSpPr>
          <p:spPr bwMode="auto">
            <a:xfrm>
              <a:off x="695325" y="3795713"/>
              <a:ext cx="912813" cy="911225"/>
            </a:xfrm>
            <a:custGeom>
              <a:avLst/>
              <a:gdLst>
                <a:gd name="T0" fmla="*/ 933 w 2536"/>
                <a:gd name="T1" fmla="*/ 169 h 2532"/>
                <a:gd name="T2" fmla="*/ 781 w 2536"/>
                <a:gd name="T3" fmla="*/ 95 h 2532"/>
                <a:gd name="T4" fmla="*/ 728 w 2536"/>
                <a:gd name="T5" fmla="*/ 253 h 2532"/>
                <a:gd name="T6" fmla="*/ 538 w 2536"/>
                <a:gd name="T7" fmla="*/ 380 h 2532"/>
                <a:gd name="T8" fmla="*/ 373 w 2536"/>
                <a:gd name="T9" fmla="*/ 369 h 2532"/>
                <a:gd name="T10" fmla="*/ 383 w 2536"/>
                <a:gd name="T11" fmla="*/ 535 h 2532"/>
                <a:gd name="T12" fmla="*/ 257 w 2536"/>
                <a:gd name="T13" fmla="*/ 725 h 2532"/>
                <a:gd name="T14" fmla="*/ 98 w 2536"/>
                <a:gd name="T15" fmla="*/ 778 h 2532"/>
                <a:gd name="T16" fmla="*/ 172 w 2536"/>
                <a:gd name="T17" fmla="*/ 929 h 2532"/>
                <a:gd name="T18" fmla="*/ 126 w 2536"/>
                <a:gd name="T19" fmla="*/ 1155 h 2532"/>
                <a:gd name="T20" fmla="*/ 0 w 2536"/>
                <a:gd name="T21" fmla="*/ 1264 h 2532"/>
                <a:gd name="T22" fmla="*/ 126 w 2536"/>
                <a:gd name="T23" fmla="*/ 1373 h 2532"/>
                <a:gd name="T24" fmla="*/ 172 w 2536"/>
                <a:gd name="T25" fmla="*/ 1598 h 2532"/>
                <a:gd name="T26" fmla="*/ 98 w 2536"/>
                <a:gd name="T27" fmla="*/ 1750 h 2532"/>
                <a:gd name="T28" fmla="*/ 257 w 2536"/>
                <a:gd name="T29" fmla="*/ 1803 h 2532"/>
                <a:gd name="T30" fmla="*/ 383 w 2536"/>
                <a:gd name="T31" fmla="*/ 1993 h 2532"/>
                <a:gd name="T32" fmla="*/ 373 w 2536"/>
                <a:gd name="T33" fmla="*/ 2158 h 2532"/>
                <a:gd name="T34" fmla="*/ 538 w 2536"/>
                <a:gd name="T35" fmla="*/ 2148 h 2532"/>
                <a:gd name="T36" fmla="*/ 728 w 2536"/>
                <a:gd name="T37" fmla="*/ 2274 h 2532"/>
                <a:gd name="T38" fmla="*/ 781 w 2536"/>
                <a:gd name="T39" fmla="*/ 2433 h 2532"/>
                <a:gd name="T40" fmla="*/ 933 w 2536"/>
                <a:gd name="T41" fmla="*/ 2359 h 2532"/>
                <a:gd name="T42" fmla="*/ 1158 w 2536"/>
                <a:gd name="T43" fmla="*/ 2405 h 2532"/>
                <a:gd name="T44" fmla="*/ 1267 w 2536"/>
                <a:gd name="T45" fmla="*/ 2531 h 2532"/>
                <a:gd name="T46" fmla="*/ 1376 w 2536"/>
                <a:gd name="T47" fmla="*/ 2405 h 2532"/>
                <a:gd name="T48" fmla="*/ 1602 w 2536"/>
                <a:gd name="T49" fmla="*/ 2359 h 2532"/>
                <a:gd name="T50" fmla="*/ 1753 w 2536"/>
                <a:gd name="T51" fmla="*/ 2433 h 2532"/>
                <a:gd name="T52" fmla="*/ 1806 w 2536"/>
                <a:gd name="T53" fmla="*/ 2274 h 2532"/>
                <a:gd name="T54" fmla="*/ 1996 w 2536"/>
                <a:gd name="T55" fmla="*/ 2148 h 2532"/>
                <a:gd name="T56" fmla="*/ 2161 w 2536"/>
                <a:gd name="T57" fmla="*/ 2158 h 2532"/>
                <a:gd name="T58" fmla="*/ 2151 w 2536"/>
                <a:gd name="T59" fmla="*/ 1993 h 2532"/>
                <a:gd name="T60" fmla="*/ 2278 w 2536"/>
                <a:gd name="T61" fmla="*/ 1803 h 2532"/>
                <a:gd name="T62" fmla="*/ 2436 w 2536"/>
                <a:gd name="T63" fmla="*/ 1750 h 2532"/>
                <a:gd name="T64" fmla="*/ 2362 w 2536"/>
                <a:gd name="T65" fmla="*/ 1598 h 2532"/>
                <a:gd name="T66" fmla="*/ 2408 w 2536"/>
                <a:gd name="T67" fmla="*/ 1373 h 2532"/>
                <a:gd name="T68" fmla="*/ 2535 w 2536"/>
                <a:gd name="T69" fmla="*/ 1264 h 2532"/>
                <a:gd name="T70" fmla="*/ 2408 w 2536"/>
                <a:gd name="T71" fmla="*/ 1155 h 2532"/>
                <a:gd name="T72" fmla="*/ 2362 w 2536"/>
                <a:gd name="T73" fmla="*/ 929 h 2532"/>
                <a:gd name="T74" fmla="*/ 2436 w 2536"/>
                <a:gd name="T75" fmla="*/ 778 h 2532"/>
                <a:gd name="T76" fmla="*/ 2278 w 2536"/>
                <a:gd name="T77" fmla="*/ 725 h 2532"/>
                <a:gd name="T78" fmla="*/ 2151 w 2536"/>
                <a:gd name="T79" fmla="*/ 535 h 2532"/>
                <a:gd name="T80" fmla="*/ 2161 w 2536"/>
                <a:gd name="T81" fmla="*/ 369 h 2532"/>
                <a:gd name="T82" fmla="*/ 1996 w 2536"/>
                <a:gd name="T83" fmla="*/ 380 h 2532"/>
                <a:gd name="T84" fmla="*/ 1806 w 2536"/>
                <a:gd name="T85" fmla="*/ 253 h 2532"/>
                <a:gd name="T86" fmla="*/ 1753 w 2536"/>
                <a:gd name="T87" fmla="*/ 95 h 2532"/>
                <a:gd name="T88" fmla="*/ 1602 w 2536"/>
                <a:gd name="T89" fmla="*/ 169 h 2532"/>
                <a:gd name="T90" fmla="*/ 1376 w 2536"/>
                <a:gd name="T91" fmla="*/ 123 h 2532"/>
                <a:gd name="T92" fmla="*/ 1267 w 2536"/>
                <a:gd name="T93" fmla="*/ 0 h 2532"/>
                <a:gd name="T94" fmla="*/ 1158 w 2536"/>
                <a:gd name="T95" fmla="*/ 126 h 25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36" h="2532">
                  <a:moveTo>
                    <a:pt x="1063" y="239"/>
                  </a:moveTo>
                  <a:cubicBezTo>
                    <a:pt x="1007" y="250"/>
                    <a:pt x="954" y="221"/>
                    <a:pt x="933" y="169"/>
                  </a:cubicBezTo>
                  <a:cubicBezTo>
                    <a:pt x="931" y="165"/>
                    <a:pt x="928" y="160"/>
                    <a:pt x="926" y="155"/>
                  </a:cubicBezTo>
                  <a:cubicBezTo>
                    <a:pt x="901" y="98"/>
                    <a:pt x="837" y="71"/>
                    <a:pt x="781" y="95"/>
                  </a:cubicBezTo>
                  <a:cubicBezTo>
                    <a:pt x="724" y="120"/>
                    <a:pt x="697" y="183"/>
                    <a:pt x="721" y="239"/>
                  </a:cubicBezTo>
                  <a:cubicBezTo>
                    <a:pt x="723" y="244"/>
                    <a:pt x="726" y="249"/>
                    <a:pt x="728" y="253"/>
                  </a:cubicBezTo>
                  <a:cubicBezTo>
                    <a:pt x="750" y="306"/>
                    <a:pt x="732" y="366"/>
                    <a:pt x="686" y="394"/>
                  </a:cubicBezTo>
                  <a:cubicBezTo>
                    <a:pt x="640" y="426"/>
                    <a:pt x="577" y="419"/>
                    <a:pt x="538" y="380"/>
                  </a:cubicBezTo>
                  <a:cubicBezTo>
                    <a:pt x="535" y="377"/>
                    <a:pt x="531" y="373"/>
                    <a:pt x="528" y="369"/>
                  </a:cubicBezTo>
                  <a:cubicBezTo>
                    <a:pt x="486" y="327"/>
                    <a:pt x="415" y="327"/>
                    <a:pt x="373" y="369"/>
                  </a:cubicBezTo>
                  <a:cubicBezTo>
                    <a:pt x="331" y="412"/>
                    <a:pt x="331" y="482"/>
                    <a:pt x="373" y="524"/>
                  </a:cubicBezTo>
                  <a:cubicBezTo>
                    <a:pt x="376" y="528"/>
                    <a:pt x="380" y="532"/>
                    <a:pt x="383" y="535"/>
                  </a:cubicBezTo>
                  <a:cubicBezTo>
                    <a:pt x="422" y="574"/>
                    <a:pt x="429" y="637"/>
                    <a:pt x="398" y="683"/>
                  </a:cubicBezTo>
                  <a:cubicBezTo>
                    <a:pt x="366" y="729"/>
                    <a:pt x="306" y="746"/>
                    <a:pt x="257" y="725"/>
                  </a:cubicBezTo>
                  <a:cubicBezTo>
                    <a:pt x="252" y="723"/>
                    <a:pt x="248" y="721"/>
                    <a:pt x="243" y="718"/>
                  </a:cubicBezTo>
                  <a:cubicBezTo>
                    <a:pt x="186" y="693"/>
                    <a:pt x="123" y="722"/>
                    <a:pt x="98" y="778"/>
                  </a:cubicBezTo>
                  <a:cubicBezTo>
                    <a:pt x="74" y="834"/>
                    <a:pt x="102" y="898"/>
                    <a:pt x="158" y="922"/>
                  </a:cubicBezTo>
                  <a:cubicBezTo>
                    <a:pt x="163" y="925"/>
                    <a:pt x="167" y="927"/>
                    <a:pt x="172" y="929"/>
                  </a:cubicBezTo>
                  <a:cubicBezTo>
                    <a:pt x="225" y="950"/>
                    <a:pt x="253" y="1007"/>
                    <a:pt x="243" y="1060"/>
                  </a:cubicBezTo>
                  <a:cubicBezTo>
                    <a:pt x="232" y="1116"/>
                    <a:pt x="183" y="1155"/>
                    <a:pt x="126" y="1155"/>
                  </a:cubicBezTo>
                  <a:cubicBezTo>
                    <a:pt x="120" y="1155"/>
                    <a:pt x="115" y="1155"/>
                    <a:pt x="109" y="1155"/>
                  </a:cubicBezTo>
                  <a:cubicBezTo>
                    <a:pt x="49" y="1155"/>
                    <a:pt x="0" y="1204"/>
                    <a:pt x="0" y="1264"/>
                  </a:cubicBezTo>
                  <a:cubicBezTo>
                    <a:pt x="0" y="1324"/>
                    <a:pt x="49" y="1373"/>
                    <a:pt x="109" y="1373"/>
                  </a:cubicBezTo>
                  <a:cubicBezTo>
                    <a:pt x="115" y="1373"/>
                    <a:pt x="120" y="1373"/>
                    <a:pt x="126" y="1373"/>
                  </a:cubicBezTo>
                  <a:cubicBezTo>
                    <a:pt x="183" y="1373"/>
                    <a:pt x="229" y="1412"/>
                    <a:pt x="243" y="1468"/>
                  </a:cubicBezTo>
                  <a:cubicBezTo>
                    <a:pt x="253" y="1524"/>
                    <a:pt x="225" y="1577"/>
                    <a:pt x="172" y="1598"/>
                  </a:cubicBezTo>
                  <a:cubicBezTo>
                    <a:pt x="167" y="1601"/>
                    <a:pt x="163" y="1603"/>
                    <a:pt x="158" y="1605"/>
                  </a:cubicBezTo>
                  <a:cubicBezTo>
                    <a:pt x="102" y="1630"/>
                    <a:pt x="74" y="1693"/>
                    <a:pt x="98" y="1750"/>
                  </a:cubicBezTo>
                  <a:cubicBezTo>
                    <a:pt x="123" y="1806"/>
                    <a:pt x="186" y="1834"/>
                    <a:pt x="243" y="1810"/>
                  </a:cubicBezTo>
                  <a:cubicBezTo>
                    <a:pt x="248" y="1808"/>
                    <a:pt x="252" y="1806"/>
                    <a:pt x="257" y="1803"/>
                  </a:cubicBezTo>
                  <a:cubicBezTo>
                    <a:pt x="310" y="1781"/>
                    <a:pt x="369" y="1799"/>
                    <a:pt x="398" y="1845"/>
                  </a:cubicBezTo>
                  <a:cubicBezTo>
                    <a:pt x="429" y="1891"/>
                    <a:pt x="422" y="1954"/>
                    <a:pt x="383" y="1993"/>
                  </a:cubicBezTo>
                  <a:cubicBezTo>
                    <a:pt x="380" y="1997"/>
                    <a:pt x="376" y="2000"/>
                    <a:pt x="373" y="2003"/>
                  </a:cubicBezTo>
                  <a:cubicBezTo>
                    <a:pt x="331" y="2045"/>
                    <a:pt x="331" y="2116"/>
                    <a:pt x="373" y="2158"/>
                  </a:cubicBezTo>
                  <a:cubicBezTo>
                    <a:pt x="415" y="2200"/>
                    <a:pt x="486" y="2200"/>
                    <a:pt x="528" y="2158"/>
                  </a:cubicBezTo>
                  <a:cubicBezTo>
                    <a:pt x="531" y="2155"/>
                    <a:pt x="535" y="2152"/>
                    <a:pt x="538" y="2148"/>
                  </a:cubicBezTo>
                  <a:cubicBezTo>
                    <a:pt x="577" y="2109"/>
                    <a:pt x="640" y="2102"/>
                    <a:pt x="686" y="2134"/>
                  </a:cubicBezTo>
                  <a:cubicBezTo>
                    <a:pt x="732" y="2165"/>
                    <a:pt x="750" y="2225"/>
                    <a:pt x="728" y="2274"/>
                  </a:cubicBezTo>
                  <a:cubicBezTo>
                    <a:pt x="726" y="2279"/>
                    <a:pt x="723" y="2284"/>
                    <a:pt x="721" y="2288"/>
                  </a:cubicBezTo>
                  <a:cubicBezTo>
                    <a:pt x="697" y="2345"/>
                    <a:pt x="725" y="2408"/>
                    <a:pt x="781" y="2433"/>
                  </a:cubicBezTo>
                  <a:cubicBezTo>
                    <a:pt x="838" y="2457"/>
                    <a:pt x="901" y="2429"/>
                    <a:pt x="926" y="2373"/>
                  </a:cubicBezTo>
                  <a:cubicBezTo>
                    <a:pt x="928" y="2369"/>
                    <a:pt x="931" y="2364"/>
                    <a:pt x="933" y="2359"/>
                  </a:cubicBezTo>
                  <a:cubicBezTo>
                    <a:pt x="954" y="2306"/>
                    <a:pt x="1010" y="2278"/>
                    <a:pt x="1063" y="2288"/>
                  </a:cubicBezTo>
                  <a:cubicBezTo>
                    <a:pt x="1119" y="2299"/>
                    <a:pt x="1158" y="2348"/>
                    <a:pt x="1158" y="2405"/>
                  </a:cubicBezTo>
                  <a:cubicBezTo>
                    <a:pt x="1158" y="2411"/>
                    <a:pt x="1158" y="2417"/>
                    <a:pt x="1158" y="2422"/>
                  </a:cubicBezTo>
                  <a:cubicBezTo>
                    <a:pt x="1158" y="2482"/>
                    <a:pt x="1207" y="2531"/>
                    <a:pt x="1267" y="2531"/>
                  </a:cubicBezTo>
                  <a:cubicBezTo>
                    <a:pt x="1327" y="2531"/>
                    <a:pt x="1376" y="2482"/>
                    <a:pt x="1376" y="2422"/>
                  </a:cubicBezTo>
                  <a:cubicBezTo>
                    <a:pt x="1376" y="2417"/>
                    <a:pt x="1376" y="2411"/>
                    <a:pt x="1376" y="2405"/>
                  </a:cubicBezTo>
                  <a:cubicBezTo>
                    <a:pt x="1376" y="2348"/>
                    <a:pt x="1415" y="2303"/>
                    <a:pt x="1471" y="2288"/>
                  </a:cubicBezTo>
                  <a:cubicBezTo>
                    <a:pt x="1528" y="2278"/>
                    <a:pt x="1580" y="2306"/>
                    <a:pt x="1602" y="2359"/>
                  </a:cubicBezTo>
                  <a:cubicBezTo>
                    <a:pt x="1604" y="2364"/>
                    <a:pt x="1607" y="2369"/>
                    <a:pt x="1609" y="2373"/>
                  </a:cubicBezTo>
                  <a:cubicBezTo>
                    <a:pt x="1633" y="2429"/>
                    <a:pt x="1697" y="2458"/>
                    <a:pt x="1753" y="2433"/>
                  </a:cubicBezTo>
                  <a:cubicBezTo>
                    <a:pt x="1809" y="2409"/>
                    <a:pt x="1837" y="2345"/>
                    <a:pt x="1813" y="2288"/>
                  </a:cubicBezTo>
                  <a:cubicBezTo>
                    <a:pt x="1811" y="2284"/>
                    <a:pt x="1808" y="2279"/>
                    <a:pt x="1806" y="2274"/>
                  </a:cubicBezTo>
                  <a:cubicBezTo>
                    <a:pt x="1785" y="2222"/>
                    <a:pt x="1802" y="2162"/>
                    <a:pt x="1848" y="2134"/>
                  </a:cubicBezTo>
                  <a:cubicBezTo>
                    <a:pt x="1894" y="2102"/>
                    <a:pt x="1957" y="2109"/>
                    <a:pt x="1996" y="2148"/>
                  </a:cubicBezTo>
                  <a:cubicBezTo>
                    <a:pt x="1999" y="2152"/>
                    <a:pt x="2003" y="2155"/>
                    <a:pt x="2006" y="2158"/>
                  </a:cubicBezTo>
                  <a:cubicBezTo>
                    <a:pt x="2049" y="2200"/>
                    <a:pt x="2118" y="2200"/>
                    <a:pt x="2161" y="2158"/>
                  </a:cubicBezTo>
                  <a:cubicBezTo>
                    <a:pt x="2203" y="2116"/>
                    <a:pt x="2204" y="2045"/>
                    <a:pt x="2161" y="2003"/>
                  </a:cubicBezTo>
                  <a:cubicBezTo>
                    <a:pt x="2158" y="2000"/>
                    <a:pt x="2154" y="1997"/>
                    <a:pt x="2151" y="1993"/>
                  </a:cubicBezTo>
                  <a:cubicBezTo>
                    <a:pt x="2112" y="1954"/>
                    <a:pt x="2105" y="1891"/>
                    <a:pt x="2137" y="1845"/>
                  </a:cubicBezTo>
                  <a:cubicBezTo>
                    <a:pt x="2168" y="1799"/>
                    <a:pt x="2228" y="1781"/>
                    <a:pt x="2278" y="1803"/>
                  </a:cubicBezTo>
                  <a:cubicBezTo>
                    <a:pt x="2283" y="1806"/>
                    <a:pt x="2287" y="1808"/>
                    <a:pt x="2292" y="1810"/>
                  </a:cubicBezTo>
                  <a:cubicBezTo>
                    <a:pt x="2348" y="1834"/>
                    <a:pt x="2411" y="1806"/>
                    <a:pt x="2436" y="1750"/>
                  </a:cubicBezTo>
                  <a:cubicBezTo>
                    <a:pt x="2461" y="1693"/>
                    <a:pt x="2432" y="1630"/>
                    <a:pt x="2376" y="1605"/>
                  </a:cubicBezTo>
                  <a:cubicBezTo>
                    <a:pt x="2371" y="1603"/>
                    <a:pt x="2367" y="1601"/>
                    <a:pt x="2362" y="1598"/>
                  </a:cubicBezTo>
                  <a:cubicBezTo>
                    <a:pt x="2309" y="1577"/>
                    <a:pt x="2281" y="1521"/>
                    <a:pt x="2292" y="1468"/>
                  </a:cubicBezTo>
                  <a:cubicBezTo>
                    <a:pt x="2302" y="1412"/>
                    <a:pt x="2351" y="1373"/>
                    <a:pt x="2408" y="1373"/>
                  </a:cubicBezTo>
                  <a:cubicBezTo>
                    <a:pt x="2414" y="1373"/>
                    <a:pt x="2419" y="1373"/>
                    <a:pt x="2425" y="1373"/>
                  </a:cubicBezTo>
                  <a:cubicBezTo>
                    <a:pt x="2485" y="1373"/>
                    <a:pt x="2535" y="1324"/>
                    <a:pt x="2535" y="1264"/>
                  </a:cubicBezTo>
                  <a:cubicBezTo>
                    <a:pt x="2535" y="1204"/>
                    <a:pt x="2485" y="1155"/>
                    <a:pt x="2425" y="1155"/>
                  </a:cubicBezTo>
                  <a:cubicBezTo>
                    <a:pt x="2419" y="1155"/>
                    <a:pt x="2414" y="1155"/>
                    <a:pt x="2408" y="1155"/>
                  </a:cubicBezTo>
                  <a:cubicBezTo>
                    <a:pt x="2351" y="1155"/>
                    <a:pt x="2306" y="1116"/>
                    <a:pt x="2292" y="1060"/>
                  </a:cubicBezTo>
                  <a:cubicBezTo>
                    <a:pt x="2281" y="1003"/>
                    <a:pt x="2309" y="950"/>
                    <a:pt x="2362" y="929"/>
                  </a:cubicBezTo>
                  <a:cubicBezTo>
                    <a:pt x="2367" y="927"/>
                    <a:pt x="2371" y="925"/>
                    <a:pt x="2376" y="922"/>
                  </a:cubicBezTo>
                  <a:cubicBezTo>
                    <a:pt x="2432" y="898"/>
                    <a:pt x="2461" y="834"/>
                    <a:pt x="2436" y="778"/>
                  </a:cubicBezTo>
                  <a:cubicBezTo>
                    <a:pt x="2411" y="722"/>
                    <a:pt x="2348" y="693"/>
                    <a:pt x="2292" y="718"/>
                  </a:cubicBezTo>
                  <a:cubicBezTo>
                    <a:pt x="2287" y="721"/>
                    <a:pt x="2283" y="723"/>
                    <a:pt x="2278" y="725"/>
                  </a:cubicBezTo>
                  <a:cubicBezTo>
                    <a:pt x="2225" y="746"/>
                    <a:pt x="2165" y="729"/>
                    <a:pt x="2137" y="683"/>
                  </a:cubicBezTo>
                  <a:cubicBezTo>
                    <a:pt x="2105" y="637"/>
                    <a:pt x="2112" y="574"/>
                    <a:pt x="2151" y="535"/>
                  </a:cubicBezTo>
                  <a:cubicBezTo>
                    <a:pt x="2154" y="532"/>
                    <a:pt x="2158" y="528"/>
                    <a:pt x="2161" y="524"/>
                  </a:cubicBezTo>
                  <a:cubicBezTo>
                    <a:pt x="2204" y="482"/>
                    <a:pt x="2203" y="412"/>
                    <a:pt x="2161" y="369"/>
                  </a:cubicBezTo>
                  <a:cubicBezTo>
                    <a:pt x="2118" y="327"/>
                    <a:pt x="2049" y="327"/>
                    <a:pt x="2006" y="369"/>
                  </a:cubicBezTo>
                  <a:cubicBezTo>
                    <a:pt x="2003" y="373"/>
                    <a:pt x="1999" y="377"/>
                    <a:pt x="1996" y="380"/>
                  </a:cubicBezTo>
                  <a:cubicBezTo>
                    <a:pt x="1957" y="419"/>
                    <a:pt x="1894" y="426"/>
                    <a:pt x="1848" y="394"/>
                  </a:cubicBezTo>
                  <a:cubicBezTo>
                    <a:pt x="1802" y="362"/>
                    <a:pt x="1785" y="302"/>
                    <a:pt x="1806" y="253"/>
                  </a:cubicBezTo>
                  <a:cubicBezTo>
                    <a:pt x="1808" y="249"/>
                    <a:pt x="1811" y="244"/>
                    <a:pt x="1813" y="239"/>
                  </a:cubicBezTo>
                  <a:cubicBezTo>
                    <a:pt x="1837" y="183"/>
                    <a:pt x="1809" y="119"/>
                    <a:pt x="1753" y="95"/>
                  </a:cubicBezTo>
                  <a:cubicBezTo>
                    <a:pt x="1697" y="70"/>
                    <a:pt x="1633" y="98"/>
                    <a:pt x="1609" y="155"/>
                  </a:cubicBezTo>
                  <a:cubicBezTo>
                    <a:pt x="1607" y="160"/>
                    <a:pt x="1604" y="165"/>
                    <a:pt x="1602" y="169"/>
                  </a:cubicBezTo>
                  <a:cubicBezTo>
                    <a:pt x="1580" y="221"/>
                    <a:pt x="1524" y="250"/>
                    <a:pt x="1471" y="239"/>
                  </a:cubicBezTo>
                  <a:cubicBezTo>
                    <a:pt x="1415" y="229"/>
                    <a:pt x="1376" y="179"/>
                    <a:pt x="1376" y="123"/>
                  </a:cubicBezTo>
                  <a:cubicBezTo>
                    <a:pt x="1376" y="119"/>
                    <a:pt x="1376" y="114"/>
                    <a:pt x="1376" y="109"/>
                  </a:cubicBezTo>
                  <a:cubicBezTo>
                    <a:pt x="1376" y="49"/>
                    <a:pt x="1327" y="0"/>
                    <a:pt x="1267" y="0"/>
                  </a:cubicBezTo>
                  <a:cubicBezTo>
                    <a:pt x="1207" y="0"/>
                    <a:pt x="1158" y="49"/>
                    <a:pt x="1158" y="109"/>
                  </a:cubicBezTo>
                  <a:cubicBezTo>
                    <a:pt x="1158" y="115"/>
                    <a:pt x="1158" y="121"/>
                    <a:pt x="1158" y="126"/>
                  </a:cubicBezTo>
                  <a:cubicBezTo>
                    <a:pt x="1158" y="179"/>
                    <a:pt x="1119" y="229"/>
                    <a:pt x="1063" y="239"/>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20" name="Group 19">
              <a:extLst>
                <a:ext uri="{FF2B5EF4-FFF2-40B4-BE49-F238E27FC236}">
                  <a16:creationId xmlns:a16="http://schemas.microsoft.com/office/drawing/2014/main" id="{C665CC05-D775-43C6-90BB-B994C60815B7}"/>
                </a:ext>
              </a:extLst>
            </p:cNvPr>
            <p:cNvGrpSpPr/>
            <p:nvPr/>
          </p:nvGrpSpPr>
          <p:grpSpPr>
            <a:xfrm>
              <a:off x="898525" y="3997325"/>
              <a:ext cx="508000" cy="506413"/>
              <a:chOff x="898525" y="3997325"/>
              <a:chExt cx="508000" cy="506413"/>
            </a:xfrm>
          </p:grpSpPr>
          <p:sp>
            <p:nvSpPr>
              <p:cNvPr id="21" name="Freeform 78">
                <a:extLst>
                  <a:ext uri="{FF2B5EF4-FFF2-40B4-BE49-F238E27FC236}">
                    <a16:creationId xmlns:a16="http://schemas.microsoft.com/office/drawing/2014/main" id="{9594AA28-BC29-4F69-BCAA-6BFEEFAF20E6}"/>
                  </a:ext>
                </a:extLst>
              </p:cNvPr>
              <p:cNvSpPr>
                <a:spLocks noChangeArrowheads="1"/>
              </p:cNvSpPr>
              <p:nvPr/>
            </p:nvSpPr>
            <p:spPr bwMode="auto">
              <a:xfrm>
                <a:off x="1152525" y="4064000"/>
                <a:ext cx="1588" cy="374650"/>
              </a:xfrm>
              <a:custGeom>
                <a:avLst/>
                <a:gdLst>
                  <a:gd name="T0" fmla="*/ 0 w 1"/>
                  <a:gd name="T1" fmla="*/ 0 h 1040"/>
                  <a:gd name="T2" fmla="*/ 0 w 1"/>
                  <a:gd name="T3" fmla="*/ 1039 h 1040"/>
                </a:gdLst>
                <a:ahLst/>
                <a:cxnLst>
                  <a:cxn ang="0">
                    <a:pos x="T0" y="T1"/>
                  </a:cxn>
                  <a:cxn ang="0">
                    <a:pos x="T2" y="T3"/>
                  </a:cxn>
                </a:cxnLst>
                <a:rect l="0" t="0" r="r" b="b"/>
                <a:pathLst>
                  <a:path w="1" h="1040">
                    <a:moveTo>
                      <a:pt x="0" y="0"/>
                    </a:moveTo>
                    <a:cubicBezTo>
                      <a:pt x="0" y="347"/>
                      <a:pt x="0" y="693"/>
                      <a:pt x="0" y="1039"/>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2" name="Freeform 79">
                <a:extLst>
                  <a:ext uri="{FF2B5EF4-FFF2-40B4-BE49-F238E27FC236}">
                    <a16:creationId xmlns:a16="http://schemas.microsoft.com/office/drawing/2014/main" id="{1C6221B4-D20D-423B-A1BE-B68D5FC77FCD}"/>
                  </a:ext>
                </a:extLst>
              </p:cNvPr>
              <p:cNvSpPr>
                <a:spLocks noChangeArrowheads="1"/>
              </p:cNvSpPr>
              <p:nvPr/>
            </p:nvSpPr>
            <p:spPr bwMode="auto">
              <a:xfrm>
                <a:off x="965200" y="4249738"/>
                <a:ext cx="373063" cy="1587"/>
              </a:xfrm>
              <a:custGeom>
                <a:avLst/>
                <a:gdLst>
                  <a:gd name="T0" fmla="*/ 0 w 1036"/>
                  <a:gd name="T1" fmla="*/ 0 h 1"/>
                  <a:gd name="T2" fmla="*/ 1035 w 1036"/>
                  <a:gd name="T3" fmla="*/ 0 h 1"/>
                </a:gdLst>
                <a:ahLst/>
                <a:cxnLst>
                  <a:cxn ang="0">
                    <a:pos x="T0" y="T1"/>
                  </a:cxn>
                  <a:cxn ang="0">
                    <a:pos x="T2" y="T3"/>
                  </a:cxn>
                </a:cxnLst>
                <a:rect l="0" t="0" r="r" b="b"/>
                <a:pathLst>
                  <a:path w="1036" h="1">
                    <a:moveTo>
                      <a:pt x="0" y="0"/>
                    </a:moveTo>
                    <a:cubicBezTo>
                      <a:pt x="345" y="0"/>
                      <a:pt x="690" y="0"/>
                      <a:pt x="1035"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3" name="Freeform 80">
                <a:extLst>
                  <a:ext uri="{FF2B5EF4-FFF2-40B4-BE49-F238E27FC236}">
                    <a16:creationId xmlns:a16="http://schemas.microsoft.com/office/drawing/2014/main" id="{A85A6913-7199-428D-93C4-316DBE4FD3D7}"/>
                  </a:ext>
                </a:extLst>
              </p:cNvPr>
              <p:cNvSpPr>
                <a:spLocks noChangeArrowheads="1"/>
              </p:cNvSpPr>
              <p:nvPr/>
            </p:nvSpPr>
            <p:spPr bwMode="auto">
              <a:xfrm>
                <a:off x="968375" y="4129088"/>
                <a:ext cx="368300" cy="1587"/>
              </a:xfrm>
              <a:custGeom>
                <a:avLst/>
                <a:gdLst>
                  <a:gd name="T0" fmla="*/ 1021 w 1022"/>
                  <a:gd name="T1" fmla="*/ 0 h 1"/>
                  <a:gd name="T2" fmla="*/ 0 w 1022"/>
                  <a:gd name="T3" fmla="*/ 0 h 1"/>
                </a:gdLst>
                <a:ahLst/>
                <a:cxnLst>
                  <a:cxn ang="0">
                    <a:pos x="T0" y="T1"/>
                  </a:cxn>
                  <a:cxn ang="0">
                    <a:pos x="T2" y="T3"/>
                  </a:cxn>
                </a:cxnLst>
                <a:rect l="0" t="0" r="r" b="b"/>
                <a:pathLst>
                  <a:path w="1022" h="1">
                    <a:moveTo>
                      <a:pt x="1021" y="0"/>
                    </a:moveTo>
                    <a:cubicBezTo>
                      <a:pt x="681" y="0"/>
                      <a:pt x="340" y="0"/>
                      <a:pt x="0"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4" name="Freeform 81">
                <a:extLst>
                  <a:ext uri="{FF2B5EF4-FFF2-40B4-BE49-F238E27FC236}">
                    <a16:creationId xmlns:a16="http://schemas.microsoft.com/office/drawing/2014/main" id="{3D131E05-8982-49A4-9CA6-D073FD0A053E}"/>
                  </a:ext>
                </a:extLst>
              </p:cNvPr>
              <p:cNvSpPr>
                <a:spLocks noChangeArrowheads="1"/>
              </p:cNvSpPr>
              <p:nvPr/>
            </p:nvSpPr>
            <p:spPr bwMode="auto">
              <a:xfrm>
                <a:off x="968375" y="4371975"/>
                <a:ext cx="368300" cy="1588"/>
              </a:xfrm>
              <a:custGeom>
                <a:avLst/>
                <a:gdLst>
                  <a:gd name="T0" fmla="*/ 0 w 1022"/>
                  <a:gd name="T1" fmla="*/ 0 h 1"/>
                  <a:gd name="T2" fmla="*/ 1021 w 1022"/>
                  <a:gd name="T3" fmla="*/ 0 h 1"/>
                </a:gdLst>
                <a:ahLst/>
                <a:cxnLst>
                  <a:cxn ang="0">
                    <a:pos x="T0" y="T1"/>
                  </a:cxn>
                  <a:cxn ang="0">
                    <a:pos x="T2" y="T3"/>
                  </a:cxn>
                </a:cxnLst>
                <a:rect l="0" t="0" r="r" b="b"/>
                <a:pathLst>
                  <a:path w="1022" h="1">
                    <a:moveTo>
                      <a:pt x="0" y="0"/>
                    </a:moveTo>
                    <a:cubicBezTo>
                      <a:pt x="340" y="0"/>
                      <a:pt x="681" y="0"/>
                      <a:pt x="1021"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5" name="Freeform 82">
                <a:extLst>
                  <a:ext uri="{FF2B5EF4-FFF2-40B4-BE49-F238E27FC236}">
                    <a16:creationId xmlns:a16="http://schemas.microsoft.com/office/drawing/2014/main" id="{C0C665E2-1741-4ABB-989E-99514BED7900}"/>
                  </a:ext>
                </a:extLst>
              </p:cNvPr>
              <p:cNvSpPr>
                <a:spLocks noChangeArrowheads="1"/>
              </p:cNvSpPr>
              <p:nvPr/>
            </p:nvSpPr>
            <p:spPr bwMode="auto">
              <a:xfrm>
                <a:off x="1119188" y="3997325"/>
                <a:ext cx="66675" cy="66675"/>
              </a:xfrm>
              <a:custGeom>
                <a:avLst/>
                <a:gdLst>
                  <a:gd name="T0" fmla="*/ 91 w 184"/>
                  <a:gd name="T1" fmla="*/ 0 h 184"/>
                  <a:gd name="T2" fmla="*/ 183 w 184"/>
                  <a:gd name="T3" fmla="*/ 91 h 184"/>
                  <a:gd name="T4" fmla="*/ 91 w 184"/>
                  <a:gd name="T5" fmla="*/ 183 h 184"/>
                  <a:gd name="T6" fmla="*/ 0 w 184"/>
                  <a:gd name="T7" fmla="*/ 91 h 184"/>
                  <a:gd name="T8" fmla="*/ 91 w 184"/>
                  <a:gd name="T9" fmla="*/ 0 h 184"/>
                </a:gdLst>
                <a:ahLst/>
                <a:cxnLst>
                  <a:cxn ang="0">
                    <a:pos x="T0" y="T1"/>
                  </a:cxn>
                  <a:cxn ang="0">
                    <a:pos x="T2" y="T3"/>
                  </a:cxn>
                  <a:cxn ang="0">
                    <a:pos x="T4" y="T5"/>
                  </a:cxn>
                  <a:cxn ang="0">
                    <a:pos x="T6" y="T7"/>
                  </a:cxn>
                  <a:cxn ang="0">
                    <a:pos x="T8" y="T9"/>
                  </a:cxn>
                </a:cxnLst>
                <a:rect l="0" t="0" r="r" b="b"/>
                <a:pathLst>
                  <a:path w="184" h="184">
                    <a:moveTo>
                      <a:pt x="91" y="0"/>
                    </a:moveTo>
                    <a:cubicBezTo>
                      <a:pt x="144" y="0"/>
                      <a:pt x="183" y="42"/>
                      <a:pt x="183" y="91"/>
                    </a:cubicBezTo>
                    <a:cubicBezTo>
                      <a:pt x="183" y="144"/>
                      <a:pt x="140" y="183"/>
                      <a:pt x="91" y="183"/>
                    </a:cubicBezTo>
                    <a:cubicBezTo>
                      <a:pt x="38" y="183"/>
                      <a:pt x="0" y="140"/>
                      <a:pt x="0" y="91"/>
                    </a:cubicBezTo>
                    <a:cubicBezTo>
                      <a:pt x="0" y="42"/>
                      <a:pt x="38" y="0"/>
                      <a:pt x="91"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6" name="Freeform 83">
                <a:extLst>
                  <a:ext uri="{FF2B5EF4-FFF2-40B4-BE49-F238E27FC236}">
                    <a16:creationId xmlns:a16="http://schemas.microsoft.com/office/drawing/2014/main" id="{C3001849-8C1E-4847-B727-6904C9D122F0}"/>
                  </a:ext>
                </a:extLst>
              </p:cNvPr>
              <p:cNvSpPr>
                <a:spLocks noChangeArrowheads="1"/>
              </p:cNvSpPr>
              <p:nvPr/>
            </p:nvSpPr>
            <p:spPr bwMode="auto">
              <a:xfrm>
                <a:off x="1119188" y="4437063"/>
                <a:ext cx="66675" cy="66675"/>
              </a:xfrm>
              <a:custGeom>
                <a:avLst/>
                <a:gdLst>
                  <a:gd name="T0" fmla="*/ 91 w 184"/>
                  <a:gd name="T1" fmla="*/ 183 h 184"/>
                  <a:gd name="T2" fmla="*/ 0 w 184"/>
                  <a:gd name="T3" fmla="*/ 91 h 184"/>
                  <a:gd name="T4" fmla="*/ 91 w 184"/>
                  <a:gd name="T5" fmla="*/ 0 h 184"/>
                  <a:gd name="T6" fmla="*/ 183 w 184"/>
                  <a:gd name="T7" fmla="*/ 91 h 184"/>
                  <a:gd name="T8" fmla="*/ 91 w 184"/>
                  <a:gd name="T9" fmla="*/ 183 h 184"/>
                </a:gdLst>
                <a:ahLst/>
                <a:cxnLst>
                  <a:cxn ang="0">
                    <a:pos x="T0" y="T1"/>
                  </a:cxn>
                  <a:cxn ang="0">
                    <a:pos x="T2" y="T3"/>
                  </a:cxn>
                  <a:cxn ang="0">
                    <a:pos x="T4" y="T5"/>
                  </a:cxn>
                  <a:cxn ang="0">
                    <a:pos x="T6" y="T7"/>
                  </a:cxn>
                  <a:cxn ang="0">
                    <a:pos x="T8" y="T9"/>
                  </a:cxn>
                </a:cxnLst>
                <a:rect l="0" t="0" r="r" b="b"/>
                <a:pathLst>
                  <a:path w="184" h="184">
                    <a:moveTo>
                      <a:pt x="91" y="183"/>
                    </a:moveTo>
                    <a:cubicBezTo>
                      <a:pt x="38" y="183"/>
                      <a:pt x="0" y="141"/>
                      <a:pt x="0" y="91"/>
                    </a:cubicBezTo>
                    <a:cubicBezTo>
                      <a:pt x="0" y="39"/>
                      <a:pt x="42" y="0"/>
                      <a:pt x="91" y="0"/>
                    </a:cubicBezTo>
                    <a:cubicBezTo>
                      <a:pt x="144" y="0"/>
                      <a:pt x="183" y="42"/>
                      <a:pt x="183" y="91"/>
                    </a:cubicBezTo>
                    <a:cubicBezTo>
                      <a:pt x="183" y="144"/>
                      <a:pt x="144" y="183"/>
                      <a:pt x="91" y="183"/>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7" name="Freeform 84">
                <a:extLst>
                  <a:ext uri="{FF2B5EF4-FFF2-40B4-BE49-F238E27FC236}">
                    <a16:creationId xmlns:a16="http://schemas.microsoft.com/office/drawing/2014/main" id="{36462A37-F046-45CD-9084-B7D551A16739}"/>
                  </a:ext>
                </a:extLst>
              </p:cNvPr>
              <p:cNvSpPr>
                <a:spLocks noChangeArrowheads="1"/>
              </p:cNvSpPr>
              <p:nvPr/>
            </p:nvSpPr>
            <p:spPr bwMode="auto">
              <a:xfrm>
                <a:off x="1339850" y="4216400"/>
                <a:ext cx="66675" cy="66675"/>
              </a:xfrm>
              <a:custGeom>
                <a:avLst/>
                <a:gdLst>
                  <a:gd name="T0" fmla="*/ 183 w 184"/>
                  <a:gd name="T1" fmla="*/ 92 h 184"/>
                  <a:gd name="T2" fmla="*/ 92 w 184"/>
                  <a:gd name="T3" fmla="*/ 183 h 184"/>
                  <a:gd name="T4" fmla="*/ 0 w 184"/>
                  <a:gd name="T5" fmla="*/ 92 h 184"/>
                  <a:gd name="T6" fmla="*/ 92 w 184"/>
                  <a:gd name="T7" fmla="*/ 0 h 184"/>
                  <a:gd name="T8" fmla="*/ 183 w 184"/>
                  <a:gd name="T9" fmla="*/ 92 h 184"/>
                </a:gdLst>
                <a:ahLst/>
                <a:cxnLst>
                  <a:cxn ang="0">
                    <a:pos x="T0" y="T1"/>
                  </a:cxn>
                  <a:cxn ang="0">
                    <a:pos x="T2" y="T3"/>
                  </a:cxn>
                  <a:cxn ang="0">
                    <a:pos x="T4" y="T5"/>
                  </a:cxn>
                  <a:cxn ang="0">
                    <a:pos x="T6" y="T7"/>
                  </a:cxn>
                  <a:cxn ang="0">
                    <a:pos x="T8" y="T9"/>
                  </a:cxn>
                </a:cxnLst>
                <a:rect l="0" t="0" r="r" b="b"/>
                <a:pathLst>
                  <a:path w="184" h="184">
                    <a:moveTo>
                      <a:pt x="183" y="92"/>
                    </a:moveTo>
                    <a:cubicBezTo>
                      <a:pt x="183" y="145"/>
                      <a:pt x="141" y="183"/>
                      <a:pt x="92" y="183"/>
                    </a:cubicBezTo>
                    <a:cubicBezTo>
                      <a:pt x="39" y="183"/>
                      <a:pt x="0" y="141"/>
                      <a:pt x="0" y="92"/>
                    </a:cubicBezTo>
                    <a:cubicBezTo>
                      <a:pt x="0" y="39"/>
                      <a:pt x="42" y="0"/>
                      <a:pt x="92" y="0"/>
                    </a:cubicBezTo>
                    <a:cubicBezTo>
                      <a:pt x="141" y="0"/>
                      <a:pt x="183" y="42"/>
                      <a:pt x="183" y="92"/>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8" name="Freeform 85">
                <a:extLst>
                  <a:ext uri="{FF2B5EF4-FFF2-40B4-BE49-F238E27FC236}">
                    <a16:creationId xmlns:a16="http://schemas.microsoft.com/office/drawing/2014/main" id="{BE24FD1C-86EE-446C-9BB2-B4CF976F5E9E}"/>
                  </a:ext>
                </a:extLst>
              </p:cNvPr>
              <p:cNvSpPr>
                <a:spLocks noChangeArrowheads="1"/>
              </p:cNvSpPr>
              <p:nvPr/>
            </p:nvSpPr>
            <p:spPr bwMode="auto">
              <a:xfrm>
                <a:off x="898525" y="4216400"/>
                <a:ext cx="66675" cy="68263"/>
              </a:xfrm>
              <a:custGeom>
                <a:avLst/>
                <a:gdLst>
                  <a:gd name="T0" fmla="*/ 0 w 184"/>
                  <a:gd name="T1" fmla="*/ 92 h 188"/>
                  <a:gd name="T2" fmla="*/ 92 w 184"/>
                  <a:gd name="T3" fmla="*/ 0 h 188"/>
                  <a:gd name="T4" fmla="*/ 183 w 184"/>
                  <a:gd name="T5" fmla="*/ 92 h 188"/>
                  <a:gd name="T6" fmla="*/ 92 w 184"/>
                  <a:gd name="T7" fmla="*/ 183 h 188"/>
                  <a:gd name="T8" fmla="*/ 0 w 184"/>
                  <a:gd name="T9" fmla="*/ 92 h 188"/>
                </a:gdLst>
                <a:ahLst/>
                <a:cxnLst>
                  <a:cxn ang="0">
                    <a:pos x="T0" y="T1"/>
                  </a:cxn>
                  <a:cxn ang="0">
                    <a:pos x="T2" y="T3"/>
                  </a:cxn>
                  <a:cxn ang="0">
                    <a:pos x="T4" y="T5"/>
                  </a:cxn>
                  <a:cxn ang="0">
                    <a:pos x="T6" y="T7"/>
                  </a:cxn>
                  <a:cxn ang="0">
                    <a:pos x="T8" y="T9"/>
                  </a:cxn>
                </a:cxnLst>
                <a:rect l="0" t="0" r="r" b="b"/>
                <a:pathLst>
                  <a:path w="184" h="188">
                    <a:moveTo>
                      <a:pt x="0" y="92"/>
                    </a:moveTo>
                    <a:cubicBezTo>
                      <a:pt x="0" y="39"/>
                      <a:pt x="42" y="0"/>
                      <a:pt x="92" y="0"/>
                    </a:cubicBezTo>
                    <a:cubicBezTo>
                      <a:pt x="144" y="0"/>
                      <a:pt x="183" y="43"/>
                      <a:pt x="183" y="92"/>
                    </a:cubicBezTo>
                    <a:cubicBezTo>
                      <a:pt x="183" y="142"/>
                      <a:pt x="141" y="183"/>
                      <a:pt x="92" y="183"/>
                    </a:cubicBezTo>
                    <a:cubicBezTo>
                      <a:pt x="42" y="187"/>
                      <a:pt x="0" y="145"/>
                      <a:pt x="0" y="92"/>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29" name="Freeform 86">
                <a:extLst>
                  <a:ext uri="{FF2B5EF4-FFF2-40B4-BE49-F238E27FC236}">
                    <a16:creationId xmlns:a16="http://schemas.microsoft.com/office/drawing/2014/main" id="{24A5EE85-C8BD-4E5F-B02C-7A046A3CB9D3}"/>
                  </a:ext>
                </a:extLst>
              </p:cNvPr>
              <p:cNvSpPr>
                <a:spLocks noChangeArrowheads="1"/>
              </p:cNvSpPr>
              <p:nvPr/>
            </p:nvSpPr>
            <p:spPr bwMode="auto">
              <a:xfrm>
                <a:off x="1184275" y="4038600"/>
                <a:ext cx="82550" cy="423863"/>
              </a:xfrm>
              <a:custGeom>
                <a:avLst/>
                <a:gdLst>
                  <a:gd name="T0" fmla="*/ 0 w 230"/>
                  <a:gd name="T1" fmla="*/ 1176 h 1177"/>
                  <a:gd name="T2" fmla="*/ 229 w 230"/>
                  <a:gd name="T3" fmla="*/ 588 h 1177"/>
                  <a:gd name="T4" fmla="*/ 0 w 230"/>
                  <a:gd name="T5" fmla="*/ 0 h 1177"/>
                </a:gdLst>
                <a:ahLst/>
                <a:cxnLst>
                  <a:cxn ang="0">
                    <a:pos x="T0" y="T1"/>
                  </a:cxn>
                  <a:cxn ang="0">
                    <a:pos x="T2" y="T3"/>
                  </a:cxn>
                  <a:cxn ang="0">
                    <a:pos x="T4" y="T5"/>
                  </a:cxn>
                </a:cxnLst>
                <a:rect l="0" t="0" r="r" b="b"/>
                <a:pathLst>
                  <a:path w="230" h="1177">
                    <a:moveTo>
                      <a:pt x="0" y="1176"/>
                    </a:moveTo>
                    <a:cubicBezTo>
                      <a:pt x="134" y="1102"/>
                      <a:pt x="229" y="866"/>
                      <a:pt x="229" y="588"/>
                    </a:cubicBezTo>
                    <a:cubicBezTo>
                      <a:pt x="229" y="310"/>
                      <a:pt x="134" y="74"/>
                      <a:pt x="0"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0" name="Freeform 87">
                <a:extLst>
                  <a:ext uri="{FF2B5EF4-FFF2-40B4-BE49-F238E27FC236}">
                    <a16:creationId xmlns:a16="http://schemas.microsoft.com/office/drawing/2014/main" id="{E232EB18-AD91-47D9-88A6-BC56443FF82E}"/>
                  </a:ext>
                </a:extLst>
              </p:cNvPr>
              <p:cNvSpPr>
                <a:spLocks noChangeArrowheads="1"/>
              </p:cNvSpPr>
              <p:nvPr/>
            </p:nvSpPr>
            <p:spPr bwMode="auto">
              <a:xfrm>
                <a:off x="1038225" y="4038600"/>
                <a:ext cx="82550" cy="423863"/>
              </a:xfrm>
              <a:custGeom>
                <a:avLst/>
                <a:gdLst>
                  <a:gd name="T0" fmla="*/ 229 w 230"/>
                  <a:gd name="T1" fmla="*/ 1176 h 1177"/>
                  <a:gd name="T2" fmla="*/ 0 w 230"/>
                  <a:gd name="T3" fmla="*/ 588 h 1177"/>
                  <a:gd name="T4" fmla="*/ 229 w 230"/>
                  <a:gd name="T5" fmla="*/ 0 h 1177"/>
                </a:gdLst>
                <a:ahLst/>
                <a:cxnLst>
                  <a:cxn ang="0">
                    <a:pos x="T0" y="T1"/>
                  </a:cxn>
                  <a:cxn ang="0">
                    <a:pos x="T2" y="T3"/>
                  </a:cxn>
                  <a:cxn ang="0">
                    <a:pos x="T4" y="T5"/>
                  </a:cxn>
                </a:cxnLst>
                <a:rect l="0" t="0" r="r" b="b"/>
                <a:pathLst>
                  <a:path w="230" h="1177">
                    <a:moveTo>
                      <a:pt x="229" y="1176"/>
                    </a:moveTo>
                    <a:cubicBezTo>
                      <a:pt x="95" y="1102"/>
                      <a:pt x="0" y="866"/>
                      <a:pt x="0" y="588"/>
                    </a:cubicBezTo>
                    <a:cubicBezTo>
                      <a:pt x="0" y="310"/>
                      <a:pt x="95" y="74"/>
                      <a:pt x="229"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1" name="Freeform 88">
                <a:extLst>
                  <a:ext uri="{FF2B5EF4-FFF2-40B4-BE49-F238E27FC236}">
                    <a16:creationId xmlns:a16="http://schemas.microsoft.com/office/drawing/2014/main" id="{A21089F0-843F-4D1E-972E-730CFB9F0C44}"/>
                  </a:ext>
                </a:extLst>
              </p:cNvPr>
              <p:cNvSpPr>
                <a:spLocks noChangeArrowheads="1"/>
              </p:cNvSpPr>
              <p:nvPr/>
            </p:nvSpPr>
            <p:spPr bwMode="auto">
              <a:xfrm>
                <a:off x="1185863" y="4284663"/>
                <a:ext cx="184150" cy="184150"/>
              </a:xfrm>
              <a:custGeom>
                <a:avLst/>
                <a:gdLst>
                  <a:gd name="T0" fmla="*/ 0 w 511"/>
                  <a:gd name="T1" fmla="*/ 510 h 511"/>
                  <a:gd name="T2" fmla="*/ 510 w 511"/>
                  <a:gd name="T3" fmla="*/ 0 h 511"/>
                </a:gdLst>
                <a:ahLst/>
                <a:cxnLst>
                  <a:cxn ang="0">
                    <a:pos x="T0" y="T1"/>
                  </a:cxn>
                  <a:cxn ang="0">
                    <a:pos x="T2" y="T3"/>
                  </a:cxn>
                </a:cxnLst>
                <a:rect l="0" t="0" r="r" b="b"/>
                <a:pathLst>
                  <a:path w="511" h="511">
                    <a:moveTo>
                      <a:pt x="0" y="510"/>
                    </a:moveTo>
                    <a:cubicBezTo>
                      <a:pt x="264" y="472"/>
                      <a:pt x="471" y="260"/>
                      <a:pt x="510"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2" name="Freeform 89">
                <a:extLst>
                  <a:ext uri="{FF2B5EF4-FFF2-40B4-BE49-F238E27FC236}">
                    <a16:creationId xmlns:a16="http://schemas.microsoft.com/office/drawing/2014/main" id="{09169185-F1BC-48AB-8868-AC2D776A7C12}"/>
                  </a:ext>
                </a:extLst>
              </p:cNvPr>
              <p:cNvSpPr>
                <a:spLocks noChangeArrowheads="1"/>
              </p:cNvSpPr>
              <p:nvPr/>
            </p:nvSpPr>
            <p:spPr bwMode="auto">
              <a:xfrm>
                <a:off x="1185863" y="4033838"/>
                <a:ext cx="184150" cy="184150"/>
              </a:xfrm>
              <a:custGeom>
                <a:avLst/>
                <a:gdLst>
                  <a:gd name="T0" fmla="*/ 511 w 512"/>
                  <a:gd name="T1" fmla="*/ 510 h 511"/>
                  <a:gd name="T2" fmla="*/ 0 w 512"/>
                  <a:gd name="T3" fmla="*/ 0 h 511"/>
                </a:gdLst>
                <a:ahLst/>
                <a:cxnLst>
                  <a:cxn ang="0">
                    <a:pos x="T0" y="T1"/>
                  </a:cxn>
                  <a:cxn ang="0">
                    <a:pos x="T2" y="T3"/>
                  </a:cxn>
                </a:cxnLst>
                <a:rect l="0" t="0" r="r" b="b"/>
                <a:pathLst>
                  <a:path w="512" h="511">
                    <a:moveTo>
                      <a:pt x="511" y="510"/>
                    </a:moveTo>
                    <a:cubicBezTo>
                      <a:pt x="472" y="246"/>
                      <a:pt x="261" y="38"/>
                      <a:pt x="0" y="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3" name="Freeform 90">
                <a:extLst>
                  <a:ext uri="{FF2B5EF4-FFF2-40B4-BE49-F238E27FC236}">
                    <a16:creationId xmlns:a16="http://schemas.microsoft.com/office/drawing/2014/main" id="{F8125BCD-CF15-44D3-A4D5-381072B6B66F}"/>
                  </a:ext>
                </a:extLst>
              </p:cNvPr>
              <p:cNvSpPr>
                <a:spLocks noChangeArrowheads="1"/>
              </p:cNvSpPr>
              <p:nvPr/>
            </p:nvSpPr>
            <p:spPr bwMode="auto">
              <a:xfrm>
                <a:off x="935038" y="4033838"/>
                <a:ext cx="184150" cy="184150"/>
              </a:xfrm>
              <a:custGeom>
                <a:avLst/>
                <a:gdLst>
                  <a:gd name="T0" fmla="*/ 511 w 512"/>
                  <a:gd name="T1" fmla="*/ 0 h 511"/>
                  <a:gd name="T2" fmla="*/ 0 w 512"/>
                  <a:gd name="T3" fmla="*/ 510 h 511"/>
                </a:gdLst>
                <a:ahLst/>
                <a:cxnLst>
                  <a:cxn ang="0">
                    <a:pos x="T0" y="T1"/>
                  </a:cxn>
                  <a:cxn ang="0">
                    <a:pos x="T2" y="T3"/>
                  </a:cxn>
                </a:cxnLst>
                <a:rect l="0" t="0" r="r" b="b"/>
                <a:pathLst>
                  <a:path w="512" h="511">
                    <a:moveTo>
                      <a:pt x="511" y="0"/>
                    </a:moveTo>
                    <a:cubicBezTo>
                      <a:pt x="247" y="38"/>
                      <a:pt x="39" y="250"/>
                      <a:pt x="0" y="51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4" name="Freeform 91">
                <a:extLst>
                  <a:ext uri="{FF2B5EF4-FFF2-40B4-BE49-F238E27FC236}">
                    <a16:creationId xmlns:a16="http://schemas.microsoft.com/office/drawing/2014/main" id="{E97777E6-ABCE-4358-B639-F9C367F26037}"/>
                  </a:ext>
                </a:extLst>
              </p:cNvPr>
              <p:cNvSpPr>
                <a:spLocks noChangeArrowheads="1"/>
              </p:cNvSpPr>
              <p:nvPr/>
            </p:nvSpPr>
            <p:spPr bwMode="auto">
              <a:xfrm>
                <a:off x="933450" y="4284663"/>
                <a:ext cx="184150" cy="184150"/>
              </a:xfrm>
              <a:custGeom>
                <a:avLst/>
                <a:gdLst>
                  <a:gd name="T0" fmla="*/ 0 w 511"/>
                  <a:gd name="T1" fmla="*/ 0 h 511"/>
                  <a:gd name="T2" fmla="*/ 510 w 511"/>
                  <a:gd name="T3" fmla="*/ 510 h 511"/>
                </a:gdLst>
                <a:ahLst/>
                <a:cxnLst>
                  <a:cxn ang="0">
                    <a:pos x="T0" y="T1"/>
                  </a:cxn>
                  <a:cxn ang="0">
                    <a:pos x="T2" y="T3"/>
                  </a:cxn>
                </a:cxnLst>
                <a:rect l="0" t="0" r="r" b="b"/>
                <a:pathLst>
                  <a:path w="511" h="511">
                    <a:moveTo>
                      <a:pt x="0" y="0"/>
                    </a:moveTo>
                    <a:cubicBezTo>
                      <a:pt x="38" y="264"/>
                      <a:pt x="250" y="472"/>
                      <a:pt x="510" y="510"/>
                    </a:cubicBezTo>
                  </a:path>
                </a:pathLst>
              </a:custGeom>
              <a:noFill/>
              <a:ln w="19050" cap="flat">
                <a:solidFill>
                  <a:schemeClr val="accent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grpSp>
      <p:grpSp>
        <p:nvGrpSpPr>
          <p:cNvPr id="35" name="Group 34">
            <a:extLst>
              <a:ext uri="{FF2B5EF4-FFF2-40B4-BE49-F238E27FC236}">
                <a16:creationId xmlns:a16="http://schemas.microsoft.com/office/drawing/2014/main" id="{F05E7E8F-344E-4E67-8E82-8AC46E79B822}"/>
              </a:ext>
            </a:extLst>
          </p:cNvPr>
          <p:cNvGrpSpPr>
            <a:grpSpLocks noChangeAspect="1"/>
          </p:cNvGrpSpPr>
          <p:nvPr/>
        </p:nvGrpSpPr>
        <p:grpSpPr>
          <a:xfrm>
            <a:off x="8449698" y="2361506"/>
            <a:ext cx="912813" cy="912812"/>
            <a:chOff x="8604250" y="506413"/>
            <a:chExt cx="912813" cy="912812"/>
          </a:xfrm>
        </p:grpSpPr>
        <p:sp>
          <p:nvSpPr>
            <p:cNvPr id="36" name="Freeform 3">
              <a:extLst>
                <a:ext uri="{FF2B5EF4-FFF2-40B4-BE49-F238E27FC236}">
                  <a16:creationId xmlns:a16="http://schemas.microsoft.com/office/drawing/2014/main" id="{C351E115-554E-4DD0-A879-CCE0421D106F}"/>
                </a:ext>
              </a:extLst>
            </p:cNvPr>
            <p:cNvSpPr>
              <a:spLocks noChangeArrowheads="1"/>
            </p:cNvSpPr>
            <p:nvPr/>
          </p:nvSpPr>
          <p:spPr bwMode="auto">
            <a:xfrm>
              <a:off x="8604250" y="506413"/>
              <a:ext cx="912813" cy="912812"/>
            </a:xfrm>
            <a:custGeom>
              <a:avLst/>
              <a:gdLst>
                <a:gd name="T0" fmla="*/ 933 w 2536"/>
                <a:gd name="T1" fmla="*/ 173 h 2536"/>
                <a:gd name="T2" fmla="*/ 782 w 2536"/>
                <a:gd name="T3" fmla="*/ 99 h 2536"/>
                <a:gd name="T4" fmla="*/ 729 w 2536"/>
                <a:gd name="T5" fmla="*/ 257 h 2536"/>
                <a:gd name="T6" fmla="*/ 539 w 2536"/>
                <a:gd name="T7" fmla="*/ 384 h 2536"/>
                <a:gd name="T8" fmla="*/ 373 w 2536"/>
                <a:gd name="T9" fmla="*/ 373 h 2536"/>
                <a:gd name="T10" fmla="*/ 384 w 2536"/>
                <a:gd name="T11" fmla="*/ 539 h 2536"/>
                <a:gd name="T12" fmla="*/ 257 w 2536"/>
                <a:gd name="T13" fmla="*/ 729 h 2536"/>
                <a:gd name="T14" fmla="*/ 99 w 2536"/>
                <a:gd name="T15" fmla="*/ 782 h 2536"/>
                <a:gd name="T16" fmla="*/ 173 w 2536"/>
                <a:gd name="T17" fmla="*/ 933 h 2536"/>
                <a:gd name="T18" fmla="*/ 127 w 2536"/>
                <a:gd name="T19" fmla="*/ 1158 h 2536"/>
                <a:gd name="T20" fmla="*/ 0 w 2536"/>
                <a:gd name="T21" fmla="*/ 1268 h 2536"/>
                <a:gd name="T22" fmla="*/ 127 w 2536"/>
                <a:gd name="T23" fmla="*/ 1377 h 2536"/>
                <a:gd name="T24" fmla="*/ 173 w 2536"/>
                <a:gd name="T25" fmla="*/ 1602 h 2536"/>
                <a:gd name="T26" fmla="*/ 99 w 2536"/>
                <a:gd name="T27" fmla="*/ 1754 h 2536"/>
                <a:gd name="T28" fmla="*/ 257 w 2536"/>
                <a:gd name="T29" fmla="*/ 1806 h 2536"/>
                <a:gd name="T30" fmla="*/ 384 w 2536"/>
                <a:gd name="T31" fmla="*/ 1997 h 2536"/>
                <a:gd name="T32" fmla="*/ 373 w 2536"/>
                <a:gd name="T33" fmla="*/ 2162 h 2536"/>
                <a:gd name="T34" fmla="*/ 539 w 2536"/>
                <a:gd name="T35" fmla="*/ 2151 h 2536"/>
                <a:gd name="T36" fmla="*/ 729 w 2536"/>
                <a:gd name="T37" fmla="*/ 2278 h 2536"/>
                <a:gd name="T38" fmla="*/ 782 w 2536"/>
                <a:gd name="T39" fmla="*/ 2437 h 2536"/>
                <a:gd name="T40" fmla="*/ 933 w 2536"/>
                <a:gd name="T41" fmla="*/ 2363 h 2536"/>
                <a:gd name="T42" fmla="*/ 1159 w 2536"/>
                <a:gd name="T43" fmla="*/ 2409 h 2536"/>
                <a:gd name="T44" fmla="*/ 1268 w 2536"/>
                <a:gd name="T45" fmla="*/ 2535 h 2536"/>
                <a:gd name="T46" fmla="*/ 1377 w 2536"/>
                <a:gd name="T47" fmla="*/ 2409 h 2536"/>
                <a:gd name="T48" fmla="*/ 1602 w 2536"/>
                <a:gd name="T49" fmla="*/ 2363 h 2536"/>
                <a:gd name="T50" fmla="*/ 1754 w 2536"/>
                <a:gd name="T51" fmla="*/ 2437 h 2536"/>
                <a:gd name="T52" fmla="*/ 1806 w 2536"/>
                <a:gd name="T53" fmla="*/ 2278 h 2536"/>
                <a:gd name="T54" fmla="*/ 1996 w 2536"/>
                <a:gd name="T55" fmla="*/ 2151 h 2536"/>
                <a:gd name="T56" fmla="*/ 2162 w 2536"/>
                <a:gd name="T57" fmla="*/ 2162 h 2536"/>
                <a:gd name="T58" fmla="*/ 2151 w 2536"/>
                <a:gd name="T59" fmla="*/ 1997 h 2536"/>
                <a:gd name="T60" fmla="*/ 2278 w 2536"/>
                <a:gd name="T61" fmla="*/ 1806 h 2536"/>
                <a:gd name="T62" fmla="*/ 2437 w 2536"/>
                <a:gd name="T63" fmla="*/ 1754 h 2536"/>
                <a:gd name="T64" fmla="*/ 2363 w 2536"/>
                <a:gd name="T65" fmla="*/ 1602 h 2536"/>
                <a:gd name="T66" fmla="*/ 2408 w 2536"/>
                <a:gd name="T67" fmla="*/ 1377 h 2536"/>
                <a:gd name="T68" fmla="*/ 2535 w 2536"/>
                <a:gd name="T69" fmla="*/ 1268 h 2536"/>
                <a:gd name="T70" fmla="*/ 2408 w 2536"/>
                <a:gd name="T71" fmla="*/ 1158 h 2536"/>
                <a:gd name="T72" fmla="*/ 2363 w 2536"/>
                <a:gd name="T73" fmla="*/ 933 h 2536"/>
                <a:gd name="T74" fmla="*/ 2437 w 2536"/>
                <a:gd name="T75" fmla="*/ 782 h 2536"/>
                <a:gd name="T76" fmla="*/ 2278 w 2536"/>
                <a:gd name="T77" fmla="*/ 729 h 2536"/>
                <a:gd name="T78" fmla="*/ 2151 w 2536"/>
                <a:gd name="T79" fmla="*/ 539 h 2536"/>
                <a:gd name="T80" fmla="*/ 2162 w 2536"/>
                <a:gd name="T81" fmla="*/ 373 h 2536"/>
                <a:gd name="T82" fmla="*/ 1996 w 2536"/>
                <a:gd name="T83" fmla="*/ 384 h 2536"/>
                <a:gd name="T84" fmla="*/ 1806 w 2536"/>
                <a:gd name="T85" fmla="*/ 257 h 2536"/>
                <a:gd name="T86" fmla="*/ 1754 w 2536"/>
                <a:gd name="T87" fmla="*/ 99 h 2536"/>
                <a:gd name="T88" fmla="*/ 1602 w 2536"/>
                <a:gd name="T89" fmla="*/ 173 h 2536"/>
                <a:gd name="T90" fmla="*/ 1377 w 2536"/>
                <a:gd name="T91" fmla="*/ 127 h 2536"/>
                <a:gd name="T92" fmla="*/ 1268 w 2536"/>
                <a:gd name="T93" fmla="*/ 0 h 2536"/>
                <a:gd name="T94" fmla="*/ 1159 w 2536"/>
                <a:gd name="T95" fmla="*/ 127 h 2536"/>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 ang="0">
                  <a:pos x="T22" y="T23"/>
                </a:cxn>
                <a:cxn ang="0">
                  <a:pos x="T24" y="T25"/>
                </a:cxn>
                <a:cxn ang="0">
                  <a:pos x="T26" y="T27"/>
                </a:cxn>
                <a:cxn ang="0">
                  <a:pos x="T28" y="T29"/>
                </a:cxn>
                <a:cxn ang="0">
                  <a:pos x="T30" y="T31"/>
                </a:cxn>
                <a:cxn ang="0">
                  <a:pos x="T32" y="T33"/>
                </a:cxn>
                <a:cxn ang="0">
                  <a:pos x="T34" y="T35"/>
                </a:cxn>
                <a:cxn ang="0">
                  <a:pos x="T36" y="T37"/>
                </a:cxn>
                <a:cxn ang="0">
                  <a:pos x="T38" y="T39"/>
                </a:cxn>
                <a:cxn ang="0">
                  <a:pos x="T40" y="T41"/>
                </a:cxn>
                <a:cxn ang="0">
                  <a:pos x="T42" y="T43"/>
                </a:cxn>
                <a:cxn ang="0">
                  <a:pos x="T44" y="T45"/>
                </a:cxn>
                <a:cxn ang="0">
                  <a:pos x="T46" y="T47"/>
                </a:cxn>
                <a:cxn ang="0">
                  <a:pos x="T48" y="T49"/>
                </a:cxn>
                <a:cxn ang="0">
                  <a:pos x="T50" y="T51"/>
                </a:cxn>
                <a:cxn ang="0">
                  <a:pos x="T52" y="T53"/>
                </a:cxn>
                <a:cxn ang="0">
                  <a:pos x="T54" y="T55"/>
                </a:cxn>
                <a:cxn ang="0">
                  <a:pos x="T56" y="T57"/>
                </a:cxn>
                <a:cxn ang="0">
                  <a:pos x="T58" y="T59"/>
                </a:cxn>
                <a:cxn ang="0">
                  <a:pos x="T60" y="T61"/>
                </a:cxn>
                <a:cxn ang="0">
                  <a:pos x="T62" y="T63"/>
                </a:cxn>
                <a:cxn ang="0">
                  <a:pos x="T64" y="T65"/>
                </a:cxn>
                <a:cxn ang="0">
                  <a:pos x="T66" y="T67"/>
                </a:cxn>
                <a:cxn ang="0">
                  <a:pos x="T68" y="T69"/>
                </a:cxn>
                <a:cxn ang="0">
                  <a:pos x="T70" y="T71"/>
                </a:cxn>
                <a:cxn ang="0">
                  <a:pos x="T72" y="T73"/>
                </a:cxn>
                <a:cxn ang="0">
                  <a:pos x="T74" y="T75"/>
                </a:cxn>
                <a:cxn ang="0">
                  <a:pos x="T76" y="T77"/>
                </a:cxn>
                <a:cxn ang="0">
                  <a:pos x="T78" y="T79"/>
                </a:cxn>
                <a:cxn ang="0">
                  <a:pos x="T80" y="T81"/>
                </a:cxn>
                <a:cxn ang="0">
                  <a:pos x="T82" y="T83"/>
                </a:cxn>
                <a:cxn ang="0">
                  <a:pos x="T84" y="T85"/>
                </a:cxn>
                <a:cxn ang="0">
                  <a:pos x="T86" y="T87"/>
                </a:cxn>
                <a:cxn ang="0">
                  <a:pos x="T88" y="T89"/>
                </a:cxn>
                <a:cxn ang="0">
                  <a:pos x="T90" y="T91"/>
                </a:cxn>
                <a:cxn ang="0">
                  <a:pos x="T92" y="T93"/>
                </a:cxn>
                <a:cxn ang="0">
                  <a:pos x="T94" y="T95"/>
                </a:cxn>
              </a:cxnLst>
              <a:rect l="0" t="0" r="r" b="b"/>
              <a:pathLst>
                <a:path w="2536" h="2536">
                  <a:moveTo>
                    <a:pt x="1064" y="243"/>
                  </a:moveTo>
                  <a:cubicBezTo>
                    <a:pt x="1007" y="254"/>
                    <a:pt x="954" y="225"/>
                    <a:pt x="933" y="173"/>
                  </a:cubicBezTo>
                  <a:cubicBezTo>
                    <a:pt x="931" y="168"/>
                    <a:pt x="929" y="163"/>
                    <a:pt x="926" y="158"/>
                  </a:cubicBezTo>
                  <a:cubicBezTo>
                    <a:pt x="902" y="102"/>
                    <a:pt x="838" y="74"/>
                    <a:pt x="782" y="99"/>
                  </a:cubicBezTo>
                  <a:cubicBezTo>
                    <a:pt x="726" y="123"/>
                    <a:pt x="697" y="187"/>
                    <a:pt x="722" y="243"/>
                  </a:cubicBezTo>
                  <a:cubicBezTo>
                    <a:pt x="725" y="248"/>
                    <a:pt x="727" y="252"/>
                    <a:pt x="729" y="257"/>
                  </a:cubicBezTo>
                  <a:cubicBezTo>
                    <a:pt x="750" y="310"/>
                    <a:pt x="733" y="370"/>
                    <a:pt x="687" y="398"/>
                  </a:cubicBezTo>
                  <a:cubicBezTo>
                    <a:pt x="641" y="430"/>
                    <a:pt x="578" y="423"/>
                    <a:pt x="539" y="384"/>
                  </a:cubicBezTo>
                  <a:cubicBezTo>
                    <a:pt x="536" y="380"/>
                    <a:pt x="532" y="377"/>
                    <a:pt x="528" y="373"/>
                  </a:cubicBezTo>
                  <a:cubicBezTo>
                    <a:pt x="486" y="331"/>
                    <a:pt x="416" y="331"/>
                    <a:pt x="373" y="373"/>
                  </a:cubicBezTo>
                  <a:cubicBezTo>
                    <a:pt x="331" y="415"/>
                    <a:pt x="331" y="486"/>
                    <a:pt x="373" y="528"/>
                  </a:cubicBezTo>
                  <a:cubicBezTo>
                    <a:pt x="377" y="532"/>
                    <a:pt x="381" y="535"/>
                    <a:pt x="384" y="539"/>
                  </a:cubicBezTo>
                  <a:cubicBezTo>
                    <a:pt x="423" y="577"/>
                    <a:pt x="430" y="641"/>
                    <a:pt x="398" y="687"/>
                  </a:cubicBezTo>
                  <a:cubicBezTo>
                    <a:pt x="366" y="732"/>
                    <a:pt x="307" y="750"/>
                    <a:pt x="257" y="729"/>
                  </a:cubicBezTo>
                  <a:cubicBezTo>
                    <a:pt x="253" y="727"/>
                    <a:pt x="248" y="724"/>
                    <a:pt x="243" y="722"/>
                  </a:cubicBezTo>
                  <a:cubicBezTo>
                    <a:pt x="187" y="697"/>
                    <a:pt x="124" y="725"/>
                    <a:pt x="99" y="782"/>
                  </a:cubicBezTo>
                  <a:cubicBezTo>
                    <a:pt x="74" y="838"/>
                    <a:pt x="102" y="901"/>
                    <a:pt x="159" y="926"/>
                  </a:cubicBezTo>
                  <a:cubicBezTo>
                    <a:pt x="164" y="928"/>
                    <a:pt x="169" y="931"/>
                    <a:pt x="173" y="933"/>
                  </a:cubicBezTo>
                  <a:cubicBezTo>
                    <a:pt x="226" y="954"/>
                    <a:pt x="254" y="1011"/>
                    <a:pt x="243" y="1063"/>
                  </a:cubicBezTo>
                  <a:cubicBezTo>
                    <a:pt x="233" y="1120"/>
                    <a:pt x="183" y="1158"/>
                    <a:pt x="127" y="1158"/>
                  </a:cubicBezTo>
                  <a:cubicBezTo>
                    <a:pt x="121" y="1158"/>
                    <a:pt x="115" y="1158"/>
                    <a:pt x="109" y="1158"/>
                  </a:cubicBezTo>
                  <a:cubicBezTo>
                    <a:pt x="50" y="1158"/>
                    <a:pt x="0" y="1208"/>
                    <a:pt x="0" y="1268"/>
                  </a:cubicBezTo>
                  <a:cubicBezTo>
                    <a:pt x="0" y="1327"/>
                    <a:pt x="50" y="1377"/>
                    <a:pt x="109" y="1377"/>
                  </a:cubicBezTo>
                  <a:cubicBezTo>
                    <a:pt x="115" y="1377"/>
                    <a:pt x="121" y="1377"/>
                    <a:pt x="127" y="1377"/>
                  </a:cubicBezTo>
                  <a:cubicBezTo>
                    <a:pt x="183" y="1377"/>
                    <a:pt x="229" y="1416"/>
                    <a:pt x="243" y="1472"/>
                  </a:cubicBezTo>
                  <a:cubicBezTo>
                    <a:pt x="254" y="1528"/>
                    <a:pt x="226" y="1581"/>
                    <a:pt x="173" y="1602"/>
                  </a:cubicBezTo>
                  <a:cubicBezTo>
                    <a:pt x="169" y="1604"/>
                    <a:pt x="164" y="1607"/>
                    <a:pt x="159" y="1609"/>
                  </a:cubicBezTo>
                  <a:cubicBezTo>
                    <a:pt x="102" y="1634"/>
                    <a:pt x="74" y="1697"/>
                    <a:pt x="99" y="1754"/>
                  </a:cubicBezTo>
                  <a:cubicBezTo>
                    <a:pt x="124" y="1810"/>
                    <a:pt x="187" y="1838"/>
                    <a:pt x="243" y="1813"/>
                  </a:cubicBezTo>
                  <a:cubicBezTo>
                    <a:pt x="248" y="1810"/>
                    <a:pt x="253" y="1808"/>
                    <a:pt x="257" y="1806"/>
                  </a:cubicBezTo>
                  <a:cubicBezTo>
                    <a:pt x="310" y="1785"/>
                    <a:pt x="370" y="1803"/>
                    <a:pt x="398" y="1849"/>
                  </a:cubicBezTo>
                  <a:cubicBezTo>
                    <a:pt x="430" y="1894"/>
                    <a:pt x="423" y="1958"/>
                    <a:pt x="384" y="1997"/>
                  </a:cubicBezTo>
                  <a:cubicBezTo>
                    <a:pt x="381" y="2000"/>
                    <a:pt x="377" y="2003"/>
                    <a:pt x="373" y="2007"/>
                  </a:cubicBezTo>
                  <a:cubicBezTo>
                    <a:pt x="331" y="2049"/>
                    <a:pt x="331" y="2120"/>
                    <a:pt x="373" y="2162"/>
                  </a:cubicBezTo>
                  <a:cubicBezTo>
                    <a:pt x="416" y="2204"/>
                    <a:pt x="486" y="2204"/>
                    <a:pt x="528" y="2162"/>
                  </a:cubicBezTo>
                  <a:cubicBezTo>
                    <a:pt x="532" y="2158"/>
                    <a:pt x="536" y="2154"/>
                    <a:pt x="539" y="2151"/>
                  </a:cubicBezTo>
                  <a:cubicBezTo>
                    <a:pt x="578" y="2113"/>
                    <a:pt x="641" y="2106"/>
                    <a:pt x="687" y="2137"/>
                  </a:cubicBezTo>
                  <a:cubicBezTo>
                    <a:pt x="733" y="2169"/>
                    <a:pt x="750" y="2229"/>
                    <a:pt x="729" y="2278"/>
                  </a:cubicBezTo>
                  <a:cubicBezTo>
                    <a:pt x="727" y="2282"/>
                    <a:pt x="725" y="2287"/>
                    <a:pt x="722" y="2292"/>
                  </a:cubicBezTo>
                  <a:cubicBezTo>
                    <a:pt x="697" y="2349"/>
                    <a:pt x="726" y="2412"/>
                    <a:pt x="782" y="2437"/>
                  </a:cubicBezTo>
                  <a:cubicBezTo>
                    <a:pt x="838" y="2461"/>
                    <a:pt x="902" y="2433"/>
                    <a:pt x="926" y="2377"/>
                  </a:cubicBezTo>
                  <a:cubicBezTo>
                    <a:pt x="929" y="2372"/>
                    <a:pt x="931" y="2367"/>
                    <a:pt x="933" y="2363"/>
                  </a:cubicBezTo>
                  <a:cubicBezTo>
                    <a:pt x="954" y="2310"/>
                    <a:pt x="1011" y="2282"/>
                    <a:pt x="1064" y="2292"/>
                  </a:cubicBezTo>
                  <a:cubicBezTo>
                    <a:pt x="1120" y="2303"/>
                    <a:pt x="1159" y="2352"/>
                    <a:pt x="1159" y="2409"/>
                  </a:cubicBezTo>
                  <a:cubicBezTo>
                    <a:pt x="1159" y="2414"/>
                    <a:pt x="1159" y="2420"/>
                    <a:pt x="1159" y="2426"/>
                  </a:cubicBezTo>
                  <a:cubicBezTo>
                    <a:pt x="1159" y="2486"/>
                    <a:pt x="1208" y="2535"/>
                    <a:pt x="1268" y="2535"/>
                  </a:cubicBezTo>
                  <a:cubicBezTo>
                    <a:pt x="1328" y="2535"/>
                    <a:pt x="1377" y="2486"/>
                    <a:pt x="1377" y="2426"/>
                  </a:cubicBezTo>
                  <a:cubicBezTo>
                    <a:pt x="1377" y="2420"/>
                    <a:pt x="1377" y="2414"/>
                    <a:pt x="1377" y="2409"/>
                  </a:cubicBezTo>
                  <a:cubicBezTo>
                    <a:pt x="1377" y="2352"/>
                    <a:pt x="1416" y="2306"/>
                    <a:pt x="1472" y="2292"/>
                  </a:cubicBezTo>
                  <a:cubicBezTo>
                    <a:pt x="1528" y="2282"/>
                    <a:pt x="1581" y="2310"/>
                    <a:pt x="1602" y="2363"/>
                  </a:cubicBezTo>
                  <a:cubicBezTo>
                    <a:pt x="1605" y="2367"/>
                    <a:pt x="1607" y="2372"/>
                    <a:pt x="1609" y="2377"/>
                  </a:cubicBezTo>
                  <a:cubicBezTo>
                    <a:pt x="1634" y="2433"/>
                    <a:pt x="1698" y="2461"/>
                    <a:pt x="1754" y="2437"/>
                  </a:cubicBezTo>
                  <a:cubicBezTo>
                    <a:pt x="1811" y="2412"/>
                    <a:pt x="1838" y="2349"/>
                    <a:pt x="1813" y="2292"/>
                  </a:cubicBezTo>
                  <a:cubicBezTo>
                    <a:pt x="1811" y="2287"/>
                    <a:pt x="1809" y="2282"/>
                    <a:pt x="1806" y="2278"/>
                  </a:cubicBezTo>
                  <a:cubicBezTo>
                    <a:pt x="1785" y="2225"/>
                    <a:pt x="1803" y="2166"/>
                    <a:pt x="1849" y="2137"/>
                  </a:cubicBezTo>
                  <a:cubicBezTo>
                    <a:pt x="1894" y="2106"/>
                    <a:pt x="1958" y="2113"/>
                    <a:pt x="1996" y="2151"/>
                  </a:cubicBezTo>
                  <a:cubicBezTo>
                    <a:pt x="2000" y="2154"/>
                    <a:pt x="2004" y="2158"/>
                    <a:pt x="2007" y="2162"/>
                  </a:cubicBezTo>
                  <a:cubicBezTo>
                    <a:pt x="2049" y="2204"/>
                    <a:pt x="2120" y="2204"/>
                    <a:pt x="2162" y="2162"/>
                  </a:cubicBezTo>
                  <a:cubicBezTo>
                    <a:pt x="2204" y="2120"/>
                    <a:pt x="2204" y="2049"/>
                    <a:pt x="2162" y="2007"/>
                  </a:cubicBezTo>
                  <a:cubicBezTo>
                    <a:pt x="2159" y="2003"/>
                    <a:pt x="2155" y="2000"/>
                    <a:pt x="2151" y="1997"/>
                  </a:cubicBezTo>
                  <a:cubicBezTo>
                    <a:pt x="2113" y="1958"/>
                    <a:pt x="2106" y="1894"/>
                    <a:pt x="2137" y="1849"/>
                  </a:cubicBezTo>
                  <a:cubicBezTo>
                    <a:pt x="2169" y="1803"/>
                    <a:pt x="2229" y="1785"/>
                    <a:pt x="2278" y="1806"/>
                  </a:cubicBezTo>
                  <a:cubicBezTo>
                    <a:pt x="2283" y="1808"/>
                    <a:pt x="2288" y="1810"/>
                    <a:pt x="2292" y="1813"/>
                  </a:cubicBezTo>
                  <a:cubicBezTo>
                    <a:pt x="2349" y="1838"/>
                    <a:pt x="2412" y="1810"/>
                    <a:pt x="2437" y="1754"/>
                  </a:cubicBezTo>
                  <a:cubicBezTo>
                    <a:pt x="2461" y="1697"/>
                    <a:pt x="2433" y="1634"/>
                    <a:pt x="2377" y="1609"/>
                  </a:cubicBezTo>
                  <a:cubicBezTo>
                    <a:pt x="2373" y="1607"/>
                    <a:pt x="2368" y="1604"/>
                    <a:pt x="2363" y="1602"/>
                  </a:cubicBezTo>
                  <a:cubicBezTo>
                    <a:pt x="2310" y="1581"/>
                    <a:pt x="2282" y="1525"/>
                    <a:pt x="2292" y="1472"/>
                  </a:cubicBezTo>
                  <a:cubicBezTo>
                    <a:pt x="2303" y="1416"/>
                    <a:pt x="2352" y="1377"/>
                    <a:pt x="2408" y="1377"/>
                  </a:cubicBezTo>
                  <a:cubicBezTo>
                    <a:pt x="2414" y="1377"/>
                    <a:pt x="2420" y="1377"/>
                    <a:pt x="2426" y="1377"/>
                  </a:cubicBezTo>
                  <a:cubicBezTo>
                    <a:pt x="2486" y="1377"/>
                    <a:pt x="2535" y="1327"/>
                    <a:pt x="2535" y="1268"/>
                  </a:cubicBezTo>
                  <a:cubicBezTo>
                    <a:pt x="2535" y="1208"/>
                    <a:pt x="2486" y="1158"/>
                    <a:pt x="2426" y="1158"/>
                  </a:cubicBezTo>
                  <a:cubicBezTo>
                    <a:pt x="2420" y="1158"/>
                    <a:pt x="2414" y="1158"/>
                    <a:pt x="2408" y="1158"/>
                  </a:cubicBezTo>
                  <a:cubicBezTo>
                    <a:pt x="2352" y="1158"/>
                    <a:pt x="2306" y="1120"/>
                    <a:pt x="2292" y="1063"/>
                  </a:cubicBezTo>
                  <a:cubicBezTo>
                    <a:pt x="2282" y="1007"/>
                    <a:pt x="2310" y="954"/>
                    <a:pt x="2363" y="933"/>
                  </a:cubicBezTo>
                  <a:cubicBezTo>
                    <a:pt x="2368" y="931"/>
                    <a:pt x="2373" y="928"/>
                    <a:pt x="2377" y="926"/>
                  </a:cubicBezTo>
                  <a:cubicBezTo>
                    <a:pt x="2433" y="901"/>
                    <a:pt x="2461" y="838"/>
                    <a:pt x="2437" y="782"/>
                  </a:cubicBezTo>
                  <a:cubicBezTo>
                    <a:pt x="2412" y="725"/>
                    <a:pt x="2349" y="697"/>
                    <a:pt x="2292" y="722"/>
                  </a:cubicBezTo>
                  <a:cubicBezTo>
                    <a:pt x="2288" y="724"/>
                    <a:pt x="2283" y="727"/>
                    <a:pt x="2278" y="729"/>
                  </a:cubicBezTo>
                  <a:cubicBezTo>
                    <a:pt x="2225" y="750"/>
                    <a:pt x="2165" y="732"/>
                    <a:pt x="2137" y="687"/>
                  </a:cubicBezTo>
                  <a:cubicBezTo>
                    <a:pt x="2106" y="641"/>
                    <a:pt x="2113" y="577"/>
                    <a:pt x="2151" y="539"/>
                  </a:cubicBezTo>
                  <a:cubicBezTo>
                    <a:pt x="2155" y="535"/>
                    <a:pt x="2159" y="532"/>
                    <a:pt x="2162" y="528"/>
                  </a:cubicBezTo>
                  <a:cubicBezTo>
                    <a:pt x="2204" y="486"/>
                    <a:pt x="2204" y="415"/>
                    <a:pt x="2162" y="373"/>
                  </a:cubicBezTo>
                  <a:cubicBezTo>
                    <a:pt x="2120" y="331"/>
                    <a:pt x="2049" y="331"/>
                    <a:pt x="2007" y="373"/>
                  </a:cubicBezTo>
                  <a:cubicBezTo>
                    <a:pt x="2004" y="377"/>
                    <a:pt x="2000" y="380"/>
                    <a:pt x="1996" y="384"/>
                  </a:cubicBezTo>
                  <a:cubicBezTo>
                    <a:pt x="1958" y="423"/>
                    <a:pt x="1894" y="430"/>
                    <a:pt x="1849" y="398"/>
                  </a:cubicBezTo>
                  <a:cubicBezTo>
                    <a:pt x="1803" y="366"/>
                    <a:pt x="1785" y="306"/>
                    <a:pt x="1806" y="257"/>
                  </a:cubicBezTo>
                  <a:cubicBezTo>
                    <a:pt x="1809" y="252"/>
                    <a:pt x="1811" y="248"/>
                    <a:pt x="1813" y="243"/>
                  </a:cubicBezTo>
                  <a:cubicBezTo>
                    <a:pt x="1838" y="187"/>
                    <a:pt x="1811" y="123"/>
                    <a:pt x="1754" y="99"/>
                  </a:cubicBezTo>
                  <a:cubicBezTo>
                    <a:pt x="1698" y="74"/>
                    <a:pt x="1634" y="102"/>
                    <a:pt x="1609" y="158"/>
                  </a:cubicBezTo>
                  <a:cubicBezTo>
                    <a:pt x="1607" y="163"/>
                    <a:pt x="1605" y="168"/>
                    <a:pt x="1602" y="173"/>
                  </a:cubicBezTo>
                  <a:cubicBezTo>
                    <a:pt x="1581" y="225"/>
                    <a:pt x="1525" y="254"/>
                    <a:pt x="1472" y="243"/>
                  </a:cubicBezTo>
                  <a:cubicBezTo>
                    <a:pt x="1416" y="232"/>
                    <a:pt x="1377" y="183"/>
                    <a:pt x="1377" y="127"/>
                  </a:cubicBezTo>
                  <a:cubicBezTo>
                    <a:pt x="1377" y="121"/>
                    <a:pt x="1377" y="115"/>
                    <a:pt x="1377" y="109"/>
                  </a:cubicBezTo>
                  <a:cubicBezTo>
                    <a:pt x="1377" y="49"/>
                    <a:pt x="1328" y="0"/>
                    <a:pt x="1268" y="0"/>
                  </a:cubicBezTo>
                  <a:cubicBezTo>
                    <a:pt x="1208" y="0"/>
                    <a:pt x="1159" y="49"/>
                    <a:pt x="1159" y="109"/>
                  </a:cubicBezTo>
                  <a:cubicBezTo>
                    <a:pt x="1159" y="115"/>
                    <a:pt x="1159" y="121"/>
                    <a:pt x="1159" y="127"/>
                  </a:cubicBezTo>
                  <a:cubicBezTo>
                    <a:pt x="1159" y="187"/>
                    <a:pt x="1120" y="232"/>
                    <a:pt x="1064" y="243"/>
                  </a:cubicBezTo>
                </a:path>
              </a:pathLst>
            </a:custGeom>
            <a:noFill/>
            <a:ln w="19050" cap="flat">
              <a:solidFill>
                <a:schemeClr val="tx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nvGrpSpPr>
            <p:cNvPr id="37" name="Group 36">
              <a:extLst>
                <a:ext uri="{FF2B5EF4-FFF2-40B4-BE49-F238E27FC236}">
                  <a16:creationId xmlns:a16="http://schemas.microsoft.com/office/drawing/2014/main" id="{280D6F9E-DB63-4F45-A406-60998042963A}"/>
                </a:ext>
              </a:extLst>
            </p:cNvPr>
            <p:cNvGrpSpPr/>
            <p:nvPr/>
          </p:nvGrpSpPr>
          <p:grpSpPr>
            <a:xfrm>
              <a:off x="8824913" y="757238"/>
              <a:ext cx="469900" cy="412750"/>
              <a:chOff x="8824913" y="757238"/>
              <a:chExt cx="469900" cy="412750"/>
            </a:xfrm>
          </p:grpSpPr>
          <p:sp>
            <p:nvSpPr>
              <p:cNvPr id="38" name="Freeform 4">
                <a:extLst>
                  <a:ext uri="{FF2B5EF4-FFF2-40B4-BE49-F238E27FC236}">
                    <a16:creationId xmlns:a16="http://schemas.microsoft.com/office/drawing/2014/main" id="{76E53A67-860B-4A9B-8F20-4F2CD22F13B1}"/>
                  </a:ext>
                </a:extLst>
              </p:cNvPr>
              <p:cNvSpPr>
                <a:spLocks noChangeArrowheads="1"/>
              </p:cNvSpPr>
              <p:nvPr/>
            </p:nvSpPr>
            <p:spPr bwMode="auto">
              <a:xfrm>
                <a:off x="8824913" y="757238"/>
                <a:ext cx="469900" cy="150812"/>
              </a:xfrm>
              <a:custGeom>
                <a:avLst/>
                <a:gdLst>
                  <a:gd name="T0" fmla="*/ 25 w 1307"/>
                  <a:gd name="T1" fmla="*/ 173 h 417"/>
                  <a:gd name="T2" fmla="*/ 0 w 1307"/>
                  <a:gd name="T3" fmla="*/ 208 h 417"/>
                  <a:gd name="T4" fmla="*/ 25 w 1307"/>
                  <a:gd name="T5" fmla="*/ 243 h 417"/>
                  <a:gd name="T6" fmla="*/ 616 w 1307"/>
                  <a:gd name="T7" fmla="*/ 409 h 417"/>
                  <a:gd name="T8" fmla="*/ 690 w 1307"/>
                  <a:gd name="T9" fmla="*/ 409 h 417"/>
                  <a:gd name="T10" fmla="*/ 1281 w 1307"/>
                  <a:gd name="T11" fmla="*/ 243 h 417"/>
                  <a:gd name="T12" fmla="*/ 1306 w 1307"/>
                  <a:gd name="T13" fmla="*/ 208 h 417"/>
                  <a:gd name="T14" fmla="*/ 1281 w 1307"/>
                  <a:gd name="T15" fmla="*/ 173 h 417"/>
                  <a:gd name="T16" fmla="*/ 690 w 1307"/>
                  <a:gd name="T17" fmla="*/ 7 h 417"/>
                  <a:gd name="T18" fmla="*/ 616 w 1307"/>
                  <a:gd name="T19" fmla="*/ 7 h 417"/>
                  <a:gd name="T20" fmla="*/ 25 w 1307"/>
                  <a:gd name="T21" fmla="*/ 173 h 417"/>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 ang="0">
                    <a:pos x="T20" y="T21"/>
                  </a:cxn>
                </a:cxnLst>
                <a:rect l="0" t="0" r="r" b="b"/>
                <a:pathLst>
                  <a:path w="1307" h="417">
                    <a:moveTo>
                      <a:pt x="25" y="173"/>
                    </a:moveTo>
                    <a:cubicBezTo>
                      <a:pt x="10" y="176"/>
                      <a:pt x="0" y="190"/>
                      <a:pt x="0" y="208"/>
                    </a:cubicBezTo>
                    <a:cubicBezTo>
                      <a:pt x="0" y="222"/>
                      <a:pt x="10" y="236"/>
                      <a:pt x="25" y="243"/>
                    </a:cubicBezTo>
                    <a:cubicBezTo>
                      <a:pt x="222" y="298"/>
                      <a:pt x="419" y="354"/>
                      <a:pt x="616" y="409"/>
                    </a:cubicBezTo>
                    <a:cubicBezTo>
                      <a:pt x="641" y="416"/>
                      <a:pt x="665" y="416"/>
                      <a:pt x="690" y="409"/>
                    </a:cubicBezTo>
                    <a:cubicBezTo>
                      <a:pt x="887" y="354"/>
                      <a:pt x="1084" y="298"/>
                      <a:pt x="1281" y="243"/>
                    </a:cubicBezTo>
                    <a:cubicBezTo>
                      <a:pt x="1295" y="240"/>
                      <a:pt x="1306" y="226"/>
                      <a:pt x="1306" y="208"/>
                    </a:cubicBezTo>
                    <a:cubicBezTo>
                      <a:pt x="1306" y="194"/>
                      <a:pt x="1295" y="180"/>
                      <a:pt x="1281" y="173"/>
                    </a:cubicBezTo>
                    <a:cubicBezTo>
                      <a:pt x="1084" y="118"/>
                      <a:pt x="887" y="62"/>
                      <a:pt x="690" y="7"/>
                    </a:cubicBezTo>
                    <a:cubicBezTo>
                      <a:pt x="665" y="0"/>
                      <a:pt x="641" y="0"/>
                      <a:pt x="616" y="7"/>
                    </a:cubicBezTo>
                    <a:cubicBezTo>
                      <a:pt x="419" y="62"/>
                      <a:pt x="222" y="118"/>
                      <a:pt x="25" y="173"/>
                    </a:cubicBezTo>
                  </a:path>
                </a:pathLst>
              </a:custGeom>
              <a:noFill/>
              <a:ln w="19050" cap="flat">
                <a:solidFill>
                  <a:schemeClr val="tx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39" name="Freeform 5">
                <a:extLst>
                  <a:ext uri="{FF2B5EF4-FFF2-40B4-BE49-F238E27FC236}">
                    <a16:creationId xmlns:a16="http://schemas.microsoft.com/office/drawing/2014/main" id="{5968B77B-B320-4B69-BE09-64FC1921EFF2}"/>
                  </a:ext>
                </a:extLst>
              </p:cNvPr>
              <p:cNvSpPr>
                <a:spLocks noChangeArrowheads="1"/>
              </p:cNvSpPr>
              <p:nvPr/>
            </p:nvSpPr>
            <p:spPr bwMode="auto">
              <a:xfrm>
                <a:off x="8824913" y="876300"/>
                <a:ext cx="469900" cy="119063"/>
              </a:xfrm>
              <a:custGeom>
                <a:avLst/>
                <a:gdLst>
                  <a:gd name="T0" fmla="*/ 341 w 1307"/>
                  <a:gd name="T1" fmla="*/ 0 h 332"/>
                  <a:gd name="T2" fmla="*/ 25 w 1307"/>
                  <a:gd name="T3" fmla="*/ 88 h 332"/>
                  <a:gd name="T4" fmla="*/ 0 w 1307"/>
                  <a:gd name="T5" fmla="*/ 123 h 332"/>
                  <a:gd name="T6" fmla="*/ 25 w 1307"/>
                  <a:gd name="T7" fmla="*/ 159 h 332"/>
                  <a:gd name="T8" fmla="*/ 616 w 1307"/>
                  <a:gd name="T9" fmla="*/ 324 h 332"/>
                  <a:gd name="T10" fmla="*/ 690 w 1307"/>
                  <a:gd name="T11" fmla="*/ 324 h 332"/>
                  <a:gd name="T12" fmla="*/ 1281 w 1307"/>
                  <a:gd name="T13" fmla="*/ 159 h 332"/>
                  <a:gd name="T14" fmla="*/ 1306 w 1307"/>
                  <a:gd name="T15" fmla="*/ 123 h 332"/>
                  <a:gd name="T16" fmla="*/ 1281 w 1307"/>
                  <a:gd name="T17" fmla="*/ 88 h 332"/>
                  <a:gd name="T18" fmla="*/ 965 w 1307"/>
                  <a:gd name="T19" fmla="*/ 0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07" h="332">
                    <a:moveTo>
                      <a:pt x="341" y="0"/>
                    </a:moveTo>
                    <a:cubicBezTo>
                      <a:pt x="236" y="29"/>
                      <a:pt x="131" y="59"/>
                      <a:pt x="25" y="88"/>
                    </a:cubicBezTo>
                    <a:cubicBezTo>
                      <a:pt x="10" y="92"/>
                      <a:pt x="0" y="106"/>
                      <a:pt x="0" y="123"/>
                    </a:cubicBezTo>
                    <a:cubicBezTo>
                      <a:pt x="0" y="138"/>
                      <a:pt x="10" y="152"/>
                      <a:pt x="25" y="159"/>
                    </a:cubicBezTo>
                    <a:cubicBezTo>
                      <a:pt x="222" y="214"/>
                      <a:pt x="419" y="269"/>
                      <a:pt x="616" y="324"/>
                    </a:cubicBezTo>
                    <a:cubicBezTo>
                      <a:pt x="641" y="331"/>
                      <a:pt x="665" y="331"/>
                      <a:pt x="690" y="324"/>
                    </a:cubicBezTo>
                    <a:cubicBezTo>
                      <a:pt x="887" y="269"/>
                      <a:pt x="1084" y="214"/>
                      <a:pt x="1281" y="159"/>
                    </a:cubicBezTo>
                    <a:cubicBezTo>
                      <a:pt x="1295" y="155"/>
                      <a:pt x="1306" y="141"/>
                      <a:pt x="1306" y="123"/>
                    </a:cubicBezTo>
                    <a:cubicBezTo>
                      <a:pt x="1306" y="109"/>
                      <a:pt x="1295" y="95"/>
                      <a:pt x="1281" y="88"/>
                    </a:cubicBezTo>
                    <a:cubicBezTo>
                      <a:pt x="1176" y="59"/>
                      <a:pt x="1071" y="29"/>
                      <a:pt x="965" y="0"/>
                    </a:cubicBezTo>
                  </a:path>
                </a:pathLst>
              </a:custGeom>
              <a:noFill/>
              <a:ln w="19050" cap="flat">
                <a:solidFill>
                  <a:schemeClr val="tx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40" name="Freeform 6">
                <a:extLst>
                  <a:ext uri="{FF2B5EF4-FFF2-40B4-BE49-F238E27FC236}">
                    <a16:creationId xmlns:a16="http://schemas.microsoft.com/office/drawing/2014/main" id="{B9663920-6EDF-42E9-9900-0A4F240B1D78}"/>
                  </a:ext>
                </a:extLst>
              </p:cNvPr>
              <p:cNvSpPr>
                <a:spLocks noChangeArrowheads="1"/>
              </p:cNvSpPr>
              <p:nvPr/>
            </p:nvSpPr>
            <p:spPr bwMode="auto">
              <a:xfrm>
                <a:off x="8824913" y="963613"/>
                <a:ext cx="469900" cy="119062"/>
              </a:xfrm>
              <a:custGeom>
                <a:avLst/>
                <a:gdLst>
                  <a:gd name="T0" fmla="*/ 341 w 1307"/>
                  <a:gd name="T1" fmla="*/ 0 h 332"/>
                  <a:gd name="T2" fmla="*/ 25 w 1307"/>
                  <a:gd name="T3" fmla="*/ 88 h 332"/>
                  <a:gd name="T4" fmla="*/ 0 w 1307"/>
                  <a:gd name="T5" fmla="*/ 123 h 332"/>
                  <a:gd name="T6" fmla="*/ 25 w 1307"/>
                  <a:gd name="T7" fmla="*/ 159 h 332"/>
                  <a:gd name="T8" fmla="*/ 616 w 1307"/>
                  <a:gd name="T9" fmla="*/ 324 h 332"/>
                  <a:gd name="T10" fmla="*/ 690 w 1307"/>
                  <a:gd name="T11" fmla="*/ 324 h 332"/>
                  <a:gd name="T12" fmla="*/ 1281 w 1307"/>
                  <a:gd name="T13" fmla="*/ 159 h 332"/>
                  <a:gd name="T14" fmla="*/ 1306 w 1307"/>
                  <a:gd name="T15" fmla="*/ 123 h 332"/>
                  <a:gd name="T16" fmla="*/ 1281 w 1307"/>
                  <a:gd name="T17" fmla="*/ 88 h 332"/>
                  <a:gd name="T18" fmla="*/ 965 w 1307"/>
                  <a:gd name="T19" fmla="*/ 0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07" h="332">
                    <a:moveTo>
                      <a:pt x="341" y="0"/>
                    </a:moveTo>
                    <a:cubicBezTo>
                      <a:pt x="236" y="29"/>
                      <a:pt x="131" y="59"/>
                      <a:pt x="25" y="88"/>
                    </a:cubicBezTo>
                    <a:cubicBezTo>
                      <a:pt x="10" y="92"/>
                      <a:pt x="0" y="106"/>
                      <a:pt x="0" y="123"/>
                    </a:cubicBezTo>
                    <a:cubicBezTo>
                      <a:pt x="0" y="137"/>
                      <a:pt x="10" y="152"/>
                      <a:pt x="25" y="159"/>
                    </a:cubicBezTo>
                    <a:cubicBezTo>
                      <a:pt x="222" y="214"/>
                      <a:pt x="419" y="269"/>
                      <a:pt x="616" y="324"/>
                    </a:cubicBezTo>
                    <a:cubicBezTo>
                      <a:pt x="641" y="331"/>
                      <a:pt x="665" y="331"/>
                      <a:pt x="690" y="324"/>
                    </a:cubicBezTo>
                    <a:cubicBezTo>
                      <a:pt x="887" y="269"/>
                      <a:pt x="1084" y="214"/>
                      <a:pt x="1281" y="159"/>
                    </a:cubicBezTo>
                    <a:cubicBezTo>
                      <a:pt x="1295" y="155"/>
                      <a:pt x="1306" y="141"/>
                      <a:pt x="1306" y="123"/>
                    </a:cubicBezTo>
                    <a:cubicBezTo>
                      <a:pt x="1306" y="109"/>
                      <a:pt x="1295" y="95"/>
                      <a:pt x="1281" y="88"/>
                    </a:cubicBezTo>
                    <a:cubicBezTo>
                      <a:pt x="1176" y="59"/>
                      <a:pt x="1071" y="29"/>
                      <a:pt x="965" y="0"/>
                    </a:cubicBezTo>
                  </a:path>
                </a:pathLst>
              </a:custGeom>
              <a:noFill/>
              <a:ln w="19050" cap="flat">
                <a:solidFill>
                  <a:schemeClr val="tx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sp>
            <p:nvSpPr>
              <p:cNvPr id="41" name="Freeform 7">
                <a:extLst>
                  <a:ext uri="{FF2B5EF4-FFF2-40B4-BE49-F238E27FC236}">
                    <a16:creationId xmlns:a16="http://schemas.microsoft.com/office/drawing/2014/main" id="{AFB9AB04-2B28-40C9-B6BC-700DBD6D32EE}"/>
                  </a:ext>
                </a:extLst>
              </p:cNvPr>
              <p:cNvSpPr>
                <a:spLocks noChangeArrowheads="1"/>
              </p:cNvSpPr>
              <p:nvPr/>
            </p:nvSpPr>
            <p:spPr bwMode="auto">
              <a:xfrm>
                <a:off x="8824913" y="1050925"/>
                <a:ext cx="469900" cy="119063"/>
              </a:xfrm>
              <a:custGeom>
                <a:avLst/>
                <a:gdLst>
                  <a:gd name="T0" fmla="*/ 341 w 1307"/>
                  <a:gd name="T1" fmla="*/ 0 h 332"/>
                  <a:gd name="T2" fmla="*/ 25 w 1307"/>
                  <a:gd name="T3" fmla="*/ 88 h 332"/>
                  <a:gd name="T4" fmla="*/ 0 w 1307"/>
                  <a:gd name="T5" fmla="*/ 123 h 332"/>
                  <a:gd name="T6" fmla="*/ 25 w 1307"/>
                  <a:gd name="T7" fmla="*/ 159 h 332"/>
                  <a:gd name="T8" fmla="*/ 616 w 1307"/>
                  <a:gd name="T9" fmla="*/ 324 h 332"/>
                  <a:gd name="T10" fmla="*/ 690 w 1307"/>
                  <a:gd name="T11" fmla="*/ 324 h 332"/>
                  <a:gd name="T12" fmla="*/ 1281 w 1307"/>
                  <a:gd name="T13" fmla="*/ 159 h 332"/>
                  <a:gd name="T14" fmla="*/ 1306 w 1307"/>
                  <a:gd name="T15" fmla="*/ 123 h 332"/>
                  <a:gd name="T16" fmla="*/ 1281 w 1307"/>
                  <a:gd name="T17" fmla="*/ 88 h 332"/>
                  <a:gd name="T18" fmla="*/ 965 w 1307"/>
                  <a:gd name="T19" fmla="*/ 0 h 332"/>
                </a:gdLst>
                <a:ahLst/>
                <a:cxnLst>
                  <a:cxn ang="0">
                    <a:pos x="T0" y="T1"/>
                  </a:cxn>
                  <a:cxn ang="0">
                    <a:pos x="T2" y="T3"/>
                  </a:cxn>
                  <a:cxn ang="0">
                    <a:pos x="T4" y="T5"/>
                  </a:cxn>
                  <a:cxn ang="0">
                    <a:pos x="T6" y="T7"/>
                  </a:cxn>
                  <a:cxn ang="0">
                    <a:pos x="T8" y="T9"/>
                  </a:cxn>
                  <a:cxn ang="0">
                    <a:pos x="T10" y="T11"/>
                  </a:cxn>
                  <a:cxn ang="0">
                    <a:pos x="T12" y="T13"/>
                  </a:cxn>
                  <a:cxn ang="0">
                    <a:pos x="T14" y="T15"/>
                  </a:cxn>
                  <a:cxn ang="0">
                    <a:pos x="T16" y="T17"/>
                  </a:cxn>
                  <a:cxn ang="0">
                    <a:pos x="T18" y="T19"/>
                  </a:cxn>
                </a:cxnLst>
                <a:rect l="0" t="0" r="r" b="b"/>
                <a:pathLst>
                  <a:path w="1307" h="332">
                    <a:moveTo>
                      <a:pt x="341" y="0"/>
                    </a:moveTo>
                    <a:cubicBezTo>
                      <a:pt x="236" y="29"/>
                      <a:pt x="131" y="59"/>
                      <a:pt x="25" y="88"/>
                    </a:cubicBezTo>
                    <a:cubicBezTo>
                      <a:pt x="10" y="92"/>
                      <a:pt x="0" y="106"/>
                      <a:pt x="0" y="123"/>
                    </a:cubicBezTo>
                    <a:cubicBezTo>
                      <a:pt x="0" y="137"/>
                      <a:pt x="10" y="152"/>
                      <a:pt x="25" y="159"/>
                    </a:cubicBezTo>
                    <a:cubicBezTo>
                      <a:pt x="222" y="214"/>
                      <a:pt x="419" y="269"/>
                      <a:pt x="616" y="324"/>
                    </a:cubicBezTo>
                    <a:cubicBezTo>
                      <a:pt x="641" y="331"/>
                      <a:pt x="665" y="331"/>
                      <a:pt x="690" y="324"/>
                    </a:cubicBezTo>
                    <a:cubicBezTo>
                      <a:pt x="887" y="269"/>
                      <a:pt x="1084" y="214"/>
                      <a:pt x="1281" y="159"/>
                    </a:cubicBezTo>
                    <a:cubicBezTo>
                      <a:pt x="1295" y="155"/>
                      <a:pt x="1306" y="141"/>
                      <a:pt x="1306" y="123"/>
                    </a:cubicBezTo>
                    <a:cubicBezTo>
                      <a:pt x="1306" y="109"/>
                      <a:pt x="1295" y="95"/>
                      <a:pt x="1281" y="88"/>
                    </a:cubicBezTo>
                    <a:cubicBezTo>
                      <a:pt x="1176" y="59"/>
                      <a:pt x="1071" y="29"/>
                      <a:pt x="965" y="0"/>
                    </a:cubicBezTo>
                  </a:path>
                </a:pathLst>
              </a:custGeom>
              <a:noFill/>
              <a:ln w="19050" cap="flat">
                <a:solidFill>
                  <a:schemeClr val="tx2"/>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Lst>
            </p:spPr>
            <p:txBody>
              <a:bodyPr wrap="none" anchor="ctr"/>
              <a:lstStyle/>
              <a:p>
                <a:pPr marL="0" marR="0" lvl="0" indent="0" algn="l"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black"/>
                  </a:solidFill>
                  <a:effectLst/>
                  <a:uLnTx/>
                  <a:uFillTx/>
                  <a:latin typeface="Arial"/>
                  <a:ea typeface="+mn-ea"/>
                  <a:cs typeface="+mn-cs"/>
                </a:endParaRPr>
              </a:p>
            </p:txBody>
          </p:sp>
        </p:grpSp>
      </p:grpSp>
      <p:sp>
        <p:nvSpPr>
          <p:cNvPr id="42" name="TextBox 41">
            <a:extLst>
              <a:ext uri="{FF2B5EF4-FFF2-40B4-BE49-F238E27FC236}">
                <a16:creationId xmlns:a16="http://schemas.microsoft.com/office/drawing/2014/main" id="{751EB848-F045-4017-B5A5-EB66A0E678CB}"/>
              </a:ext>
            </a:extLst>
          </p:cNvPr>
          <p:cNvSpPr txBox="1"/>
          <p:nvPr/>
        </p:nvSpPr>
        <p:spPr>
          <a:xfrm>
            <a:off x="425557" y="1417236"/>
            <a:ext cx="10039525" cy="369332"/>
          </a:xfrm>
          <a:prstGeom prst="rect">
            <a:avLst/>
          </a:prstGeom>
          <a:noFill/>
        </p:spPr>
        <p:txBody>
          <a:bodyPr wrap="square">
            <a:spAutoFit/>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kumimoji="0" lang="en-GB" sz="1800" b="0" i="0" u="none" strike="noStrike" kern="1200" cap="none" spc="0" normalizeH="0" baseline="0" noProof="0" dirty="0">
                <a:ln>
                  <a:noFill/>
                </a:ln>
                <a:solidFill>
                  <a:prstClr val="black"/>
                </a:solidFill>
                <a:effectLst/>
                <a:uLnTx/>
                <a:uFillTx/>
                <a:latin typeface="Arial"/>
                <a:ea typeface="+mn-ea"/>
                <a:cs typeface="+mn-cs"/>
              </a:rPr>
              <a:t>Applications that would </a:t>
            </a:r>
            <a:r>
              <a:rPr kumimoji="0" lang="en-GB" sz="1800" b="1" i="0" u="none" strike="noStrike" kern="1200" cap="none" spc="0" normalizeH="0" baseline="0" noProof="0" dirty="0">
                <a:ln>
                  <a:noFill/>
                </a:ln>
                <a:solidFill>
                  <a:prstClr val="black"/>
                </a:solidFill>
                <a:effectLst/>
                <a:uLnTx/>
                <a:uFillTx/>
                <a:latin typeface="Arial"/>
                <a:ea typeface="+mn-ea"/>
                <a:cs typeface="+mn-cs"/>
              </a:rPr>
              <a:t>NOT</a:t>
            </a:r>
            <a:r>
              <a:rPr kumimoji="0" lang="en-GB" sz="1800" b="0" i="0" u="none" strike="noStrike" kern="1200" cap="none" spc="0" normalizeH="0" baseline="0" noProof="0" dirty="0">
                <a:ln>
                  <a:noFill/>
                </a:ln>
                <a:solidFill>
                  <a:prstClr val="black"/>
                </a:solidFill>
                <a:effectLst/>
                <a:uLnTx/>
                <a:uFillTx/>
                <a:latin typeface="Arial"/>
                <a:ea typeface="+mn-ea"/>
                <a:cs typeface="+mn-cs"/>
              </a:rPr>
              <a:t> be </a:t>
            </a:r>
            <a:r>
              <a:rPr lang="en-GB" dirty="0">
                <a:solidFill>
                  <a:prstClr val="black"/>
                </a:solidFill>
                <a:latin typeface="Arial"/>
              </a:rPr>
              <a:t>included in the data gathering template: </a:t>
            </a:r>
            <a:endParaRPr kumimoji="0" lang="en-GB" sz="1800" b="0" i="0" u="none" strike="noStrike" kern="1200" cap="none" spc="0" normalizeH="0" baseline="0" noProof="0" dirty="0">
              <a:ln>
                <a:noFill/>
              </a:ln>
              <a:solidFill>
                <a:prstClr val="black"/>
              </a:solidFill>
              <a:effectLst/>
              <a:uLnTx/>
              <a:uFillTx/>
              <a:latin typeface="Arial"/>
              <a:ea typeface="+mn-ea"/>
              <a:cs typeface="+mn-cs"/>
            </a:endParaRPr>
          </a:p>
        </p:txBody>
      </p:sp>
      <p:pic>
        <p:nvPicPr>
          <p:cNvPr id="43" name="Picture 42"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9011630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B45B5D87-1A9C-4296-BE6D-8FD51B76A1AE}"/>
              </a:ext>
            </a:extLst>
          </p:cNvPr>
          <p:cNvSpPr>
            <a:spLocks noGrp="1"/>
          </p:cNvSpPr>
          <p:nvPr>
            <p:ph type="sldNum" sz="quarter" idx="11"/>
          </p:nvPr>
        </p:nvSpPr>
        <p:spPr/>
        <p:txBody>
          <a:bodyPr/>
          <a:lstStyle/>
          <a:p>
            <a:fld id="{762E77F0-FB5B-4E8E-9BC9-34F14560A017}" type="slidenum">
              <a:rPr lang="en-US" smtClean="0"/>
              <a:pPr/>
              <a:t>8</a:t>
            </a:fld>
            <a:endParaRPr lang="en-US" dirty="0"/>
          </a:p>
        </p:txBody>
      </p:sp>
      <p:sp>
        <p:nvSpPr>
          <p:cNvPr id="3" name="Text Placeholder 2">
            <a:extLst>
              <a:ext uri="{FF2B5EF4-FFF2-40B4-BE49-F238E27FC236}">
                <a16:creationId xmlns:a16="http://schemas.microsoft.com/office/drawing/2014/main" id="{FAAF5F2B-708A-4ADB-8E23-E7A72E24BA97}"/>
              </a:ext>
            </a:extLst>
          </p:cNvPr>
          <p:cNvSpPr>
            <a:spLocks noGrp="1"/>
          </p:cNvSpPr>
          <p:nvPr>
            <p:ph type="body" sz="quarter" idx="12"/>
          </p:nvPr>
        </p:nvSpPr>
        <p:spPr>
          <a:xfrm>
            <a:off x="361950" y="1780033"/>
            <a:ext cx="11468100" cy="5097018"/>
          </a:xfrm>
        </p:spPr>
        <p:txBody>
          <a:bodyPr/>
          <a:lstStyle/>
          <a:p>
            <a:pPr marL="342900" indent="-342900">
              <a:buFont typeface="+mj-lt"/>
              <a:buAutoNum type="arabicPeriod"/>
            </a:pPr>
            <a:r>
              <a:rPr lang="en-GB" dirty="0"/>
              <a:t>Populate the leftmost column with all Applications in scope as listed by the customer (make sure they understand what is meant by an Application)</a:t>
            </a:r>
          </a:p>
          <a:p>
            <a:pPr marL="342900" indent="-342900">
              <a:buFont typeface="+mj-lt"/>
              <a:buAutoNum type="arabicPeriod"/>
            </a:pPr>
            <a:r>
              <a:rPr lang="en-GB" dirty="0"/>
              <a:t>Schedule validation session with customer to ensure that the applications listed are actually in scope for migration and are in line with SOW. No value gained in gathering data on apps that will not move to cloud or apps that are out of scope</a:t>
            </a:r>
          </a:p>
          <a:p>
            <a:pPr marL="342900" indent="-342900">
              <a:buFont typeface="+mj-lt"/>
              <a:buAutoNum type="arabicPeriod"/>
            </a:pPr>
            <a:r>
              <a:rPr lang="en-GB" dirty="0"/>
              <a:t>During validation session, explain the overall goal of the template, and attempt to get information on which applications are owned by who (Populate the app owner column)</a:t>
            </a:r>
          </a:p>
          <a:p>
            <a:pPr marL="342900" indent="-342900">
              <a:buFont typeface="+mj-lt"/>
              <a:buAutoNum type="arabicPeriod"/>
            </a:pPr>
            <a:r>
              <a:rPr lang="en-GB" dirty="0"/>
              <a:t>Schedule workshops with relevant app owners to take them through the template for their applications. Work column by column with each individual app and explain what it means and why we gather that data.</a:t>
            </a:r>
          </a:p>
          <a:p>
            <a:pPr marL="342900" indent="-342900">
              <a:buFont typeface="+mj-lt"/>
              <a:buAutoNum type="arabicPeriod"/>
            </a:pPr>
            <a:r>
              <a:rPr lang="en-GB" dirty="0"/>
              <a:t>If there are constraints due to timeline or large volume of apps – there is potential to leave the template in the customer’s hands to populate the sheet (However, clear instructions and examples should be provided to avoid misuse of the document, and workshops should be held for validation of unclear data points</a:t>
            </a:r>
          </a:p>
          <a:p>
            <a:pPr marL="342900" indent="-342900">
              <a:buFont typeface="+mj-lt"/>
              <a:buAutoNum type="arabicPeriod"/>
            </a:pPr>
            <a:endParaRPr lang="en-GB" dirty="0"/>
          </a:p>
        </p:txBody>
      </p:sp>
      <p:sp>
        <p:nvSpPr>
          <p:cNvPr id="5" name="Title 4">
            <a:extLst>
              <a:ext uri="{FF2B5EF4-FFF2-40B4-BE49-F238E27FC236}">
                <a16:creationId xmlns:a16="http://schemas.microsoft.com/office/drawing/2014/main" id="{2EC8D6F9-4D7E-4DB6-AC18-F95F8C47074B}"/>
              </a:ext>
            </a:extLst>
          </p:cNvPr>
          <p:cNvSpPr>
            <a:spLocks noGrp="1"/>
          </p:cNvSpPr>
          <p:nvPr>
            <p:ph type="title"/>
          </p:nvPr>
        </p:nvSpPr>
        <p:spPr/>
        <p:txBody>
          <a:bodyPr/>
          <a:lstStyle/>
          <a:p>
            <a:r>
              <a:rPr lang="en-GB" dirty="0"/>
              <a:t>How to populate it?</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042014520"/>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9</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760982"/>
            <a:ext cx="11468100" cy="5097018"/>
          </a:xfrm>
        </p:spPr>
        <p:txBody>
          <a:bodyPr/>
          <a:lstStyle/>
          <a:p>
            <a:r>
              <a:rPr lang="en-GB" sz="1600" b="1" dirty="0"/>
              <a:t>Application Name: </a:t>
            </a:r>
            <a:r>
              <a:rPr lang="en-GB" sz="1600" dirty="0"/>
              <a:t>Starting point for the template – All business Applications and Shared Services should be listed here (see Slide 5 for more info)</a:t>
            </a:r>
          </a:p>
          <a:p>
            <a:r>
              <a:rPr lang="en-GB" sz="1600" b="1" dirty="0"/>
              <a:t>Application Class: </a:t>
            </a:r>
            <a:r>
              <a:rPr lang="en-GB" sz="1600" dirty="0"/>
              <a:t>Values can be either Business App, Infra Shared Service, Desktop Software (considered </a:t>
            </a:r>
            <a:r>
              <a:rPr lang="en-GB" sz="1600" b="1" dirty="0"/>
              <a:t>out of scope</a:t>
            </a:r>
            <a:r>
              <a:rPr lang="en-GB" sz="1600" dirty="0"/>
              <a:t>) or SaaS (considered </a:t>
            </a:r>
            <a:r>
              <a:rPr lang="en-GB" sz="1600" b="1" dirty="0"/>
              <a:t>out of scope</a:t>
            </a:r>
            <a:r>
              <a:rPr lang="en-GB" sz="1600" dirty="0"/>
              <a:t>)</a:t>
            </a:r>
            <a:endParaRPr lang="en-GB" sz="1600" b="1" dirty="0"/>
          </a:p>
          <a:p>
            <a:r>
              <a:rPr lang="en-GB" sz="1600" b="1" dirty="0"/>
              <a:t>Application Description: </a:t>
            </a:r>
            <a:r>
              <a:rPr lang="en-GB" sz="1600" dirty="0"/>
              <a:t>Few short sentences describing the application purpose/function and high level technical details. Should not become a long paragraph or detailed description.</a:t>
            </a:r>
          </a:p>
          <a:p>
            <a:r>
              <a:rPr lang="en-GB" sz="1600" b="1" dirty="0"/>
              <a:t>Application Environment: </a:t>
            </a:r>
            <a:r>
              <a:rPr lang="en-GB" sz="1600" dirty="0"/>
              <a:t>Does this exist in Prod/Dev/Test, or all of the above? Test environments will have less migration risk due to impacted users. Prod has much greater risk during migration. Test enviros usually make a good fit for first movers</a:t>
            </a:r>
          </a:p>
          <a:p>
            <a:r>
              <a:rPr lang="en-GB" sz="1600" b="1" dirty="0"/>
              <a:t>Application Owner: </a:t>
            </a:r>
            <a:r>
              <a:rPr lang="en-GB" sz="1600" dirty="0"/>
              <a:t>Should be a SME (Subject Matter Expert) on the application. Should be the person present in workshops to provide data for template.</a:t>
            </a:r>
          </a:p>
          <a:p>
            <a:r>
              <a:rPr lang="en-GB" sz="1600" b="1" dirty="0"/>
              <a:t>Presentation Method: </a:t>
            </a:r>
            <a:r>
              <a:rPr lang="en-GB" sz="1600" dirty="0"/>
              <a:t>How is the application accessed? Could be a backend system accessed through RDP/SSH sessions, or through an API (even potentially through SQL management server if it’s a data warehouse). Could be accessed via a website or GUI for frontend service</a:t>
            </a:r>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4766965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10</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492393"/>
            <a:ext cx="11468100" cy="5097018"/>
          </a:xfrm>
        </p:spPr>
        <p:txBody>
          <a:bodyPr/>
          <a:lstStyle/>
          <a:p>
            <a:r>
              <a:rPr lang="en-GB" sz="1600" b="1" dirty="0"/>
              <a:t>Application Components: </a:t>
            </a:r>
            <a:r>
              <a:rPr lang="en-GB" sz="1600" dirty="0"/>
              <a:t>How many services or separately installed parts make up this application? </a:t>
            </a:r>
            <a:r>
              <a:rPr lang="en-GB" sz="1600" b="1" dirty="0"/>
              <a:t> </a:t>
            </a:r>
            <a:r>
              <a:rPr lang="en-GB" sz="1600" dirty="0"/>
              <a:t>(e.g. SAP finance made up of multiple products that need to be installed separately). Just a number needed, does not require the actual list of components at this stage.</a:t>
            </a:r>
          </a:p>
          <a:p>
            <a:r>
              <a:rPr lang="en-GB" sz="1600" b="1" dirty="0"/>
              <a:t>Lifecycle Status: </a:t>
            </a:r>
            <a:r>
              <a:rPr lang="en-GB" sz="1600" dirty="0"/>
              <a:t>These should be customer defined, but to give examples for their understanding:</a:t>
            </a:r>
          </a:p>
          <a:p>
            <a:pPr lvl="2">
              <a:buFont typeface="Wingdings" panose="05000000000000000000" pitchFamily="2" charset="2"/>
              <a:buChar char="ü"/>
            </a:pPr>
            <a:r>
              <a:rPr lang="en-GB" sz="1600" b="1" dirty="0"/>
              <a:t>New in: </a:t>
            </a:r>
            <a:r>
              <a:rPr lang="en-GB" sz="1600" dirty="0"/>
              <a:t>Built or bought in the last 3-6 months</a:t>
            </a:r>
          </a:p>
          <a:p>
            <a:pPr lvl="2">
              <a:buFont typeface="Wingdings" panose="05000000000000000000" pitchFamily="2" charset="2"/>
              <a:buChar char="ü"/>
            </a:pPr>
            <a:r>
              <a:rPr lang="en-GB" sz="1600" b="1" dirty="0"/>
              <a:t>Midlife:</a:t>
            </a:r>
            <a:r>
              <a:rPr lang="en-GB" sz="1600" dirty="0"/>
              <a:t> In operation for more than 6 months</a:t>
            </a:r>
          </a:p>
          <a:p>
            <a:pPr lvl="2">
              <a:buFont typeface="Wingdings" panose="05000000000000000000" pitchFamily="2" charset="2"/>
              <a:buChar char="ü"/>
            </a:pPr>
            <a:r>
              <a:rPr lang="en-GB" sz="1600" b="1" dirty="0"/>
              <a:t>End of Life: </a:t>
            </a:r>
            <a:r>
              <a:rPr lang="en-GB" sz="1600" dirty="0"/>
              <a:t>Outdated software, unsupported by manufacturer – nearing decision point to decommission</a:t>
            </a:r>
          </a:p>
          <a:p>
            <a:pPr lvl="2">
              <a:buFont typeface="Wingdings" panose="05000000000000000000" pitchFamily="2" charset="2"/>
              <a:buChar char="ü"/>
            </a:pPr>
            <a:r>
              <a:rPr lang="en-GB" sz="1600" b="1" dirty="0"/>
              <a:t>Decommissioned: </a:t>
            </a:r>
            <a:r>
              <a:rPr lang="en-GB" sz="1600" dirty="0"/>
              <a:t>Application no longer serving users, but servers are still up and running.</a:t>
            </a:r>
          </a:p>
          <a:p>
            <a:r>
              <a:rPr lang="en-GB" sz="1600" b="1" dirty="0"/>
              <a:t>Users: </a:t>
            </a:r>
            <a:r>
              <a:rPr lang="en-GB" sz="1600" dirty="0"/>
              <a:t>How many users make use of the application? Could be 10-20 for internal applications or 100’s/1000’s for customer-facing applications</a:t>
            </a:r>
          </a:p>
          <a:p>
            <a:r>
              <a:rPr lang="en-GB" sz="1600" b="1" dirty="0"/>
              <a:t>Business Unit: </a:t>
            </a:r>
            <a:r>
              <a:rPr lang="en-GB" sz="1600" dirty="0"/>
              <a:t>Can be a department or segment of the business (e.g. HR, IT, Finance, Engineering) </a:t>
            </a:r>
          </a:p>
          <a:p>
            <a:r>
              <a:rPr lang="en-GB" sz="1600" b="1" dirty="0"/>
              <a:t>Peak Period: </a:t>
            </a:r>
            <a:r>
              <a:rPr lang="en-GB" sz="1600" dirty="0"/>
              <a:t>When are there spikes in traffic to this application? Is it busiest on Monday mornings, Friday afternoon, Black Friday, Christmas? Useful to identify a suitable outage window to Migrate application to ensure minimal impact to users.</a:t>
            </a:r>
            <a:endParaRPr lang="en-GB" sz="1600" b="1" dirty="0"/>
          </a:p>
          <a:p>
            <a:pPr>
              <a:buFont typeface="Wingdings" panose="05000000000000000000" pitchFamily="2" charset="2"/>
              <a:buChar char="§"/>
            </a:pPr>
            <a:endParaRPr lang="en-GB" sz="1600" b="1" dirty="0"/>
          </a:p>
          <a:p>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613784535"/>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11</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472058"/>
            <a:ext cx="11468100" cy="5097018"/>
          </a:xfrm>
        </p:spPr>
        <p:txBody>
          <a:bodyPr/>
          <a:lstStyle/>
          <a:p>
            <a:r>
              <a:rPr lang="en-GB" sz="1600" b="1" dirty="0"/>
              <a:t>Application Type: </a:t>
            </a:r>
            <a:r>
              <a:rPr lang="en-GB" sz="1600" dirty="0"/>
              <a:t>Bespoke meaning it was built by the customer, or COTS meaning it was bought from an external third party. Can be a combination of both (i.e COTS with customization)</a:t>
            </a:r>
          </a:p>
          <a:p>
            <a:r>
              <a:rPr lang="en-GB" sz="1600" b="1" dirty="0"/>
              <a:t>Automation:</a:t>
            </a:r>
            <a:r>
              <a:rPr lang="en-GB" sz="1600" dirty="0"/>
              <a:t> Is the application code automatically redeployed using a pipeline or deployment mechanism? Or is the application manually installed and configured by customer? If they rely heavily on their deployment mechanism for applications – there is the option to suggest they rebuild this pipeline in cloud and use it to deploy their apps</a:t>
            </a:r>
          </a:p>
          <a:p>
            <a:r>
              <a:rPr lang="en-GB" sz="1600" b="1" dirty="0"/>
              <a:t>Infrastructure Count:</a:t>
            </a:r>
            <a:r>
              <a:rPr lang="en-GB" sz="1600" dirty="0"/>
              <a:t> Simply the number of servers that host the application</a:t>
            </a:r>
          </a:p>
          <a:p>
            <a:r>
              <a:rPr lang="en-GB" sz="1600" b="1" dirty="0"/>
              <a:t>Infrastructure:</a:t>
            </a:r>
            <a:r>
              <a:rPr lang="en-GB" sz="1600" dirty="0"/>
              <a:t> The actual hostnames of servers that run this application. Useful in completing the Application to Infrastructure mapping for later phases. Important to know which servers are needed to be targeted during migration and those to be decommissioned post migration.</a:t>
            </a:r>
          </a:p>
          <a:p>
            <a:r>
              <a:rPr lang="en-GB" sz="1600" b="1" dirty="0"/>
              <a:t>OS: </a:t>
            </a:r>
            <a:r>
              <a:rPr lang="en-GB" sz="1600" dirty="0"/>
              <a:t>Operating system of severs running the application. Useful to get actual version (e.g. Window 2003) to identify if server OS is out of vendor support. </a:t>
            </a:r>
          </a:p>
          <a:p>
            <a:r>
              <a:rPr lang="en-GB" sz="1600" b="1" dirty="0"/>
              <a:t>Dependant Applications: </a:t>
            </a:r>
            <a:r>
              <a:rPr lang="en-GB" sz="1600" dirty="0"/>
              <a:t>This refers to hard latency dependencies. What other applications would be seriously impacted (or cease to run) if this application was moved to a different location at a different time</a:t>
            </a:r>
          </a:p>
          <a:p>
            <a:r>
              <a:rPr lang="en-GB" sz="1600" b="1" dirty="0"/>
              <a:t>Interfaces: </a:t>
            </a:r>
            <a:r>
              <a:rPr lang="en-GB" sz="1600" dirty="0"/>
              <a:t>Number of communication paths between other applications. Usually similar to dependant applications. Just a number is required</a:t>
            </a:r>
          </a:p>
          <a:p>
            <a:endParaRPr lang="en-GB" sz="1600" dirty="0"/>
          </a:p>
          <a:p>
            <a:endParaRPr lang="en-GB" sz="1600" b="1" dirty="0"/>
          </a:p>
          <a:p>
            <a:endParaRPr lang="en-GB" sz="1600" dirty="0"/>
          </a:p>
          <a:p>
            <a:endParaRPr lang="en-GB" sz="1600" b="1" dirty="0"/>
          </a:p>
          <a:p>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26624202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12</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440006"/>
            <a:ext cx="11468100" cy="5097018"/>
          </a:xfrm>
        </p:spPr>
        <p:txBody>
          <a:bodyPr/>
          <a:lstStyle/>
          <a:p>
            <a:r>
              <a:rPr lang="en-GB" sz="1600" b="1" dirty="0"/>
              <a:t>IP/Hostname Concern:</a:t>
            </a:r>
            <a:r>
              <a:rPr lang="en-GB" sz="1600" dirty="0"/>
              <a:t> Are there any network concerns to consider that cannot be easily managed with a DNS change (e.g. Hardcoded IP addresses, load balancers, multiple IP addresses)</a:t>
            </a:r>
            <a:endParaRPr lang="en-GB" sz="1600" b="1" dirty="0"/>
          </a:p>
          <a:p>
            <a:r>
              <a:rPr lang="en-GB" sz="1600" b="1" dirty="0"/>
              <a:t>Application Tiers: </a:t>
            </a:r>
            <a:r>
              <a:rPr lang="en-GB" sz="1600" dirty="0"/>
              <a:t>Number of application tiers (Usually between 1-3). Referring to frontend (UI), middleware (business logic) and backend (databases). Can be 4 tiered if there are external connection</a:t>
            </a:r>
          </a:p>
          <a:p>
            <a:r>
              <a:rPr lang="en-GB" sz="1600" b="1" dirty="0"/>
              <a:t>Databases: </a:t>
            </a:r>
            <a:r>
              <a:rPr lang="en-GB" sz="1600" dirty="0"/>
              <a:t>Simply number of databases that are being used to run this application</a:t>
            </a:r>
          </a:p>
          <a:p>
            <a:r>
              <a:rPr lang="en-GB" sz="1600" b="1" dirty="0"/>
              <a:t>DB Type:</a:t>
            </a:r>
            <a:r>
              <a:rPr lang="en-GB" sz="1600" dirty="0"/>
              <a:t> Database technology used (e.g. Oracle, SQL, PostgreSQL)</a:t>
            </a:r>
          </a:p>
          <a:p>
            <a:r>
              <a:rPr lang="en-GB" sz="1600" b="1" dirty="0"/>
              <a:t>DB Size:</a:t>
            </a:r>
            <a:r>
              <a:rPr lang="en-GB" sz="1600" dirty="0"/>
              <a:t> Simply volume of data that exists in databases (in MB/GB)</a:t>
            </a:r>
          </a:p>
          <a:p>
            <a:r>
              <a:rPr lang="en-GB" sz="1600" b="1" dirty="0"/>
              <a:t>Data Volume: </a:t>
            </a:r>
            <a:r>
              <a:rPr lang="en-GB" sz="1600" dirty="0"/>
              <a:t>Refers to any additional data not stored in database (i.e. </a:t>
            </a:r>
            <a:r>
              <a:rPr lang="en-GB" sz="1600" dirty="0" err="1"/>
              <a:t>Fileshare</a:t>
            </a:r>
            <a:r>
              <a:rPr lang="en-GB" sz="1600" dirty="0"/>
              <a:t> or external storage)</a:t>
            </a:r>
          </a:p>
          <a:p>
            <a:r>
              <a:rPr lang="en-GB" sz="1600" b="1" dirty="0"/>
              <a:t>RPO: </a:t>
            </a:r>
            <a:r>
              <a:rPr lang="en-GB" sz="1600" dirty="0"/>
              <a:t>Recovery Point Objective - describes the age of the data you want to restore in the event of a disaster. Usually related to backup frequency (i.e. Biweekly, Daily). </a:t>
            </a:r>
          </a:p>
          <a:p>
            <a:r>
              <a:rPr lang="en-GB" sz="1600" b="1" dirty="0"/>
              <a:t>RTO: </a:t>
            </a:r>
            <a:r>
              <a:rPr lang="en-GB" sz="1600" dirty="0"/>
              <a:t>Timeframe requirement for how long it should take to recover from the time of declaring the disaster to when the critical process or system is available to users. (App owners may not have this information – sometimes defined in SLA of applications)</a:t>
            </a:r>
          </a:p>
          <a:p>
            <a:r>
              <a:rPr lang="en-GB" sz="1600" b="1" dirty="0"/>
              <a:t>MTO</a:t>
            </a:r>
            <a:r>
              <a:rPr lang="en-GB" sz="1600" dirty="0"/>
              <a:t>: Maximum amount of time that an organization can survive without the business process in any form. (App owners may not have this information – sometimes defined in SLA of applications)</a:t>
            </a:r>
          </a:p>
          <a:p>
            <a:pPr marL="0" indent="0">
              <a:buNone/>
            </a:pPr>
            <a:endParaRPr lang="en-GB" sz="1600" dirty="0"/>
          </a:p>
          <a:p>
            <a:endParaRPr lang="en-GB" sz="1600" dirty="0"/>
          </a:p>
          <a:p>
            <a:endParaRPr lang="en-GB" sz="1600" b="1" dirty="0"/>
          </a:p>
          <a:p>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58865962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13</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538732"/>
            <a:ext cx="11468100" cy="5097018"/>
          </a:xfrm>
        </p:spPr>
        <p:txBody>
          <a:bodyPr/>
          <a:lstStyle/>
          <a:p>
            <a:r>
              <a:rPr lang="en-GB" sz="1600" b="1" dirty="0"/>
              <a:t>SLA Uptime: </a:t>
            </a:r>
            <a:r>
              <a:rPr lang="en-GB" sz="1600" dirty="0"/>
              <a:t>The availability required for the application (Usually defined in SLA). Examples of levels: </a:t>
            </a:r>
          </a:p>
          <a:p>
            <a:pPr lvl="1">
              <a:buFont typeface="Wingdings" panose="05000000000000000000" pitchFamily="2" charset="2"/>
              <a:buChar char="ü"/>
            </a:pPr>
            <a:r>
              <a:rPr lang="en-GB" sz="1600" b="1" dirty="0"/>
              <a:t>High:</a:t>
            </a:r>
            <a:r>
              <a:rPr lang="en-GB" sz="1600" dirty="0"/>
              <a:t> Always available (99.99999%)</a:t>
            </a:r>
          </a:p>
          <a:p>
            <a:pPr lvl="1">
              <a:buFont typeface="Wingdings" panose="05000000000000000000" pitchFamily="2" charset="2"/>
              <a:buChar char="ü"/>
            </a:pPr>
            <a:r>
              <a:rPr lang="en-GB" sz="1600" b="1" dirty="0"/>
              <a:t>Medium:</a:t>
            </a:r>
            <a:r>
              <a:rPr lang="en-GB" sz="1600" dirty="0"/>
              <a:t> Can tolerate a small amount of downtime</a:t>
            </a:r>
          </a:p>
          <a:p>
            <a:pPr lvl="1">
              <a:buFont typeface="Wingdings" panose="05000000000000000000" pitchFamily="2" charset="2"/>
              <a:buChar char="ü"/>
            </a:pPr>
            <a:r>
              <a:rPr lang="en-GB" sz="1600" b="1" dirty="0"/>
              <a:t>Low: </a:t>
            </a:r>
            <a:r>
              <a:rPr lang="en-GB" sz="1600" dirty="0"/>
              <a:t>Downtime has little to no effect on application</a:t>
            </a:r>
          </a:p>
          <a:p>
            <a:r>
              <a:rPr lang="en-GB" sz="1600" b="1" dirty="0"/>
              <a:t>Business Criticality:</a:t>
            </a:r>
            <a:r>
              <a:rPr lang="en-GB" sz="1600" dirty="0"/>
              <a:t> How severely would users be impacted from downtime of the application? Examples of levels:</a:t>
            </a:r>
          </a:p>
          <a:p>
            <a:pPr lvl="1">
              <a:buFont typeface="Wingdings" panose="05000000000000000000" pitchFamily="2" charset="2"/>
              <a:buChar char="ü"/>
            </a:pPr>
            <a:r>
              <a:rPr lang="en-GB" sz="1600" b="1" dirty="0"/>
              <a:t>High:</a:t>
            </a:r>
            <a:r>
              <a:rPr lang="en-GB" sz="1600" dirty="0"/>
              <a:t> Money or customers lost. Internal workload teams severely impacted</a:t>
            </a:r>
          </a:p>
          <a:p>
            <a:pPr lvl="1">
              <a:buFont typeface="Wingdings" panose="05000000000000000000" pitchFamily="2" charset="2"/>
              <a:buChar char="ü"/>
            </a:pPr>
            <a:r>
              <a:rPr lang="en-GB" sz="1600" b="1" dirty="0"/>
              <a:t>Medium: </a:t>
            </a:r>
            <a:r>
              <a:rPr lang="en-GB" sz="1600" dirty="0"/>
              <a:t>Users of app would experience irritation or have small to medium impact</a:t>
            </a:r>
          </a:p>
          <a:p>
            <a:pPr lvl="1">
              <a:buFont typeface="Wingdings" panose="05000000000000000000" pitchFamily="2" charset="2"/>
              <a:buChar char="ü"/>
            </a:pPr>
            <a:r>
              <a:rPr lang="en-GB" sz="1600" b="1" dirty="0"/>
              <a:t>Low: </a:t>
            </a:r>
            <a:r>
              <a:rPr lang="en-GB" sz="1600" dirty="0"/>
              <a:t>Test environments. Not critical to business or used mainly for sandboxes, testing of app functionality.</a:t>
            </a:r>
            <a:endParaRPr lang="en-GB" sz="1600" b="1" dirty="0"/>
          </a:p>
          <a:p>
            <a:r>
              <a:rPr lang="en-GB" sz="1600" b="1" dirty="0"/>
              <a:t>Compliance: </a:t>
            </a:r>
            <a:r>
              <a:rPr lang="en-GB" sz="1600" dirty="0"/>
              <a:t>Is the data processed/stored in the application subject to any regulatory requirements? Examples of levels:</a:t>
            </a:r>
            <a:endParaRPr lang="en-GB" sz="1600" b="1" dirty="0"/>
          </a:p>
          <a:p>
            <a:pPr lvl="1">
              <a:buFont typeface="Wingdings" panose="05000000000000000000" pitchFamily="2" charset="2"/>
              <a:buChar char="ü"/>
            </a:pPr>
            <a:r>
              <a:rPr lang="en-GB" sz="1600" b="1" dirty="0"/>
              <a:t>High: </a:t>
            </a:r>
            <a:r>
              <a:rPr lang="en-GB" sz="1600" dirty="0"/>
              <a:t>Application is subject to strict data regulations that are enforced</a:t>
            </a:r>
          </a:p>
          <a:p>
            <a:pPr lvl="1">
              <a:buFont typeface="Wingdings" panose="05000000000000000000" pitchFamily="2" charset="2"/>
              <a:buChar char="ü"/>
            </a:pPr>
            <a:r>
              <a:rPr lang="en-GB" sz="1600" b="1" dirty="0"/>
              <a:t>Medium:</a:t>
            </a:r>
            <a:r>
              <a:rPr lang="en-GB" sz="1600" dirty="0"/>
              <a:t> Compliance regulations in place, not always followed or adhered to</a:t>
            </a:r>
          </a:p>
          <a:p>
            <a:pPr lvl="1">
              <a:buFont typeface="Wingdings" panose="05000000000000000000" pitchFamily="2" charset="2"/>
              <a:buChar char="ü"/>
            </a:pPr>
            <a:r>
              <a:rPr lang="en-GB" sz="1600" b="1" dirty="0"/>
              <a:t>Low:</a:t>
            </a:r>
            <a:r>
              <a:rPr lang="en-GB" sz="1600" dirty="0"/>
              <a:t> Very basic compliance regulations or none in place</a:t>
            </a:r>
            <a:endParaRPr lang="en-GB" sz="1600" b="1" dirty="0"/>
          </a:p>
          <a:p>
            <a:pPr marL="0" indent="0">
              <a:buNone/>
            </a:pPr>
            <a:endParaRPr lang="en-GB" sz="1600" dirty="0"/>
          </a:p>
          <a:p>
            <a:endParaRPr lang="en-GB" sz="1600" dirty="0"/>
          </a:p>
          <a:p>
            <a:endParaRPr lang="en-GB" sz="1600" b="1" dirty="0"/>
          </a:p>
          <a:p>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10332978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A944F7BC-3792-47DA-837E-0BC3B1876FCC}"/>
              </a:ext>
            </a:extLst>
          </p:cNvPr>
          <p:cNvSpPr>
            <a:spLocks noGrp="1"/>
          </p:cNvSpPr>
          <p:nvPr>
            <p:ph type="sldNum" sz="quarter" idx="11"/>
          </p:nvPr>
        </p:nvSpPr>
        <p:spPr/>
        <p:txBody>
          <a:bodyPr/>
          <a:lstStyle/>
          <a:p>
            <a:fld id="{762E77F0-FB5B-4E8E-9BC9-34F14560A017}" type="slidenum">
              <a:rPr lang="en-US" smtClean="0"/>
              <a:pPr/>
              <a:t>14</a:t>
            </a:fld>
            <a:endParaRPr lang="en-US" dirty="0"/>
          </a:p>
        </p:txBody>
      </p:sp>
      <p:sp>
        <p:nvSpPr>
          <p:cNvPr id="3" name="Text Placeholder 2">
            <a:extLst>
              <a:ext uri="{FF2B5EF4-FFF2-40B4-BE49-F238E27FC236}">
                <a16:creationId xmlns:a16="http://schemas.microsoft.com/office/drawing/2014/main" id="{CD679677-CC92-4884-9D29-C8382D5078F0}"/>
              </a:ext>
            </a:extLst>
          </p:cNvPr>
          <p:cNvSpPr>
            <a:spLocks noGrp="1"/>
          </p:cNvSpPr>
          <p:nvPr>
            <p:ph type="body" sz="quarter" idx="12"/>
          </p:nvPr>
        </p:nvSpPr>
        <p:spPr>
          <a:xfrm>
            <a:off x="334496" y="1760982"/>
            <a:ext cx="11468100" cy="5097018"/>
          </a:xfrm>
        </p:spPr>
        <p:txBody>
          <a:bodyPr/>
          <a:lstStyle/>
          <a:p>
            <a:r>
              <a:rPr lang="en-GB" sz="1600" b="1" dirty="0"/>
              <a:t>Data Sensitivity:</a:t>
            </a:r>
            <a:r>
              <a:rPr lang="en-GB" sz="1600" dirty="0"/>
              <a:t> How sensitive is the data stored/processed in the application? Examples of Levels</a:t>
            </a:r>
          </a:p>
          <a:p>
            <a:pPr lvl="1">
              <a:buFont typeface="Wingdings" panose="05000000000000000000" pitchFamily="2" charset="2"/>
              <a:buChar char="ü"/>
            </a:pPr>
            <a:r>
              <a:rPr lang="en-GB" sz="1600" b="1" dirty="0"/>
              <a:t>High:</a:t>
            </a:r>
            <a:r>
              <a:rPr lang="en-GB" sz="1600" dirty="0"/>
              <a:t> Financial records, credit card information, intellectual property, authentication data</a:t>
            </a:r>
          </a:p>
          <a:p>
            <a:pPr lvl="1">
              <a:buFont typeface="Wingdings" panose="05000000000000000000" pitchFamily="2" charset="2"/>
              <a:buChar char="ü"/>
            </a:pPr>
            <a:r>
              <a:rPr lang="en-GB" sz="1600" b="1" dirty="0"/>
              <a:t>Medium:</a:t>
            </a:r>
            <a:r>
              <a:rPr lang="en-GB" sz="1600" dirty="0"/>
              <a:t> Emails, documents, reports with little to no confidential data. Internal company information</a:t>
            </a:r>
          </a:p>
          <a:p>
            <a:pPr lvl="1">
              <a:buFont typeface="Wingdings" panose="05000000000000000000" pitchFamily="2" charset="2"/>
              <a:buChar char="ü"/>
            </a:pPr>
            <a:r>
              <a:rPr lang="en-GB" sz="1600" b="1" dirty="0"/>
              <a:t>Low:</a:t>
            </a:r>
            <a:r>
              <a:rPr lang="en-GB" sz="1600" dirty="0"/>
              <a:t> Mostly public facing data. Little to no impact if data breach occurred.</a:t>
            </a:r>
          </a:p>
          <a:p>
            <a:r>
              <a:rPr lang="en-GB" sz="1600" b="1" dirty="0"/>
              <a:t>Knowledge Level: </a:t>
            </a:r>
            <a:r>
              <a:rPr lang="en-GB" sz="1600" dirty="0"/>
              <a:t>How well understood is the application to the customer? Can they debug, rebuild or redeploy the application? Examples of Levels:</a:t>
            </a:r>
          </a:p>
          <a:p>
            <a:pPr lvl="1">
              <a:buFont typeface="Wingdings" panose="05000000000000000000" pitchFamily="2" charset="2"/>
              <a:buChar char="ü"/>
            </a:pPr>
            <a:r>
              <a:rPr lang="en-GB" sz="1600" b="1" dirty="0"/>
              <a:t>High:</a:t>
            </a:r>
            <a:r>
              <a:rPr lang="en-GB" sz="1600" dirty="0"/>
              <a:t> Built in house, developer or team still present or well documented. Can easily debug and redeploy application</a:t>
            </a:r>
          </a:p>
          <a:p>
            <a:pPr lvl="1">
              <a:buFont typeface="Wingdings" panose="05000000000000000000" pitchFamily="2" charset="2"/>
              <a:buChar char="ü"/>
            </a:pPr>
            <a:r>
              <a:rPr lang="en-GB" sz="1600" b="1" dirty="0"/>
              <a:t>Medium:</a:t>
            </a:r>
            <a:r>
              <a:rPr lang="en-GB" sz="1600" dirty="0"/>
              <a:t> Fairly well documented and understood. Team could debug or redeploy application with some effort.</a:t>
            </a:r>
          </a:p>
          <a:p>
            <a:pPr lvl="1">
              <a:buFont typeface="Wingdings" panose="05000000000000000000" pitchFamily="2" charset="2"/>
              <a:buChar char="ü"/>
            </a:pPr>
            <a:r>
              <a:rPr lang="en-GB" sz="1600" b="1" dirty="0"/>
              <a:t>Low: </a:t>
            </a:r>
            <a:r>
              <a:rPr lang="en-GB" sz="1600" dirty="0"/>
              <a:t>Poorly documented, little to no understanding of application. Team would struggle to debug or redeploy application.</a:t>
            </a:r>
            <a:endParaRPr lang="en-GB" sz="1600" b="1" dirty="0"/>
          </a:p>
          <a:p>
            <a:endParaRPr lang="en-GB" sz="1600" dirty="0"/>
          </a:p>
          <a:p>
            <a:endParaRPr lang="en-GB" sz="1600" b="1" dirty="0"/>
          </a:p>
          <a:p>
            <a:endParaRPr lang="en-GB" sz="1600" b="1" dirty="0"/>
          </a:p>
        </p:txBody>
      </p:sp>
      <p:sp>
        <p:nvSpPr>
          <p:cNvPr id="5" name="Title 4">
            <a:extLst>
              <a:ext uri="{FF2B5EF4-FFF2-40B4-BE49-F238E27FC236}">
                <a16:creationId xmlns:a16="http://schemas.microsoft.com/office/drawing/2014/main" id="{C83394F3-F40E-47EE-B4CB-00C4AF44F7CD}"/>
              </a:ext>
            </a:extLst>
          </p:cNvPr>
          <p:cNvSpPr>
            <a:spLocks noGrp="1"/>
          </p:cNvSpPr>
          <p:nvPr>
            <p:ph type="title"/>
          </p:nvPr>
        </p:nvSpPr>
        <p:spPr/>
        <p:txBody>
          <a:bodyPr/>
          <a:lstStyle/>
          <a:p>
            <a:r>
              <a:rPr lang="en-GB" dirty="0"/>
              <a:t>Additional Context on Columns </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39208004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Number Placeholder 1">
            <a:extLst>
              <a:ext uri="{FF2B5EF4-FFF2-40B4-BE49-F238E27FC236}">
                <a16:creationId xmlns:a16="http://schemas.microsoft.com/office/drawing/2014/main" id="{1F8A52F9-19A9-4E54-8611-0F4D2E8D5B59}"/>
              </a:ext>
            </a:extLst>
          </p:cNvPr>
          <p:cNvSpPr>
            <a:spLocks noGrp="1"/>
          </p:cNvSpPr>
          <p:nvPr>
            <p:ph type="sldNum" sz="quarter" idx="11"/>
          </p:nvPr>
        </p:nvSpPr>
        <p:spPr/>
        <p:txBody>
          <a:bodyPr/>
          <a:lstStyle/>
          <a:p>
            <a:fld id="{762E77F0-FB5B-4E8E-9BC9-34F14560A017}" type="slidenum">
              <a:rPr lang="en-US" smtClean="0"/>
              <a:pPr/>
              <a:t>15</a:t>
            </a:fld>
            <a:endParaRPr lang="en-US" dirty="0"/>
          </a:p>
        </p:txBody>
      </p:sp>
      <p:sp>
        <p:nvSpPr>
          <p:cNvPr id="3" name="Text Placeholder 2">
            <a:extLst>
              <a:ext uri="{FF2B5EF4-FFF2-40B4-BE49-F238E27FC236}">
                <a16:creationId xmlns:a16="http://schemas.microsoft.com/office/drawing/2014/main" id="{8D7EA840-5874-420A-BD62-0E3CAA6994E0}"/>
              </a:ext>
            </a:extLst>
          </p:cNvPr>
          <p:cNvSpPr>
            <a:spLocks noGrp="1"/>
          </p:cNvSpPr>
          <p:nvPr>
            <p:ph type="body" sz="quarter" idx="12"/>
          </p:nvPr>
        </p:nvSpPr>
        <p:spPr>
          <a:xfrm>
            <a:off x="361950" y="2322350"/>
            <a:ext cx="11468100" cy="5097018"/>
          </a:xfrm>
        </p:spPr>
        <p:txBody>
          <a:bodyPr/>
          <a:lstStyle/>
          <a:p>
            <a:r>
              <a:rPr lang="en-GB" sz="1600" b="1" dirty="0"/>
              <a:t>Application Type (Bespoke vs COTS)</a:t>
            </a:r>
          </a:p>
          <a:p>
            <a:r>
              <a:rPr lang="en-GB" sz="1600" b="1" dirty="0"/>
              <a:t>App Components (Number)</a:t>
            </a:r>
          </a:p>
          <a:p>
            <a:r>
              <a:rPr lang="en-GB" sz="1600" b="1" dirty="0"/>
              <a:t>Interfaces/Dependencies (Number)</a:t>
            </a:r>
          </a:p>
          <a:p>
            <a:r>
              <a:rPr lang="en-GB" sz="1600" b="1" dirty="0"/>
              <a:t>Tiers (Number)</a:t>
            </a:r>
          </a:p>
          <a:p>
            <a:r>
              <a:rPr lang="en-GB" sz="1600" b="1" dirty="0"/>
              <a:t>Databases (Number)</a:t>
            </a:r>
          </a:p>
          <a:p>
            <a:r>
              <a:rPr lang="en-GB" sz="1600" b="1" dirty="0"/>
              <a:t>Criticality (High/Medium/Low)</a:t>
            </a:r>
          </a:p>
          <a:p>
            <a:r>
              <a:rPr lang="en-GB" sz="1600" b="1" dirty="0"/>
              <a:t>Compliance (High/Medium/Low)</a:t>
            </a:r>
          </a:p>
          <a:p>
            <a:r>
              <a:rPr lang="en-GB" sz="1600" b="1" dirty="0"/>
              <a:t>Knowledge Levels (High/Medium/Low)</a:t>
            </a:r>
          </a:p>
          <a:p>
            <a:r>
              <a:rPr lang="en-GB" sz="1600" b="1" dirty="0"/>
              <a:t>Infrastructure Items (Number)</a:t>
            </a:r>
          </a:p>
          <a:p>
            <a:r>
              <a:rPr lang="en-GB" sz="1600" b="1" dirty="0"/>
              <a:t>Architecture (Windows vs Linux)</a:t>
            </a:r>
          </a:p>
        </p:txBody>
      </p:sp>
      <p:sp>
        <p:nvSpPr>
          <p:cNvPr id="4" name="Text Placeholder 3">
            <a:extLst>
              <a:ext uri="{FF2B5EF4-FFF2-40B4-BE49-F238E27FC236}">
                <a16:creationId xmlns:a16="http://schemas.microsoft.com/office/drawing/2014/main" id="{94E4365B-4DFE-4B23-9D13-0E4E69C1DC16}"/>
              </a:ext>
            </a:extLst>
          </p:cNvPr>
          <p:cNvSpPr>
            <a:spLocks noGrp="1"/>
          </p:cNvSpPr>
          <p:nvPr>
            <p:ph type="body" sz="quarter" idx="13"/>
          </p:nvPr>
        </p:nvSpPr>
        <p:spPr>
          <a:xfrm>
            <a:off x="344489" y="1590676"/>
            <a:ext cx="11485563" cy="514350"/>
          </a:xfrm>
        </p:spPr>
        <p:txBody>
          <a:bodyPr/>
          <a:lstStyle/>
          <a:p>
            <a:r>
              <a:rPr lang="en-GB" dirty="0"/>
              <a:t>These values are the critical data points required to generate a complexity score using our scoring template (Ensure these data points are gathered during workshops)</a:t>
            </a:r>
          </a:p>
        </p:txBody>
      </p:sp>
      <p:sp>
        <p:nvSpPr>
          <p:cNvPr id="5" name="Title 4">
            <a:extLst>
              <a:ext uri="{FF2B5EF4-FFF2-40B4-BE49-F238E27FC236}">
                <a16:creationId xmlns:a16="http://schemas.microsoft.com/office/drawing/2014/main" id="{16AA8C20-A109-465F-B24A-23D6286C0EC9}"/>
              </a:ext>
            </a:extLst>
          </p:cNvPr>
          <p:cNvSpPr>
            <a:spLocks noGrp="1"/>
          </p:cNvSpPr>
          <p:nvPr>
            <p:ph type="title"/>
          </p:nvPr>
        </p:nvSpPr>
        <p:spPr/>
        <p:txBody>
          <a:bodyPr/>
          <a:lstStyle/>
          <a:p>
            <a:r>
              <a:rPr lang="en-GB" dirty="0"/>
              <a:t>Complexity assessment minimum requirements</a:t>
            </a:r>
          </a:p>
        </p:txBody>
      </p:sp>
      <p:pic>
        <p:nvPicPr>
          <p:cNvPr id="6" name="Picture 5" descr="image.png"/>
          <p:cNvPicPr>
            <a:picLocks noChangeAspect="1"/>
          </p:cNvPicPr>
          <p:nvPr/>
        </p:nvPicPr>
        <p:blipFill>
          <a:blip r:embed="rId2"/>
          <a:stretch>
            <a:fillRect/>
          </a:stretch>
        </p:blipFill>
        <p:spPr>
          <a:xfrm>
            <a:off x="182880" y="6598077"/>
            <a:ext cx="1463040" cy="186771"/>
          </a:xfrm>
          <a:prstGeom prst="rect">
            <a:avLst/>
          </a:prstGeom>
        </p:spPr>
      </p:pic>
    </p:spTree>
    <p:extLst>
      <p:ext uri="{BB962C8B-B14F-4D97-AF65-F5344CB8AC3E}">
        <p14:creationId xmlns:p14="http://schemas.microsoft.com/office/powerpoint/2010/main" val="1840445761"/>
      </p:ext>
    </p:extLst>
  </p:cSld>
  <p:clrMapOvr>
    <a:masterClrMapping/>
  </p:clrMapOvr>
</p:sld>
</file>

<file path=ppt/theme/theme1.xml><?xml version="1.0" encoding="utf-8"?>
<a:theme xmlns:a="http://schemas.openxmlformats.org/drawingml/2006/main" name="RackspaceTech Theme">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Tech Theme" id="{2E984DFC-1B0E-4C3F-90B5-6FE8433EE52C}" vid="{2E5AC66D-D70C-46EA-9FF1-959E6C486D8A}"/>
    </a:ext>
  </a:extLst>
</a:theme>
</file>

<file path=ppt/theme/theme2.xml><?xml version="1.0" encoding="utf-8"?>
<a:theme xmlns:a="http://schemas.openxmlformats.org/drawingml/2006/main" name="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 - Migration Services (1)" id="{048D29A1-8BD2-D848-A930-76F14D34FCDE}" vid="{5061A055-FB56-FA49-A85B-F15A28A3B8DA}"/>
    </a:ext>
  </a:extLst>
</a:theme>
</file>

<file path=ppt/theme/theme3.xml><?xml version="1.0" encoding="utf-8"?>
<a:theme xmlns:a="http://schemas.openxmlformats.org/drawingml/2006/main" name="1_Content Slides">
  <a:themeElements>
    <a:clrScheme name="RXT2020">
      <a:dk1>
        <a:srgbClr val="000000"/>
      </a:dk1>
      <a:lt1>
        <a:srgbClr val="FFFFFF"/>
      </a:lt1>
      <a:dk2>
        <a:srgbClr val="E31C3D"/>
      </a:dk2>
      <a:lt2>
        <a:srgbClr val="E31C3D"/>
      </a:lt2>
      <a:accent1>
        <a:srgbClr val="E6E6E6"/>
      </a:accent1>
      <a:accent2>
        <a:srgbClr val="95008A"/>
      </a:accent2>
      <a:accent3>
        <a:srgbClr val="F6D7F4"/>
      </a:accent3>
      <a:accent4>
        <a:srgbClr val="0059C8"/>
      </a:accent4>
      <a:accent5>
        <a:srgbClr val="D8EBF9"/>
      </a:accent5>
      <a:accent6>
        <a:srgbClr val="00BEBC"/>
      </a:accent6>
      <a:hlink>
        <a:srgbClr val="E31C3D"/>
      </a:hlink>
      <a:folHlink>
        <a:srgbClr val="E31C3D"/>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1800" dirty="0" smtClean="0"/>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1800" dirty="0" err="1" smtClean="0"/>
        </a:defPPr>
      </a:lstStyle>
    </a:txDef>
  </a:objectDefaults>
  <a:extraClrSchemeLst/>
  <a:extLst>
    <a:ext uri="{05A4C25C-085E-4340-85A3-A5531E510DB2}">
      <thm15:themeFamily xmlns:thm15="http://schemas.microsoft.com/office/thememl/2012/main" name="Rackspace Presentation Template - Migration Services (1)" id="{048D29A1-8BD2-D848-A930-76F14D34FCDE}" vid="{47E0E0A6-F9B8-664F-BBDE-B941737C3CA0}"/>
    </a:ext>
  </a:extLst>
</a:theme>
</file>

<file path=ppt/theme/theme4.xml><?xml version="1.0" encoding="utf-8"?>
<a:theme xmlns:a="http://schemas.openxmlformats.org/drawingml/2006/main" name="1_Titles and Breakers">
  <a:themeElements>
    <a:clrScheme name="RACKSPACE COLORS">
      <a:dk1>
        <a:sysClr val="windowText" lastClr="000000"/>
      </a:dk1>
      <a:lt1>
        <a:sysClr val="window" lastClr="FFFFFF"/>
      </a:lt1>
      <a:dk2>
        <a:srgbClr val="E31C3D"/>
      </a:dk2>
      <a:lt2>
        <a:srgbClr val="E31C3D"/>
      </a:lt2>
      <a:accent1>
        <a:srgbClr val="E6E6E6"/>
      </a:accent1>
      <a:accent2>
        <a:srgbClr val="95008A"/>
      </a:accent2>
      <a:accent3>
        <a:srgbClr val="F6D7F4"/>
      </a:accent3>
      <a:accent4>
        <a:srgbClr val="3300FC"/>
      </a:accent4>
      <a:accent5>
        <a:srgbClr val="E8F2FD"/>
      </a:accent5>
      <a:accent6>
        <a:srgbClr val="00C8BC"/>
      </a:accent6>
      <a:hlink>
        <a:srgbClr val="E31C3D"/>
      </a:hlink>
      <a:folHlink>
        <a:srgbClr val="4472C4"/>
      </a:folHlink>
    </a:clrScheme>
    <a:fontScheme name="Custom 17">
      <a:majorFont>
        <a:latin typeface="Arial"/>
        <a:ea typeface=""/>
        <a:cs typeface=""/>
      </a:majorFont>
      <a:minorFont>
        <a:latin typeface="Arial"/>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spDef>
      <a:spPr>
        <a:solidFill>
          <a:schemeClr val="tx2"/>
        </a:solidFill>
        <a:ln>
          <a:noFill/>
        </a:ln>
      </a:spPr>
      <a:bodyPr rtlCol="0" anchor="ctr"/>
      <a:lstStyle>
        <a:defPPr algn="ctr">
          <a:defRPr sz="3600" dirty="0" err="1" smtClean="0">
            <a:solidFill>
              <a:schemeClr val="bg1"/>
            </a:solidFill>
          </a:defRPr>
        </a:defPPr>
      </a:lstStyle>
      <a:style>
        <a:lnRef idx="2">
          <a:schemeClr val="accent1">
            <a:shade val="50000"/>
          </a:schemeClr>
        </a:lnRef>
        <a:fillRef idx="1">
          <a:schemeClr val="accent1"/>
        </a:fillRef>
        <a:effectRef idx="0">
          <a:schemeClr val="accent1"/>
        </a:effectRef>
        <a:fontRef idx="minor">
          <a:schemeClr val="lt1"/>
        </a:fontRef>
      </a:style>
    </a:spDef>
    <a:txDef>
      <a:spPr>
        <a:noFill/>
      </a:spPr>
      <a:bodyPr wrap="square" rtlCol="0">
        <a:spAutoFit/>
      </a:bodyPr>
      <a:lstStyle>
        <a:defPPr algn="l">
          <a:defRPr sz="3600" dirty="0" err="1" smtClean="0"/>
        </a:defPPr>
      </a:lstStyle>
    </a:txDef>
  </a:objectDefaults>
  <a:extraClrSchemeLst/>
  <a:extLst>
    <a:ext uri="{05A4C25C-085E-4340-85A3-A5531E510DB2}">
      <thm15:themeFamily xmlns:thm15="http://schemas.microsoft.com/office/thememl/2012/main" name="Rackspace Presentation Template - Migration Services (1)" id="{048D29A1-8BD2-D848-A930-76F14D34FCDE}" vid="{C32F4402-BC09-A142-9B9D-D5F06454E12F}"/>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p:properties xmlns:p="http://schemas.microsoft.com/office/2006/metadata/properties" xmlns:xsi="http://www.w3.org/2001/XMLSchema-instance" xmlns:pc="http://schemas.microsoft.com/office/infopath/2007/PartnerControls">
  <documentManagement>
    <_ip_UnifiedCompliancePolicyUIAction xmlns="http://schemas.microsoft.com/sharepoint/v3" xsi:nil="true"/>
    <TaxCatchAll xmlns="4544b03d-ed08-46e1-a5f8-632fc735be33" xsi:nil="true"/>
    <Document_x0020_Title xmlns="5f48960e-adff-4c4b-a3cc-c04684fce5eb" xsi:nil="true"/>
    <lcf76f155ced4ddcb4097134ff3c332f xmlns="5f48960e-adff-4c4b-a3cc-c04684fce5eb">
      <Terms xmlns="http://schemas.microsoft.com/office/infopath/2007/PartnerControls"/>
    </lcf76f155ced4ddcb4097134ff3c332f>
    <Comment xmlns="5f48960e-adff-4c4b-a3cc-c04684fce5eb" xsi:nil="true"/>
    <_ip_UnifiedCompliancePolicyProperties xmlns="http://schemas.microsoft.com/sharepoint/v3" xsi:nil="true"/>
    <_Flow_SignoffStatus xmlns="5f48960e-adff-4c4b-a3cc-c04684fce5eb" xsi:nil="true"/>
    <CustomerName xmlns="5f48960e-adff-4c4b-a3cc-c04684fce5eb"/>
    <Opportunitystage xmlns="5f48960e-adff-4c4b-a3cc-c04684fce5eb">RFP</Opportunitystage>
  </documentManagement>
</p:properties>
</file>

<file path=customXml/item3.xml><?xml version="1.0" encoding="utf-8"?>
<ct:contentTypeSchema xmlns:ct="http://schemas.microsoft.com/office/2006/metadata/contentType" xmlns:ma="http://schemas.microsoft.com/office/2006/metadata/properties/metaAttributes" ct:_="" ma:_="" ma:contentTypeName="Document" ma:contentTypeID="0x0101006F5D2EC39F447F47952F4A30B9BA462D" ma:contentTypeVersion="27" ma:contentTypeDescription="Create a new document." ma:contentTypeScope="" ma:versionID="5331645de4615e572d048749ea8d1162">
  <xsd:schema xmlns:xsd="http://www.w3.org/2001/XMLSchema" xmlns:xs="http://www.w3.org/2001/XMLSchema" xmlns:p="http://schemas.microsoft.com/office/2006/metadata/properties" xmlns:ns1="http://schemas.microsoft.com/sharepoint/v3" xmlns:ns2="5f48960e-adff-4c4b-a3cc-c04684fce5eb" xmlns:ns3="4544b03d-ed08-46e1-a5f8-632fc735be33" targetNamespace="http://schemas.microsoft.com/office/2006/metadata/properties" ma:root="true" ma:fieldsID="799ff8191013df01993bc677d8848a09" ns1:_="" ns2:_="" ns3:_="">
    <xsd:import namespace="http://schemas.microsoft.com/sharepoint/v3"/>
    <xsd:import namespace="5f48960e-adff-4c4b-a3cc-c04684fce5eb"/>
    <xsd:import namespace="4544b03d-ed08-46e1-a5f8-632fc735be33"/>
    <xsd:element name="properties">
      <xsd:complexType>
        <xsd:sequence>
          <xsd:element name="documentManagement">
            <xsd:complexType>
              <xsd:all>
                <xsd:element ref="ns2:Comment" minOccurs="0"/>
                <xsd:element ref="ns2:_Flow_SignoffStatus" minOccurs="0"/>
                <xsd:element ref="ns2:Document_x0020_Title" minOccurs="0"/>
                <xsd:element ref="ns2:CustomerName"/>
                <xsd:element ref="ns2:Opportunitystage"/>
                <xsd:element ref="ns3:SharedWithUsers" minOccurs="0"/>
                <xsd:element ref="ns3:SharedWithDetails" minOccurs="0"/>
                <xsd:element ref="ns2:MediaServiceMetadata" minOccurs="0"/>
                <xsd:element ref="ns2:MediaServiceFastMetadata" minOccurs="0"/>
                <xsd:element ref="ns2:MediaServiceDateTaken" minOccurs="0"/>
                <xsd:element ref="ns2:MediaServiceAutoTags" minOccurs="0"/>
                <xsd:element ref="ns2:MediaServiceLocation" minOccurs="0"/>
                <xsd:element ref="ns1:_ip_UnifiedCompliancePolicyProperties" minOccurs="0"/>
                <xsd:element ref="ns1:_ip_UnifiedCompliancePolicyUIAction" minOccurs="0"/>
                <xsd:element ref="ns2:MediaServiceOCR" minOccurs="0"/>
                <xsd:element ref="ns2:MediaServiceEventHashCode" minOccurs="0"/>
                <xsd:element ref="ns2:MediaServiceGenerationTime" minOccurs="0"/>
                <xsd:element ref="ns2:MediaServiceAutoKeyPoints" minOccurs="0"/>
                <xsd:element ref="ns2:MediaServiceKeyPoints"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_ip_UnifiedCompliancePolicyProperties" ma:index="15" nillable="true" ma:displayName="Unified Compliance Policy Properties" ma:description="" ma:hidden="true" ma:internalName="_ip_UnifiedCompliancePolicyProperties" ma:readOnly="false">
      <xsd:simpleType>
        <xsd:restriction base="dms:Note"/>
      </xsd:simpleType>
    </xsd:element>
    <xsd:element name="_ip_UnifiedCompliancePolicyUIAction" ma:index="16" nillable="true" ma:displayName="Unified Compliance Policy UI Action" ma:description="" ma:hidden="true" ma:internalName="_ip_UnifiedCompliancePolicyUIAction" ma:readOnly="fals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5f48960e-adff-4c4b-a3cc-c04684fce5eb" elementFormDefault="qualified">
    <xsd:import namespace="http://schemas.microsoft.com/office/2006/documentManagement/types"/>
    <xsd:import namespace="http://schemas.microsoft.com/office/infopath/2007/PartnerControls"/>
    <xsd:element name="Comment" ma:index="2" nillable="true" ma:displayName="Comment" ma:internalName="Comment" ma:readOnly="false">
      <xsd:simpleType>
        <xsd:restriction base="dms:Text">
          <xsd:maxLength value="255"/>
        </xsd:restriction>
      </xsd:simpleType>
    </xsd:element>
    <xsd:element name="_Flow_SignoffStatus" ma:index="3" nillable="true" ma:displayName="Sign-off status" ma:internalName="_x0024_Resources_x003a_core_x002c_Signoff_Status_x003b_" ma:readOnly="false">
      <xsd:simpleType>
        <xsd:restriction base="dms:Text"/>
      </xsd:simpleType>
    </xsd:element>
    <xsd:element name="Document_x0020_Title" ma:index="4" nillable="true" ma:displayName="Document Title" ma:list="{236d467e-fe90-4ae0-9fe2-011d77897820}" ma:internalName="Document_x0020_Title" ma:readOnly="false" ma:showField="ComplianceAssetId">
      <xsd:simpleType>
        <xsd:restriction base="dms:Lookup"/>
      </xsd:simpleType>
    </xsd:element>
    <xsd:element name="CustomerName" ma:index="5" ma:displayName="Customer Name" ma:format="Dropdown" ma:internalName="CustomerName" ma:readOnly="false">
      <xsd:simpleType>
        <xsd:restriction base="dms:Text">
          <xsd:maxLength value="40"/>
        </xsd:restriction>
      </xsd:simpleType>
    </xsd:element>
    <xsd:element name="Opportunitystage" ma:index="6" ma:displayName="Opportunity stage" ma:default="RFP" ma:description="Describes the stage at which Opportunity currently is" ma:format="Dropdown" ma:internalName="Opportunitystage" ma:readOnly="false">
      <xsd:simpleType>
        <xsd:restriction base="dms:Choice">
          <xsd:enumeration value="RFI"/>
          <xsd:enumeration value="RFP"/>
          <xsd:enumeration value="Unofficial"/>
          <xsd:enumeration value="Closed won"/>
          <xsd:enumeration value="Closed unprocessed"/>
          <xsd:enumeration value="Closed lost"/>
        </xsd:restriction>
      </xsd:simpleType>
    </xsd:element>
    <xsd:element name="MediaServiceMetadata" ma:index="10" nillable="true" ma:displayName="MediaServiceMetadata" ma:description="" ma:hidden="true" ma:internalName="MediaServiceMetadata" ma:readOnly="true">
      <xsd:simpleType>
        <xsd:restriction base="dms:Note"/>
      </xsd:simpleType>
    </xsd:element>
    <xsd:element name="MediaServiceFastMetadata" ma:index="11" nillable="true" ma:displayName="MediaServiceFastMetadata" ma:description="" ma:hidden="true" ma:internalName="MediaServiceFastMetadata" ma:readOnly="true">
      <xsd:simpleType>
        <xsd:restriction base="dms:Note"/>
      </xsd:simpleType>
    </xsd:element>
    <xsd:element name="MediaServiceDateTaken" ma:index="12" nillable="true" ma:displayName="MediaServiceDateTaken" ma:description="" ma:hidden="true" ma:internalName="MediaServiceDateTaken" ma:readOnly="true">
      <xsd:simpleType>
        <xsd:restriction base="dms:Text"/>
      </xsd:simpleType>
    </xsd:element>
    <xsd:element name="MediaServiceAutoTags" ma:index="13" nillable="true" ma:displayName="MediaServiceAutoTags" ma:description="" ma:hidden="true" ma:internalName="MediaServiceAutoTags" ma:readOnly="true">
      <xsd:simpleType>
        <xsd:restriction base="dms:Text"/>
      </xsd:simpleType>
    </xsd:element>
    <xsd:element name="MediaServiceLocation" ma:index="14" nillable="true" ma:displayName="MediaServiceLocation" ma:description="" ma:hidden="true" ma:internalName="MediaServiceLocation" ma:readOnly="true">
      <xsd:simpleType>
        <xsd:restriction base="dms:Text"/>
      </xsd:simpleType>
    </xsd:element>
    <xsd:element name="MediaServiceOCR" ma:index="18" nillable="true" ma:displayName="MediaServiceOCR" ma:hidden="true" ma:internalName="MediaServiceOCR" ma:readOnly="true">
      <xsd:simpleType>
        <xsd:restriction base="dms:Note"/>
      </xsd:simpleType>
    </xsd:element>
    <xsd:element name="MediaServiceEventHashCode" ma:index="20" nillable="true" ma:displayName="MediaServiceEventHashCode" ma:hidden="true" ma:internalName="MediaServiceEventHashCode" ma:readOnly="true">
      <xsd:simpleType>
        <xsd:restriction base="dms:Text"/>
      </xsd:simpleType>
    </xsd:element>
    <xsd:element name="MediaServiceGenerationTime" ma:index="21" nillable="true" ma:displayName="MediaServiceGenerationTime" ma:hidden="true" ma:internalName="MediaServiceGenerationTime" ma:readOnly="true">
      <xsd:simpleType>
        <xsd:restriction base="dms:Text"/>
      </xsd:simpleType>
    </xsd:element>
    <xsd:element name="MediaServiceAutoKeyPoints" ma:index="22" nillable="true" ma:displayName="MediaServiceAutoKeyPoints" ma:hidden="true" ma:internalName="MediaServiceAutoKeyPoints" ma:readOnly="true">
      <xsd:simpleType>
        <xsd:restriction base="dms:Note"/>
      </xsd:simpleType>
    </xsd:element>
    <xsd:element name="MediaServiceKeyPoints" ma:index="23" nillable="true" ma:displayName="KeyPoints" ma:hidden="true" ma:internalName="MediaServiceKeyPoints" ma:readOnly="true">
      <xsd:simpleType>
        <xsd:restriction base="dms:Note"/>
      </xsd:simpleType>
    </xsd:element>
    <xsd:element name="MediaLengthInSeconds" ma:index="25" nillable="true" ma:displayName="Length (seconds)" ma:hidden="true" ma:internalName="MediaLengthInSeconds" ma:readOnly="true">
      <xsd:simpleType>
        <xsd:restriction base="dms:Unknown"/>
      </xsd:simpleType>
    </xsd:element>
    <xsd:element name="lcf76f155ced4ddcb4097134ff3c332f" ma:index="27" nillable="true" ma:taxonomy="true" ma:internalName="lcf76f155ced4ddcb4097134ff3c332f" ma:taxonomyFieldName="MediaServiceImageTags" ma:displayName="Image Tags" ma:readOnly="false" ma:fieldId="{5cf76f15-5ced-4ddc-b409-7134ff3c332f}" ma:taxonomyMulti="true" ma:sspId="2de1bf74-4a37-48ce-b614-74b37de43851"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9"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30" nillable="true" ma:displayName="MediaServiceSearchProperties" ma:hidden="true" ma:internalName="MediaServiceSearchProperties" ma:readOnly="true">
      <xsd:simpleType>
        <xsd:restriction base="dms:Note"/>
      </xsd:simpleType>
    </xsd:element>
    <xsd:element name="MediaServiceBillingMetadata" ma:index="31"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4544b03d-ed08-46e1-a5f8-632fc735be33" elementFormDefault="qualified">
    <xsd:import namespace="http://schemas.microsoft.com/office/2006/documentManagement/types"/>
    <xsd:import namespace="http://schemas.microsoft.com/office/infopath/2007/PartnerControls"/>
    <xsd:element name="SharedWithUsers" ma:index="8" nillable="true" ma:displayName="Shared With" ma:description="" ma:hidden="true"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9" nillable="true" ma:displayName="Shared With Details" ma:description="" ma:hidden="true" ma:internalName="SharedWithDetails" ma:readOnly="true">
      <xsd:simpleType>
        <xsd:restriction base="dms:Note"/>
      </xsd:simpleType>
    </xsd:element>
    <xsd:element name="TaxCatchAll" ma:index="28" nillable="true" ma:displayName="Taxonomy Catch All Column" ma:hidden="true" ma:list="{a735703f-a276-49e5-accf-32bfcce930c1}" ma:internalName="TaxCatchAll" ma:readOnly="false" ma:showField="CatchAllData" ma:web="4544b03d-ed08-46e1-a5f8-632fc735be33">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displayName="Content Type"/>
        <xsd:element ref="dc:title" minOccurs="0" maxOccurs="1" ma:index="1"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Props1.xml><?xml version="1.0" encoding="utf-8"?>
<ds:datastoreItem xmlns:ds="http://schemas.openxmlformats.org/officeDocument/2006/customXml" ds:itemID="{490F514C-9EB1-48A6-B303-7F121F308C87}">
  <ds:schemaRefs>
    <ds:schemaRef ds:uri="http://schemas.microsoft.com/sharepoint/v3/contenttype/forms"/>
  </ds:schemaRefs>
</ds:datastoreItem>
</file>

<file path=customXml/itemProps2.xml><?xml version="1.0" encoding="utf-8"?>
<ds:datastoreItem xmlns:ds="http://schemas.openxmlformats.org/officeDocument/2006/customXml" ds:itemID="{4A0237D7-F617-48F1-9A61-C0F4ACCBB947}">
  <ds:schemaRefs>
    <ds:schemaRef ds:uri="http://schemas.microsoft.com/office/infopath/2007/PartnerControls"/>
    <ds:schemaRef ds:uri="http://purl.org/dc/terms/"/>
    <ds:schemaRef ds:uri="5f48960e-adff-4c4b-a3cc-c04684fce5eb"/>
    <ds:schemaRef ds:uri="http://schemas.microsoft.com/office/2006/documentManagement/types"/>
    <ds:schemaRef ds:uri="http://schemas.openxmlformats.org/package/2006/metadata/core-properties"/>
    <ds:schemaRef ds:uri="http://www.w3.org/XML/1998/namespace"/>
    <ds:schemaRef ds:uri="http://schemas.microsoft.com/sharepoint/v3"/>
    <ds:schemaRef ds:uri="http://purl.org/dc/elements/1.1/"/>
    <ds:schemaRef ds:uri="4544b03d-ed08-46e1-a5f8-632fc735be33"/>
    <ds:schemaRef ds:uri="http://schemas.microsoft.com/office/2006/metadata/properties"/>
    <ds:schemaRef ds:uri="http://purl.org/dc/dcmitype/"/>
  </ds:schemaRefs>
</ds:datastoreItem>
</file>

<file path=customXml/itemProps3.xml><?xml version="1.0" encoding="utf-8"?>
<ds:datastoreItem xmlns:ds="http://schemas.openxmlformats.org/officeDocument/2006/customXml" ds:itemID="{094367EA-20AD-4310-A03F-1ABC4FDC3192}">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5f48960e-adff-4c4b-a3cc-c04684fce5eb"/>
    <ds:schemaRef ds:uri="4544b03d-ed08-46e1-a5f8-632fc735be3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docMetadata/LabelInfo.xml><?xml version="1.0" encoding="utf-8"?>
<clbl:labelList xmlns:clbl="http://schemas.microsoft.com/office/2020/mipLabelMetadata">
  <clbl:label id="{e7f09a8f-df31-4464-b100-d09a5dbff5c8}" enabled="1" method="Standard" siteId="{570057f4-73ef-41c8-bcbb-08db2fc15c2b}" removed="0"/>
</clbl:labelList>
</file>

<file path=docProps/app.xml><?xml version="1.0" encoding="utf-8"?>
<Properties xmlns="http://schemas.openxmlformats.org/officeDocument/2006/extended-properties" xmlns:vt="http://schemas.openxmlformats.org/officeDocument/2006/docPropsVTypes">
  <TotalTime>26</TotalTime>
  <Words>2174</Words>
  <Application>Microsoft Office PowerPoint</Application>
  <PresentationFormat>Widescreen</PresentationFormat>
  <Paragraphs>163</Paragraphs>
  <Slides>15</Slides>
  <Notes>1</Notes>
  <HiddenSlides>0</HiddenSlides>
  <MMClips>0</MMClips>
  <ScaleCrop>false</ScaleCrop>
  <HeadingPairs>
    <vt:vector size="4" baseType="variant">
      <vt:variant>
        <vt:lpstr>Theme</vt:lpstr>
      </vt:variant>
      <vt:variant>
        <vt:i4>4</vt:i4>
      </vt:variant>
      <vt:variant>
        <vt:lpstr>Slide Titles</vt:lpstr>
      </vt:variant>
      <vt:variant>
        <vt:i4>15</vt:i4>
      </vt:variant>
    </vt:vector>
  </HeadingPairs>
  <TitlesOfParts>
    <vt:vector size="19" baseType="lpstr">
      <vt:lpstr>RackspaceTech Theme</vt:lpstr>
      <vt:lpstr>Content Slides</vt:lpstr>
      <vt:lpstr>1_Content Slides</vt:lpstr>
      <vt:lpstr>1_Titles and Breakers</vt:lpstr>
      <vt:lpstr> Data Gathering Template Guide</vt:lpstr>
      <vt:lpstr>Why do we do it?</vt:lpstr>
      <vt:lpstr>What Goes wrong?</vt:lpstr>
      <vt:lpstr>PowerPoint Presentation</vt:lpstr>
      <vt:lpstr>What goes in the Template?</vt:lpstr>
      <vt:lpstr>Infra Shared Services vs Shared Services </vt:lpstr>
      <vt:lpstr>What does NOT go in the Template?</vt:lpstr>
      <vt:lpstr>How to populate it?</vt:lpstr>
      <vt:lpstr>Additional Context on Columns </vt:lpstr>
      <vt:lpstr>Additional Context on Columns </vt:lpstr>
      <vt:lpstr>Additional Context on Columns </vt:lpstr>
      <vt:lpstr>Additional Context on Columns </vt:lpstr>
      <vt:lpstr>Additional Context on Columns </vt:lpstr>
      <vt:lpstr>Additional Context on Columns </vt:lpstr>
      <vt:lpstr>Complexity assessment minimum requirements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Scoping &amp; Profiling Data Gathering Template Guide</dc:title>
  <dc:creator>Joshua Gonggryp</dc:creator>
  <cp:lastModifiedBy>Max Hurn</cp:lastModifiedBy>
  <cp:revision>6</cp:revision>
  <dcterms:created xsi:type="dcterms:W3CDTF">2022-07-26T12:21:25Z</dcterms:created>
  <dcterms:modified xsi:type="dcterms:W3CDTF">2026-04-26T17:55:52Z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0x0101006F5D2EC39F447F47952F4A30B9BA462D</vt:lpwstr>
  </property>
  <property fmtid="{D5CDD505-2E9C-101B-9397-08002B2CF9AE}" pid="3" name="MediaServiceImageTags">
    <vt:lpwstr/>
  </property>
</Properties>
</file>