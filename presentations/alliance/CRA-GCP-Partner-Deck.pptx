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8.svg" ContentType="image/svg+xml"/>
  <Override PartName="/ppt/media/image27.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6" r:id="rId27"/>
    <p:sldId id="257" r:id="rId28"/>
    <p:sldId id="258" r:id="rId29"/>
    <p:sldId id="259" r:id="rId30"/>
    <p:sldId id="260" r:id="rId31"/>
    <p:sldId id="261" r:id="rId32"/>
    <p:sldId id="262" r:id="rId33"/>
    <p:sldId id="263" r:id="rId34"/>
    <p:sldId id="264" r:id="rId35"/>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Master" Target="slideMasters/slideMaster9.xml"/><Relationship Id="rId13" Type="http://schemas.openxmlformats.org/officeDocument/2006/relationships/slideMaster" Target="slideMasters/slideMaster10.xml"/><Relationship Id="rId14" Type="http://schemas.openxmlformats.org/officeDocument/2006/relationships/slideMaster" Target="slideMasters/slideMaster11.xml"/><Relationship Id="rId15" Type="http://schemas.openxmlformats.org/officeDocument/2006/relationships/slideMaster" Target="slideMasters/slideMaster12.xml"/><Relationship Id="rId16" Type="http://schemas.openxmlformats.org/officeDocument/2006/relationships/slideMaster" Target="slideMasters/slideMaster13.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6/11/relationships/changesInfo" Target="changesInfos/changesInfo1.xml"/><Relationship Id="rId83" Type="http://schemas.microsoft.com/office/2015/10/relationships/revisionInfo" Target="revisionInfo.xml"/><Relationship Id="rId8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7.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8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3.xml"/><Relationship Id="rId3" Type="http://schemas.openxmlformats.org/officeDocument/2006/relationships/image" Target="../media/image11.svg"/></Relationships>
</file>

<file path=ppt/slideLayouts/_rels/slideLayout38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3.xml"/><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1pPr>
            <a:lvl2pPr marL="0" marR="0" lvl="1"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2pPr>
            <a:lvl3pPr marL="0" marR="0" lvl="2"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3pPr>
            <a:lvl4pPr marL="0" marR="0" lvl="3"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4pPr>
            <a:lvl5pPr marL="0" marR="0" lvl="4"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5pPr>
            <a:lvl6pPr marL="0" marR="0" lvl="5"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6pPr>
            <a:lvl7pPr marL="0" marR="0" lvl="6"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7pPr>
            <a:lvl8pPr marL="0" marR="0" lvl="7"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8pPr>
            <a:lvl9pPr marL="0" marR="0" lvl="8"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ktiv Grotesk"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ktiv Grotes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ktiv Grotesk"/>
              <a:buNone/>
            </a:pPr>
            <a:endParaRPr sz="3000" b="1" i="0" u="none" strike="noStrike" cap="none">
              <a:solidFill>
                <a:srgbClr val="FFFFFF"/>
              </a:solidFill>
              <a:latin typeface="Aktiv Grotesk"/>
              <a:ea typeface="Aktiv Grotesk"/>
              <a:cs typeface="Aktiv Grotesk"/>
              <a:sym typeface="Aktiv Grotesk"/>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ktiv Grotesk"/>
              <a:buNone/>
            </a:pPr>
            <a:endParaRPr sz="1800" b="0" i="0" u="none" strike="noStrike" cap="none">
              <a:solidFill>
                <a:schemeClr val="dk1"/>
              </a:solidFill>
              <a:latin typeface="Aktiv Grotesk"/>
              <a:ea typeface="Aktiv Grotesk"/>
              <a:cs typeface="Aktiv Grotesk"/>
              <a:sym typeface="Aktiv Grotesk"/>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ktiv Grotes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ktiv Grotesk"/>
              <a:buNone/>
            </a:pPr>
            <a:fld id="{00000000-1234-1234-1234-123412341234}" type="slidenum">
              <a:rPr lang="en-US" sz="1800" b="0" i="0" u="none" strike="noStrike" cap="none">
                <a:solidFill>
                  <a:schemeClr val="lt1"/>
                </a:solidFill>
                <a:latin typeface="Aktiv Grotesk"/>
                <a:ea typeface="Aktiv Grotesk"/>
                <a:cs typeface="Aktiv Grotesk"/>
                <a:sym typeface="Aktiv Grotesk"/>
              </a:rPr>
              <a:pPr marL="0" marR="0" lvl="0" indent="0" algn="r" rtl="0">
                <a:lnSpc>
                  <a:spcPct val="100000"/>
                </a:lnSpc>
                <a:spcBef>
                  <a:spcPts val="0"/>
                </a:spcBef>
                <a:spcAft>
                  <a:spcPts val="0"/>
                </a:spcAft>
                <a:buClr>
                  <a:srgbClr val="000000"/>
                </a:buClr>
                <a:buSzPts val="900"/>
                <a:buFont typeface="Aktiv Grotesk"/>
                <a:buNone/>
              </a:pPr>
              <a:t>‹#›</a:t>
            </a:fld>
            <a:endParaRPr sz="1800" b="0" i="0" u="none" strike="noStrike" cap="none">
              <a:solidFill>
                <a:schemeClr val="lt1"/>
              </a:solidFill>
              <a:latin typeface="Aktiv Grotesk"/>
              <a:ea typeface="Aktiv Grotesk"/>
              <a:cs typeface="Aktiv Grotesk"/>
              <a:sym typeface="Aktiv Grotesk"/>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ktiv Grotesk"/>
              <a:buNone/>
            </a:pPr>
            <a:fld id="{00000000-1234-1234-1234-123412341234}" type="slidenum">
              <a:rPr lang="en-US" sz="1632" b="0" i="0" u="none" strike="noStrike" cap="none">
                <a:solidFill>
                  <a:srgbClr val="808080"/>
                </a:solidFill>
                <a:latin typeface="Aktiv Grotesk"/>
                <a:ea typeface="Aktiv Grotesk"/>
                <a:cs typeface="Aktiv Grotesk"/>
                <a:sym typeface="Aktiv Grotesk"/>
              </a:rPr>
              <a:pPr marL="0" marR="0" lvl="0" indent="0" algn="l" rtl="0">
                <a:lnSpc>
                  <a:spcPct val="100000"/>
                </a:lnSpc>
                <a:spcBef>
                  <a:spcPts val="0"/>
                </a:spcBef>
                <a:spcAft>
                  <a:spcPts val="0"/>
                </a:spcAft>
                <a:buClr>
                  <a:srgbClr val="000000"/>
                </a:buClr>
                <a:buSzPts val="816"/>
                <a:buFont typeface="Aktiv Grotesk"/>
                <a:buNone/>
              </a:pPr>
              <a:t>‹#›</a:t>
            </a:fld>
            <a:endParaRPr sz="1632" b="0" i="0" u="none" strike="noStrike" cap="none">
              <a:solidFill>
                <a:srgbClr val="808080"/>
              </a:solidFill>
              <a:latin typeface="Aktiv Grotesk"/>
              <a:ea typeface="Aktiv Grotesk"/>
              <a:cs typeface="Aktiv Grotesk"/>
              <a:sym typeface="Aktiv Grotesk"/>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ktiv Grotesk"/>
              <a:buNone/>
            </a:pPr>
            <a:r>
              <a:rPr lang="en-US" sz="1632" b="0" i="0" u="none" strike="noStrike" cap="none">
                <a:solidFill>
                  <a:srgbClr val="808080"/>
                </a:solidFill>
                <a:latin typeface="Aktiv Grotesk"/>
                <a:ea typeface="Aktiv Grotesk"/>
                <a:cs typeface="Aktiv Grotesk"/>
                <a:sym typeface="Aktiv Grotesk"/>
              </a:rPr>
              <a:t>McKinsey &amp; Company</a:t>
            </a:r>
            <a:endParaRPr sz="2800" b="0" i="0" u="none" strike="noStrike" cap="none">
              <a:solidFill>
                <a:srgbClr val="000000"/>
              </a:solidFill>
              <a:latin typeface="Aktiv Grotesk"/>
              <a:ea typeface="Aktiv Grotesk"/>
              <a:cs typeface="Aktiv Grotesk"/>
              <a:sym typeface="Aktiv Grotesk"/>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 Id="rId4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2.xml"/><Relationship Id="rId15" Type="http://schemas.openxmlformats.org/officeDocument/2006/relationships/image" Target="../media/image15.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theme" Target="../theme/theme3.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Relationship Id="rId16" Type="http://schemas.openxmlformats.org/officeDocument/2006/relationships/slideLayout" Target="../slideLayouts/slideLayout97.xml"/><Relationship Id="rId17" Type="http://schemas.openxmlformats.org/officeDocument/2006/relationships/slideLayout" Target="../slideLayouts/slideLayout98.xml"/><Relationship Id="rId18" Type="http://schemas.openxmlformats.org/officeDocument/2006/relationships/slideLayout" Target="../slideLayouts/slideLayout99.xml"/><Relationship Id="rId19" Type="http://schemas.openxmlformats.org/officeDocument/2006/relationships/slideLayout" Target="../slideLayouts/slideLayout100.xml"/><Relationship Id="rId20" Type="http://schemas.openxmlformats.org/officeDocument/2006/relationships/slideLayout" Target="../slideLayouts/slideLayout101.xml"/><Relationship Id="rId21" Type="http://schemas.openxmlformats.org/officeDocument/2006/relationships/slideLayout" Target="../slideLayouts/slideLayout102.xml"/><Relationship Id="rId22" Type="http://schemas.openxmlformats.org/officeDocument/2006/relationships/slideLayout" Target="../slideLayouts/slideLayout103.xml"/><Relationship Id="rId23" Type="http://schemas.openxmlformats.org/officeDocument/2006/relationships/slideLayout" Target="../slideLayouts/slideLayout104.xml"/><Relationship Id="rId24" Type="http://schemas.openxmlformats.org/officeDocument/2006/relationships/slideLayout" Target="../slideLayouts/slideLayout105.xml"/><Relationship Id="rId25" Type="http://schemas.openxmlformats.org/officeDocument/2006/relationships/slideLayout" Target="../slideLayouts/slideLayout106.xml"/><Relationship Id="rId26" Type="http://schemas.openxmlformats.org/officeDocument/2006/relationships/slideLayout" Target="../slideLayouts/slideLayout107.xml"/><Relationship Id="rId27" Type="http://schemas.openxmlformats.org/officeDocument/2006/relationships/slideLayout" Target="../slideLayouts/slideLayout108.xml"/><Relationship Id="rId28" Type="http://schemas.openxmlformats.org/officeDocument/2006/relationships/slideLayout" Target="../slideLayouts/slideLayout109.xml"/><Relationship Id="rId29" Type="http://schemas.openxmlformats.org/officeDocument/2006/relationships/slideLayout" Target="../slideLayouts/slideLayout110.xml"/><Relationship Id="rId30" Type="http://schemas.openxmlformats.org/officeDocument/2006/relationships/theme" Target="../theme/theme4.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slideLayout" Target="../slideLayouts/slideLayout126.xml"/><Relationship Id="rId17" Type="http://schemas.openxmlformats.org/officeDocument/2006/relationships/slideLayout" Target="../slideLayouts/slideLayout127.xml"/><Relationship Id="rId18" Type="http://schemas.openxmlformats.org/officeDocument/2006/relationships/slideLayout" Target="../slideLayouts/slideLayout128.xml"/><Relationship Id="rId19" Type="http://schemas.openxmlformats.org/officeDocument/2006/relationships/slideLayout" Target="../slideLayouts/slideLayout129.xml"/><Relationship Id="rId20" Type="http://schemas.openxmlformats.org/officeDocument/2006/relationships/slideLayout" Target="../slideLayouts/slideLayout130.xml"/><Relationship Id="rId21" Type="http://schemas.openxmlformats.org/officeDocument/2006/relationships/slideLayout" Target="../slideLayouts/slideLayout131.xml"/><Relationship Id="rId22" Type="http://schemas.openxmlformats.org/officeDocument/2006/relationships/slideLayout" Target="../slideLayouts/slideLayout132.xml"/><Relationship Id="rId23" Type="http://schemas.openxmlformats.org/officeDocument/2006/relationships/slideLayout" Target="../slideLayouts/slideLayout133.xml"/><Relationship Id="rId24" Type="http://schemas.openxmlformats.org/officeDocument/2006/relationships/slideLayout" Target="../slideLayouts/slideLayout134.xml"/><Relationship Id="rId25" Type="http://schemas.openxmlformats.org/officeDocument/2006/relationships/slideLayout" Target="../slideLayouts/slideLayout135.xml"/><Relationship Id="rId26" Type="http://schemas.openxmlformats.org/officeDocument/2006/relationships/slideLayout" Target="../slideLayouts/slideLayout136.xml"/><Relationship Id="rId27" Type="http://schemas.openxmlformats.org/officeDocument/2006/relationships/slideLayout" Target="../slideLayouts/slideLayout137.xml"/><Relationship Id="rId28" Type="http://schemas.openxmlformats.org/officeDocument/2006/relationships/slideLayout" Target="../slideLayouts/slideLayout138.xml"/><Relationship Id="rId29" Type="http://schemas.openxmlformats.org/officeDocument/2006/relationships/theme" Target="../theme/theme5.xml"/><Relationship Id="rId30" Type="http://schemas.openxmlformats.org/officeDocument/2006/relationships/image" Target="../media/image1.svg"/><Relationship Id="rId31"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theme" Target="../theme/theme6.xml"/><Relationship Id="rId15" Type="http://schemas.openxmlformats.org/officeDocument/2006/relationships/image" Target="../media/image1.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9" Type="http://schemas.openxmlformats.org/officeDocument/2006/relationships/slideLayout" Target="../slideLayouts/slideLayout160.xml"/><Relationship Id="rId10" Type="http://schemas.openxmlformats.org/officeDocument/2006/relationships/slideLayout" Target="../slideLayouts/slideLayout161.xml"/><Relationship Id="rId11" Type="http://schemas.openxmlformats.org/officeDocument/2006/relationships/slideLayout" Target="../slideLayouts/slideLayout162.xml"/><Relationship Id="rId12" Type="http://schemas.openxmlformats.org/officeDocument/2006/relationships/slideLayout" Target="../slideLayouts/slideLayout163.xml"/><Relationship Id="rId13" Type="http://schemas.openxmlformats.org/officeDocument/2006/relationships/slideLayout" Target="../slideLayouts/slideLayout164.xml"/><Relationship Id="rId14" Type="http://schemas.openxmlformats.org/officeDocument/2006/relationships/slideLayout" Target="../slideLayouts/slideLayout165.xml"/><Relationship Id="rId15" Type="http://schemas.openxmlformats.org/officeDocument/2006/relationships/slideLayout" Target="../slideLayouts/slideLayout166.xml"/><Relationship Id="rId16" Type="http://schemas.openxmlformats.org/officeDocument/2006/relationships/slideLayout" Target="../slideLayouts/slideLayout167.xml"/><Relationship Id="rId17" Type="http://schemas.openxmlformats.org/officeDocument/2006/relationships/slideLayout" Target="../slideLayouts/slideLayout168.xml"/><Relationship Id="rId18" Type="http://schemas.openxmlformats.org/officeDocument/2006/relationships/slideLayout" Target="../slideLayouts/slideLayout169.xml"/><Relationship Id="rId19" Type="http://schemas.openxmlformats.org/officeDocument/2006/relationships/slideLayout" Target="../slideLayouts/slideLayout170.xml"/><Relationship Id="rId20" Type="http://schemas.openxmlformats.org/officeDocument/2006/relationships/slideLayout" Target="../slideLayouts/slideLayout171.xml"/><Relationship Id="rId21" Type="http://schemas.openxmlformats.org/officeDocument/2006/relationships/slideLayout" Target="../slideLayouts/slideLayout172.xml"/><Relationship Id="rId22" Type="http://schemas.openxmlformats.org/officeDocument/2006/relationships/slideLayout" Target="../slideLayouts/slideLayout173.xml"/><Relationship Id="rId23" Type="http://schemas.openxmlformats.org/officeDocument/2006/relationships/slideLayout" Target="../slideLayouts/slideLayout174.xml"/><Relationship Id="rId24" Type="http://schemas.openxmlformats.org/officeDocument/2006/relationships/slideLayout" Target="../slideLayouts/slideLayout175.xml"/><Relationship Id="rId25" Type="http://schemas.openxmlformats.org/officeDocument/2006/relationships/slideLayout" Target="../slideLayouts/slideLayout176.xml"/><Relationship Id="rId26" Type="http://schemas.openxmlformats.org/officeDocument/2006/relationships/slideLayout" Target="../slideLayouts/slideLayout177.xml"/><Relationship Id="rId27" Type="http://schemas.openxmlformats.org/officeDocument/2006/relationships/slideLayout" Target="../slideLayouts/slideLayout178.xml"/><Relationship Id="rId28" Type="http://schemas.openxmlformats.org/officeDocument/2006/relationships/slideLayout" Target="../slideLayouts/slideLayout179.xml"/><Relationship Id="rId29" Type="http://schemas.openxmlformats.org/officeDocument/2006/relationships/slideLayout" Target="../slideLayouts/slideLayout180.xml"/><Relationship Id="rId30" Type="http://schemas.openxmlformats.org/officeDocument/2006/relationships/slideLayout" Target="../slideLayouts/slideLayout181.xml"/><Relationship Id="rId31" Type="http://schemas.openxmlformats.org/officeDocument/2006/relationships/slideLayout" Target="../slideLayouts/slideLayout182.xml"/><Relationship Id="rId32" Type="http://schemas.openxmlformats.org/officeDocument/2006/relationships/theme" Target="../theme/theme7.xml"/><Relationship Id="rId33" Type="http://schemas.openxmlformats.org/officeDocument/2006/relationships/image" Target="../media/image1.svg"/><Relationship Id="rId3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3.xml"/><Relationship Id="rId2" Type="http://schemas.openxmlformats.org/officeDocument/2006/relationships/slideLayout" Target="../slideLayouts/slideLayout184.xml"/><Relationship Id="rId3" Type="http://schemas.openxmlformats.org/officeDocument/2006/relationships/slideLayout" Target="../slideLayouts/slideLayout185.xml"/><Relationship Id="rId4" Type="http://schemas.openxmlformats.org/officeDocument/2006/relationships/slideLayout" Target="../slideLayouts/slideLayout186.xml"/><Relationship Id="rId5" Type="http://schemas.openxmlformats.org/officeDocument/2006/relationships/slideLayout" Target="../slideLayouts/slideLayout187.xml"/><Relationship Id="rId6" Type="http://schemas.openxmlformats.org/officeDocument/2006/relationships/slideLayout" Target="../slideLayouts/slideLayout188.xml"/><Relationship Id="rId7" Type="http://schemas.openxmlformats.org/officeDocument/2006/relationships/slideLayout" Target="../slideLayouts/slideLayout189.xml"/><Relationship Id="rId8" Type="http://schemas.openxmlformats.org/officeDocument/2006/relationships/slideLayout" Target="../slideLayouts/slideLayout190.xml"/><Relationship Id="rId9" Type="http://schemas.openxmlformats.org/officeDocument/2006/relationships/slideLayout" Target="../slideLayouts/slideLayout191.xml"/><Relationship Id="rId10" Type="http://schemas.openxmlformats.org/officeDocument/2006/relationships/slideLayout" Target="../slideLayouts/slideLayout192.xml"/><Relationship Id="rId11" Type="http://schemas.openxmlformats.org/officeDocument/2006/relationships/slideLayout" Target="../slideLayouts/slideLayout193.xml"/><Relationship Id="rId12" Type="http://schemas.openxmlformats.org/officeDocument/2006/relationships/slideLayout" Target="../slideLayouts/slideLayout194.xml"/><Relationship Id="rId13" Type="http://schemas.openxmlformats.org/officeDocument/2006/relationships/slideLayout" Target="../slideLayouts/slideLayout195.xml"/><Relationship Id="rId14" Type="http://schemas.openxmlformats.org/officeDocument/2006/relationships/slideLayout" Target="../slideLayouts/slideLayout196.xml"/><Relationship Id="rId15" Type="http://schemas.openxmlformats.org/officeDocument/2006/relationships/slideLayout" Target="../slideLayouts/slideLayout197.xml"/><Relationship Id="rId16" Type="http://schemas.openxmlformats.org/officeDocument/2006/relationships/slideLayout" Target="../slideLayouts/slideLayout198.xml"/><Relationship Id="rId17" Type="http://schemas.openxmlformats.org/officeDocument/2006/relationships/theme" Target="../theme/theme8.xml"/><Relationship Id="rId18" Type="http://schemas.openxmlformats.org/officeDocument/2006/relationships/image" Target="../media/image1.sv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9.xml"/><Relationship Id="rId2" Type="http://schemas.openxmlformats.org/officeDocument/2006/relationships/slideLayout" Target="../slideLayouts/slideLayout200.xml"/><Relationship Id="rId3" Type="http://schemas.openxmlformats.org/officeDocument/2006/relationships/slideLayout" Target="../slideLayouts/slideLayout201.xml"/><Relationship Id="rId4" Type="http://schemas.openxmlformats.org/officeDocument/2006/relationships/slideLayout" Target="../slideLayouts/slideLayout202.xml"/><Relationship Id="rId5" Type="http://schemas.openxmlformats.org/officeDocument/2006/relationships/slideLayout" Target="../slideLayouts/slideLayout203.xml"/><Relationship Id="rId6" Type="http://schemas.openxmlformats.org/officeDocument/2006/relationships/slideLayout" Target="../slideLayouts/slideLayout204.xml"/><Relationship Id="rId7" Type="http://schemas.openxmlformats.org/officeDocument/2006/relationships/slideLayout" Target="../slideLayouts/slideLayout205.xml"/><Relationship Id="rId8" Type="http://schemas.openxmlformats.org/officeDocument/2006/relationships/slideLayout" Target="../slideLayouts/slideLayout206.xml"/><Relationship Id="rId9" Type="http://schemas.openxmlformats.org/officeDocument/2006/relationships/slideLayout" Target="../slideLayouts/slideLayout207.xml"/><Relationship Id="rId10" Type="http://schemas.openxmlformats.org/officeDocument/2006/relationships/slideLayout" Target="../slideLayouts/slideLayout208.xml"/><Relationship Id="rId11" Type="http://schemas.openxmlformats.org/officeDocument/2006/relationships/slideLayout" Target="../slideLayouts/slideLayout209.xml"/><Relationship Id="rId12" Type="http://schemas.openxmlformats.org/officeDocument/2006/relationships/slideLayout" Target="../slideLayouts/slideLayout210.xml"/><Relationship Id="rId13" Type="http://schemas.openxmlformats.org/officeDocument/2006/relationships/slideLayout" Target="../slideLayouts/slideLayout211.xml"/><Relationship Id="rId14" Type="http://schemas.openxmlformats.org/officeDocument/2006/relationships/slideLayout" Target="../slideLayouts/slideLayout212.xml"/><Relationship Id="rId15" Type="http://schemas.openxmlformats.org/officeDocument/2006/relationships/slideLayout" Target="../slideLayouts/slideLayout213.xml"/><Relationship Id="rId16" Type="http://schemas.openxmlformats.org/officeDocument/2006/relationships/slideLayout" Target="../slideLayouts/slideLayout214.xml"/><Relationship Id="rId17" Type="http://schemas.openxmlformats.org/officeDocument/2006/relationships/slideLayout" Target="../slideLayouts/slideLayout215.xml"/><Relationship Id="rId18" Type="http://schemas.openxmlformats.org/officeDocument/2006/relationships/slideLayout" Target="../slideLayouts/slideLayout216.xml"/><Relationship Id="rId19" Type="http://schemas.openxmlformats.org/officeDocument/2006/relationships/slideLayout" Target="../slideLayouts/slideLayout217.xml"/><Relationship Id="rId20" Type="http://schemas.openxmlformats.org/officeDocument/2006/relationships/slideLayout" Target="../slideLayouts/slideLayout218.xml"/><Relationship Id="rId21" Type="http://schemas.openxmlformats.org/officeDocument/2006/relationships/slideLayout" Target="../slideLayouts/slideLayout219.xml"/><Relationship Id="rId22" Type="http://schemas.openxmlformats.org/officeDocument/2006/relationships/slideLayout" Target="../slideLayouts/slideLayout220.xml"/><Relationship Id="rId23" Type="http://schemas.openxmlformats.org/officeDocument/2006/relationships/slideLayout" Target="../slideLayouts/slideLayout221.xml"/><Relationship Id="rId24" Type="http://schemas.openxmlformats.org/officeDocument/2006/relationships/slideLayout" Target="../slideLayouts/slideLayout222.xml"/><Relationship Id="rId25" Type="http://schemas.openxmlformats.org/officeDocument/2006/relationships/slideLayout" Target="../slideLayouts/slideLayout223.xml"/><Relationship Id="rId26" Type="http://schemas.openxmlformats.org/officeDocument/2006/relationships/slideLayout" Target="../slideLayouts/slideLayout224.xml"/><Relationship Id="rId27" Type="http://schemas.openxmlformats.org/officeDocument/2006/relationships/slideLayout" Target="../slideLayouts/slideLayout225.xml"/><Relationship Id="rId28" Type="http://schemas.openxmlformats.org/officeDocument/2006/relationships/slideLayout" Target="../slideLayouts/slideLayout226.xml"/><Relationship Id="rId29" Type="http://schemas.openxmlformats.org/officeDocument/2006/relationships/slideLayout" Target="../slideLayouts/slideLayout227.xml"/><Relationship Id="rId30" Type="http://schemas.openxmlformats.org/officeDocument/2006/relationships/slideLayout" Target="../slideLayouts/slideLayout228.xml"/><Relationship Id="rId31" Type="http://schemas.openxmlformats.org/officeDocument/2006/relationships/slideLayout" Target="../slideLayouts/slideLayout229.xml"/><Relationship Id="rId32" Type="http://schemas.openxmlformats.org/officeDocument/2006/relationships/slideLayout" Target="../slideLayouts/slideLayout230.xml"/><Relationship Id="rId33" Type="http://schemas.openxmlformats.org/officeDocument/2006/relationships/slideLayout" Target="../slideLayouts/slideLayout231.xml"/><Relationship Id="rId34" Type="http://schemas.openxmlformats.org/officeDocument/2006/relationships/slideLayout" Target="../slideLayouts/slideLayout232.xml"/><Relationship Id="rId35" Type="http://schemas.openxmlformats.org/officeDocument/2006/relationships/slideLayout" Target="../slideLayouts/slideLayout233.xml"/><Relationship Id="rId36" Type="http://schemas.openxmlformats.org/officeDocument/2006/relationships/slideLayout" Target="../slideLayouts/slideLayout234.xml"/><Relationship Id="rId37" Type="http://schemas.openxmlformats.org/officeDocument/2006/relationships/slideLayout" Target="../slideLayouts/slideLayout235.xml"/><Relationship Id="rId38" Type="http://schemas.openxmlformats.org/officeDocument/2006/relationships/slideLayout" Target="../slideLayouts/slideLayout236.xml"/><Relationship Id="rId39" Type="http://schemas.openxmlformats.org/officeDocument/2006/relationships/slideLayout" Target="../slideLayouts/slideLayout237.xml"/><Relationship Id="rId40" Type="http://schemas.openxmlformats.org/officeDocument/2006/relationships/slideLayout" Target="../slideLayouts/slideLayout238.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39.xml"/><Relationship Id="rId2" Type="http://schemas.openxmlformats.org/officeDocument/2006/relationships/slideLayout" Target="../slideLayouts/slideLayout240.xml"/><Relationship Id="rId3" Type="http://schemas.openxmlformats.org/officeDocument/2006/relationships/slideLayout" Target="../slideLayouts/slideLayout241.xml"/><Relationship Id="rId4" Type="http://schemas.openxmlformats.org/officeDocument/2006/relationships/slideLayout" Target="../slideLayouts/slideLayout242.xml"/><Relationship Id="rId5" Type="http://schemas.openxmlformats.org/officeDocument/2006/relationships/slideLayout" Target="../slideLayouts/slideLayout243.xml"/><Relationship Id="rId6" Type="http://schemas.openxmlformats.org/officeDocument/2006/relationships/slideLayout" Target="../slideLayouts/slideLayout244.xml"/><Relationship Id="rId7" Type="http://schemas.openxmlformats.org/officeDocument/2006/relationships/slideLayout" Target="../slideLayouts/slideLayout245.xml"/><Relationship Id="rId8" Type="http://schemas.openxmlformats.org/officeDocument/2006/relationships/slideLayout" Target="../slideLayouts/slideLayout246.xml"/><Relationship Id="rId9" Type="http://schemas.openxmlformats.org/officeDocument/2006/relationships/slideLayout" Target="../slideLayouts/slideLayout247.xml"/><Relationship Id="rId10" Type="http://schemas.openxmlformats.org/officeDocument/2006/relationships/slideLayout" Target="../slideLayouts/slideLayout248.xml"/><Relationship Id="rId11" Type="http://schemas.openxmlformats.org/officeDocument/2006/relationships/slideLayout" Target="../slideLayouts/slideLayout249.xml"/><Relationship Id="rId12" Type="http://schemas.openxmlformats.org/officeDocument/2006/relationships/slideLayout" Target="../slideLayouts/slideLayout250.xml"/><Relationship Id="rId13" Type="http://schemas.openxmlformats.org/officeDocument/2006/relationships/slideLayout" Target="../slideLayouts/slideLayout251.xml"/><Relationship Id="rId14" Type="http://schemas.openxmlformats.org/officeDocument/2006/relationships/slideLayout" Target="../slideLayouts/slideLayout252.xml"/><Relationship Id="rId15" Type="http://schemas.openxmlformats.org/officeDocument/2006/relationships/slideLayout" Target="../slideLayouts/slideLayout253.xml"/><Relationship Id="rId16" Type="http://schemas.openxmlformats.org/officeDocument/2006/relationships/slideLayout" Target="../slideLayouts/slideLayout254.xml"/><Relationship Id="rId17" Type="http://schemas.openxmlformats.org/officeDocument/2006/relationships/slideLayout" Target="../slideLayouts/slideLayout255.xml"/><Relationship Id="rId18" Type="http://schemas.openxmlformats.org/officeDocument/2006/relationships/slideLayout" Target="../slideLayouts/slideLayout256.xml"/><Relationship Id="rId19" Type="http://schemas.openxmlformats.org/officeDocument/2006/relationships/slideLayout" Target="../slideLayouts/slideLayout257.xml"/><Relationship Id="rId20" Type="http://schemas.openxmlformats.org/officeDocument/2006/relationships/slideLayout" Target="../slideLayouts/slideLayout258.xml"/><Relationship Id="rId21" Type="http://schemas.openxmlformats.org/officeDocument/2006/relationships/slideLayout" Target="../slideLayouts/slideLayout259.xml"/><Relationship Id="rId22" Type="http://schemas.openxmlformats.org/officeDocument/2006/relationships/slideLayout" Target="../slideLayouts/slideLayout260.xml"/><Relationship Id="rId23" Type="http://schemas.openxmlformats.org/officeDocument/2006/relationships/slideLayout" Target="../slideLayouts/slideLayout261.xml"/><Relationship Id="rId24" Type="http://schemas.openxmlformats.org/officeDocument/2006/relationships/slideLayout" Target="../slideLayouts/slideLayout262.xml"/><Relationship Id="rId25" Type="http://schemas.openxmlformats.org/officeDocument/2006/relationships/slideLayout" Target="../slideLayouts/slideLayout263.xml"/><Relationship Id="rId26" Type="http://schemas.openxmlformats.org/officeDocument/2006/relationships/slideLayout" Target="../slideLayouts/slideLayout264.xml"/><Relationship Id="rId27" Type="http://schemas.openxmlformats.org/officeDocument/2006/relationships/slideLayout" Target="../slideLayouts/slideLayout265.xml"/><Relationship Id="rId28" Type="http://schemas.openxmlformats.org/officeDocument/2006/relationships/slideLayout" Target="../slideLayouts/slideLayout266.xml"/><Relationship Id="rId29" Type="http://schemas.openxmlformats.org/officeDocument/2006/relationships/slideLayout" Target="../slideLayouts/slideLayout267.xml"/><Relationship Id="rId30" Type="http://schemas.openxmlformats.org/officeDocument/2006/relationships/slideLayout" Target="../slideLayouts/slideLayout268.xml"/><Relationship Id="rId31" Type="http://schemas.openxmlformats.org/officeDocument/2006/relationships/slideLayout" Target="../slideLayouts/slideLayout269.xml"/><Relationship Id="rId32" Type="http://schemas.openxmlformats.org/officeDocument/2006/relationships/slideLayout" Target="../slideLayouts/slideLayout270.xml"/><Relationship Id="rId33" Type="http://schemas.openxmlformats.org/officeDocument/2006/relationships/slideLayout" Target="../slideLayouts/slideLayout271.xml"/><Relationship Id="rId34" Type="http://schemas.openxmlformats.org/officeDocument/2006/relationships/slideLayout" Target="../slideLayouts/slideLayout272.xml"/><Relationship Id="rId35" Type="http://schemas.openxmlformats.org/officeDocument/2006/relationships/slideLayout" Target="../slideLayouts/slideLayout273.xml"/><Relationship Id="rId36" Type="http://schemas.openxmlformats.org/officeDocument/2006/relationships/slideLayout" Target="../slideLayouts/slideLayout274.xml"/><Relationship Id="rId37" Type="http://schemas.openxmlformats.org/officeDocument/2006/relationships/slideLayout" Target="../slideLayouts/slideLayout275.xml"/><Relationship Id="rId38" Type="http://schemas.openxmlformats.org/officeDocument/2006/relationships/slideLayout" Target="../slideLayouts/slideLayout276.xml"/><Relationship Id="rId39" Type="http://schemas.openxmlformats.org/officeDocument/2006/relationships/slideLayout" Target="../slideLayouts/slideLayout277.xml"/><Relationship Id="rId40" Type="http://schemas.openxmlformats.org/officeDocument/2006/relationships/slideLayout" Target="../slideLayouts/slideLayout278.xml"/><Relationship Id="rId41" Type="http://schemas.openxmlformats.org/officeDocument/2006/relationships/slideLayout" Target="../slideLayouts/slideLayout279.xml"/><Relationship Id="rId42" Type="http://schemas.openxmlformats.org/officeDocument/2006/relationships/slideLayout" Target="../slideLayouts/slideLayout280.xml"/><Relationship Id="rId43" Type="http://schemas.openxmlformats.org/officeDocument/2006/relationships/theme" Target="../theme/theme10.xml"/><Relationship Id="rId44" Type="http://schemas.openxmlformats.org/officeDocument/2006/relationships/image" Target="../media/image14.emf"/></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9" Type="http://schemas.openxmlformats.org/officeDocument/2006/relationships/slideLayout" Target="../slideLayouts/slideLayout289.xml"/><Relationship Id="rId10" Type="http://schemas.openxmlformats.org/officeDocument/2006/relationships/slideLayout" Target="../slideLayouts/slideLayout290.xml"/><Relationship Id="rId11" Type="http://schemas.openxmlformats.org/officeDocument/2006/relationships/slideLayout" Target="../slideLayouts/slideLayout291.xml"/><Relationship Id="rId12" Type="http://schemas.openxmlformats.org/officeDocument/2006/relationships/slideLayout" Target="../slideLayouts/slideLayout292.xml"/><Relationship Id="rId13" Type="http://schemas.openxmlformats.org/officeDocument/2006/relationships/slideLayout" Target="../slideLayouts/slideLayout293.xml"/><Relationship Id="rId14" Type="http://schemas.openxmlformats.org/officeDocument/2006/relationships/slideLayout" Target="../slideLayouts/slideLayout294.xml"/><Relationship Id="rId15" Type="http://schemas.openxmlformats.org/officeDocument/2006/relationships/slideLayout" Target="../slideLayouts/slideLayout295.xml"/><Relationship Id="rId16" Type="http://schemas.openxmlformats.org/officeDocument/2006/relationships/slideLayout" Target="../slideLayouts/slideLayout296.xml"/><Relationship Id="rId17" Type="http://schemas.openxmlformats.org/officeDocument/2006/relationships/slideLayout" Target="../slideLayouts/slideLayout297.xml"/><Relationship Id="rId18" Type="http://schemas.openxmlformats.org/officeDocument/2006/relationships/slideLayout" Target="../slideLayouts/slideLayout298.xml"/><Relationship Id="rId19" Type="http://schemas.openxmlformats.org/officeDocument/2006/relationships/slideLayout" Target="../slideLayouts/slideLayout299.xml"/><Relationship Id="rId20" Type="http://schemas.openxmlformats.org/officeDocument/2006/relationships/slideLayout" Target="../slideLayouts/slideLayout300.xml"/><Relationship Id="rId21" Type="http://schemas.openxmlformats.org/officeDocument/2006/relationships/slideLayout" Target="../slideLayouts/slideLayout301.xml"/><Relationship Id="rId22" Type="http://schemas.openxmlformats.org/officeDocument/2006/relationships/slideLayout" Target="../slideLayouts/slideLayout302.xml"/><Relationship Id="rId23" Type="http://schemas.openxmlformats.org/officeDocument/2006/relationships/slideLayout" Target="../slideLayouts/slideLayout303.xml"/><Relationship Id="rId24" Type="http://schemas.openxmlformats.org/officeDocument/2006/relationships/slideLayout" Target="../slideLayouts/slideLayout304.xml"/><Relationship Id="rId25" Type="http://schemas.openxmlformats.org/officeDocument/2006/relationships/slideLayout" Target="../slideLayouts/slideLayout305.xml"/><Relationship Id="rId26" Type="http://schemas.openxmlformats.org/officeDocument/2006/relationships/slideLayout" Target="../slideLayouts/slideLayout306.xml"/><Relationship Id="rId27" Type="http://schemas.openxmlformats.org/officeDocument/2006/relationships/slideLayout" Target="../slideLayouts/slideLayout307.xml"/><Relationship Id="rId28" Type="http://schemas.openxmlformats.org/officeDocument/2006/relationships/slideLayout" Target="../slideLayouts/slideLayout308.xml"/><Relationship Id="rId29" Type="http://schemas.openxmlformats.org/officeDocument/2006/relationships/slideLayout" Target="../slideLayouts/slideLayout309.xml"/><Relationship Id="rId30" Type="http://schemas.openxmlformats.org/officeDocument/2006/relationships/slideLayout" Target="../slideLayouts/slideLayout310.xml"/><Relationship Id="rId31" Type="http://schemas.openxmlformats.org/officeDocument/2006/relationships/slideLayout" Target="../slideLayouts/slideLayout311.xml"/><Relationship Id="rId32" Type="http://schemas.openxmlformats.org/officeDocument/2006/relationships/slideLayout" Target="../slideLayouts/slideLayout312.xml"/><Relationship Id="rId33" Type="http://schemas.openxmlformats.org/officeDocument/2006/relationships/slideLayout" Target="../slideLayouts/slideLayout313.xml"/><Relationship Id="rId34" Type="http://schemas.openxmlformats.org/officeDocument/2006/relationships/slideLayout" Target="../slideLayouts/slideLayout314.xml"/><Relationship Id="rId35" Type="http://schemas.openxmlformats.org/officeDocument/2006/relationships/slideLayout" Target="../slideLayouts/slideLayout315.xml"/><Relationship Id="rId36" Type="http://schemas.openxmlformats.org/officeDocument/2006/relationships/slideLayout" Target="../slideLayouts/slideLayout316.xml"/><Relationship Id="rId37" Type="http://schemas.openxmlformats.org/officeDocument/2006/relationships/slideLayout" Target="../slideLayouts/slideLayout317.xml"/><Relationship Id="rId38" Type="http://schemas.openxmlformats.org/officeDocument/2006/relationships/slideLayout" Target="../slideLayouts/slideLayout318.xml"/><Relationship Id="rId39" Type="http://schemas.openxmlformats.org/officeDocument/2006/relationships/slideLayout" Target="../slideLayouts/slideLayout319.xml"/><Relationship Id="rId40" Type="http://schemas.openxmlformats.org/officeDocument/2006/relationships/slideLayout" Target="../slideLayouts/slideLayout320.xml"/><Relationship Id="rId41" Type="http://schemas.openxmlformats.org/officeDocument/2006/relationships/theme" Target="../theme/theme11.xml"/><Relationship Id="rId42" Type="http://schemas.openxmlformats.org/officeDocument/2006/relationships/image" Target="../media/image14.emf"/></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slideLayout" Target="../slideLayouts/slideLayout322.xml"/><Relationship Id="rId3" Type="http://schemas.openxmlformats.org/officeDocument/2006/relationships/slideLayout" Target="../slideLayouts/slideLayout323.xml"/><Relationship Id="rId4" Type="http://schemas.openxmlformats.org/officeDocument/2006/relationships/slideLayout" Target="../slideLayouts/slideLayout324.xml"/><Relationship Id="rId5" Type="http://schemas.openxmlformats.org/officeDocument/2006/relationships/slideLayout" Target="../slideLayouts/slideLayout325.xml"/><Relationship Id="rId6" Type="http://schemas.openxmlformats.org/officeDocument/2006/relationships/slideLayout" Target="../slideLayouts/slideLayout326.xml"/><Relationship Id="rId7" Type="http://schemas.openxmlformats.org/officeDocument/2006/relationships/slideLayout" Target="../slideLayouts/slideLayout327.xml"/><Relationship Id="rId8" Type="http://schemas.openxmlformats.org/officeDocument/2006/relationships/slideLayout" Target="../slideLayouts/slideLayout328.xml"/><Relationship Id="rId9" Type="http://schemas.openxmlformats.org/officeDocument/2006/relationships/slideLayout" Target="../slideLayouts/slideLayout329.xml"/><Relationship Id="rId10" Type="http://schemas.openxmlformats.org/officeDocument/2006/relationships/slideLayout" Target="../slideLayouts/slideLayout330.xml"/><Relationship Id="rId11" Type="http://schemas.openxmlformats.org/officeDocument/2006/relationships/slideLayout" Target="../slideLayouts/slideLayout331.xml"/><Relationship Id="rId12" Type="http://schemas.openxmlformats.org/officeDocument/2006/relationships/slideLayout" Target="../slideLayouts/slideLayout332.xml"/><Relationship Id="rId13" Type="http://schemas.openxmlformats.org/officeDocument/2006/relationships/slideLayout" Target="../slideLayouts/slideLayout333.xml"/><Relationship Id="rId14" Type="http://schemas.openxmlformats.org/officeDocument/2006/relationships/slideLayout" Target="../slideLayouts/slideLayout334.xml"/><Relationship Id="rId15" Type="http://schemas.openxmlformats.org/officeDocument/2006/relationships/slideLayout" Target="../slideLayouts/slideLayout335.xml"/><Relationship Id="rId16" Type="http://schemas.openxmlformats.org/officeDocument/2006/relationships/slideLayout" Target="../slideLayouts/slideLayout336.xml"/><Relationship Id="rId17" Type="http://schemas.openxmlformats.org/officeDocument/2006/relationships/slideLayout" Target="../slideLayouts/slideLayout337.xml"/><Relationship Id="rId18" Type="http://schemas.openxmlformats.org/officeDocument/2006/relationships/slideLayout" Target="../slideLayouts/slideLayout338.xml"/><Relationship Id="rId19" Type="http://schemas.openxmlformats.org/officeDocument/2006/relationships/slideLayout" Target="../slideLayouts/slideLayout339.xml"/><Relationship Id="rId20" Type="http://schemas.openxmlformats.org/officeDocument/2006/relationships/slideLayout" Target="../slideLayouts/slideLayout340.xml"/><Relationship Id="rId21" Type="http://schemas.openxmlformats.org/officeDocument/2006/relationships/slideLayout" Target="../slideLayouts/slideLayout341.xml"/><Relationship Id="rId22" Type="http://schemas.openxmlformats.org/officeDocument/2006/relationships/slideLayout" Target="../slideLayouts/slideLayout342.xml"/><Relationship Id="rId23" Type="http://schemas.openxmlformats.org/officeDocument/2006/relationships/slideLayout" Target="../slideLayouts/slideLayout343.xml"/><Relationship Id="rId24" Type="http://schemas.openxmlformats.org/officeDocument/2006/relationships/slideLayout" Target="../slideLayouts/slideLayout344.xml"/><Relationship Id="rId25" Type="http://schemas.openxmlformats.org/officeDocument/2006/relationships/slideLayout" Target="../slideLayouts/slideLayout345.xml"/><Relationship Id="rId26" Type="http://schemas.openxmlformats.org/officeDocument/2006/relationships/slideLayout" Target="../slideLayouts/slideLayout346.xml"/><Relationship Id="rId27" Type="http://schemas.openxmlformats.org/officeDocument/2006/relationships/slideLayout" Target="../slideLayouts/slideLayout347.xml"/><Relationship Id="rId28" Type="http://schemas.openxmlformats.org/officeDocument/2006/relationships/slideLayout" Target="../slideLayouts/slideLayout348.xml"/><Relationship Id="rId29" Type="http://schemas.openxmlformats.org/officeDocument/2006/relationships/slideLayout" Target="../slideLayouts/slideLayout349.xml"/><Relationship Id="rId30" Type="http://schemas.openxmlformats.org/officeDocument/2006/relationships/slideLayout" Target="../slideLayouts/slideLayout350.xml"/><Relationship Id="rId31" Type="http://schemas.openxmlformats.org/officeDocument/2006/relationships/slideLayout" Target="../slideLayouts/slideLayout351.xml"/><Relationship Id="rId32" Type="http://schemas.openxmlformats.org/officeDocument/2006/relationships/slideLayout" Target="../slideLayouts/slideLayout352.xml"/><Relationship Id="rId33" Type="http://schemas.openxmlformats.org/officeDocument/2006/relationships/theme" Target="../theme/theme12.xml"/><Relationship Id="rId34" Type="http://schemas.openxmlformats.org/officeDocument/2006/relationships/image" Target="../media/image1.svg"/><Relationship Id="rId35"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53.xml"/><Relationship Id="rId2" Type="http://schemas.openxmlformats.org/officeDocument/2006/relationships/slideLayout" Target="../slideLayouts/slideLayout354.xml"/><Relationship Id="rId3" Type="http://schemas.openxmlformats.org/officeDocument/2006/relationships/slideLayout" Target="../slideLayouts/slideLayout355.xml"/><Relationship Id="rId4" Type="http://schemas.openxmlformats.org/officeDocument/2006/relationships/slideLayout" Target="../slideLayouts/slideLayout356.xml"/><Relationship Id="rId5" Type="http://schemas.openxmlformats.org/officeDocument/2006/relationships/slideLayout" Target="../slideLayouts/slideLayout357.xml"/><Relationship Id="rId6" Type="http://schemas.openxmlformats.org/officeDocument/2006/relationships/slideLayout" Target="../slideLayouts/slideLayout358.xml"/><Relationship Id="rId7" Type="http://schemas.openxmlformats.org/officeDocument/2006/relationships/slideLayout" Target="../slideLayouts/slideLayout359.xml"/><Relationship Id="rId8" Type="http://schemas.openxmlformats.org/officeDocument/2006/relationships/slideLayout" Target="../slideLayouts/slideLayout360.xml"/><Relationship Id="rId9" Type="http://schemas.openxmlformats.org/officeDocument/2006/relationships/slideLayout" Target="../slideLayouts/slideLayout361.xml"/><Relationship Id="rId10" Type="http://schemas.openxmlformats.org/officeDocument/2006/relationships/slideLayout" Target="../slideLayouts/slideLayout362.xml"/><Relationship Id="rId11" Type="http://schemas.openxmlformats.org/officeDocument/2006/relationships/slideLayout" Target="../slideLayouts/slideLayout363.xml"/><Relationship Id="rId12" Type="http://schemas.openxmlformats.org/officeDocument/2006/relationships/slideLayout" Target="../slideLayouts/slideLayout364.xml"/><Relationship Id="rId13" Type="http://schemas.openxmlformats.org/officeDocument/2006/relationships/slideLayout" Target="../slideLayouts/slideLayout365.xml"/><Relationship Id="rId14" Type="http://schemas.openxmlformats.org/officeDocument/2006/relationships/slideLayout" Target="../slideLayouts/slideLayout366.xml"/><Relationship Id="rId15" Type="http://schemas.openxmlformats.org/officeDocument/2006/relationships/slideLayout" Target="../slideLayouts/slideLayout367.xml"/><Relationship Id="rId16" Type="http://schemas.openxmlformats.org/officeDocument/2006/relationships/slideLayout" Target="../slideLayouts/slideLayout368.xml"/><Relationship Id="rId17" Type="http://schemas.openxmlformats.org/officeDocument/2006/relationships/slideLayout" Target="../slideLayouts/slideLayout369.xml"/><Relationship Id="rId18" Type="http://schemas.openxmlformats.org/officeDocument/2006/relationships/slideLayout" Target="../slideLayouts/slideLayout370.xml"/><Relationship Id="rId19" Type="http://schemas.openxmlformats.org/officeDocument/2006/relationships/slideLayout" Target="../slideLayouts/slideLayout371.xml"/><Relationship Id="rId20" Type="http://schemas.openxmlformats.org/officeDocument/2006/relationships/slideLayout" Target="../slideLayouts/slideLayout372.xml"/><Relationship Id="rId21" Type="http://schemas.openxmlformats.org/officeDocument/2006/relationships/slideLayout" Target="../slideLayouts/slideLayout373.xml"/><Relationship Id="rId22" Type="http://schemas.openxmlformats.org/officeDocument/2006/relationships/slideLayout" Target="../slideLayouts/slideLayout374.xml"/><Relationship Id="rId23" Type="http://schemas.openxmlformats.org/officeDocument/2006/relationships/slideLayout" Target="../slideLayouts/slideLayout375.xml"/><Relationship Id="rId24" Type="http://schemas.openxmlformats.org/officeDocument/2006/relationships/slideLayout" Target="../slideLayouts/slideLayout376.xml"/><Relationship Id="rId25" Type="http://schemas.openxmlformats.org/officeDocument/2006/relationships/slideLayout" Target="../slideLayouts/slideLayout377.xml"/><Relationship Id="rId26" Type="http://schemas.openxmlformats.org/officeDocument/2006/relationships/slideLayout" Target="../slideLayouts/slideLayout378.xml"/><Relationship Id="rId27" Type="http://schemas.openxmlformats.org/officeDocument/2006/relationships/slideLayout" Target="../slideLayouts/slideLayout379.xml"/><Relationship Id="rId28" Type="http://schemas.openxmlformats.org/officeDocument/2006/relationships/slideLayout" Target="../slideLayouts/slideLayout380.xml"/><Relationship Id="rId29" Type="http://schemas.openxmlformats.org/officeDocument/2006/relationships/slideLayout" Target="../slideLayouts/slideLayout381.xml"/><Relationship Id="rId30" Type="http://schemas.openxmlformats.org/officeDocument/2006/relationships/slideLayout" Target="../slideLayouts/slideLayout382.xml"/><Relationship Id="rId31" Type="http://schemas.openxmlformats.org/officeDocument/2006/relationships/theme" Target="../theme/theme13.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r>
              <a:rPr sz="2000">
                <a:solidFill>
                  <a:srgbClr val="FFFFFF"/>
                </a:solidFill>
              </a:rPr>
              <a:t>How Rackspace CRA aligns to Google Cloud's migration methodology and PSO programme requirements</a:t>
            </a:r>
          </a:p>
        </p:txBody>
      </p:sp>
      <p:sp>
        <p:nvSpPr>
          <p:cNvPr id="3" name="Text Placeholder 2"/>
          <p:cNvSpPr>
            <a:spLocks noGrp="1"/>
          </p:cNvSpPr>
          <p:nvPr>
            <p:ph type="body" idx="13" sz="quarter"/>
          </p:nvPr>
        </p:nvSpPr>
        <p:spPr/>
        <p:txBody>
          <a:bodyPr wrap="square"/>
          <a:lstStyle/>
          <a:p>
            <a:r>
              <a:rPr sz="1400">
                <a:solidFill>
                  <a:srgbClr val="FFCCCC"/>
                </a:solidFill>
              </a:rPr>
              <a:t>Rackspace x Google Cloud — Migration Partner  |  [Date]</a:t>
            </a:r>
          </a:p>
        </p:txBody>
      </p:sp>
      <p:sp>
        <p:nvSpPr>
          <p:cNvPr id="4" name="Title 3"/>
          <p:cNvSpPr>
            <a:spLocks noGrp="1"/>
          </p:cNvSpPr>
          <p:nvPr>
            <p:ph type="title"/>
          </p:nvPr>
        </p:nvSpPr>
        <p:spPr/>
        <p:txBody>
          <a:bodyPr wrap="square"/>
          <a:lstStyle/>
          <a:p>
            <a:r>
              <a:rPr sz="3600" b="1">
                <a:solidFill>
                  <a:srgbClr val="FFFFFF"/>
                </a:solidFill>
              </a:rPr>
              <a:t>Cloud Readiness Accelerator</a:t>
            </a:r>
          </a:p>
        </p:txBody>
      </p:sp>
      <p:pic>
        <p:nvPicPr>
          <p:cNvPr id="5" name="Picture 4" descr="rackspace-logo-white.png"/>
          <p:cNvPicPr>
            <a:picLocks noChangeAspect="1"/>
          </p:cNvPicPr>
          <p:nvPr/>
        </p:nvPicPr>
        <p:blipFill>
          <a:blip r:embed="rId2"/>
          <a:stretch>
            <a:fillRect/>
          </a:stretch>
        </p:blipFill>
        <p:spPr>
          <a:xfrm>
            <a:off x="19446240" y="228600"/>
            <a:ext cx="4572000" cy="5836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THE GAP: Mid-market customers interested in GCP often complete Google Migration Center assessments but cannot translate output into a board-ready investment decision.</a:t>
            </a:r>
          </a:p>
          <a:p>
            <a:pPr>
              <a:spcAft>
                <a:spcPts val="300"/>
              </a:spcAft>
            </a:pPr>
            <a:r>
              <a:rPr sz="1400"/>
              <a:t/>
            </a:r>
          </a:p>
          <a:p>
            <a:pPr>
              <a:spcAft>
                <a:spcPts val="300"/>
              </a:spcAft>
            </a:pPr>
            <a:r>
              <a:rPr sz="1400"/>
              <a:t>WHAT CRA PROVIDES: A 16-week structured assessment producing the GCAF Assess and Plan stage deliverables at a rigour level supporting GCP PSO engagement qualification and migration credit eligibility.</a:t>
            </a:r>
          </a:p>
          <a:p>
            <a:pPr>
              <a:spcAft>
                <a:spcPts val="300"/>
              </a:spcAft>
            </a:pPr>
            <a:r>
              <a:rPr sz="1400"/>
              <a:t/>
            </a:r>
          </a:p>
          <a:p>
            <a:pPr>
              <a:spcAft>
                <a:spcPts val="300"/>
              </a:spcAft>
            </a:pPr>
            <a:r>
              <a:rPr sz="1400"/>
              <a:t>THE GCP ACTIVATION: Every CRA engagement with a GCP recommendation generates a PSO-qualified opportunity. Rackspace pre-registers in Google Partner Advantage at Phase 1 kickoff.</a:t>
            </a:r>
          </a:p>
          <a:p>
            <a:pPr>
              <a:spcAft>
                <a:spcPts val="300"/>
              </a:spcAft>
            </a:pPr>
            <a:r>
              <a:rPr sz="1400"/>
              <a:t/>
            </a:r>
          </a:p>
          <a:p>
            <a:pPr>
              <a:spcAft>
                <a:spcPts val="300"/>
              </a:spcAft>
            </a:pPr>
            <a:r>
              <a:rPr sz="1400"/>
              <a:t>"CRA delivers the GCAF Assess and Plan stages. GCP PSO and RAMP can begin at Phase 4 close — no additional discovery required."</a:t>
            </a:r>
          </a:p>
        </p:txBody>
      </p:sp>
      <p:sp>
        <p:nvSpPr>
          <p:cNvPr id="3" name="Title 2"/>
          <p:cNvSpPr>
            <a:spLocks noGrp="1"/>
          </p:cNvSpPr>
          <p:nvPr>
            <p:ph type="title"/>
          </p:nvPr>
        </p:nvSpPr>
        <p:spPr/>
        <p:txBody>
          <a:bodyPr wrap="square"/>
          <a:lstStyle/>
          <a:p>
            <a:r>
              <a:rPr sz="2400" b="1"/>
              <a:t>CRA-qualified assessments are the front-end of GCP PSO migration engagements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CRA phases map directly to Google Cloud Adoption Framework stages</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697626">
                <a:tc>
                  <a:txBody>
                    <a:bodyPr/>
                    <a:lstStyle/>
                    <a:p>
                      <a:r>
                        <a:rPr b="1" sz="1200">
                          <a:solidFill>
                            <a:srgbClr val="FFFFFF"/>
                          </a:solidFill>
                        </a:rPr>
                        <a:t>GCAF Stage</a:t>
                      </a:r>
                    </a:p>
                  </a:txBody>
                  <a:tcPr>
                    <a:solidFill>
                      <a:srgbClr val="E31C3D"/>
                    </a:solidFill>
                  </a:tcPr>
                </a:tc>
                <a:tc>
                  <a:txBody>
                    <a:bodyPr/>
                    <a:lstStyle/>
                    <a:p>
                      <a:r>
                        <a:rPr b="1" sz="1200">
                          <a:solidFill>
                            <a:srgbClr val="FFFFFF"/>
                          </a:solidFill>
                        </a:rPr>
                        <a:t>CRA Phase</a:t>
                      </a:r>
                    </a:p>
                  </a:txBody>
                  <a:tcPr>
                    <a:solidFill>
                      <a:srgbClr val="E31C3D"/>
                    </a:solidFill>
                  </a:tcPr>
                </a:tc>
                <a:tc>
                  <a:txBody>
                    <a:bodyPr/>
                    <a:lstStyle/>
                    <a:p>
                      <a:r>
                        <a:rPr b="1" sz="1200">
                          <a:solidFill>
                            <a:srgbClr val="FFFFFF"/>
                          </a:solidFill>
                        </a:rPr>
                        <a:t>CRA Deliverables</a:t>
                      </a:r>
                    </a:p>
                  </a:txBody>
                  <a:tcPr>
                    <a:solidFill>
                      <a:srgbClr val="E31C3D"/>
                    </a:solidFill>
                  </a:tcPr>
                </a:tc>
              </a:tr>
              <a:tr h="697626">
                <a:tc>
                  <a:txBody>
                    <a:bodyPr/>
                    <a:lstStyle/>
                    <a:p>
                      <a:r>
                        <a:rPr sz="1100"/>
                        <a:t>Assess (evaluate workloads, identify cloud fit, baseline TCO)</a:t>
                      </a:r>
                    </a:p>
                  </a:txBody>
                  <a:tcPr>
                    <a:solidFill>
                      <a:srgbClr val="F2F2F2"/>
                    </a:solidFill>
                  </a:tcPr>
                </a:tc>
                <a:tc>
                  <a:txBody>
                    <a:bodyPr/>
                    <a:lstStyle/>
                    <a:p>
                      <a:r>
                        <a:rPr sz="1100"/>
                        <a:t>Phase 1 Discovery + Phase 2 Analysis</a:t>
                      </a:r>
                    </a:p>
                  </a:txBody>
                  <a:tcPr>
                    <a:solidFill>
                      <a:srgbClr val="F2F2F2"/>
                    </a:solidFill>
                  </a:tcPr>
                </a:tc>
                <a:tc>
                  <a:txBody>
                    <a:bodyPr/>
                    <a:lstStyle/>
                    <a:p>
                      <a:r>
                        <a:rPr sz="1100"/>
                        <a:t>Application inventory · infrastructure profiling · 5-dimension readiness scores · dependency map · GCP cloud fit assessment</a:t>
                      </a:r>
                    </a:p>
                  </a:txBody>
                  <a:tcPr>
                    <a:solidFill>
                      <a:srgbClr val="F2F2F2"/>
                    </a:solidFill>
                  </a:tcPr>
                </a:tc>
              </a:tr>
              <a:tr h="697626">
                <a:tc>
                  <a:txBody>
                    <a:bodyPr/>
                    <a:lstStyle/>
                    <a:p>
                      <a:r>
                        <a:rPr sz="1100"/>
                        <a:t>Plan (design target architecture, build migration business case, define wave plan)</a:t>
                      </a:r>
                    </a:p>
                  </a:txBody>
                  <a:tcPr>
                    <a:solidFill>
                      <a:srgbClr val="FFFFFF"/>
                    </a:solidFill>
                  </a:tcPr>
                </a:tc>
                <a:tc>
                  <a:txBody>
                    <a:bodyPr/>
                    <a:lstStyle/>
                    <a:p>
                      <a:r>
                        <a:rPr sz="1100"/>
                        <a:t>Phase 3 Evaluation + Phase 4 Planning</a:t>
                      </a:r>
                    </a:p>
                  </a:txBody>
                  <a:tcPr>
                    <a:solidFill>
                      <a:srgbClr val="FFFFFF"/>
                    </a:solidFill>
                  </a:tcPr>
                </a:tc>
                <a:tc>
                  <a:txBody>
                    <a:bodyPr/>
                    <a:lstStyle/>
                    <a:p>
                      <a:r>
                        <a:rPr sz="1100"/>
                        <a:t>GCP TCO model · hyperscaler recommendation · migration wave plan · landing zone design guidance · governance model</a:t>
                      </a:r>
                    </a:p>
                  </a:txBody>
                  <a:tcPr>
                    <a:solidFill>
                      <a:srgbClr val="FFFFFF"/>
                    </a:solidFill>
                  </a:tcPr>
                </a:tc>
              </a:tr>
              <a:tr h="697626">
                <a:tc>
                  <a:txBody>
                    <a:bodyPr/>
                    <a:lstStyle/>
                    <a:p>
                      <a:r>
                        <a:rPr sz="1100"/>
                        <a:t>Deploy (landing zone build, foundation infrastructure, initial wave)</a:t>
                      </a:r>
                    </a:p>
                  </a:txBody>
                  <a:tcPr>
                    <a:solidFill>
                      <a:srgbClr val="F2F2F2"/>
                    </a:solidFill>
                  </a:tcPr>
                </a:tc>
                <a:tc>
                  <a:txBody>
                    <a:bodyPr/>
                    <a:lstStyle/>
                    <a:p>
                      <a:r>
                        <a:rPr sz="1100"/>
                        <a:t>Post-CRA (Part 2 engagement)</a:t>
                      </a:r>
                    </a:p>
                  </a:txBody>
                  <a:tcPr>
                    <a:solidFill>
                      <a:srgbClr val="F2F2F2"/>
                    </a:solidFill>
                  </a:tcPr>
                </a:tc>
                <a:tc>
                  <a:txBody>
                    <a:bodyPr/>
                    <a:lstStyle/>
                    <a:p>
                      <a:r>
                        <a:rPr sz="1100"/>
                        <a:t>CRA provides deployment specifications · landing zone build is separate Part 2 workstream</a:t>
                      </a:r>
                    </a:p>
                  </a:txBody>
                  <a:tcPr>
                    <a:solidFill>
                      <a:srgbClr val="F2F2F2"/>
                    </a:solidFill>
                  </a:tcPr>
                </a:tc>
              </a:tr>
              <a:tr h="697630">
                <a:tc>
                  <a:txBody>
                    <a:bodyPr/>
                    <a:lstStyle/>
                    <a:p>
                      <a:r>
                        <a:rPr sz="1100"/>
                        <a:t>Optimise (cost optimisation, SRE, FinOps)</a:t>
                      </a:r>
                    </a:p>
                  </a:txBody>
                  <a:tcPr>
                    <a:solidFill>
                      <a:srgbClr val="FFFFFF"/>
                    </a:solidFill>
                  </a:tcPr>
                </a:tc>
                <a:tc>
                  <a:txBody>
                    <a:bodyPr/>
                    <a:lstStyle/>
                    <a:p>
                      <a:r>
                        <a:rPr sz="1100"/>
                        <a:t>Post-CRA (ongoing)</a:t>
                      </a:r>
                    </a:p>
                  </a:txBody>
                  <a:tcPr>
                    <a:solidFill>
                      <a:srgbClr val="FFFFFF"/>
                    </a:solidFill>
                  </a:tcPr>
                </a:tc>
                <a:tc>
                  <a:txBody>
                    <a:bodyPr/>
                    <a:lstStyle/>
                    <a:p>
                      <a:r>
                        <a:rPr sz="1100"/>
                        <a:t>CRA TCO model provides cost optimisation baseline</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Migration Center accepts RVTools VMware export directly.</a:t>
            </a:r>
          </a:p>
          <a:p>
            <a:pPr>
              <a:spcAft>
                <a:spcPts val="300"/>
              </a:spcAft>
            </a:pPr>
            <a:r>
              <a:rPr sz="1400"/>
              <a:t>If Azure Migrate is the primary discovery tool, the same RVTools export populates Migration Center — no additional agent deployment required.</a:t>
            </a:r>
          </a:p>
          <a:p>
            <a:pPr>
              <a:spcAft>
                <a:spcPts val="300"/>
              </a:spcAft>
            </a:pPr>
            <a:r>
              <a:rPr sz="1400"/>
              <a:t/>
            </a:r>
          </a:p>
          <a:p>
            <a:pPr>
              <a:spcAft>
                <a:spcPts val="300"/>
              </a:spcAft>
            </a:pPr>
            <a:r>
              <a:rPr sz="1400"/>
              <a:t>CRA INTEGRATION WORKFLOW:</a:t>
            </a:r>
          </a:p>
          <a:p>
            <a:pPr>
              <a:spcAft>
                <a:spcPts val="300"/>
              </a:spcAft>
            </a:pPr>
            <a:r>
              <a:rPr sz="1400"/>
              <a:t>  Phase 1 Wk 1: Deploy GCP Migration Center collector or VM Manager agent</a:t>
            </a:r>
          </a:p>
          <a:p>
            <a:pPr>
              <a:spcAft>
                <a:spcPts val="300"/>
              </a:spcAft>
            </a:pPr>
            <a:r>
              <a:rPr sz="1400"/>
              <a:t>  Phase 1 Wks 1–7: Collect 14+ days of utilisation data</a:t>
            </a:r>
          </a:p>
          <a:p>
            <a:pPr>
              <a:spcAft>
                <a:spcPts val="300"/>
              </a:spcAft>
            </a:pPr>
            <a:r>
              <a:rPr sz="1400"/>
              <a:t>  Phase 3 Wk 11: Run Migration Center GCP right-sizing analysis</a:t>
            </a:r>
          </a:p>
          <a:p>
            <a:pPr>
              <a:spcAft>
                <a:spcPts val="300"/>
              </a:spcAft>
            </a:pPr>
            <a:r>
              <a:rPr sz="1400"/>
              <a:t>  Phase 3 Wks 12–13: Cross-validate against gcp-evaluation.xlsx · resolve discrepancies</a:t>
            </a:r>
          </a:p>
          <a:p>
            <a:pPr>
              <a:spcAft>
                <a:spcPts val="300"/>
              </a:spcAft>
            </a:pPr>
            <a:r>
              <a:rPr sz="1400"/>
              <a:t/>
            </a:r>
          </a:p>
          <a:p>
            <a:pPr>
              <a:spcAft>
                <a:spcPts val="300"/>
              </a:spcAft>
            </a:pPr>
            <a:r>
              <a:rPr sz="1400"/>
              <a:t>Cross-validate because: Migration Center applies standard GCP pricing and default right-sizing assumptions. CRA manual model applies customer-specific Oracle workload costs, specific instance families, and customer-committed CUD levels.</a:t>
            </a:r>
          </a:p>
        </p:txBody>
      </p:sp>
      <p:sp>
        <p:nvSpPr>
          <p:cNvPr id="3" name="Title 2"/>
          <p:cNvSpPr>
            <a:spLocks noGrp="1"/>
          </p:cNvSpPr>
          <p:nvPr>
            <p:ph type="title"/>
          </p:nvPr>
        </p:nvSpPr>
        <p:spPr/>
        <p:txBody>
          <a:bodyPr wrap="square"/>
          <a:lstStyle/>
          <a:p>
            <a:r>
              <a:rPr sz="2400" b="1"/>
              <a:t>CRA Phase 1 uses Google Migration Center — natively</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How CRA models GCP pricing — two options, per region</a:t>
            </a:r>
          </a:p>
        </p:txBody>
      </p:sp>
      <p:sp>
        <p:nvSpPr>
          <p:cNvPr id="4" name="Text Placeholder 3"/>
          <p:cNvSpPr>
            <a:spLocks noGrp="1"/>
          </p:cNvSpPr>
          <p:nvPr>
            <p:ph type="body" idx="13" sz="quarter"/>
          </p:nvPr>
        </p:nvSpPr>
        <p:spPr/>
        <p:txBody>
          <a:bodyPr wrap="square"/>
          <a:lstStyle/>
          <a:p>
            <a:r>
              <a:rPr sz="1300">
                <a:solidFill>
                  <a:srgbClr val="333333"/>
                </a:solidFill>
              </a:rPr>
              <a:t>Key instance families: n2-standard (general) · n2-highmem (memory-optimised, Oracle) · c3-standard (latest gen) · m3-ultramem (SAP HANA, high-memory Oracle). GCP CUDs are resource-based (CPU/RAM) — more flexibility than AWS RI, less than AWS Savings Plans.</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4290060"/>
                <a:gridCol w="4290060"/>
                <a:gridCol w="4290060"/>
                <a:gridCol w="4290060"/>
              </a:tblGrid>
              <a:tr h="1162711">
                <a:tc>
                  <a:txBody>
                    <a:bodyPr/>
                    <a:lstStyle/>
                    <a:p>
                      <a:r>
                        <a:rPr b="1" sz="1200">
                          <a:solidFill>
                            <a:srgbClr val="FFFFFF"/>
                          </a:solidFill>
                        </a:rPr>
                        <a:t>Pricing Model</a:t>
                      </a:r>
                    </a:p>
                  </a:txBody>
                  <a:tcPr>
                    <a:solidFill>
                      <a:srgbClr val="E31C3D"/>
                    </a:solidFill>
                  </a:tcPr>
                </a:tc>
                <a:tc>
                  <a:txBody>
                    <a:bodyPr/>
                    <a:lstStyle/>
                    <a:p>
                      <a:r>
                        <a:rPr b="1" sz="1200">
                          <a:solidFill>
                            <a:srgbClr val="FFFFFF"/>
                          </a:solidFill>
                        </a:rPr>
                        <a:t>GCP Name</a:t>
                      </a:r>
                    </a:p>
                  </a:txBody>
                  <a:tcPr>
                    <a:solidFill>
                      <a:srgbClr val="E31C3D"/>
                    </a:solidFill>
                  </a:tcPr>
                </a:tc>
                <a:tc>
                  <a:txBody>
                    <a:bodyPr/>
                    <a:lstStyle/>
                    <a:p>
                      <a:r>
                        <a:rPr b="1" sz="1200">
                          <a:solidFill>
                            <a:srgbClr val="FFFFFF"/>
                          </a:solidFill>
                        </a:rPr>
                        <a:t>CRA Tab</a:t>
                      </a:r>
                    </a:p>
                  </a:txBody>
                  <a:tcPr>
                    <a:solidFill>
                      <a:srgbClr val="E31C3D"/>
                    </a:solidFill>
                  </a:tcPr>
                </a:tc>
                <a:tc>
                  <a:txBody>
                    <a:bodyPr/>
                    <a:lstStyle/>
                    <a:p>
                      <a:r>
                        <a:rPr b="1" sz="1200">
                          <a:solidFill>
                            <a:srgbClr val="FFFFFF"/>
                          </a:solidFill>
                        </a:rPr>
                        <a:t>Typical Saving</a:t>
                      </a:r>
                    </a:p>
                  </a:txBody>
                  <a:tcPr>
                    <a:solidFill>
                      <a:srgbClr val="E31C3D"/>
                    </a:solidFill>
                  </a:tcPr>
                </a:tc>
              </a:tr>
              <a:tr h="1162711">
                <a:tc>
                  <a:txBody>
                    <a:bodyPr/>
                    <a:lstStyle/>
                    <a:p>
                      <a:r>
                        <a:rPr sz="1100"/>
                        <a:t>On-Demand</a:t>
                      </a:r>
                    </a:p>
                  </a:txBody>
                  <a:tcPr>
                    <a:solidFill>
                      <a:srgbClr val="F2F2F2"/>
                    </a:solidFill>
                  </a:tcPr>
                </a:tc>
                <a:tc>
                  <a:txBody>
                    <a:bodyPr/>
                    <a:lstStyle/>
                    <a:p>
                      <a:r>
                        <a:rPr sz="1100"/>
                        <a:t>Pay-as-you-go</a:t>
                      </a:r>
                    </a:p>
                  </a:txBody>
                  <a:tcPr>
                    <a:solidFill>
                      <a:srgbClr val="F2F2F2"/>
                    </a:solidFill>
                  </a:tcPr>
                </a:tc>
                <a:tc>
                  <a:txBody>
                    <a:bodyPr/>
                    <a:lstStyle/>
                    <a:p>
                      <a:r>
                        <a:rPr sz="1100"/>
                        <a:t>GCP-OnDemand</a:t>
                      </a:r>
                    </a:p>
                  </a:txBody>
                  <a:tcPr>
                    <a:solidFill>
                      <a:srgbClr val="F2F2F2"/>
                    </a:solidFill>
                  </a:tcPr>
                </a:tc>
                <a:tc>
                  <a:txBody>
                    <a:bodyPr/>
                    <a:lstStyle/>
                    <a:p>
                      <a:r>
                        <a:rPr sz="1100"/>
                        <a:t>Baseline — worst case cost</a:t>
                      </a:r>
                    </a:p>
                  </a:txBody>
                  <a:tcPr>
                    <a:solidFill>
                      <a:srgbClr val="F2F2F2"/>
                    </a:solidFill>
                  </a:tcPr>
                </a:tc>
              </a:tr>
              <a:tr h="1162712">
                <a:tc>
                  <a:txBody>
                    <a:bodyPr/>
                    <a:lstStyle/>
                    <a:p>
                      <a:r>
                        <a:rPr sz="1100"/>
                        <a:t>Committed Use Discounts (3yr)</a:t>
                      </a:r>
                    </a:p>
                  </a:txBody>
                  <a:tcPr>
                    <a:solidFill>
                      <a:srgbClr val="FFFFFF"/>
                    </a:solidFill>
                  </a:tcPr>
                </a:tc>
                <a:tc>
                  <a:txBody>
                    <a:bodyPr/>
                    <a:lstStyle/>
                    <a:p>
                      <a:r>
                        <a:rPr sz="1100"/>
                        <a:t>3-year CUD</a:t>
                      </a:r>
                    </a:p>
                  </a:txBody>
                  <a:tcPr>
                    <a:solidFill>
                      <a:srgbClr val="FFFFFF"/>
                    </a:solidFill>
                  </a:tcPr>
                </a:tc>
                <a:tc>
                  <a:txBody>
                    <a:bodyPr/>
                    <a:lstStyle/>
                    <a:p>
                      <a:r>
                        <a:rPr sz="1100"/>
                        <a:t>GCP-CUD-3yr</a:t>
                      </a:r>
                    </a:p>
                  </a:txBody>
                  <a:tcPr>
                    <a:solidFill>
                      <a:srgbClr val="FFFFFF"/>
                    </a:solidFill>
                  </a:tcPr>
                </a:tc>
                <a:tc>
                  <a:txBody>
                    <a:bodyPr/>
                    <a:lstStyle/>
                    <a:p>
                      <a:r>
                        <a:rPr sz="1100"/>
                        <a:t>Typically 37–55% saving vs On-Demand</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OSS LICENCE RISK IDENTIFIED IN CRA PHASE 2 — GCP managed alternatives:</a:t>
            </a:r>
          </a:p>
          <a:p>
            <a:pPr>
              <a:spcAft>
                <a:spcPts val="300"/>
              </a:spcAft>
            </a:pPr>
            <a:r>
              <a:rPr sz="1400"/>
              <a:t>  Redis OSS (post v7.4 — SSPL): Memorystore for Redis / Valkey — fully managed, Redis-compatible</a:t>
            </a:r>
          </a:p>
          <a:p>
            <a:pPr>
              <a:spcAft>
                <a:spcPts val="300"/>
              </a:spcAft>
            </a:pPr>
            <a:r>
              <a:rPr sz="1400"/>
              <a:t>  Elasticsearch (post 7.10 — SSPL): Elastic on GCP Marketplace or Vector Search — native Elastic partnership</a:t>
            </a:r>
          </a:p>
          <a:p>
            <a:pPr>
              <a:spcAft>
                <a:spcPts val="300"/>
              </a:spcAft>
            </a:pPr>
            <a:r>
              <a:rPr sz="1400"/>
              <a:t>  HashiCorp Vault (BSL): Secret Manager / Berglas — GCP-native, no licence concerns</a:t>
            </a:r>
          </a:p>
          <a:p>
            <a:pPr>
              <a:spcAft>
                <a:spcPts val="300"/>
              </a:spcAft>
            </a:pPr>
            <a:r>
              <a:rPr sz="1400"/>
              <a:t>  MongoDB (SSPL): Cloud Firestore / MongoDB Atlas on GCP Marketplace</a:t>
            </a:r>
          </a:p>
          <a:p>
            <a:pPr>
              <a:spcAft>
                <a:spcPts val="300"/>
              </a:spcAft>
            </a:pPr>
            <a:r>
              <a:rPr sz="1400"/>
              <a:t>  Kafka: Pub/Sub + Dataflow — GCP's natural Kafka alternative, no licence risk</a:t>
            </a:r>
          </a:p>
          <a:p>
            <a:pPr>
              <a:spcAft>
                <a:spcPts val="300"/>
              </a:spcAft>
            </a:pPr>
            <a:r>
              <a:rPr sz="1400"/>
              <a:t/>
            </a:r>
          </a:p>
          <a:p>
            <a:pPr>
              <a:spcAft>
                <a:spcPts val="300"/>
              </a:spcAft>
            </a:pPr>
            <a:r>
              <a:rPr sz="1400"/>
              <a:t>CONTAINERS: For 'Cloud Friendly' (Replatform) workloads, CRA Phase 3 models containerisation on GKE.</a:t>
            </a:r>
          </a:p>
          <a:p>
            <a:pPr>
              <a:spcAft>
                <a:spcPts val="300"/>
              </a:spcAft>
            </a:pPr>
            <a:r>
              <a:rPr sz="1400"/>
              <a:t>GKE is often the most capable managed Kubernetes service — a legitimate GCP advantage.</a:t>
            </a:r>
          </a:p>
        </p:txBody>
      </p:sp>
      <p:sp>
        <p:nvSpPr>
          <p:cNvPr id="3" name="Title 2"/>
          <p:cNvSpPr>
            <a:spLocks noGrp="1"/>
          </p:cNvSpPr>
          <p:nvPr>
            <p:ph type="title"/>
          </p:nvPr>
        </p:nvSpPr>
        <p:spPr/>
        <p:txBody>
          <a:bodyPr wrap="square"/>
          <a:lstStyle/>
          <a:p>
            <a:r>
              <a:rPr sz="2400" b="1"/>
              <a:t>GCP's open-source strength — and how CRA surfaces it</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CRA Phase 2 captures data platform and analytics workloads with extra criteria: data volume/frequency, current analytics stack (Spark/Hadoop/ETL), ML models in production, real-time vs batch requirements.</a:t>
            </a:r>
          </a:p>
          <a:p>
            <a:pPr>
              <a:spcAft>
                <a:spcPts val="300"/>
              </a:spcAft>
            </a:pPr>
            <a:r>
              <a:rPr sz="1400"/>
              <a:t/>
            </a:r>
          </a:p>
          <a:p>
            <a:pPr>
              <a:spcAft>
                <a:spcPts val="300"/>
              </a:spcAft>
            </a:pPr>
            <a:r>
              <a:rPr sz="1400"/>
              <a:t>WHERE GCP HAS A STRUCTURAL ADVANTAGE IN CRA TCO:</a:t>
            </a:r>
          </a:p>
          <a:p>
            <a:pPr>
              <a:spcAft>
                <a:spcPts val="300"/>
              </a:spcAft>
            </a:pPr>
            <a:r>
              <a:rPr sz="1400"/>
              <a:t>  Apache Spark / Hadoop → Dataproc (fully managed, auto-scaling) vs EC2 Spark vs Azure HDInsight</a:t>
            </a:r>
          </a:p>
          <a:p>
            <a:pPr>
              <a:spcAft>
                <a:spcPts val="300"/>
              </a:spcAft>
            </a:pPr>
            <a:r>
              <a:rPr sz="1400"/>
              <a:t>  Data warehouse (Teradata, Oracle DW) → BigQuery (serverless, no infrastructure cost) vs Azure Synapse vs Redshift</a:t>
            </a:r>
          </a:p>
          <a:p>
            <a:pPr>
              <a:spcAft>
                <a:spcPts val="300"/>
              </a:spcAft>
            </a:pPr>
            <a:r>
              <a:rPr sz="1400"/>
              <a:t>  AI/ML training and inference → Vertex AI (integrated MLOps, TPU access)</a:t>
            </a:r>
          </a:p>
          <a:p>
            <a:pPr>
              <a:spcAft>
                <a:spcPts val="300"/>
              </a:spcAft>
            </a:pPr>
            <a:r>
              <a:rPr sz="1400"/>
              <a:t>  Real-time event streaming → Pub/Sub + Dataflow (Kafka alternative)</a:t>
            </a:r>
          </a:p>
          <a:p>
            <a:pPr>
              <a:spcAft>
                <a:spcPts val="300"/>
              </a:spcAft>
            </a:pPr>
            <a:r>
              <a:rPr sz="1400"/>
              <a:t/>
            </a:r>
          </a:p>
          <a:p>
            <a:pPr>
              <a:spcAft>
                <a:spcPts val="300"/>
              </a:spcAft>
            </a:pPr>
            <a:r>
              <a:rPr sz="1400"/>
              <a:t>CRA action: Data platform workloads flagged in Phase 2 → modelled with GCP managed service alternatives in Phase 3.</a:t>
            </a:r>
          </a:p>
          <a:p>
            <a:pPr>
              <a:spcAft>
                <a:spcPts val="300"/>
              </a:spcAft>
            </a:pPr>
            <a:r>
              <a:rPr sz="1400"/>
              <a:t>For customers with significant data workloads, this comparison often shows a strong GCP cost advantage.</a:t>
            </a:r>
          </a:p>
        </p:txBody>
      </p:sp>
      <p:sp>
        <p:nvSpPr>
          <p:cNvPr id="3" name="Title 2"/>
          <p:cNvSpPr>
            <a:spLocks noGrp="1"/>
          </p:cNvSpPr>
          <p:nvPr>
            <p:ph type="title"/>
          </p:nvPr>
        </p:nvSpPr>
        <p:spPr/>
        <p:txBody>
          <a:bodyPr wrap="square"/>
          <a:lstStyle/>
          <a:p>
            <a:r>
              <a:rPr sz="2400" b="1"/>
              <a:t>GCP surfaces its advantage for data, analytics, and AI/ML workloads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THE CHALLENGE: Many mid-market enterprises default to Azure through inertia. A GCP recommendation from Google is dismissed as sales pressure.</a:t>
            </a:r>
          </a:p>
          <a:p>
            <a:pPr>
              <a:spcAft>
                <a:spcPts val="300"/>
              </a:spcAft>
            </a:pPr>
            <a:r>
              <a:rPr sz="1400"/>
              <a:t/>
            </a:r>
          </a:p>
          <a:p>
            <a:pPr>
              <a:spcAft>
                <a:spcPts val="300"/>
              </a:spcAft>
            </a:pPr>
            <a:r>
              <a:rPr sz="1400"/>
              <a:t>WHAT THE CRA PROCESS PROVIDES:</a:t>
            </a:r>
          </a:p>
          <a:p>
            <a:pPr>
              <a:spcAft>
                <a:spcPts val="300"/>
              </a:spcAft>
            </a:pPr>
            <a:r>
              <a:rPr sz="1400"/>
              <a:t>  Customer agrees evaluation criteria and weights before any scoring begins</a:t>
            </a:r>
          </a:p>
          <a:p>
            <a:pPr>
              <a:spcAft>
                <a:spcPts val="300"/>
              </a:spcAft>
            </a:pPr>
            <a:r>
              <a:rPr sz="1400"/>
              <a:t>  All three clouds scored with equal depth — Azure and AWS get the same rigour</a:t>
            </a:r>
          </a:p>
          <a:p>
            <a:pPr>
              <a:spcAft>
                <a:spcPts val="300"/>
              </a:spcAft>
            </a:pPr>
            <a:r>
              <a:rPr sz="1400"/>
              <a:t>  GCP wins where GCP is genuinely the best fit: containerisation, data analytics, OSS workloads, AI/ML</a:t>
            </a:r>
          </a:p>
          <a:p>
            <a:pPr>
              <a:spcAft>
                <a:spcPts val="300"/>
              </a:spcAft>
            </a:pPr>
            <a:r>
              <a:rPr sz="1400"/>
              <a:t>  The recommendation follows the evidence — it is not pre-determined</a:t>
            </a:r>
          </a:p>
          <a:p>
            <a:pPr>
              <a:spcAft>
                <a:spcPts val="300"/>
              </a:spcAft>
            </a:pPr>
            <a:r>
              <a:rPr sz="1400"/>
              <a:t>  All three hyperscaler SEs are in the room at the Phase 3 playback</a:t>
            </a:r>
          </a:p>
          <a:p>
            <a:pPr>
              <a:spcAft>
                <a:spcPts val="300"/>
              </a:spcAft>
            </a:pPr>
            <a:r>
              <a:rPr sz="1400"/>
              <a:t/>
            </a:r>
          </a:p>
          <a:p>
            <a:pPr>
              <a:spcAft>
                <a:spcPts val="300"/>
              </a:spcAft>
            </a:pPr>
            <a:r>
              <a:rPr sz="1400"/>
              <a:t>'Rackspace ran a 16-week independent assessment. They evaluated Azure, AWS, and GCP. The data shows GCP is the right answer for our containerisation and analytics workloads.'</a:t>
            </a:r>
          </a:p>
          <a:p>
            <a:pPr>
              <a:spcAft>
                <a:spcPts val="300"/>
              </a:spcAft>
            </a:pPr>
            <a:r>
              <a:rPr sz="1400"/>
              <a:t>This is a different conversation than any Google sales rep can have.</a:t>
            </a:r>
          </a:p>
        </p:txBody>
      </p:sp>
      <p:sp>
        <p:nvSpPr>
          <p:cNvPr id="3" name="Title 2"/>
          <p:cNvSpPr>
            <a:spLocks noGrp="1"/>
          </p:cNvSpPr>
          <p:nvPr>
            <p:ph type="title"/>
          </p:nvPr>
        </p:nvSpPr>
        <p:spPr/>
        <p:txBody>
          <a:bodyPr wrap="square"/>
          <a:lstStyle/>
          <a:p>
            <a:r>
              <a:rPr sz="2400" b="1"/>
              <a:t>A CRA-delivered GCP recommendation is unassailable</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Three paths to a Rackspace CRA / GCP co-sell activation</a:t>
            </a:r>
          </a:p>
        </p:txBody>
      </p:sp>
      <p:sp>
        <p:nvSpPr>
          <p:cNvPr id="4" name="Text Placeholder 3"/>
          <p:cNvSpPr>
            <a:spLocks noGrp="1"/>
          </p:cNvSpPr>
          <p:nvPr>
            <p:ph type="body" idx="13" sz="quarter"/>
          </p:nvPr>
        </p:nvSpPr>
        <p:spPr/>
        <p:txBody>
          <a:bodyPr wrap="square"/>
          <a:lstStyle/>
          <a:p>
            <a:r>
              <a:rPr sz="1300">
                <a:solidFill>
                  <a:srgbClr val="333333"/>
                </a:solidFill>
              </a:rPr>
              <a:t>"Schedule a 30-minute session between Rackspace Alliance Architecture and Google Cloud PSE to confirm CRA methodology against GCAF and PSO programme requirements."</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Path</a:t>
                      </a:r>
                    </a:p>
                  </a:txBody>
                  <a:tcPr>
                    <a:solidFill>
                      <a:srgbClr val="E31C3D"/>
                    </a:solidFill>
                  </a:tcPr>
                </a:tc>
                <a:tc>
                  <a:txBody>
                    <a:bodyPr/>
                    <a:lstStyle/>
                    <a:p>
                      <a:r>
                        <a:rPr b="1" sz="1200">
                          <a:solidFill>
                            <a:srgbClr val="FFFFFF"/>
                          </a:solidFill>
                        </a:rPr>
                        <a:t>Trigger</a:t>
                      </a:r>
                    </a:p>
                  </a:txBody>
                  <a:tcPr>
                    <a:solidFill>
                      <a:srgbClr val="E31C3D"/>
                    </a:solidFill>
                  </a:tcPr>
                </a:tc>
                <a:tc>
                  <a:txBody>
                    <a:bodyPr/>
                    <a:lstStyle/>
                    <a:p>
                      <a:r>
                        <a:rPr b="1" sz="1200">
                          <a:solidFill>
                            <a:srgbClr val="FFFFFF"/>
                          </a:solidFill>
                        </a:rPr>
                        <a:t>First Action</a:t>
                      </a:r>
                    </a:p>
                  </a:txBody>
                  <a:tcPr>
                    <a:solidFill>
                      <a:srgbClr val="E31C3D"/>
                    </a:solidFill>
                  </a:tcPr>
                </a:tc>
              </a:tr>
              <a:tr h="872033">
                <a:tc>
                  <a:txBody>
                    <a:bodyPr/>
                    <a:lstStyle/>
                    <a:p>
                      <a:r>
                        <a:rPr sz="1100"/>
                        <a:t>1. Migration Center Assessment Upgrade</a:t>
                      </a:r>
                    </a:p>
                  </a:txBody>
                  <a:tcPr>
                    <a:solidFill>
                      <a:srgbClr val="F2F2F2"/>
                    </a:solidFill>
                  </a:tcPr>
                </a:tc>
                <a:tc>
                  <a:txBody>
                    <a:bodyPr/>
                    <a:lstStyle/>
                    <a:p>
                      <a:r>
                        <a:rPr sz="1100"/>
                        <a:t>Customer has used GCP Migration Center · needs formal board-ready multi-cloud business case</a:t>
                      </a:r>
                    </a:p>
                  </a:txBody>
                  <a:tcPr>
                    <a:solidFill>
                      <a:srgbClr val="F2F2F2"/>
                    </a:solidFill>
                  </a:tcPr>
                </a:tc>
                <a:tc>
                  <a:txBody>
                    <a:bodyPr/>
                    <a:lstStyle/>
                    <a:p>
                      <a:r>
                        <a:rPr sz="1100"/>
                        <a:t>Rackspace CRA takes Migration Center data and builds complete GCAF Assess + Plan deliverables</a:t>
                      </a:r>
                    </a:p>
                  </a:txBody>
                  <a:tcPr>
                    <a:solidFill>
                      <a:srgbClr val="F2F2F2"/>
                    </a:solidFill>
                  </a:tcPr>
                </a:tc>
              </a:tr>
              <a:tr h="872033">
                <a:tc>
                  <a:txBody>
                    <a:bodyPr/>
                    <a:lstStyle/>
                    <a:p>
                      <a:r>
                        <a:rPr sz="1100"/>
                        <a:t>2. GCP Pipeline Identification</a:t>
                      </a:r>
                    </a:p>
                  </a:txBody>
                  <a:tcPr>
                    <a:solidFill>
                      <a:srgbClr val="FFFFFF"/>
                    </a:solidFill>
                  </a:tcPr>
                </a:tc>
                <a:tc>
                  <a:txBody>
                    <a:bodyPr/>
                    <a:lstStyle/>
                    <a:p>
                      <a:r>
                        <a:rPr sz="1100"/>
                        <a:t>GCP PDM identifies accounts with data, analytics, or containerisation workloads where GCP has advantage</a:t>
                      </a:r>
                    </a:p>
                  </a:txBody>
                  <a:tcPr>
                    <a:solidFill>
                      <a:srgbClr val="FFFFFF"/>
                    </a:solidFill>
                  </a:tcPr>
                </a:tc>
                <a:tc>
                  <a:txBody>
                    <a:bodyPr/>
                    <a:lstStyle/>
                    <a:p>
                      <a:r>
                        <a:rPr sz="1100"/>
                        <a:t>Refer to Rackspace Pre-Sales for CRA scoping call · CRA ensures TCO models BigQuery, Dataproc, GKE</a:t>
                      </a:r>
                    </a:p>
                  </a:txBody>
                  <a:tcPr>
                    <a:solidFill>
                      <a:srgbClr val="FFFFFF"/>
                    </a:solidFill>
                  </a:tcPr>
                </a:tc>
              </a:tr>
              <a:tr h="872035">
                <a:tc>
                  <a:txBody>
                    <a:bodyPr/>
                    <a:lstStyle/>
                    <a:p>
                      <a:r>
                        <a:rPr sz="1100"/>
                        <a:t>3. Joint Pipeline Review</a:t>
                      </a:r>
                    </a:p>
                  </a:txBody>
                  <a:tcPr>
                    <a:solidFill>
                      <a:srgbClr val="F2F2F2"/>
                    </a:solidFill>
                  </a:tcPr>
                </a:tc>
                <a:tc>
                  <a:txBody>
                    <a:bodyPr/>
                    <a:lstStyle/>
                    <a:p>
                      <a:r>
                        <a:rPr sz="1100"/>
                        <a:t>Monthly joint review: Rackspace Alliance Manager + GCP PDM</a:t>
                      </a:r>
                    </a:p>
                  </a:txBody>
                  <a:tcPr>
                    <a:solidFill>
                      <a:srgbClr val="F2F2F2"/>
                    </a:solidFill>
                  </a:tcPr>
                </a:tc>
                <a:tc>
                  <a:txBody>
                    <a:bodyPr/>
                    <a:lstStyle/>
                    <a:p>
                      <a:r>
                        <a:rPr sz="1100"/>
                        <a:t>Identify accounts where CRA accelerates partner programme registration</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