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2.svg" ContentType="image/svg+xml"/>
  <Override PartName="/ppt/media/image13.svg" ContentType="image/svg+xml"/>
  <Override PartName="/ppt/media/image15.svg" ContentType="image/svg+xml"/>
  <Override PartName="/ppt/media/image18.svg" ContentType="image/svg+xml"/>
  <Override PartName="/ppt/media/image27.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75"/>
  </p:notesMasterIdLst>
  <p:handoutMasterIdLst>
    <p:handoutMasterId r:id="rId76"/>
  </p:handoutMasterIdLst>
  <p:sldIdLst>
    <p:sldId id="256" r:id="rId27"/>
    <p:sldId id="257" r:id="rId28"/>
    <p:sldId id="258" r:id="rId29"/>
    <p:sldId id="259" r:id="rId30"/>
    <p:sldId id="260" r:id="rId31"/>
    <p:sldId id="261" r:id="rId32"/>
    <p:sldId id="262" r:id="rId33"/>
    <p:sldId id="263" r:id="rId34"/>
    <p:sldId id="264" r:id="rId35"/>
    <p:sldId id="265" r:id="rId36"/>
    <p:sldId id="266" r:id="rId37"/>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307"/>
            <p14:sldId id="279"/>
            <p14:sldId id="280"/>
            <p14:sldId id="304"/>
            <p14:sldId id="2147478929"/>
            <p14:sldId id="2147483647"/>
            <p14:sldId id="278"/>
            <p14:sldId id="263"/>
            <p14:sldId id="273"/>
            <p14:sldId id="274"/>
            <p14:sldId id="264"/>
            <p14:sldId id="284"/>
            <p14:sldId id="262"/>
            <p14:sldId id="269"/>
            <p14:sldId id="258"/>
            <p14:sldId id="289"/>
            <p14:sldId id="294"/>
            <p14:sldId id="291"/>
            <p14:sldId id="301"/>
            <p14:sldId id="272"/>
            <p14:sldId id="305"/>
            <p14:sldId id="260"/>
            <p14:sldId id="266"/>
            <p14:sldId id="268"/>
            <p14:sldId id="259"/>
            <p14:sldId id="267"/>
            <p14:sldId id="308"/>
            <p14:sldId id="256"/>
            <p14:sldId id="265"/>
            <p14:sldId id="288"/>
            <p14:sldId id="281"/>
            <p14:sldId id="287"/>
            <p14:sldId id="309"/>
            <p14:sldId id="270"/>
            <p14:sldId id="295"/>
            <p14:sldId id="275"/>
            <p14:sldId id="261"/>
            <p14:sldId id="292"/>
            <p14:sldId id="293"/>
            <p14:sldId id="271"/>
            <p14:sldId id="277"/>
            <p14:sldId id="282"/>
            <p14:sldId id="296"/>
            <p14:sldId id="297"/>
            <p14:sldId id="283"/>
            <p14:sldId id="310"/>
            <p14:sldId id="285"/>
            <p14:sldId id="290"/>
            <p14:sldId id="298"/>
            <p14:sldId id="299"/>
            <p14:sldId id="302"/>
            <p14:sldId id="306"/>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B0F0"/>
    <a:srgbClr val="00BEBC"/>
    <a:srgbClr val="0059C8"/>
    <a:srgbClr val="95008A"/>
    <a:srgbClr val="E57100"/>
    <a:srgbClr val="222E63"/>
    <a:srgbClr val="0070C0"/>
    <a:srgbClr val="005F5E"/>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43745-55B7-48D2-95C2-00D409018318}" v="1609" dt="2026-04-27T15:00:05.418"/>
    <p1510:client id="{1FCF7E06-240E-1343-A1E5-871FE010CEB6}" v="10591" dt="2026-04-27T16:59:03.903"/>
    <p1510:client id="{AD96EFEE-CE80-4130-85D5-36991E656D5E}" v="2030" dt="2026-04-27T14:59:41.154"/>
    <p1510:client id="{CBB4B3C3-50FB-7647-4991-79FF7AD7BAD1}" v="1336" dt="2026-04-27T10:33:21.521"/>
    <p1510:client id="{E24F86AB-7FEB-FB4E-8BBB-DADA19CC334D}" v="235" dt="2026-04-27T15:27:07.569"/>
    <p1510:client id="{F1DC32E6-CB85-4111-BB42-A9E1F057CE70}" v="993" dt="2026-04-27T17:28:29.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Master" Target="slideMasters/slideMaster9.xml"/><Relationship Id="rId13" Type="http://schemas.openxmlformats.org/officeDocument/2006/relationships/slideMaster" Target="slideMasters/slideMaster10.xml"/><Relationship Id="rId14" Type="http://schemas.openxmlformats.org/officeDocument/2006/relationships/slideMaster" Target="slideMasters/slideMaster11.xml"/><Relationship Id="rId15" Type="http://schemas.openxmlformats.org/officeDocument/2006/relationships/slideMaster" Target="slideMasters/slideMaster12.xml"/><Relationship Id="rId16" Type="http://schemas.openxmlformats.org/officeDocument/2006/relationships/slideMaster" Target="slideMasters/slideMaster13.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75" Type="http://schemas.openxmlformats.org/officeDocument/2006/relationships/notesMaster" Target="notesMasters/notesMaster1.xml"/><Relationship Id="rId76" Type="http://schemas.openxmlformats.org/officeDocument/2006/relationships/handoutMaster" Target="handoutMasters/handoutMaster1.xml"/><Relationship Id="rId77" Type="http://schemas.openxmlformats.org/officeDocument/2006/relationships/commentAuthors" Target="commentAuthors.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 Id="rId82" Type="http://schemas.microsoft.com/office/2016/11/relationships/changesInfo" Target="changesInfos/changesInfo1.xml"/><Relationship Id="rId83" Type="http://schemas.microsoft.com/office/2015/10/relationships/revisionInfo" Target="revisionInfo.xml"/><Relationship Id="rId8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Kuhle" userId="f27db36f-182d-4640-b8bc-06fe9dbef6f4" providerId="ADAL" clId="{29BB509D-7FDE-5A07-AB8B-9AEC61666677}"/>
    <pc:docChg chg="custSel modSld">
      <pc:chgData name="Nick Kuhle" userId="f27db36f-182d-4640-b8bc-06fe9dbef6f4" providerId="ADAL" clId="{29BB509D-7FDE-5A07-AB8B-9AEC61666677}" dt="2026-04-27T15:27:07.569" v="234" actId="5793"/>
      <pc:docMkLst>
        <pc:docMk/>
      </pc:docMkLst>
      <pc:sldChg chg="modSp mod">
        <pc:chgData name="Nick Kuhle" userId="f27db36f-182d-4640-b8bc-06fe9dbef6f4" providerId="ADAL" clId="{29BB509D-7FDE-5A07-AB8B-9AEC61666677}" dt="2026-04-27T15:27:07.569" v="234" actId="5793"/>
        <pc:sldMkLst>
          <pc:docMk/>
          <pc:sldMk cId="920250159" sldId="263"/>
        </pc:sldMkLst>
        <pc:spChg chg="mod">
          <ac:chgData name="Nick Kuhle" userId="f27db36f-182d-4640-b8bc-06fe9dbef6f4" providerId="ADAL" clId="{29BB509D-7FDE-5A07-AB8B-9AEC61666677}" dt="2026-04-27T15:27:07.569" v="234" actId="5793"/>
          <ac:spMkLst>
            <pc:docMk/>
            <pc:sldMk cId="920250159" sldId="263"/>
            <ac:spMk id="7" creationId="{FE2DB053-C94B-762C-2A67-12C4EF24D66D}"/>
          </ac:spMkLst>
        </pc:spChg>
      </pc:sldChg>
      <pc:sldChg chg="modSp mod">
        <pc:chgData name="Nick Kuhle" userId="f27db36f-182d-4640-b8bc-06fe9dbef6f4" providerId="ADAL" clId="{29BB509D-7FDE-5A07-AB8B-9AEC61666677}" dt="2026-04-27T15:24:37.272" v="221" actId="20577"/>
        <pc:sldMkLst>
          <pc:docMk/>
          <pc:sldMk cId="1501131436" sldId="276"/>
        </pc:sldMkLst>
        <pc:spChg chg="mod">
          <ac:chgData name="Nick Kuhle" userId="f27db36f-182d-4640-b8bc-06fe9dbef6f4" providerId="ADAL" clId="{29BB509D-7FDE-5A07-AB8B-9AEC61666677}" dt="2026-04-27T15:24:37.272" v="221" actId="20577"/>
          <ac:spMkLst>
            <pc:docMk/>
            <pc:sldMk cId="1501131436" sldId="276"/>
            <ac:spMk id="7" creationId="{0F49FBC7-B939-C8C7-0AFB-C344129424B2}"/>
          </ac:spMkLst>
        </pc:spChg>
      </pc:sldChg>
      <pc:sldChg chg="modSp">
        <pc:chgData name="Nick Kuhle" userId="f27db36f-182d-4640-b8bc-06fe9dbef6f4" providerId="ADAL" clId="{29BB509D-7FDE-5A07-AB8B-9AEC61666677}" dt="2026-04-27T12:14:08.383" v="56" actId="13926"/>
        <pc:sldMkLst>
          <pc:docMk/>
          <pc:sldMk cId="278784179" sldId="277"/>
        </pc:sldMkLst>
        <pc:graphicFrameChg chg="mod">
          <ac:chgData name="Nick Kuhle" userId="f27db36f-182d-4640-b8bc-06fe9dbef6f4" providerId="ADAL" clId="{29BB509D-7FDE-5A07-AB8B-9AEC61666677}" dt="2026-04-27T12:14:08.383" v="56" actId="13926"/>
          <ac:graphicFrameMkLst>
            <pc:docMk/>
            <pc:sldMk cId="278784179" sldId="277"/>
            <ac:graphicFrameMk id="92" creationId="{91E2D2B3-D579-E6F3-BA2D-5A316438FA45}"/>
          </ac:graphicFrameMkLst>
        </pc:graphicFrameChg>
      </pc:sldChg>
      <pc:sldChg chg="modSp mod">
        <pc:chgData name="Nick Kuhle" userId="f27db36f-182d-4640-b8bc-06fe9dbef6f4" providerId="ADAL" clId="{29BB509D-7FDE-5A07-AB8B-9AEC61666677}" dt="2026-04-27T15:26:42.536" v="230" actId="20577"/>
        <pc:sldMkLst>
          <pc:docMk/>
          <pc:sldMk cId="2612447691" sldId="280"/>
        </pc:sldMkLst>
        <pc:spChg chg="mod">
          <ac:chgData name="Nick Kuhle" userId="f27db36f-182d-4640-b8bc-06fe9dbef6f4" providerId="ADAL" clId="{29BB509D-7FDE-5A07-AB8B-9AEC61666677}" dt="2026-04-27T15:26:42.536" v="230" actId="20577"/>
          <ac:spMkLst>
            <pc:docMk/>
            <pc:sldMk cId="2612447691" sldId="280"/>
            <ac:spMk id="32" creationId="{94FBFF31-2426-C8B3-CDB1-E19951A601B1}"/>
          </ac:spMkLst>
        </pc:spChg>
      </pc:sldChg>
      <pc:sldChg chg="modSp mod">
        <pc:chgData name="Nick Kuhle" userId="f27db36f-182d-4640-b8bc-06fe9dbef6f4" providerId="ADAL" clId="{29BB509D-7FDE-5A07-AB8B-9AEC61666677}" dt="2026-04-27T15:19:10.958" v="124" actId="20577"/>
        <pc:sldMkLst>
          <pc:docMk/>
          <pc:sldMk cId="2479156540" sldId="281"/>
        </pc:sldMkLst>
        <pc:spChg chg="mod">
          <ac:chgData name="Nick Kuhle" userId="f27db36f-182d-4640-b8bc-06fe9dbef6f4" providerId="ADAL" clId="{29BB509D-7FDE-5A07-AB8B-9AEC61666677}" dt="2026-04-27T15:19:10.958" v="124" actId="20577"/>
          <ac:spMkLst>
            <pc:docMk/>
            <pc:sldMk cId="2479156540" sldId="281"/>
            <ac:spMk id="2" creationId="{3D268BF7-5EA0-5DAE-BD29-23FAE4C50889}"/>
          </ac:spMkLst>
        </pc:spChg>
      </pc:sldChg>
      <pc:sldChg chg="modSp mod">
        <pc:chgData name="Nick Kuhle" userId="f27db36f-182d-4640-b8bc-06fe9dbef6f4" providerId="ADAL" clId="{29BB509D-7FDE-5A07-AB8B-9AEC61666677}" dt="2026-04-27T12:23:13.196" v="60" actId="20577"/>
        <pc:sldMkLst>
          <pc:docMk/>
          <pc:sldMk cId="1410413230" sldId="292"/>
        </pc:sldMkLst>
        <pc:spChg chg="mod">
          <ac:chgData name="Nick Kuhle" userId="f27db36f-182d-4640-b8bc-06fe9dbef6f4" providerId="ADAL" clId="{29BB509D-7FDE-5A07-AB8B-9AEC61666677}" dt="2026-04-27T12:23:13.196" v="60" actId="20577"/>
          <ac:spMkLst>
            <pc:docMk/>
            <pc:sldMk cId="1410413230" sldId="292"/>
            <ac:spMk id="2" creationId="{C77ED39A-7E0C-39E3-FDBA-A3776383E8EC}"/>
          </ac:spMkLst>
        </pc:spChg>
      </pc:sldChg>
      <pc:sldChg chg="addSp modSp mod">
        <pc:chgData name="Nick Kuhle" userId="f27db36f-182d-4640-b8bc-06fe9dbef6f4" providerId="ADAL" clId="{29BB509D-7FDE-5A07-AB8B-9AEC61666677}" dt="2026-04-27T12:24:19.577" v="117" actId="20577"/>
        <pc:sldMkLst>
          <pc:docMk/>
          <pc:sldMk cId="4211202604" sldId="296"/>
        </pc:sldMkLst>
        <pc:spChg chg="add mod">
          <ac:chgData name="Nick Kuhle" userId="f27db36f-182d-4640-b8bc-06fe9dbef6f4" providerId="ADAL" clId="{29BB509D-7FDE-5A07-AB8B-9AEC61666677}" dt="2026-04-27T12:24:19.577" v="117" actId="20577"/>
          <ac:spMkLst>
            <pc:docMk/>
            <pc:sldMk cId="4211202604" sldId="296"/>
            <ac:spMk id="2" creationId="{E3C5F179-C39A-D0BC-3541-DCC8D9F1660B}"/>
          </ac:spMkLst>
        </pc:spChg>
      </pc:sldChg>
      <pc:sldChg chg="addSp modSp mod">
        <pc:chgData name="Nick Kuhle" userId="f27db36f-182d-4640-b8bc-06fe9dbef6f4" providerId="ADAL" clId="{29BB509D-7FDE-5A07-AB8B-9AEC61666677}" dt="2026-04-27T15:22:47.268" v="214" actId="207"/>
        <pc:sldMkLst>
          <pc:docMk/>
          <pc:sldMk cId="3817690726" sldId="300"/>
        </pc:sldMkLst>
        <pc:spChg chg="add mod">
          <ac:chgData name="Nick Kuhle" userId="f27db36f-182d-4640-b8bc-06fe9dbef6f4" providerId="ADAL" clId="{29BB509D-7FDE-5A07-AB8B-9AEC61666677}" dt="2026-04-27T15:22:47.268" v="214" actId="207"/>
          <ac:spMkLst>
            <pc:docMk/>
            <pc:sldMk cId="3817690726" sldId="300"/>
            <ac:spMk id="3" creationId="{2F99AD28-6C78-CA97-36FB-EC5B8C45D4D2}"/>
          </ac:spMkLst>
        </pc:spChg>
      </pc:sldChg>
    </pc:docChg>
  </pc:docChgLst>
  <pc:docChgLst>
    <pc:chgData name="Anshuman Nath" userId="S::anshuman.nath@rackspace.com::c05c3c85-26fd-4b59-8932-a76e100e8883" providerId="AD" clId="Web-{2831069D-04EE-8039-C50E-B0DAEF8E5787}"/>
    <pc:docChg chg="modSld">
      <pc:chgData name="Anshuman Nath" userId="S::anshuman.nath@rackspace.com::c05c3c85-26fd-4b59-8932-a76e100e8883" providerId="AD" clId="Web-{2831069D-04EE-8039-C50E-B0DAEF8E5787}" dt="2026-04-24T16:48:57.900" v="2"/>
      <pc:docMkLst>
        <pc:docMk/>
      </pc:docMkLst>
      <pc:sldChg chg="modSp">
        <pc:chgData name="Anshuman Nath" userId="S::anshuman.nath@rackspace.com::c05c3c85-26fd-4b59-8932-a76e100e8883" providerId="AD" clId="Web-{2831069D-04EE-8039-C50E-B0DAEF8E5787}" dt="2026-04-24T16:48:57.900" v="2"/>
        <pc:sldMkLst>
          <pc:docMk/>
          <pc:sldMk cId="3674622965" sldId="287"/>
        </pc:sldMkLst>
        <pc:graphicFrameChg chg="mod modGraphic">
          <ac:chgData name="Anshuman Nath" userId="S::anshuman.nath@rackspace.com::c05c3c85-26fd-4b59-8932-a76e100e8883" providerId="AD" clId="Web-{2831069D-04EE-8039-C50E-B0DAEF8E5787}" dt="2026-04-24T16:48:57.900" v="2"/>
          <ac:graphicFrameMkLst>
            <pc:docMk/>
            <pc:sldMk cId="3674622965" sldId="287"/>
            <ac:graphicFrameMk id="3" creationId="{18937DF5-DD1F-DF1B-BEC8-C5F931E0328F}"/>
          </ac:graphicFrameMkLst>
        </pc:graphicFrameChg>
      </pc:sldChg>
    </pc:docChg>
  </pc:docChgLst>
  <pc:docChgLst>
    <pc:chgData name="Vikram Somani" userId="S::vikram.somani@rackspace.com::1b5d53ca-beee-4594-a092-5aed354a342d" providerId="AD" clId="Web-{CBB4B3C3-50FB-7647-4991-79FF7AD7BAD1}"/>
    <pc:docChg chg="modSld sldOrd">
      <pc:chgData name="Vikram Somani" userId="S::vikram.somani@rackspace.com::1b5d53ca-beee-4594-a092-5aed354a342d" providerId="AD" clId="Web-{CBB4B3C3-50FB-7647-4991-79FF7AD7BAD1}" dt="2026-04-27T10:33:17.958" v="1203"/>
      <pc:docMkLst>
        <pc:docMk/>
      </pc:docMkLst>
      <pc:sldChg chg="modSp">
        <pc:chgData name="Vikram Somani" userId="S::vikram.somani@rackspace.com::1b5d53ca-beee-4594-a092-5aed354a342d" providerId="AD" clId="Web-{CBB4B3C3-50FB-7647-4991-79FF7AD7BAD1}" dt="2026-04-27T06:39:28.735" v="293" actId="20577"/>
        <pc:sldMkLst>
          <pc:docMk/>
          <pc:sldMk cId="686612715" sldId="270"/>
        </pc:sldMkLst>
        <pc:spChg chg="mod">
          <ac:chgData name="Vikram Somani" userId="S::vikram.somani@rackspace.com::1b5d53ca-beee-4594-a092-5aed354a342d" providerId="AD" clId="Web-{CBB4B3C3-50FB-7647-4991-79FF7AD7BAD1}" dt="2026-04-27T06:39:28.735" v="293" actId="20577"/>
          <ac:spMkLst>
            <pc:docMk/>
            <pc:sldMk cId="686612715" sldId="270"/>
            <ac:spMk id="18" creationId="{DBEF160F-8C1C-156D-03E1-11299B7CB912}"/>
          </ac:spMkLst>
        </pc:spChg>
      </pc:sldChg>
      <pc:sldChg chg="modSp">
        <pc:chgData name="Vikram Somani" userId="S::vikram.somani@rackspace.com::1b5d53ca-beee-4594-a092-5aed354a342d" providerId="AD" clId="Web-{CBB4B3C3-50FB-7647-4991-79FF7AD7BAD1}" dt="2026-04-27T06:44:53.816" v="318"/>
        <pc:sldMkLst>
          <pc:docMk/>
          <pc:sldMk cId="2183228781" sldId="272"/>
        </pc:sldMkLst>
        <pc:spChg chg="mod">
          <ac:chgData name="Vikram Somani" userId="S::vikram.somani@rackspace.com::1b5d53ca-beee-4594-a092-5aed354a342d" providerId="AD" clId="Web-{CBB4B3C3-50FB-7647-4991-79FF7AD7BAD1}" dt="2026-04-27T06:44:40.035" v="316" actId="1076"/>
          <ac:spMkLst>
            <pc:docMk/>
            <pc:sldMk cId="2183228781" sldId="272"/>
            <ac:spMk id="13" creationId="{AA1001CF-DADD-075D-1920-0E72970B48B1}"/>
          </ac:spMkLst>
        </pc:spChg>
        <pc:grpChg chg="mod">
          <ac:chgData name="Vikram Somani" userId="S::vikram.somani@rackspace.com::1b5d53ca-beee-4594-a092-5aed354a342d" providerId="AD" clId="Web-{CBB4B3C3-50FB-7647-4991-79FF7AD7BAD1}" dt="2026-04-27T06:44:04.597" v="314" actId="14100"/>
          <ac:grpSpMkLst>
            <pc:docMk/>
            <pc:sldMk cId="2183228781" sldId="272"/>
            <ac:grpSpMk id="3" creationId="{824CD360-3A4A-CDB7-9F7C-88F19624B966}"/>
          </ac:grpSpMkLst>
        </pc:grpChg>
        <pc:picChg chg="mod modCrop">
          <ac:chgData name="Vikram Somani" userId="S::vikram.somani@rackspace.com::1b5d53ca-beee-4594-a092-5aed354a342d" providerId="AD" clId="Web-{CBB4B3C3-50FB-7647-4991-79FF7AD7BAD1}" dt="2026-04-27T06:44:53.816" v="318"/>
          <ac:picMkLst>
            <pc:docMk/>
            <pc:sldMk cId="2183228781" sldId="272"/>
            <ac:picMk id="14" creationId="{F341D167-7D46-E7AA-B4E4-55F47D3C3E70}"/>
          </ac:picMkLst>
        </pc:picChg>
      </pc:sldChg>
      <pc:sldChg chg="modSp">
        <pc:chgData name="Vikram Somani" userId="S::vikram.somani@rackspace.com::1b5d53ca-beee-4594-a092-5aed354a342d" providerId="AD" clId="Web-{CBB4B3C3-50FB-7647-4991-79FF7AD7BAD1}" dt="2026-04-27T06:29:41.481" v="1" actId="14100"/>
        <pc:sldMkLst>
          <pc:docMk/>
          <pc:sldMk cId="483845317" sldId="279"/>
        </pc:sldMkLst>
        <pc:spChg chg="mod">
          <ac:chgData name="Vikram Somani" userId="S::vikram.somani@rackspace.com::1b5d53ca-beee-4594-a092-5aed354a342d" providerId="AD" clId="Web-{CBB4B3C3-50FB-7647-4991-79FF7AD7BAD1}" dt="2026-04-27T06:29:41.481" v="1" actId="14100"/>
          <ac:spMkLst>
            <pc:docMk/>
            <pc:sldMk cId="483845317" sldId="279"/>
            <ac:spMk id="6" creationId="{354FA8DB-1B72-3A09-FC03-8E9E1BFA6B72}"/>
          </ac:spMkLst>
        </pc:spChg>
      </pc:sldChg>
      <pc:sldChg chg="modSp">
        <pc:chgData name="Vikram Somani" userId="S::vikram.somani@rackspace.com::1b5d53ca-beee-4594-a092-5aed354a342d" providerId="AD" clId="Web-{CBB4B3C3-50FB-7647-4991-79FF7AD7BAD1}" dt="2026-04-27T06:29:58.481" v="3" actId="14100"/>
        <pc:sldMkLst>
          <pc:docMk/>
          <pc:sldMk cId="2612447691" sldId="280"/>
        </pc:sldMkLst>
        <pc:spChg chg="mod">
          <ac:chgData name="Vikram Somani" userId="S::vikram.somani@rackspace.com::1b5d53ca-beee-4594-a092-5aed354a342d" providerId="AD" clId="Web-{CBB4B3C3-50FB-7647-4991-79FF7AD7BAD1}" dt="2026-04-27T06:29:58.481" v="3" actId="14100"/>
          <ac:spMkLst>
            <pc:docMk/>
            <pc:sldMk cId="2612447691" sldId="280"/>
            <ac:spMk id="3" creationId="{978A4662-A97E-CABF-4174-13351A59134F}"/>
          </ac:spMkLst>
        </pc:spChg>
      </pc:sldChg>
      <pc:sldChg chg="modSp">
        <pc:chgData name="Vikram Somani" userId="S::vikram.somani@rackspace.com::1b5d53ca-beee-4594-a092-5aed354a342d" providerId="AD" clId="Web-{CBB4B3C3-50FB-7647-4991-79FF7AD7BAD1}" dt="2026-04-27T10:33:17.958" v="1203"/>
        <pc:sldMkLst>
          <pc:docMk/>
          <pc:sldMk cId="3718290946" sldId="288"/>
        </pc:sldMkLst>
        <pc:graphicFrameChg chg="mod modGraphic">
          <ac:chgData name="Vikram Somani" userId="S::vikram.somani@rackspace.com::1b5d53ca-beee-4594-a092-5aed354a342d" providerId="AD" clId="Web-{CBB4B3C3-50FB-7647-4991-79FF7AD7BAD1}" dt="2026-04-27T10:33:17.958" v="1203"/>
          <ac:graphicFrameMkLst>
            <pc:docMk/>
            <pc:sldMk cId="3718290946" sldId="288"/>
            <ac:graphicFrameMk id="6" creationId="{DFEAFBD0-B91A-6083-759D-B32598539DD2}"/>
          </ac:graphicFrameMkLst>
        </pc:graphicFrameChg>
      </pc:sldChg>
      <pc:sldChg chg="modSp">
        <pc:chgData name="Vikram Somani" userId="S::vikram.somani@rackspace.com::1b5d53ca-beee-4594-a092-5aed354a342d" providerId="AD" clId="Web-{CBB4B3C3-50FB-7647-4991-79FF7AD7BAD1}" dt="2026-04-27T06:41:46.845" v="305" actId="20577"/>
        <pc:sldMkLst>
          <pc:docMk/>
          <pc:sldMk cId="2961218594" sldId="290"/>
        </pc:sldMkLst>
        <pc:spChg chg="mod">
          <ac:chgData name="Vikram Somani" userId="S::vikram.somani@rackspace.com::1b5d53ca-beee-4594-a092-5aed354a342d" providerId="AD" clId="Web-{CBB4B3C3-50FB-7647-4991-79FF7AD7BAD1}" dt="2026-04-27T06:41:42.080" v="303" actId="20577"/>
          <ac:spMkLst>
            <pc:docMk/>
            <pc:sldMk cId="2961218594" sldId="290"/>
            <ac:spMk id="2" creationId="{D1AE85BF-0870-686A-9C6D-DA40CBE782A1}"/>
          </ac:spMkLst>
        </pc:spChg>
        <pc:spChg chg="mod">
          <ac:chgData name="Vikram Somani" userId="S::vikram.somani@rackspace.com::1b5d53ca-beee-4594-a092-5aed354a342d" providerId="AD" clId="Web-{CBB4B3C3-50FB-7647-4991-79FF7AD7BAD1}" dt="2026-04-27T06:41:46.845" v="305" actId="20577"/>
          <ac:spMkLst>
            <pc:docMk/>
            <pc:sldMk cId="2961218594" sldId="290"/>
            <ac:spMk id="6" creationId="{B9C95ECD-5ACA-A985-AA1A-C8346EAA8578}"/>
          </ac:spMkLst>
        </pc:spChg>
      </pc:sldChg>
      <pc:sldChg chg="ord">
        <pc:chgData name="Vikram Somani" userId="S::vikram.somani@rackspace.com::1b5d53ca-beee-4594-a092-5aed354a342d" providerId="AD" clId="Web-{CBB4B3C3-50FB-7647-4991-79FF7AD7BAD1}" dt="2026-04-27T06:46:24.692" v="319"/>
        <pc:sldMkLst>
          <pc:docMk/>
          <pc:sldMk cId="3187314457" sldId="299"/>
        </pc:sldMkLst>
      </pc:sldChg>
    </pc:docChg>
  </pc:docChgLst>
  <pc:docChgLst>
    <pc:chgData name="Matthew Wright" userId="0d3ab189-59d5-47dc-8275-9fbc0b028d65" providerId="ADAL" clId="{0BBBD80D-67B7-4BD4-85F5-752FFF4CAD6B}"/>
    <pc:docChg chg="undo custSel addSld delSld modSld sldOrd modSection">
      <pc:chgData name="Matthew Wright" userId="0d3ab189-59d5-47dc-8275-9fbc0b028d65" providerId="ADAL" clId="{0BBBD80D-67B7-4BD4-85F5-752FFF4CAD6B}" dt="2026-04-27T17:28:29.321" v="2530" actId="14100"/>
      <pc:docMkLst>
        <pc:docMk/>
      </pc:docMkLst>
      <pc:sldChg chg="addSp modSp mod">
        <pc:chgData name="Matthew Wright" userId="0d3ab189-59d5-47dc-8275-9fbc0b028d65" providerId="ADAL" clId="{0BBBD80D-67B7-4BD4-85F5-752FFF4CAD6B}" dt="2026-04-24T21:00:27.186" v="547" actId="6549"/>
        <pc:sldMkLst>
          <pc:docMk/>
          <pc:sldMk cId="1607316324" sldId="257"/>
        </pc:sldMkLst>
        <pc:spChg chg="mod">
          <ac:chgData name="Matthew Wright" userId="0d3ab189-59d5-47dc-8275-9fbc0b028d65" providerId="ADAL" clId="{0BBBD80D-67B7-4BD4-85F5-752FFF4CAD6B}" dt="2026-04-24T21:00:27.186" v="547" actId="6549"/>
          <ac:spMkLst>
            <pc:docMk/>
            <pc:sldMk cId="1607316324" sldId="257"/>
            <ac:spMk id="7" creationId="{C025BC2F-6F2A-8421-D263-916FA05BF815}"/>
          </ac:spMkLst>
        </pc:spChg>
      </pc:sldChg>
      <pc:sldChg chg="modSp mod">
        <pc:chgData name="Matthew Wright" userId="0d3ab189-59d5-47dc-8275-9fbc0b028d65" providerId="ADAL" clId="{0BBBD80D-67B7-4BD4-85F5-752FFF4CAD6B}" dt="2026-04-24T22:26:27.318" v="1057" actId="12788"/>
        <pc:sldMkLst>
          <pc:docMk/>
          <pc:sldMk cId="920250159" sldId="263"/>
        </pc:sldMkLst>
        <pc:spChg chg="mod">
          <ac:chgData name="Matthew Wright" userId="0d3ab189-59d5-47dc-8275-9fbc0b028d65" providerId="ADAL" clId="{0BBBD80D-67B7-4BD4-85F5-752FFF4CAD6B}" dt="2026-04-24T22:26:27.318" v="1057" actId="12788"/>
          <ac:spMkLst>
            <pc:docMk/>
            <pc:sldMk cId="920250159" sldId="263"/>
            <ac:spMk id="5" creationId="{82D513FF-B00A-40DF-129C-A0FFB6386A35}"/>
          </ac:spMkLst>
        </pc:spChg>
        <pc:spChg chg="mod">
          <ac:chgData name="Matthew Wright" userId="0d3ab189-59d5-47dc-8275-9fbc0b028d65" providerId="ADAL" clId="{0BBBD80D-67B7-4BD4-85F5-752FFF4CAD6B}" dt="2026-04-24T22:26:27.318" v="1057" actId="12788"/>
          <ac:spMkLst>
            <pc:docMk/>
            <pc:sldMk cId="920250159" sldId="263"/>
            <ac:spMk id="10" creationId="{2F2D2127-655F-F591-733D-E01168C47954}"/>
          </ac:spMkLst>
        </pc:spChg>
        <pc:spChg chg="mod">
          <ac:chgData name="Matthew Wright" userId="0d3ab189-59d5-47dc-8275-9fbc0b028d65" providerId="ADAL" clId="{0BBBD80D-67B7-4BD4-85F5-752FFF4CAD6B}" dt="2026-04-24T22:26:27.318" v="1057" actId="12788"/>
          <ac:spMkLst>
            <pc:docMk/>
            <pc:sldMk cId="920250159" sldId="263"/>
            <ac:spMk id="11" creationId="{217EB05A-69A4-D326-A73A-21567D369B1C}"/>
          </ac:spMkLst>
        </pc:spChg>
      </pc:sldChg>
      <pc:sldChg chg="delSp modSp add mod">
        <pc:chgData name="Matthew Wright" userId="0d3ab189-59d5-47dc-8275-9fbc0b028d65" providerId="ADAL" clId="{0BBBD80D-67B7-4BD4-85F5-752FFF4CAD6B}" dt="2026-04-24T22:25:41.725" v="1044" actId="12788"/>
        <pc:sldMkLst>
          <pc:docMk/>
          <pc:sldMk cId="1097977507" sldId="265"/>
        </pc:sldMkLst>
      </pc:sldChg>
      <pc:sldChg chg="modSp add mod">
        <pc:chgData name="Matthew Wright" userId="0d3ab189-59d5-47dc-8275-9fbc0b028d65" providerId="ADAL" clId="{0BBBD80D-67B7-4BD4-85F5-752FFF4CAD6B}" dt="2026-04-27T11:22:11.988" v="2354" actId="20577"/>
        <pc:sldMkLst>
          <pc:docMk/>
          <pc:sldMk cId="1748632641" sldId="267"/>
        </pc:sldMkLst>
        <pc:spChg chg="mod">
          <ac:chgData name="Matthew Wright" userId="0d3ab189-59d5-47dc-8275-9fbc0b028d65" providerId="ADAL" clId="{0BBBD80D-67B7-4BD4-85F5-752FFF4CAD6B}" dt="2026-04-24T22:25:22.343" v="1039"/>
          <ac:spMkLst>
            <pc:docMk/>
            <pc:sldMk cId="1748632641" sldId="267"/>
            <ac:spMk id="5" creationId="{49B48473-C0F9-3100-D80C-F19F0DF19BD7}"/>
          </ac:spMkLst>
        </pc:spChg>
        <pc:spChg chg="mod">
          <ac:chgData name="Matthew Wright" userId="0d3ab189-59d5-47dc-8275-9fbc0b028d65" providerId="ADAL" clId="{0BBBD80D-67B7-4BD4-85F5-752FFF4CAD6B}" dt="2026-04-27T11:22:11.988" v="2354" actId="20577"/>
          <ac:spMkLst>
            <pc:docMk/>
            <pc:sldMk cId="1748632641" sldId="267"/>
            <ac:spMk id="6" creationId="{9B582F84-8075-BA1E-994A-7559FBAD14C6}"/>
          </ac:spMkLst>
        </pc:spChg>
        <pc:spChg chg="mod">
          <ac:chgData name="Matthew Wright" userId="0d3ab189-59d5-47dc-8275-9fbc0b028d65" providerId="ADAL" clId="{0BBBD80D-67B7-4BD4-85F5-752FFF4CAD6B}" dt="2026-04-24T22:25:28.965" v="1041" actId="122"/>
          <ac:spMkLst>
            <pc:docMk/>
            <pc:sldMk cId="1748632641" sldId="267"/>
            <ac:spMk id="10" creationId="{A0BCA0D2-2FF2-9541-8B80-A50A090264BD}"/>
          </ac:spMkLst>
        </pc:spChg>
      </pc:sldChg>
      <pc:sldChg chg="modSp">
        <pc:chgData name="Matthew Wright" userId="0d3ab189-59d5-47dc-8275-9fbc0b028d65" providerId="ADAL" clId="{0BBBD80D-67B7-4BD4-85F5-752FFF4CAD6B}" dt="2026-04-26T21:33:43.350" v="1315" actId="1076"/>
        <pc:sldMkLst>
          <pc:docMk/>
          <pc:sldMk cId="1692466608" sldId="268"/>
        </pc:sldMkLst>
        <pc:spChg chg="mod">
          <ac:chgData name="Matthew Wright" userId="0d3ab189-59d5-47dc-8275-9fbc0b028d65" providerId="ADAL" clId="{0BBBD80D-67B7-4BD4-85F5-752FFF4CAD6B}" dt="2026-04-26T21:33:43.350" v="1315" actId="1076"/>
          <ac:spMkLst>
            <pc:docMk/>
            <pc:sldMk cId="1692466608" sldId="268"/>
            <ac:spMk id="7" creationId="{DE7B44DA-81F3-178E-AF4B-06827457572D}"/>
          </ac:spMkLst>
        </pc:spChg>
        <pc:spChg chg="mod">
          <ac:chgData name="Matthew Wright" userId="0d3ab189-59d5-47dc-8275-9fbc0b028d65" providerId="ADAL" clId="{0BBBD80D-67B7-4BD4-85F5-752FFF4CAD6B}" dt="2026-04-26T21:33:43.350" v="1315" actId="1076"/>
          <ac:spMkLst>
            <pc:docMk/>
            <pc:sldMk cId="1692466608" sldId="268"/>
            <ac:spMk id="8" creationId="{6E9343AF-1A28-7FF6-5FF1-C31C015D79C7}"/>
          </ac:spMkLst>
        </pc:spChg>
        <pc:spChg chg="mod">
          <ac:chgData name="Matthew Wright" userId="0d3ab189-59d5-47dc-8275-9fbc0b028d65" providerId="ADAL" clId="{0BBBD80D-67B7-4BD4-85F5-752FFF4CAD6B}" dt="2026-04-26T21:33:43.350" v="1315" actId="1076"/>
          <ac:spMkLst>
            <pc:docMk/>
            <pc:sldMk cId="1692466608" sldId="268"/>
            <ac:spMk id="9" creationId="{B9E6B41B-0856-E0CF-9906-8ED6C8773124}"/>
          </ac:spMkLst>
        </pc:spChg>
        <pc:spChg chg="mod">
          <ac:chgData name="Matthew Wright" userId="0d3ab189-59d5-47dc-8275-9fbc0b028d65" providerId="ADAL" clId="{0BBBD80D-67B7-4BD4-85F5-752FFF4CAD6B}" dt="2026-04-26T21:33:43.350" v="1315" actId="1076"/>
          <ac:spMkLst>
            <pc:docMk/>
            <pc:sldMk cId="1692466608" sldId="268"/>
            <ac:spMk id="10" creationId="{6AC559A2-12A5-9C48-EF95-1D0406C6AC28}"/>
          </ac:spMkLst>
        </pc:spChg>
        <pc:grpChg chg="mod">
          <ac:chgData name="Matthew Wright" userId="0d3ab189-59d5-47dc-8275-9fbc0b028d65" providerId="ADAL" clId="{0BBBD80D-67B7-4BD4-85F5-752FFF4CAD6B}" dt="2026-04-26T21:33:43.350" v="1315" actId="1076"/>
          <ac:grpSpMkLst>
            <pc:docMk/>
            <pc:sldMk cId="1692466608" sldId="268"/>
            <ac:grpSpMk id="11" creationId="{FBFB324B-5049-A1B5-6349-56883A670BAD}"/>
          </ac:grpSpMkLst>
        </pc:grpChg>
        <pc:picChg chg="mod">
          <ac:chgData name="Matthew Wright" userId="0d3ab189-59d5-47dc-8275-9fbc0b028d65" providerId="ADAL" clId="{0BBBD80D-67B7-4BD4-85F5-752FFF4CAD6B}" dt="2026-04-26T21:33:43.350" v="1315" actId="1076"/>
          <ac:picMkLst>
            <pc:docMk/>
            <pc:sldMk cId="1692466608" sldId="268"/>
            <ac:picMk id="2050" creationId="{D7E07952-CC33-08EA-E3AC-08D82DFC23B0}"/>
          </ac:picMkLst>
        </pc:picChg>
      </pc:sldChg>
      <pc:sldChg chg="modSp mod">
        <pc:chgData name="Matthew Wright" userId="0d3ab189-59d5-47dc-8275-9fbc0b028d65" providerId="ADAL" clId="{0BBBD80D-67B7-4BD4-85F5-752FFF4CAD6B}" dt="2026-04-27T11:21:56.719" v="2336" actId="20577"/>
        <pc:sldMkLst>
          <pc:docMk/>
          <pc:sldMk cId="686612715" sldId="270"/>
        </pc:sldMkLst>
        <pc:spChg chg="mod">
          <ac:chgData name="Matthew Wright" userId="0d3ab189-59d5-47dc-8275-9fbc0b028d65" providerId="ADAL" clId="{0BBBD80D-67B7-4BD4-85F5-752FFF4CAD6B}" dt="2026-04-27T11:21:56.719" v="2336" actId="20577"/>
          <ac:spMkLst>
            <pc:docMk/>
            <pc:sldMk cId="686612715" sldId="270"/>
            <ac:spMk id="11" creationId="{E1907E8D-B628-F175-3FEB-B9BB65AFB266}"/>
          </ac:spMkLst>
        </pc:spChg>
        <pc:graphicFrameChg chg="mod modGraphic">
          <ac:chgData name="Matthew Wright" userId="0d3ab189-59d5-47dc-8275-9fbc0b028d65" providerId="ADAL" clId="{0BBBD80D-67B7-4BD4-85F5-752FFF4CAD6B}" dt="2026-04-27T00:06:10.539" v="1642"/>
          <ac:graphicFrameMkLst>
            <pc:docMk/>
            <pc:sldMk cId="686612715" sldId="270"/>
            <ac:graphicFrameMk id="20" creationId="{B41B91A8-2F4A-AECE-3B4A-D12DC615055C}"/>
          </ac:graphicFrameMkLst>
        </pc:graphicFrameChg>
      </pc:sldChg>
      <pc:sldChg chg="modSp mod">
        <pc:chgData name="Matthew Wright" userId="0d3ab189-59d5-47dc-8275-9fbc0b028d65" providerId="ADAL" clId="{0BBBD80D-67B7-4BD4-85F5-752FFF4CAD6B}" dt="2026-04-24T22:26:18.760" v="1054" actId="242"/>
        <pc:sldMkLst>
          <pc:docMk/>
          <pc:sldMk cId="3422648836" sldId="273"/>
        </pc:sldMkLst>
        <pc:spChg chg="mod">
          <ac:chgData name="Matthew Wright" userId="0d3ab189-59d5-47dc-8275-9fbc0b028d65" providerId="ADAL" clId="{0BBBD80D-67B7-4BD4-85F5-752FFF4CAD6B}" dt="2026-04-24T22:26:18.760" v="1054" actId="242"/>
          <ac:spMkLst>
            <pc:docMk/>
            <pc:sldMk cId="3422648836" sldId="273"/>
            <ac:spMk id="5" creationId="{C0AFC1E8-80C3-1FEA-E817-5BCA167A11AE}"/>
          </ac:spMkLst>
        </pc:spChg>
        <pc:spChg chg="mod">
          <ac:chgData name="Matthew Wright" userId="0d3ab189-59d5-47dc-8275-9fbc0b028d65" providerId="ADAL" clId="{0BBBD80D-67B7-4BD4-85F5-752FFF4CAD6B}" dt="2026-04-24T22:26:18.760" v="1054" actId="242"/>
          <ac:spMkLst>
            <pc:docMk/>
            <pc:sldMk cId="3422648836" sldId="273"/>
            <ac:spMk id="10" creationId="{10A5E33C-0BFA-EC8A-D7F8-5970D7504587}"/>
          </ac:spMkLst>
        </pc:spChg>
        <pc:spChg chg="mod">
          <ac:chgData name="Matthew Wright" userId="0d3ab189-59d5-47dc-8275-9fbc0b028d65" providerId="ADAL" clId="{0BBBD80D-67B7-4BD4-85F5-752FFF4CAD6B}" dt="2026-04-24T22:26:18.760" v="1054" actId="242"/>
          <ac:spMkLst>
            <pc:docMk/>
            <pc:sldMk cId="3422648836" sldId="273"/>
            <ac:spMk id="11" creationId="{140124A3-55D8-62A8-116D-F78B1CC5F528}"/>
          </ac:spMkLst>
        </pc:spChg>
      </pc:sldChg>
      <pc:sldChg chg="modSp mod">
        <pc:chgData name="Matthew Wright" userId="0d3ab189-59d5-47dc-8275-9fbc0b028d65" providerId="ADAL" clId="{0BBBD80D-67B7-4BD4-85F5-752FFF4CAD6B}" dt="2026-04-24T22:25:54.121" v="1047" actId="242"/>
        <pc:sldMkLst>
          <pc:docMk/>
          <pc:sldMk cId="1101885496" sldId="274"/>
        </pc:sldMkLst>
        <pc:spChg chg="mod">
          <ac:chgData name="Matthew Wright" userId="0d3ab189-59d5-47dc-8275-9fbc0b028d65" providerId="ADAL" clId="{0BBBD80D-67B7-4BD4-85F5-752FFF4CAD6B}" dt="2026-04-24T22:25:54.121" v="1047" actId="242"/>
          <ac:spMkLst>
            <pc:docMk/>
            <pc:sldMk cId="1101885496" sldId="274"/>
            <ac:spMk id="5" creationId="{22EC0FDB-92C4-2562-4312-1B91EDEF0FF1}"/>
          </ac:spMkLst>
        </pc:spChg>
        <pc:spChg chg="mod">
          <ac:chgData name="Matthew Wright" userId="0d3ab189-59d5-47dc-8275-9fbc0b028d65" providerId="ADAL" clId="{0BBBD80D-67B7-4BD4-85F5-752FFF4CAD6B}" dt="2026-04-24T22:25:54.121" v="1047" actId="242"/>
          <ac:spMkLst>
            <pc:docMk/>
            <pc:sldMk cId="1101885496" sldId="274"/>
            <ac:spMk id="10" creationId="{446ED16C-C1C2-BAB0-FB43-81EBD1ACAF18}"/>
          </ac:spMkLst>
        </pc:spChg>
        <pc:spChg chg="mod">
          <ac:chgData name="Matthew Wright" userId="0d3ab189-59d5-47dc-8275-9fbc0b028d65" providerId="ADAL" clId="{0BBBD80D-67B7-4BD4-85F5-752FFF4CAD6B}" dt="2026-04-24T22:25:54.121" v="1047" actId="242"/>
          <ac:spMkLst>
            <pc:docMk/>
            <pc:sldMk cId="1101885496" sldId="274"/>
            <ac:spMk id="11" creationId="{A0001C9D-A988-EF47-7F87-621498DD55BC}"/>
          </ac:spMkLst>
        </pc:spChg>
      </pc:sldChg>
      <pc:sldChg chg="addSp modSp mod">
        <pc:chgData name="Matthew Wright" userId="0d3ab189-59d5-47dc-8275-9fbc0b028d65" providerId="ADAL" clId="{0BBBD80D-67B7-4BD4-85F5-752FFF4CAD6B}" dt="2026-04-27T17:28:29.321" v="2530" actId="14100"/>
        <pc:sldMkLst>
          <pc:docMk/>
          <pc:sldMk cId="2464234247" sldId="275"/>
        </pc:sldMkLst>
        <pc:spChg chg="add mod">
          <ac:chgData name="Matthew Wright" userId="0d3ab189-59d5-47dc-8275-9fbc0b028d65" providerId="ADAL" clId="{0BBBD80D-67B7-4BD4-85F5-752FFF4CAD6B}" dt="2026-04-27T17:28:29.321" v="2530" actId="14100"/>
          <ac:spMkLst>
            <pc:docMk/>
            <pc:sldMk cId="2464234247" sldId="275"/>
            <ac:spMk id="10" creationId="{454D38BA-C297-CCCE-FF24-8F6029B0C45F}"/>
          </ac:spMkLst>
        </pc:spChg>
      </pc:sldChg>
      <pc:sldChg chg="addSp delSp modSp mod ord delAnim modAnim">
        <pc:chgData name="Matthew Wright" userId="0d3ab189-59d5-47dc-8275-9fbc0b028d65" providerId="ADAL" clId="{0BBBD80D-67B7-4BD4-85F5-752FFF4CAD6B}" dt="2026-04-24T21:26:13.672" v="803" actId="20577"/>
        <pc:sldMkLst>
          <pc:docMk/>
          <pc:sldMk cId="1501131436" sldId="276"/>
        </pc:sldMkLst>
        <pc:spChg chg="add mod">
          <ac:chgData name="Matthew Wright" userId="0d3ab189-59d5-47dc-8275-9fbc0b028d65" providerId="ADAL" clId="{0BBBD80D-67B7-4BD4-85F5-752FFF4CAD6B}" dt="2026-04-24T21:21:49.751" v="721"/>
          <ac:spMkLst>
            <pc:docMk/>
            <pc:sldMk cId="1501131436" sldId="276"/>
            <ac:spMk id="10" creationId="{8DB83E1D-32A4-5CC2-01F5-208E0A34306B}"/>
          </ac:spMkLst>
        </pc:spChg>
      </pc:sldChg>
      <pc:sldChg chg="addSp delSp modSp add mod delAnim">
        <pc:chgData name="Matthew Wright" userId="0d3ab189-59d5-47dc-8275-9fbc0b028d65" providerId="ADAL" clId="{0BBBD80D-67B7-4BD4-85F5-752FFF4CAD6B}" dt="2026-04-24T21:35:37.759" v="827" actId="1076"/>
        <pc:sldMkLst>
          <pc:docMk/>
          <pc:sldMk cId="483845317" sldId="279"/>
        </pc:sldMkLst>
        <pc:spChg chg="mod">
          <ac:chgData name="Matthew Wright" userId="0d3ab189-59d5-47dc-8275-9fbc0b028d65" providerId="ADAL" clId="{0BBBD80D-67B7-4BD4-85F5-752FFF4CAD6B}" dt="2026-04-24T21:24:04.287" v="797" actId="20577"/>
          <ac:spMkLst>
            <pc:docMk/>
            <pc:sldMk cId="483845317" sldId="279"/>
            <ac:spMk id="4" creationId="{01706005-CBDB-2C90-A769-B50096904A82}"/>
          </ac:spMkLst>
        </pc:spChg>
        <pc:spChg chg="add mod">
          <ac:chgData name="Matthew Wright" userId="0d3ab189-59d5-47dc-8275-9fbc0b028d65" providerId="ADAL" clId="{0BBBD80D-67B7-4BD4-85F5-752FFF4CAD6B}" dt="2026-04-24T21:35:37.759" v="827" actId="1076"/>
          <ac:spMkLst>
            <pc:docMk/>
            <pc:sldMk cId="483845317" sldId="279"/>
            <ac:spMk id="6" creationId="{354FA8DB-1B72-3A09-FC03-8E9E1BFA6B72}"/>
          </ac:spMkLst>
        </pc:spChg>
      </pc:sldChg>
      <pc:sldChg chg="addSp modSp mod">
        <pc:chgData name="Matthew Wright" userId="0d3ab189-59d5-47dc-8275-9fbc0b028d65" providerId="ADAL" clId="{0BBBD80D-67B7-4BD4-85F5-752FFF4CAD6B}" dt="2026-04-24T21:15:45.174" v="598" actId="113"/>
        <pc:sldMkLst>
          <pc:docMk/>
          <pc:sldMk cId="2612447691" sldId="280"/>
        </pc:sldMkLst>
        <pc:spChg chg="mod">
          <ac:chgData name="Matthew Wright" userId="0d3ab189-59d5-47dc-8275-9fbc0b028d65" providerId="ADAL" clId="{0BBBD80D-67B7-4BD4-85F5-752FFF4CAD6B}" dt="2026-04-24T21:15:45.174" v="598" actId="113"/>
          <ac:spMkLst>
            <pc:docMk/>
            <pc:sldMk cId="2612447691" sldId="280"/>
            <ac:spMk id="3" creationId="{978A4662-A97E-CABF-4174-13351A59134F}"/>
          </ac:spMkLst>
        </pc:spChg>
        <pc:spChg chg="mod">
          <ac:chgData name="Matthew Wright" userId="0d3ab189-59d5-47dc-8275-9fbc0b028d65" providerId="ADAL" clId="{0BBBD80D-67B7-4BD4-85F5-752FFF4CAD6B}" dt="2026-04-24T20:48:44.668" v="507" actId="20577"/>
          <ac:spMkLst>
            <pc:docMk/>
            <pc:sldMk cId="2612447691" sldId="280"/>
            <ac:spMk id="4" creationId="{19060D72-9180-46BD-B82D-F1C6BC1DAFF1}"/>
          </ac:spMkLst>
        </pc:spChg>
      </pc:sldChg>
      <pc:sldChg chg="modSp del mod">
        <pc:chgData name="Matthew Wright" userId="0d3ab189-59d5-47dc-8275-9fbc0b028d65" providerId="ADAL" clId="{0BBBD80D-67B7-4BD4-85F5-752FFF4CAD6B}" dt="2026-04-27T09:13:48.157" v="1752" actId="47"/>
        <pc:sldMkLst>
          <pc:docMk/>
          <pc:sldMk cId="1716175818" sldId="281"/>
        </pc:sldMkLst>
      </pc:sldChg>
      <pc:sldChg chg="modSp mod">
        <pc:chgData name="Matthew Wright" userId="0d3ab189-59d5-47dc-8275-9fbc0b028d65" providerId="ADAL" clId="{0BBBD80D-67B7-4BD4-85F5-752FFF4CAD6B}" dt="2026-04-23T08:37:09.851" v="3" actId="20577"/>
        <pc:sldMkLst>
          <pc:docMk/>
          <pc:sldMk cId="4240702355" sldId="283"/>
        </pc:sldMkLst>
        <pc:spChg chg="mod">
          <ac:chgData name="Matthew Wright" userId="0d3ab189-59d5-47dc-8275-9fbc0b028d65" providerId="ADAL" clId="{0BBBD80D-67B7-4BD4-85F5-752FFF4CAD6B}" dt="2026-04-23T08:37:09.851" v="3" actId="20577"/>
          <ac:spMkLst>
            <pc:docMk/>
            <pc:sldMk cId="4240702355" sldId="283"/>
            <ac:spMk id="3" creationId="{EAE1DFF3-C252-F86B-085F-D8DA7CDD85D1}"/>
          </ac:spMkLst>
        </pc:spChg>
      </pc:sldChg>
      <pc:sldChg chg="addSp delSp modSp add mod">
        <pc:chgData name="Matthew Wright" userId="0d3ab189-59d5-47dc-8275-9fbc0b028d65" providerId="ADAL" clId="{0BBBD80D-67B7-4BD4-85F5-752FFF4CAD6B}" dt="2026-04-24T22:27:00.650" v="1064" actId="12"/>
        <pc:sldMkLst>
          <pc:docMk/>
          <pc:sldMk cId="954823635" sldId="284"/>
        </pc:sldMkLst>
        <pc:spChg chg="add mod">
          <ac:chgData name="Matthew Wright" userId="0d3ab189-59d5-47dc-8275-9fbc0b028d65" providerId="ADAL" clId="{0BBBD80D-67B7-4BD4-85F5-752FFF4CAD6B}" dt="2026-04-24T22:27:00.650" v="1064" actId="12"/>
          <ac:spMkLst>
            <pc:docMk/>
            <pc:sldMk cId="954823635" sldId="284"/>
            <ac:spMk id="2" creationId="{9DD41177-087D-60A0-513D-BBE5EB9888B9}"/>
          </ac:spMkLst>
        </pc:spChg>
        <pc:spChg chg="mod">
          <ac:chgData name="Matthew Wright" userId="0d3ab189-59d5-47dc-8275-9fbc0b028d65" providerId="ADAL" clId="{0BBBD80D-67B7-4BD4-85F5-752FFF4CAD6B}" dt="2026-04-24T22:26:08.842" v="1051" actId="12788"/>
          <ac:spMkLst>
            <pc:docMk/>
            <pc:sldMk cId="954823635" sldId="284"/>
            <ac:spMk id="5" creationId="{EE7C44B1-04F3-C772-276F-F693E62C122D}"/>
          </ac:spMkLst>
        </pc:spChg>
        <pc:spChg chg="mod">
          <ac:chgData name="Matthew Wright" userId="0d3ab189-59d5-47dc-8275-9fbc0b028d65" providerId="ADAL" clId="{0BBBD80D-67B7-4BD4-85F5-752FFF4CAD6B}" dt="2026-04-24T21:38:54.579" v="840" actId="27636"/>
          <ac:spMkLst>
            <pc:docMk/>
            <pc:sldMk cId="954823635" sldId="284"/>
            <ac:spMk id="11" creationId="{D33EC3EB-83D5-A31C-4E49-8CC88D9E3AF3}"/>
          </ac:spMkLst>
        </pc:spChg>
      </pc:sldChg>
      <pc:sldChg chg="modSp add mod">
        <pc:chgData name="Matthew Wright" userId="0d3ab189-59d5-47dc-8275-9fbc0b028d65" providerId="ADAL" clId="{0BBBD80D-67B7-4BD4-85F5-752FFF4CAD6B}" dt="2026-04-26T21:20:00.269" v="1313"/>
        <pc:sldMkLst>
          <pc:docMk/>
          <pc:sldMk cId="479837967" sldId="285"/>
        </pc:sldMkLst>
        <pc:spChg chg="mod">
          <ac:chgData name="Matthew Wright" userId="0d3ab189-59d5-47dc-8275-9fbc0b028d65" providerId="ADAL" clId="{0BBBD80D-67B7-4BD4-85F5-752FFF4CAD6B}" dt="2026-04-26T21:20:00.269" v="1313"/>
          <ac:spMkLst>
            <pc:docMk/>
            <pc:sldMk cId="479837967" sldId="285"/>
            <ac:spMk id="6" creationId="{29441D17-5B5E-40C0-AB9C-ED7E0B812BAF}"/>
          </ac:spMkLst>
        </pc:spChg>
      </pc:sldChg>
      <pc:sldChg chg="modSp mod">
        <pc:chgData name="Matthew Wright" userId="0d3ab189-59d5-47dc-8275-9fbc0b028d65" providerId="ADAL" clId="{0BBBD80D-67B7-4BD4-85F5-752FFF4CAD6B}" dt="2026-04-27T14:57:56.045" v="2365" actId="13926"/>
        <pc:sldMkLst>
          <pc:docMk/>
          <pc:sldMk cId="591297672" sldId="288"/>
        </pc:sldMkLst>
        <pc:graphicFrameChg chg="modGraphic">
          <ac:chgData name="Matthew Wright" userId="0d3ab189-59d5-47dc-8275-9fbc0b028d65" providerId="ADAL" clId="{0BBBD80D-67B7-4BD4-85F5-752FFF4CAD6B}" dt="2026-04-27T14:57:56.045" v="2365" actId="13926"/>
          <ac:graphicFrameMkLst>
            <pc:docMk/>
            <pc:sldMk cId="591297672" sldId="288"/>
            <ac:graphicFrameMk id="6" creationId="{DFEAFBD0-B91A-6083-759D-B32598539DD2}"/>
          </ac:graphicFrameMkLst>
        </pc:graphicFrameChg>
      </pc:sldChg>
      <pc:sldChg chg="modSp mod">
        <pc:chgData name="Matthew Wright" userId="0d3ab189-59d5-47dc-8275-9fbc0b028d65" providerId="ADAL" clId="{0BBBD80D-67B7-4BD4-85F5-752FFF4CAD6B}" dt="2026-04-27T07:37:44.143" v="1644" actId="20577"/>
        <pc:sldMkLst>
          <pc:docMk/>
          <pc:sldMk cId="3718290946" sldId="288"/>
        </pc:sldMkLst>
        <pc:graphicFrameChg chg="modGraphic">
          <ac:chgData name="Matthew Wright" userId="0d3ab189-59d5-47dc-8275-9fbc0b028d65" providerId="ADAL" clId="{0BBBD80D-67B7-4BD4-85F5-752FFF4CAD6B}" dt="2026-04-27T07:37:44.143" v="1644" actId="20577"/>
          <ac:graphicFrameMkLst>
            <pc:docMk/>
            <pc:sldMk cId="3718290946" sldId="288"/>
            <ac:graphicFrameMk id="6" creationId="{DFEAFBD0-B91A-6083-759D-B32598539DD2}"/>
          </ac:graphicFrameMkLst>
        </pc:graphicFrameChg>
      </pc:sldChg>
      <pc:sldChg chg="modSp new mod ord">
        <pc:chgData name="Matthew Wright" userId="0d3ab189-59d5-47dc-8275-9fbc0b028d65" providerId="ADAL" clId="{0BBBD80D-67B7-4BD4-85F5-752FFF4CAD6B}" dt="2026-04-24T22:08:24.815" v="915" actId="20577"/>
        <pc:sldMkLst>
          <pc:docMk/>
          <pc:sldMk cId="1577834913" sldId="289"/>
        </pc:sldMkLst>
        <pc:spChg chg="mod">
          <ac:chgData name="Matthew Wright" userId="0d3ab189-59d5-47dc-8275-9fbc0b028d65" providerId="ADAL" clId="{0BBBD80D-67B7-4BD4-85F5-752FFF4CAD6B}" dt="2026-04-24T22:08:24.815" v="915" actId="20577"/>
          <ac:spMkLst>
            <pc:docMk/>
            <pc:sldMk cId="1577834913" sldId="289"/>
            <ac:spMk id="2" creationId="{28465375-A961-7714-5956-809E3B8349E6}"/>
          </ac:spMkLst>
        </pc:spChg>
        <pc:spChg chg="mod">
          <ac:chgData name="Matthew Wright" userId="0d3ab189-59d5-47dc-8275-9fbc0b028d65" providerId="ADAL" clId="{0BBBD80D-67B7-4BD4-85F5-752FFF4CAD6B}" dt="2026-04-24T22:06:06.274" v="890" actId="20577"/>
          <ac:spMkLst>
            <pc:docMk/>
            <pc:sldMk cId="1577834913" sldId="289"/>
            <ac:spMk id="3" creationId="{7287083A-3D1B-3AEC-5195-8F741B868695}"/>
          </ac:spMkLst>
        </pc:spChg>
      </pc:sldChg>
      <pc:sldChg chg="addSp modSp add mod">
        <pc:chgData name="Matthew Wright" userId="0d3ab189-59d5-47dc-8275-9fbc0b028d65" providerId="ADAL" clId="{0BBBD80D-67B7-4BD4-85F5-752FFF4CAD6B}" dt="2026-04-27T11:21:28.723" v="2316" actId="20577"/>
        <pc:sldMkLst>
          <pc:docMk/>
          <pc:sldMk cId="2961218594" sldId="290"/>
        </pc:sldMkLst>
        <pc:spChg chg="add mod">
          <ac:chgData name="Matthew Wright" userId="0d3ab189-59d5-47dc-8275-9fbc0b028d65" providerId="ADAL" clId="{0BBBD80D-67B7-4BD4-85F5-752FFF4CAD6B}" dt="2026-04-27T11:21:28.723" v="2316" actId="20577"/>
          <ac:spMkLst>
            <pc:docMk/>
            <pc:sldMk cId="2961218594" sldId="290"/>
            <ac:spMk id="2" creationId="{D1AE85BF-0870-686A-9C6D-DA40CBE782A1}"/>
          </ac:spMkLst>
        </pc:spChg>
        <pc:spChg chg="mod">
          <ac:chgData name="Matthew Wright" userId="0d3ab189-59d5-47dc-8275-9fbc0b028d65" providerId="ADAL" clId="{0BBBD80D-67B7-4BD4-85F5-752FFF4CAD6B}" dt="2026-04-26T21:20:00.269" v="1313"/>
          <ac:spMkLst>
            <pc:docMk/>
            <pc:sldMk cId="2961218594" sldId="290"/>
            <ac:spMk id="6" creationId="{B9C95ECD-5ACA-A985-AA1A-C8346EAA8578}"/>
          </ac:spMkLst>
        </pc:spChg>
      </pc:sldChg>
      <pc:sldChg chg="addSp delSp modSp add mod ord">
        <pc:chgData name="Matthew Wright" userId="0d3ab189-59d5-47dc-8275-9fbc0b028d65" providerId="ADAL" clId="{0BBBD80D-67B7-4BD4-85F5-752FFF4CAD6B}" dt="2026-04-27T11:21:01.538" v="2307" actId="20577"/>
        <pc:sldMkLst>
          <pc:docMk/>
          <pc:sldMk cId="1620268937" sldId="291"/>
        </pc:sldMkLst>
        <pc:spChg chg="mod">
          <ac:chgData name="Matthew Wright" userId="0d3ab189-59d5-47dc-8275-9fbc0b028d65" providerId="ADAL" clId="{0BBBD80D-67B7-4BD4-85F5-752FFF4CAD6B}" dt="2026-04-24T22:12:22.773" v="955"/>
          <ac:spMkLst>
            <pc:docMk/>
            <pc:sldMk cId="1620268937" sldId="291"/>
            <ac:spMk id="3" creationId="{5DA39FDD-DFD1-4323-C6D1-CA1E2F708BB9}"/>
          </ac:spMkLst>
        </pc:spChg>
        <pc:spChg chg="add mod">
          <ac:chgData name="Matthew Wright" userId="0d3ab189-59d5-47dc-8275-9fbc0b028d65" providerId="ADAL" clId="{0BBBD80D-67B7-4BD4-85F5-752FFF4CAD6B}" dt="2026-04-26T23:58:15.276" v="1325" actId="554"/>
          <ac:spMkLst>
            <pc:docMk/>
            <pc:sldMk cId="1620268937" sldId="291"/>
            <ac:spMk id="7" creationId="{BF387EBF-88D2-082D-F0FD-9CA5ABC0F945}"/>
          </ac:spMkLst>
        </pc:spChg>
        <pc:spChg chg="add mod">
          <ac:chgData name="Matthew Wright" userId="0d3ab189-59d5-47dc-8275-9fbc0b028d65" providerId="ADAL" clId="{0BBBD80D-67B7-4BD4-85F5-752FFF4CAD6B}" dt="2026-04-27T11:21:01.538" v="2307" actId="20577"/>
          <ac:spMkLst>
            <pc:docMk/>
            <pc:sldMk cId="1620268937" sldId="291"/>
            <ac:spMk id="8" creationId="{431BDF87-4EFA-497B-F5EA-F805C88273C2}"/>
          </ac:spMkLst>
        </pc:spChg>
      </pc:sldChg>
      <pc:sldChg chg="modSp add mod">
        <pc:chgData name="Matthew Wright" userId="0d3ab189-59d5-47dc-8275-9fbc0b028d65" providerId="ADAL" clId="{0BBBD80D-67B7-4BD4-85F5-752FFF4CAD6B}" dt="2026-04-24T22:30:53.883" v="1114" actId="5793"/>
        <pc:sldMkLst>
          <pc:docMk/>
          <pc:sldMk cId="1410413230" sldId="292"/>
        </pc:sldMkLst>
        <pc:spChg chg="mod">
          <ac:chgData name="Matthew Wright" userId="0d3ab189-59d5-47dc-8275-9fbc0b028d65" providerId="ADAL" clId="{0BBBD80D-67B7-4BD4-85F5-752FFF4CAD6B}" dt="2026-04-24T22:30:21.705" v="1105"/>
          <ac:spMkLst>
            <pc:docMk/>
            <pc:sldMk cId="1410413230" sldId="292"/>
            <ac:spMk id="5" creationId="{8F8FE1E0-BE6B-5CD7-6A97-344197DA7E54}"/>
          </ac:spMkLst>
        </pc:spChg>
        <pc:spChg chg="mod">
          <ac:chgData name="Matthew Wright" userId="0d3ab189-59d5-47dc-8275-9fbc0b028d65" providerId="ADAL" clId="{0BBBD80D-67B7-4BD4-85F5-752FFF4CAD6B}" dt="2026-04-24T22:30:53.883" v="1114" actId="5793"/>
          <ac:spMkLst>
            <pc:docMk/>
            <pc:sldMk cId="1410413230" sldId="292"/>
            <ac:spMk id="6" creationId="{EB7ADBED-5845-2955-16AA-D4BD4328EC82}"/>
          </ac:spMkLst>
        </pc:spChg>
        <pc:spChg chg="mod">
          <ac:chgData name="Matthew Wright" userId="0d3ab189-59d5-47dc-8275-9fbc0b028d65" providerId="ADAL" clId="{0BBBD80D-67B7-4BD4-85F5-752FFF4CAD6B}" dt="2026-04-24T22:30:26.830" v="1106"/>
          <ac:spMkLst>
            <pc:docMk/>
            <pc:sldMk cId="1410413230" sldId="292"/>
            <ac:spMk id="10" creationId="{4E65BEEF-32F8-0D83-D953-FAE80AAA90F0}"/>
          </ac:spMkLst>
        </pc:spChg>
      </pc:sldChg>
      <pc:sldChg chg="addSp delSp modSp add mod">
        <pc:chgData name="Matthew Wright" userId="0d3ab189-59d5-47dc-8275-9fbc0b028d65" providerId="ADAL" clId="{0BBBD80D-67B7-4BD4-85F5-752FFF4CAD6B}" dt="2026-04-24T22:32:30.568" v="1157" actId="1076"/>
        <pc:sldMkLst>
          <pc:docMk/>
          <pc:sldMk cId="2246743065" sldId="293"/>
        </pc:sldMkLst>
        <pc:spChg chg="add mod">
          <ac:chgData name="Matthew Wright" userId="0d3ab189-59d5-47dc-8275-9fbc0b028d65" providerId="ADAL" clId="{0BBBD80D-67B7-4BD4-85F5-752FFF4CAD6B}" dt="2026-04-24T22:32:30.568" v="1157" actId="1076"/>
          <ac:spMkLst>
            <pc:docMk/>
            <pc:sldMk cId="2246743065" sldId="293"/>
            <ac:spMk id="2" creationId="{C193EC8B-1C23-D119-528E-F70FE180230A}"/>
          </ac:spMkLst>
        </pc:spChg>
        <pc:spChg chg="add mod">
          <ac:chgData name="Matthew Wright" userId="0d3ab189-59d5-47dc-8275-9fbc0b028d65" providerId="ADAL" clId="{0BBBD80D-67B7-4BD4-85F5-752FFF4CAD6B}" dt="2026-04-24T22:32:30.568" v="1157" actId="1076"/>
          <ac:spMkLst>
            <pc:docMk/>
            <pc:sldMk cId="2246743065" sldId="293"/>
            <ac:spMk id="3" creationId="{58937000-C9B7-14D5-012B-AB7000F3396F}"/>
          </ac:spMkLst>
        </pc:spChg>
        <pc:spChg chg="mod">
          <ac:chgData name="Matthew Wright" userId="0d3ab189-59d5-47dc-8275-9fbc0b028d65" providerId="ADAL" clId="{0BBBD80D-67B7-4BD4-85F5-752FFF4CAD6B}" dt="2026-04-24T22:31:09.867" v="1115"/>
          <ac:spMkLst>
            <pc:docMk/>
            <pc:sldMk cId="2246743065" sldId="293"/>
            <ac:spMk id="5" creationId="{2E824F35-3346-0328-FEDC-239C9A47D41D}"/>
          </ac:spMkLst>
        </pc:spChg>
        <pc:spChg chg="add mod">
          <ac:chgData name="Matthew Wright" userId="0d3ab189-59d5-47dc-8275-9fbc0b028d65" providerId="ADAL" clId="{0BBBD80D-67B7-4BD4-85F5-752FFF4CAD6B}" dt="2026-04-24T22:32:26.660" v="1156" actId="14100"/>
          <ac:spMkLst>
            <pc:docMk/>
            <pc:sldMk cId="2246743065" sldId="293"/>
            <ac:spMk id="7" creationId="{61D5B0E8-340B-F60D-1B96-48C9715C90F0}"/>
          </ac:spMkLst>
        </pc:spChg>
        <pc:spChg chg="mod">
          <ac:chgData name="Matthew Wright" userId="0d3ab189-59d5-47dc-8275-9fbc0b028d65" providerId="ADAL" clId="{0BBBD80D-67B7-4BD4-85F5-752FFF4CAD6B}" dt="2026-04-24T22:31:17.876" v="1116"/>
          <ac:spMkLst>
            <pc:docMk/>
            <pc:sldMk cId="2246743065" sldId="293"/>
            <ac:spMk id="10" creationId="{97DD4CE2-3ECD-5BAD-4FBA-DB9E4FFC84B7}"/>
          </ac:spMkLst>
        </pc:spChg>
      </pc:sldChg>
      <pc:sldChg chg="addSp delSp modSp add mod ord">
        <pc:chgData name="Matthew Wright" userId="0d3ab189-59d5-47dc-8275-9fbc0b028d65" providerId="ADAL" clId="{0BBBD80D-67B7-4BD4-85F5-752FFF4CAD6B}" dt="2026-04-24T22:10:27.480" v="954" actId="113"/>
        <pc:sldMkLst>
          <pc:docMk/>
          <pc:sldMk cId="1409610421" sldId="294"/>
        </pc:sldMkLst>
        <pc:spChg chg="mod">
          <ac:chgData name="Matthew Wright" userId="0d3ab189-59d5-47dc-8275-9fbc0b028d65" providerId="ADAL" clId="{0BBBD80D-67B7-4BD4-85F5-752FFF4CAD6B}" dt="2026-04-24T15:41:29.357" v="307" actId="20577"/>
          <ac:spMkLst>
            <pc:docMk/>
            <pc:sldMk cId="1409610421" sldId="294"/>
            <ac:spMk id="3" creationId="{288420F6-2CF7-6192-D8AC-10FE8CD409D9}"/>
          </ac:spMkLst>
        </pc:spChg>
        <pc:spChg chg="add mod">
          <ac:chgData name="Matthew Wright" userId="0d3ab189-59d5-47dc-8275-9fbc0b028d65" providerId="ADAL" clId="{0BBBD80D-67B7-4BD4-85F5-752FFF4CAD6B}" dt="2026-04-24T22:10:27.480" v="954" actId="113"/>
          <ac:spMkLst>
            <pc:docMk/>
            <pc:sldMk cId="1409610421" sldId="294"/>
            <ac:spMk id="5" creationId="{BB27D486-EEB8-337B-F048-236B1132F98B}"/>
          </ac:spMkLst>
        </pc:spChg>
      </pc:sldChg>
      <pc:sldChg chg="addSp delSp modSp mod">
        <pc:chgData name="Matthew Wright" userId="0d3ab189-59d5-47dc-8275-9fbc0b028d65" providerId="ADAL" clId="{0BBBD80D-67B7-4BD4-85F5-752FFF4CAD6B}" dt="2026-04-27T11:21:09.337" v="2311" actId="20577"/>
        <pc:sldMkLst>
          <pc:docMk/>
          <pc:sldMk cId="1667653451" sldId="295"/>
        </pc:sldMkLst>
        <pc:spChg chg="mod">
          <ac:chgData name="Matthew Wright" userId="0d3ab189-59d5-47dc-8275-9fbc0b028d65" providerId="ADAL" clId="{0BBBD80D-67B7-4BD4-85F5-752FFF4CAD6B}" dt="2026-04-27T09:08:28.358" v="1741" actId="14100"/>
          <ac:spMkLst>
            <pc:docMk/>
            <pc:sldMk cId="1667653451" sldId="295"/>
            <ac:spMk id="12" creationId="{7CB5F6D8-648A-4156-C69B-39B74037DA41}"/>
          </ac:spMkLst>
        </pc:spChg>
        <pc:graphicFrameChg chg="add mod">
          <ac:chgData name="Matthew Wright" userId="0d3ab189-59d5-47dc-8275-9fbc0b028d65" providerId="ADAL" clId="{0BBBD80D-67B7-4BD4-85F5-752FFF4CAD6B}" dt="2026-04-27T08:58:43.546" v="1663"/>
          <ac:graphicFrameMkLst>
            <pc:docMk/>
            <pc:sldMk cId="1667653451" sldId="295"/>
            <ac:graphicFrameMk id="3" creationId="{63C44D59-98EF-CF72-06BD-35F4A14C361A}"/>
          </ac:graphicFrameMkLst>
        </pc:graphicFrameChg>
        <pc:graphicFrameChg chg="add del mod">
          <ac:chgData name="Matthew Wright" userId="0d3ab189-59d5-47dc-8275-9fbc0b028d65" providerId="ADAL" clId="{0BBBD80D-67B7-4BD4-85F5-752FFF4CAD6B}" dt="2026-04-27T09:04:07.275" v="1676" actId="478"/>
          <ac:graphicFrameMkLst>
            <pc:docMk/>
            <pc:sldMk cId="1667653451" sldId="295"/>
            <ac:graphicFrameMk id="5" creationId="{2E54813F-78A9-2E93-EE50-66E47B86E104}"/>
          </ac:graphicFrameMkLst>
        </pc:graphicFrameChg>
        <pc:graphicFrameChg chg="add mod">
          <ac:chgData name="Matthew Wright" userId="0d3ab189-59d5-47dc-8275-9fbc0b028d65" providerId="ADAL" clId="{0BBBD80D-67B7-4BD4-85F5-752FFF4CAD6B}" dt="2026-04-27T09:04:20.465" v="1677"/>
          <ac:graphicFrameMkLst>
            <pc:docMk/>
            <pc:sldMk cId="1667653451" sldId="295"/>
            <ac:graphicFrameMk id="6" creationId="{0417598E-11BD-4BB9-A3A7-D37924C7DA2B}"/>
          </ac:graphicFrameMkLst>
        </pc:graphicFrameChg>
        <pc:graphicFrameChg chg="add del mod modGraphic">
          <ac:chgData name="Matthew Wright" userId="0d3ab189-59d5-47dc-8275-9fbc0b028d65" providerId="ADAL" clId="{0BBBD80D-67B7-4BD4-85F5-752FFF4CAD6B}" dt="2026-04-27T09:05:52.488" v="1699" actId="478"/>
          <ac:graphicFrameMkLst>
            <pc:docMk/>
            <pc:sldMk cId="1667653451" sldId="295"/>
            <ac:graphicFrameMk id="7" creationId="{27A0195F-C0C7-9F9A-5436-B5987BD82FF7}"/>
          </ac:graphicFrameMkLst>
        </pc:graphicFrameChg>
        <pc:graphicFrameChg chg="add mod">
          <ac:chgData name="Matthew Wright" userId="0d3ab189-59d5-47dc-8275-9fbc0b028d65" providerId="ADAL" clId="{0BBBD80D-67B7-4BD4-85F5-752FFF4CAD6B}" dt="2026-04-27T09:05:53.635" v="1700"/>
          <ac:graphicFrameMkLst>
            <pc:docMk/>
            <pc:sldMk cId="1667653451" sldId="295"/>
            <ac:graphicFrameMk id="8" creationId="{8B27293C-E37F-B491-57EE-4493E7BEFEDF}"/>
          </ac:graphicFrameMkLst>
        </pc:graphicFrameChg>
        <pc:graphicFrameChg chg="add mod">
          <ac:chgData name="Matthew Wright" userId="0d3ab189-59d5-47dc-8275-9fbc0b028d65" providerId="ADAL" clId="{0BBBD80D-67B7-4BD4-85F5-752FFF4CAD6B}" dt="2026-04-27T09:06:01.373" v="1704"/>
          <ac:graphicFrameMkLst>
            <pc:docMk/>
            <pc:sldMk cId="1667653451" sldId="295"/>
            <ac:graphicFrameMk id="9" creationId="{7A2574A8-B003-59CE-CF1A-AA4A0F4F6246}"/>
          </ac:graphicFrameMkLst>
        </pc:graphicFrameChg>
        <pc:graphicFrameChg chg="add del mod modGraphic">
          <ac:chgData name="Matthew Wright" userId="0d3ab189-59d5-47dc-8275-9fbc0b028d65" providerId="ADAL" clId="{0BBBD80D-67B7-4BD4-85F5-752FFF4CAD6B}" dt="2026-04-27T09:07:24.122" v="1719" actId="478"/>
          <ac:graphicFrameMkLst>
            <pc:docMk/>
            <pc:sldMk cId="1667653451" sldId="295"/>
            <ac:graphicFrameMk id="10" creationId="{CAFDCEE9-191E-5312-175D-51715ADA7B11}"/>
          </ac:graphicFrameMkLst>
        </pc:graphicFrameChg>
        <pc:graphicFrameChg chg="del mod modGraphic">
          <ac:chgData name="Matthew Wright" userId="0d3ab189-59d5-47dc-8275-9fbc0b028d65" providerId="ADAL" clId="{0BBBD80D-67B7-4BD4-85F5-752FFF4CAD6B}" dt="2026-04-27T08:58:42.720" v="1662" actId="478"/>
          <ac:graphicFrameMkLst>
            <pc:docMk/>
            <pc:sldMk cId="1667653451" sldId="295"/>
            <ac:graphicFrameMk id="11" creationId="{7D185968-1A54-8C2D-927D-9A12172A4478}"/>
          </ac:graphicFrameMkLst>
        </pc:graphicFrameChg>
        <pc:graphicFrameChg chg="add mod">
          <ac:chgData name="Matthew Wright" userId="0d3ab189-59d5-47dc-8275-9fbc0b028d65" providerId="ADAL" clId="{0BBBD80D-67B7-4BD4-85F5-752FFF4CAD6B}" dt="2026-04-27T09:07:25.786" v="1720"/>
          <ac:graphicFrameMkLst>
            <pc:docMk/>
            <pc:sldMk cId="1667653451" sldId="295"/>
            <ac:graphicFrameMk id="13" creationId="{8BA300B5-1E93-8632-634B-FE7FD9DA9671}"/>
          </ac:graphicFrameMkLst>
        </pc:graphicFrameChg>
        <pc:graphicFrameChg chg="add mod modGraphic">
          <ac:chgData name="Matthew Wright" userId="0d3ab189-59d5-47dc-8275-9fbc0b028d65" providerId="ADAL" clId="{0BBBD80D-67B7-4BD4-85F5-752FFF4CAD6B}" dt="2026-04-27T11:21:09.337" v="2311" actId="20577"/>
          <ac:graphicFrameMkLst>
            <pc:docMk/>
            <pc:sldMk cId="1667653451" sldId="295"/>
            <ac:graphicFrameMk id="14" creationId="{71B0B39C-FD8E-0726-75E0-155121932434}"/>
          </ac:graphicFrameMkLst>
        </pc:graphicFrameChg>
      </pc:sldChg>
      <pc:sldChg chg="delSp modSp add mod">
        <pc:chgData name="Matthew Wright" userId="0d3ab189-59d5-47dc-8275-9fbc0b028d65" providerId="ADAL" clId="{0BBBD80D-67B7-4BD4-85F5-752FFF4CAD6B}" dt="2026-04-27T11:22:03.264" v="2340" actId="20577"/>
        <pc:sldMkLst>
          <pc:docMk/>
          <pc:sldMk cId="4211202604" sldId="296"/>
        </pc:sldMkLst>
        <pc:spChg chg="mod">
          <ac:chgData name="Matthew Wright" userId="0d3ab189-59d5-47dc-8275-9fbc0b028d65" providerId="ADAL" clId="{0BBBD80D-67B7-4BD4-85F5-752FFF4CAD6B}" dt="2026-04-27T11:22:03.264" v="2340" actId="20577"/>
          <ac:spMkLst>
            <pc:docMk/>
            <pc:sldMk cId="4211202604" sldId="296"/>
            <ac:spMk id="3" creationId="{E471A8B5-1F74-1A17-E2CB-322DF4B62735}"/>
          </ac:spMkLst>
        </pc:spChg>
        <pc:spChg chg="mod">
          <ac:chgData name="Matthew Wright" userId="0d3ab189-59d5-47dc-8275-9fbc0b028d65" providerId="ADAL" clId="{0BBBD80D-67B7-4BD4-85F5-752FFF4CAD6B}" dt="2026-04-24T22:33:14.205" v="1160"/>
          <ac:spMkLst>
            <pc:docMk/>
            <pc:sldMk cId="4211202604" sldId="296"/>
            <ac:spMk id="5" creationId="{1D2F2C55-F3DF-B7BC-FAB8-A4BC02716B47}"/>
          </ac:spMkLst>
        </pc:spChg>
        <pc:spChg chg="mod">
          <ac:chgData name="Matthew Wright" userId="0d3ab189-59d5-47dc-8275-9fbc0b028d65" providerId="ADAL" clId="{0BBBD80D-67B7-4BD4-85F5-752FFF4CAD6B}" dt="2026-04-24T22:33:19.644" v="1165" actId="20577"/>
          <ac:spMkLst>
            <pc:docMk/>
            <pc:sldMk cId="4211202604" sldId="296"/>
            <ac:spMk id="10" creationId="{624581D9-21E5-38ED-A56C-9D9D68AF9862}"/>
          </ac:spMkLst>
        </pc:spChg>
      </pc:sldChg>
      <pc:sldChg chg="addSp delSp modSp add mod">
        <pc:chgData name="Matthew Wright" userId="0d3ab189-59d5-47dc-8275-9fbc0b028d65" providerId="ADAL" clId="{0BBBD80D-67B7-4BD4-85F5-752FFF4CAD6B}" dt="2026-04-27T11:21:42.178" v="2324" actId="20577"/>
        <pc:sldMkLst>
          <pc:docMk/>
          <pc:sldMk cId="3742802056" sldId="297"/>
        </pc:sldMkLst>
        <pc:spChg chg="mod">
          <ac:chgData name="Matthew Wright" userId="0d3ab189-59d5-47dc-8275-9fbc0b028d65" providerId="ADAL" clId="{0BBBD80D-67B7-4BD4-85F5-752FFF4CAD6B}" dt="2026-04-24T22:34:22.576" v="1182"/>
          <ac:spMkLst>
            <pc:docMk/>
            <pc:sldMk cId="3742802056" sldId="297"/>
            <ac:spMk id="5" creationId="{324EF621-39AE-9401-C78E-96A36D7F6CFC}"/>
          </ac:spMkLst>
        </pc:spChg>
        <pc:spChg chg="add mod">
          <ac:chgData name="Matthew Wright" userId="0d3ab189-59d5-47dc-8275-9fbc0b028d65" providerId="ADAL" clId="{0BBBD80D-67B7-4BD4-85F5-752FFF4CAD6B}" dt="2026-04-26T21:20:00.269" v="1313"/>
          <ac:spMkLst>
            <pc:docMk/>
            <pc:sldMk cId="3742802056" sldId="297"/>
            <ac:spMk id="6" creationId="{32752ACD-A3A2-82EB-AAAC-3182A829071A}"/>
          </ac:spMkLst>
        </pc:spChg>
        <pc:spChg chg="mod">
          <ac:chgData name="Matthew Wright" userId="0d3ab189-59d5-47dc-8275-9fbc0b028d65" providerId="ADAL" clId="{0BBBD80D-67B7-4BD4-85F5-752FFF4CAD6B}" dt="2026-04-27T11:21:42.178" v="2324" actId="20577"/>
          <ac:spMkLst>
            <pc:docMk/>
            <pc:sldMk cId="3742802056" sldId="297"/>
            <ac:spMk id="10" creationId="{86B0F577-CC24-6B54-0AAC-0D730517E2B2}"/>
          </ac:spMkLst>
        </pc:spChg>
      </pc:sldChg>
      <pc:sldChg chg="addSp delSp modSp add mod">
        <pc:chgData name="Matthew Wright" userId="0d3ab189-59d5-47dc-8275-9fbc0b028d65" providerId="ADAL" clId="{0BBBD80D-67B7-4BD4-85F5-752FFF4CAD6B}" dt="2026-04-27T11:22:16.011" v="2358" actId="20577"/>
        <pc:sldMkLst>
          <pc:docMk/>
          <pc:sldMk cId="2298065637" sldId="298"/>
        </pc:sldMkLst>
        <pc:spChg chg="add mod">
          <ac:chgData name="Matthew Wright" userId="0d3ab189-59d5-47dc-8275-9fbc0b028d65" providerId="ADAL" clId="{0BBBD80D-67B7-4BD4-85F5-752FFF4CAD6B}" dt="2026-04-24T23:18:46.811" v="1206" actId="12"/>
          <ac:spMkLst>
            <pc:docMk/>
            <pc:sldMk cId="2298065637" sldId="298"/>
            <ac:spMk id="2" creationId="{0149AB80-CC43-1C95-F269-8BA70F5FC9D7}"/>
          </ac:spMkLst>
        </pc:spChg>
        <pc:spChg chg="add mod">
          <ac:chgData name="Matthew Wright" userId="0d3ab189-59d5-47dc-8275-9fbc0b028d65" providerId="ADAL" clId="{0BBBD80D-67B7-4BD4-85F5-752FFF4CAD6B}" dt="2026-04-27T11:22:16.011" v="2358" actId="20577"/>
          <ac:spMkLst>
            <pc:docMk/>
            <pc:sldMk cId="2298065637" sldId="298"/>
            <ac:spMk id="3" creationId="{6CF84058-421F-8E28-EE84-440D2C3A3409}"/>
          </ac:spMkLst>
        </pc:spChg>
        <pc:spChg chg="mod">
          <ac:chgData name="Matthew Wright" userId="0d3ab189-59d5-47dc-8275-9fbc0b028d65" providerId="ADAL" clId="{0BBBD80D-67B7-4BD4-85F5-752FFF4CAD6B}" dt="2026-04-24T23:18:12.813" v="1201"/>
          <ac:spMkLst>
            <pc:docMk/>
            <pc:sldMk cId="2298065637" sldId="298"/>
            <ac:spMk id="5" creationId="{2F9BB55B-FD0C-79E9-DF2D-A7BCBA9E1FDF}"/>
          </ac:spMkLst>
        </pc:spChg>
        <pc:spChg chg="mod">
          <ac:chgData name="Matthew Wright" userId="0d3ab189-59d5-47dc-8275-9fbc0b028d65" providerId="ADAL" clId="{0BBBD80D-67B7-4BD4-85F5-752FFF4CAD6B}" dt="2026-04-24T23:18:16.954" v="1202"/>
          <ac:spMkLst>
            <pc:docMk/>
            <pc:sldMk cId="2298065637" sldId="298"/>
            <ac:spMk id="10" creationId="{191A3925-6712-2B0A-4984-C119C216D840}"/>
          </ac:spMkLst>
        </pc:spChg>
      </pc:sldChg>
      <pc:sldChg chg="modSp add mod">
        <pc:chgData name="Matthew Wright" userId="0d3ab189-59d5-47dc-8275-9fbc0b028d65" providerId="ADAL" clId="{0BBBD80D-67B7-4BD4-85F5-752FFF4CAD6B}" dt="2026-04-27T11:22:07.042" v="2344" actId="20577"/>
        <pc:sldMkLst>
          <pc:docMk/>
          <pc:sldMk cId="3187314457" sldId="299"/>
        </pc:sldMkLst>
        <pc:spChg chg="mod">
          <ac:chgData name="Matthew Wright" userId="0d3ab189-59d5-47dc-8275-9fbc0b028d65" providerId="ADAL" clId="{0BBBD80D-67B7-4BD4-85F5-752FFF4CAD6B}" dt="2026-04-27T11:21:45.769" v="2328" actId="20577"/>
          <ac:spMkLst>
            <pc:docMk/>
            <pc:sldMk cId="3187314457" sldId="299"/>
            <ac:spMk id="5" creationId="{9C7D1CD1-3791-40A5-2547-73556686B41B}"/>
          </ac:spMkLst>
        </pc:spChg>
        <pc:spChg chg="mod">
          <ac:chgData name="Matthew Wright" userId="0d3ab189-59d5-47dc-8275-9fbc0b028d65" providerId="ADAL" clId="{0BBBD80D-67B7-4BD4-85F5-752FFF4CAD6B}" dt="2026-04-27T11:22:07.042" v="2344" actId="20577"/>
          <ac:spMkLst>
            <pc:docMk/>
            <pc:sldMk cId="3187314457" sldId="299"/>
            <ac:spMk id="6" creationId="{96DA1012-AA8A-567A-F1EE-138B84859202}"/>
          </ac:spMkLst>
        </pc:spChg>
        <pc:spChg chg="mod">
          <ac:chgData name="Matthew Wright" userId="0d3ab189-59d5-47dc-8275-9fbc0b028d65" providerId="ADAL" clId="{0BBBD80D-67B7-4BD4-85F5-752FFF4CAD6B}" dt="2026-04-24T23:19:25.091" v="1221"/>
          <ac:spMkLst>
            <pc:docMk/>
            <pc:sldMk cId="3187314457" sldId="299"/>
            <ac:spMk id="10" creationId="{3CE5B241-B260-C5AC-BAFD-EF7391ABBDC3}"/>
          </ac:spMkLst>
        </pc:spChg>
      </pc:sldChg>
      <pc:sldChg chg="addSp delSp modSp add mod delAnim modAnim">
        <pc:chgData name="Matthew Wright" userId="0d3ab189-59d5-47dc-8275-9fbc0b028d65" providerId="ADAL" clId="{0BBBD80D-67B7-4BD4-85F5-752FFF4CAD6B}" dt="2026-04-27T15:41:00.685" v="2369" actId="14100"/>
        <pc:sldMkLst>
          <pc:docMk/>
          <pc:sldMk cId="3817690726" sldId="300"/>
        </pc:sldMkLst>
        <pc:spChg chg="del">
          <ac:chgData name="Matthew Wright" userId="0d3ab189-59d5-47dc-8275-9fbc0b028d65" providerId="ADAL" clId="{0BBBD80D-67B7-4BD4-85F5-752FFF4CAD6B}" dt="2026-04-27T15:40:49.895" v="2366" actId="21"/>
          <ac:spMkLst>
            <pc:docMk/>
            <pc:sldMk cId="3817690726" sldId="300"/>
            <ac:spMk id="3" creationId="{2F99AD28-6C78-CA97-36FB-EC5B8C45D4D2}"/>
          </ac:spMkLst>
        </pc:spChg>
        <pc:graphicFrameChg chg="add mod modGraphic">
          <ac:chgData name="Matthew Wright" userId="0d3ab189-59d5-47dc-8275-9fbc0b028d65" providerId="ADAL" clId="{0BBBD80D-67B7-4BD4-85F5-752FFF4CAD6B}" dt="2026-04-27T15:41:00.685" v="2369" actId="14100"/>
          <ac:graphicFrameMkLst>
            <pc:docMk/>
            <pc:sldMk cId="3817690726" sldId="300"/>
            <ac:graphicFrameMk id="6" creationId="{5C87A4B2-737F-0A75-51DA-644B7EF6E103}"/>
          </ac:graphicFrameMkLst>
        </pc:graphicFrameChg>
      </pc:sldChg>
      <pc:sldChg chg="delSp modSp add del mod">
        <pc:chgData name="Matthew Wright" userId="0d3ab189-59d5-47dc-8275-9fbc0b028d65" providerId="ADAL" clId="{0BBBD80D-67B7-4BD4-85F5-752FFF4CAD6B}" dt="2026-04-27T10:34:50.962" v="2303" actId="47"/>
        <pc:sldMkLst>
          <pc:docMk/>
          <pc:sldMk cId="2360489166" sldId="302"/>
        </pc:sldMkLst>
        <pc:spChg chg="mod">
          <ac:chgData name="Matthew Wright" userId="0d3ab189-59d5-47dc-8275-9fbc0b028d65" providerId="ADAL" clId="{0BBBD80D-67B7-4BD4-85F5-752FFF4CAD6B}" dt="2026-04-27T09:22:12.444" v="1828" actId="20577"/>
          <ac:spMkLst>
            <pc:docMk/>
            <pc:sldMk cId="2360489166" sldId="302"/>
            <ac:spMk id="7" creationId="{C65B0B31-8E7C-6E89-9711-2FA74D033D4E}"/>
          </ac:spMkLst>
        </pc:spChg>
      </pc:sldChg>
      <pc:sldChg chg="addSp modSp add mod">
        <pc:chgData name="Matthew Wright" userId="0d3ab189-59d5-47dc-8275-9fbc0b028d65" providerId="ADAL" clId="{0BBBD80D-67B7-4BD4-85F5-752FFF4CAD6B}" dt="2026-04-24T23:22:58.381" v="1259" actId="1076"/>
        <pc:sldMkLst>
          <pc:docMk/>
          <pc:sldMk cId="1908731718" sldId="303"/>
        </pc:sldMkLst>
        <pc:spChg chg="add mod">
          <ac:chgData name="Matthew Wright" userId="0d3ab189-59d5-47dc-8275-9fbc0b028d65" providerId="ADAL" clId="{0BBBD80D-67B7-4BD4-85F5-752FFF4CAD6B}" dt="2026-04-24T23:22:58.381" v="1259" actId="1076"/>
          <ac:spMkLst>
            <pc:docMk/>
            <pc:sldMk cId="1908731718" sldId="303"/>
            <ac:spMk id="2" creationId="{4494EDA4-5135-6095-2609-F7FD8617C914}"/>
          </ac:spMkLst>
        </pc:spChg>
        <pc:spChg chg="mod">
          <ac:chgData name="Matthew Wright" userId="0d3ab189-59d5-47dc-8275-9fbc0b028d65" providerId="ADAL" clId="{0BBBD80D-67B7-4BD4-85F5-752FFF4CAD6B}" dt="2026-04-24T23:22:12.129" v="1243"/>
          <ac:spMkLst>
            <pc:docMk/>
            <pc:sldMk cId="1908731718" sldId="303"/>
            <ac:spMk id="3" creationId="{91D04AE8-9F37-FD1E-8B3F-26FA8E8864DC}"/>
          </ac:spMkLst>
        </pc:spChg>
        <pc:spChg chg="mod">
          <ac:chgData name="Matthew Wright" userId="0d3ab189-59d5-47dc-8275-9fbc0b028d65" providerId="ADAL" clId="{0BBBD80D-67B7-4BD4-85F5-752FFF4CAD6B}" dt="2026-04-24T23:22:48.697" v="1256" actId="403"/>
          <ac:spMkLst>
            <pc:docMk/>
            <pc:sldMk cId="1908731718" sldId="303"/>
            <ac:spMk id="7" creationId="{CB3B8C02-3404-3AE7-455A-ADD05A394A50}"/>
          </ac:spMkLst>
        </pc:spChg>
      </pc:sldChg>
      <pc:sldChg chg="del">
        <pc:chgData name="Matthew Wright" userId="0d3ab189-59d5-47dc-8275-9fbc0b028d65" providerId="ADAL" clId="{0BBBD80D-67B7-4BD4-85F5-752FFF4CAD6B}" dt="2026-04-27T09:19:32.549" v="1753" actId="47"/>
        <pc:sldMkLst>
          <pc:docMk/>
          <pc:sldMk cId="4131245589" sldId="305"/>
        </pc:sldMkLst>
      </pc:sldChg>
      <pc:sldChg chg="delSp add del mod">
        <pc:chgData name="Matthew Wright" userId="0d3ab189-59d5-47dc-8275-9fbc0b028d65" providerId="ADAL" clId="{0BBBD80D-67B7-4BD4-85F5-752FFF4CAD6B}" dt="2026-04-27T09:13:39.673" v="1751" actId="47"/>
        <pc:sldMkLst>
          <pc:docMk/>
          <pc:sldMk cId="777638129" sldId="306"/>
        </pc:sldMkLst>
        <pc:spChg chg="del">
          <ac:chgData name="Matthew Wright" userId="0d3ab189-59d5-47dc-8275-9fbc0b028d65" providerId="ADAL" clId="{0BBBD80D-67B7-4BD4-85F5-752FFF4CAD6B}" dt="2026-04-27T09:03:28.395" v="1667" actId="478"/>
          <ac:spMkLst>
            <pc:docMk/>
            <pc:sldMk cId="777638129" sldId="306"/>
            <ac:spMk id="2" creationId="{704D8D7F-AF37-C9DC-8954-BC25F84D13D7}"/>
          </ac:spMkLst>
        </pc:spChg>
      </pc:sldChg>
      <pc:sldChg chg="modSp add del mod">
        <pc:chgData name="Matthew Wright" userId="0d3ab189-59d5-47dc-8275-9fbc0b028d65" providerId="ADAL" clId="{0BBBD80D-67B7-4BD4-85F5-752FFF4CAD6B}" dt="2026-04-27T09:04:05.012" v="1675" actId="47"/>
        <pc:sldMkLst>
          <pc:docMk/>
          <pc:sldMk cId="2182238706" sldId="307"/>
        </pc:sldMkLst>
        <pc:spChg chg="mod">
          <ac:chgData name="Matthew Wright" userId="0d3ab189-59d5-47dc-8275-9fbc0b028d65" providerId="ADAL" clId="{0BBBD80D-67B7-4BD4-85F5-752FFF4CAD6B}" dt="2026-04-27T09:04:02.713" v="1674"/>
          <ac:spMkLst>
            <pc:docMk/>
            <pc:sldMk cId="2182238706" sldId="307"/>
            <ac:spMk id="5" creationId="{04F14FB2-CA14-653B-4634-3AC9985DA747}"/>
          </ac:spMkLst>
        </pc:spChg>
        <pc:spChg chg="mod">
          <ac:chgData name="Matthew Wright" userId="0d3ab189-59d5-47dc-8275-9fbc0b028d65" providerId="ADAL" clId="{0BBBD80D-67B7-4BD4-85F5-752FFF4CAD6B}" dt="2026-04-27T09:04:01.878" v="1673"/>
          <ac:spMkLst>
            <pc:docMk/>
            <pc:sldMk cId="2182238706" sldId="307"/>
            <ac:spMk id="10" creationId="{B8D8375C-41F4-1774-C2E5-06EF280C302C}"/>
          </ac:spMkLst>
        </pc:spChg>
      </pc:sldChg>
      <pc:sldChg chg="new del">
        <pc:chgData name="Matthew Wright" userId="0d3ab189-59d5-47dc-8275-9fbc0b028d65" providerId="ADAL" clId="{0BBBD80D-67B7-4BD4-85F5-752FFF4CAD6B}" dt="2026-04-27T16:23:54.108" v="2371" actId="680"/>
        <pc:sldMkLst>
          <pc:docMk/>
          <pc:sldMk cId="2822754578" sldId="308"/>
        </pc:sldMkLst>
      </pc:sldChg>
      <pc:sldChg chg="add">
        <pc:chgData name="Matthew Wright" userId="0d3ab189-59d5-47dc-8275-9fbc0b028d65" providerId="ADAL" clId="{0BBBD80D-67B7-4BD4-85F5-752FFF4CAD6B}" dt="2026-04-27T08:45:50.984" v="1661"/>
        <pc:sldMkLst>
          <pc:docMk/>
          <pc:sldMk cId="2102493218" sldId="2147478929"/>
        </pc:sldMkLst>
      </pc:sldChg>
      <pc:sldChg chg="addSp delSp modSp add del mod modShow">
        <pc:chgData name="Matthew Wright" userId="0d3ab189-59d5-47dc-8275-9fbc0b028d65" providerId="ADAL" clId="{0BBBD80D-67B7-4BD4-85F5-752FFF4CAD6B}" dt="2026-04-27T16:54:56.022" v="2373" actId="47"/>
        <pc:sldMkLst>
          <pc:docMk/>
          <pc:sldMk cId="2678790771" sldId="2147483022"/>
        </pc:sldMkLst>
        <pc:spChg chg="add mod">
          <ac:chgData name="Matthew Wright" userId="0d3ab189-59d5-47dc-8275-9fbc0b028d65" providerId="ADAL" clId="{0BBBD80D-67B7-4BD4-85F5-752FFF4CAD6B}" dt="2026-04-27T09:48:07.004" v="1886" actId="20577"/>
          <ac:spMkLst>
            <pc:docMk/>
            <pc:sldMk cId="2678790771" sldId="2147483022"/>
            <ac:spMk id="2" creationId="{B10FD2D8-D478-5094-9917-444C23843E9B}"/>
          </ac:spMkLst>
        </pc:spChg>
        <pc:spChg chg="add mod">
          <ac:chgData name="Matthew Wright" userId="0d3ab189-59d5-47dc-8275-9fbc0b028d65" providerId="ADAL" clId="{0BBBD80D-67B7-4BD4-85F5-752FFF4CAD6B}" dt="2026-04-27T10:32:01.201" v="2210" actId="14100"/>
          <ac:spMkLst>
            <pc:docMk/>
            <pc:sldMk cId="2678790771" sldId="2147483022"/>
            <ac:spMk id="3" creationId="{C3E47E9E-C549-B8A4-5816-4FC07F0E5CB9}"/>
          </ac:spMkLst>
        </pc:spChg>
        <pc:spChg chg="add mod">
          <ac:chgData name="Matthew Wright" userId="0d3ab189-59d5-47dc-8275-9fbc0b028d65" providerId="ADAL" clId="{0BBBD80D-67B7-4BD4-85F5-752FFF4CAD6B}" dt="2026-04-27T09:46:32.835" v="1852"/>
          <ac:spMkLst>
            <pc:docMk/>
            <pc:sldMk cId="2678790771" sldId="2147483022"/>
            <ac:spMk id="3" creationId="{DFAC2078-8529-655E-9B8F-2732C0EFF16C}"/>
          </ac:spMkLst>
        </pc:spChg>
        <pc:spChg chg="del mod">
          <ac:chgData name="Matthew Wright" userId="0d3ab189-59d5-47dc-8275-9fbc0b028d65" providerId="ADAL" clId="{0BBBD80D-67B7-4BD4-85F5-752FFF4CAD6B}" dt="2026-04-27T10:16:50.809" v="1977" actId="478"/>
          <ac:spMkLst>
            <pc:docMk/>
            <pc:sldMk cId="2678790771" sldId="2147483022"/>
            <ac:spMk id="4" creationId="{B2C59CE2-9BAF-5B17-DD43-BBE99749F5BD}"/>
          </ac:spMkLst>
        </pc:spChg>
        <pc:spChg chg="add mod">
          <ac:chgData name="Matthew Wright" userId="0d3ab189-59d5-47dc-8275-9fbc0b028d65" providerId="ADAL" clId="{0BBBD80D-67B7-4BD4-85F5-752FFF4CAD6B}" dt="2026-04-27T09:48:09.916" v="1889" actId="20577"/>
          <ac:spMkLst>
            <pc:docMk/>
            <pc:sldMk cId="2678790771" sldId="2147483022"/>
            <ac:spMk id="5" creationId="{7B2B0BF2-DCD2-5D1A-0561-4206A284DF56}"/>
          </ac:spMkLst>
        </pc:spChg>
        <pc:spChg chg="add mod">
          <ac:chgData name="Matthew Wright" userId="0d3ab189-59d5-47dc-8275-9fbc0b028d65" providerId="ADAL" clId="{0BBBD80D-67B7-4BD4-85F5-752FFF4CAD6B}" dt="2026-04-27T09:48:12.196" v="1892" actId="20577"/>
          <ac:spMkLst>
            <pc:docMk/>
            <pc:sldMk cId="2678790771" sldId="2147483022"/>
            <ac:spMk id="6" creationId="{B80706E2-0D05-69B7-3DF6-112FBE787938}"/>
          </ac:spMkLst>
        </pc:spChg>
        <pc:spChg chg="add mod">
          <ac:chgData name="Matthew Wright" userId="0d3ab189-59d5-47dc-8275-9fbc0b028d65" providerId="ADAL" clId="{0BBBD80D-67B7-4BD4-85F5-752FFF4CAD6B}" dt="2026-04-27T09:48:14.500" v="1895" actId="20577"/>
          <ac:spMkLst>
            <pc:docMk/>
            <pc:sldMk cId="2678790771" sldId="2147483022"/>
            <ac:spMk id="8" creationId="{D6C15A3C-B399-7055-B8B2-A5742FB1F3F7}"/>
          </ac:spMkLst>
        </pc:spChg>
        <pc:spChg chg="del">
          <ac:chgData name="Matthew Wright" userId="0d3ab189-59d5-47dc-8275-9fbc0b028d65" providerId="ADAL" clId="{0BBBD80D-67B7-4BD4-85F5-752FFF4CAD6B}" dt="2026-04-27T09:46:06.884" v="1846" actId="478"/>
          <ac:spMkLst>
            <pc:docMk/>
            <pc:sldMk cId="2678790771" sldId="2147483022"/>
            <ac:spMk id="9" creationId="{E1625557-6204-578E-A401-8113FFDBE48D}"/>
          </ac:spMkLst>
        </pc:spChg>
        <pc:spChg chg="add mod">
          <ac:chgData name="Matthew Wright" userId="0d3ab189-59d5-47dc-8275-9fbc0b028d65" providerId="ADAL" clId="{0BBBD80D-67B7-4BD4-85F5-752FFF4CAD6B}" dt="2026-04-27T10:32:09.296" v="2213" actId="14100"/>
          <ac:spMkLst>
            <pc:docMk/>
            <pc:sldMk cId="2678790771" sldId="2147483022"/>
            <ac:spMk id="9" creationId="{F9A5A6CA-3FF5-48DC-2713-898273BB470E}"/>
          </ac:spMkLst>
        </pc:spChg>
        <pc:spChg chg="add mod">
          <ac:chgData name="Matthew Wright" userId="0d3ab189-59d5-47dc-8275-9fbc0b028d65" providerId="ADAL" clId="{0BBBD80D-67B7-4BD4-85F5-752FFF4CAD6B}" dt="2026-04-27T09:48:17.019" v="1898" actId="20577"/>
          <ac:spMkLst>
            <pc:docMk/>
            <pc:sldMk cId="2678790771" sldId="2147483022"/>
            <ac:spMk id="10" creationId="{436B34A8-A67B-9665-FD74-B9FE9BC86E77}"/>
          </ac:spMkLst>
        </pc:spChg>
        <pc:spChg chg="add mod">
          <ac:chgData name="Matthew Wright" userId="0d3ab189-59d5-47dc-8275-9fbc0b028d65" providerId="ADAL" clId="{0BBBD80D-67B7-4BD4-85F5-752FFF4CAD6B}" dt="2026-04-27T09:50:30.801" v="1960" actId="1076"/>
          <ac:spMkLst>
            <pc:docMk/>
            <pc:sldMk cId="2678790771" sldId="2147483022"/>
            <ac:spMk id="11" creationId="{3DFEB7B4-38E6-3E71-4EA3-B4F7FC625808}"/>
          </ac:spMkLst>
        </pc:spChg>
        <pc:spChg chg="add mod">
          <ac:chgData name="Matthew Wright" userId="0d3ab189-59d5-47dc-8275-9fbc0b028d65" providerId="ADAL" clId="{0BBBD80D-67B7-4BD4-85F5-752FFF4CAD6B}" dt="2026-04-27T09:48:22.204" v="1904" actId="20577"/>
          <ac:spMkLst>
            <pc:docMk/>
            <pc:sldMk cId="2678790771" sldId="2147483022"/>
            <ac:spMk id="12" creationId="{F5B91EF4-10D8-0794-8B17-55C0B5FC6912}"/>
          </ac:spMkLst>
        </pc:spChg>
        <pc:spChg chg="add mod">
          <ac:chgData name="Matthew Wright" userId="0d3ab189-59d5-47dc-8275-9fbc0b028d65" providerId="ADAL" clId="{0BBBD80D-67B7-4BD4-85F5-752FFF4CAD6B}" dt="2026-04-27T09:50:30.801" v="1960" actId="1076"/>
          <ac:spMkLst>
            <pc:docMk/>
            <pc:sldMk cId="2678790771" sldId="2147483022"/>
            <ac:spMk id="13" creationId="{C1B19EE8-4507-A4F3-C3D2-909F75ED8266}"/>
          </ac:spMkLst>
        </pc:spChg>
        <pc:spChg chg="add mod">
          <ac:chgData name="Matthew Wright" userId="0d3ab189-59d5-47dc-8275-9fbc0b028d65" providerId="ADAL" clId="{0BBBD80D-67B7-4BD4-85F5-752FFF4CAD6B}" dt="2026-04-27T09:49:35.772" v="1910" actId="20577"/>
          <ac:spMkLst>
            <pc:docMk/>
            <pc:sldMk cId="2678790771" sldId="2147483022"/>
            <ac:spMk id="14" creationId="{AEEF18E9-87D4-6194-DB35-8F68549B59A8}"/>
          </ac:spMkLst>
        </pc:spChg>
        <pc:spChg chg="add mod">
          <ac:chgData name="Matthew Wright" userId="0d3ab189-59d5-47dc-8275-9fbc0b028d65" providerId="ADAL" clId="{0BBBD80D-67B7-4BD4-85F5-752FFF4CAD6B}" dt="2026-04-27T09:50:30.801" v="1960" actId="1076"/>
          <ac:spMkLst>
            <pc:docMk/>
            <pc:sldMk cId="2678790771" sldId="2147483022"/>
            <ac:spMk id="15" creationId="{BE1ABFB5-6463-1DA0-014E-671666A91C6F}"/>
          </ac:spMkLst>
        </pc:spChg>
        <pc:spChg chg="add mod">
          <ac:chgData name="Matthew Wright" userId="0d3ab189-59d5-47dc-8275-9fbc0b028d65" providerId="ADAL" clId="{0BBBD80D-67B7-4BD4-85F5-752FFF4CAD6B}" dt="2026-04-27T09:49:40.294" v="1920" actId="20577"/>
          <ac:spMkLst>
            <pc:docMk/>
            <pc:sldMk cId="2678790771" sldId="2147483022"/>
            <ac:spMk id="16" creationId="{11F830A4-CB96-114D-560A-9D96C18B2FC4}"/>
          </ac:spMkLst>
        </pc:spChg>
        <pc:spChg chg="add mod">
          <ac:chgData name="Matthew Wright" userId="0d3ab189-59d5-47dc-8275-9fbc0b028d65" providerId="ADAL" clId="{0BBBD80D-67B7-4BD4-85F5-752FFF4CAD6B}" dt="2026-04-27T09:49:42.851" v="1925" actId="20577"/>
          <ac:spMkLst>
            <pc:docMk/>
            <pc:sldMk cId="2678790771" sldId="2147483022"/>
            <ac:spMk id="17" creationId="{32818AC3-9B19-F7AE-B9E5-FA490BC329DB}"/>
          </ac:spMkLst>
        </pc:spChg>
        <pc:spChg chg="add mod">
          <ac:chgData name="Matthew Wright" userId="0d3ab189-59d5-47dc-8275-9fbc0b028d65" providerId="ADAL" clId="{0BBBD80D-67B7-4BD4-85F5-752FFF4CAD6B}" dt="2026-04-27T09:49:45.403" v="1928" actId="20577"/>
          <ac:spMkLst>
            <pc:docMk/>
            <pc:sldMk cId="2678790771" sldId="2147483022"/>
            <ac:spMk id="18" creationId="{D19E7580-C641-F7E4-DE07-63CA1A2FEC2B}"/>
          </ac:spMkLst>
        </pc:spChg>
        <pc:spChg chg="add mod">
          <ac:chgData name="Matthew Wright" userId="0d3ab189-59d5-47dc-8275-9fbc0b028d65" providerId="ADAL" clId="{0BBBD80D-67B7-4BD4-85F5-752FFF4CAD6B}" dt="2026-04-27T09:49:47.484" v="1931" actId="20577"/>
          <ac:spMkLst>
            <pc:docMk/>
            <pc:sldMk cId="2678790771" sldId="2147483022"/>
            <ac:spMk id="19" creationId="{C81CF778-5C1A-AA9E-A339-08A65DBB6614}"/>
          </ac:spMkLst>
        </pc:spChg>
        <pc:spChg chg="add mod">
          <ac:chgData name="Matthew Wright" userId="0d3ab189-59d5-47dc-8275-9fbc0b028d65" providerId="ADAL" clId="{0BBBD80D-67B7-4BD4-85F5-752FFF4CAD6B}" dt="2026-04-27T09:49:49.771" v="1934" actId="20577"/>
          <ac:spMkLst>
            <pc:docMk/>
            <pc:sldMk cId="2678790771" sldId="2147483022"/>
            <ac:spMk id="20" creationId="{D3C6648E-2173-1612-2453-B4A7A17B19A6}"/>
          </ac:spMkLst>
        </pc:spChg>
        <pc:spChg chg="add mod">
          <ac:chgData name="Matthew Wright" userId="0d3ab189-59d5-47dc-8275-9fbc0b028d65" providerId="ADAL" clId="{0BBBD80D-67B7-4BD4-85F5-752FFF4CAD6B}" dt="2026-04-27T09:49:51.946" v="1937" actId="20577"/>
          <ac:spMkLst>
            <pc:docMk/>
            <pc:sldMk cId="2678790771" sldId="2147483022"/>
            <ac:spMk id="22" creationId="{07517736-77A0-9938-C79B-74549EA3C68A}"/>
          </ac:spMkLst>
        </pc:spChg>
        <pc:spChg chg="add mod">
          <ac:chgData name="Matthew Wright" userId="0d3ab189-59d5-47dc-8275-9fbc0b028d65" providerId="ADAL" clId="{0BBBD80D-67B7-4BD4-85F5-752FFF4CAD6B}" dt="2026-04-27T09:50:30.801" v="1960" actId="1076"/>
          <ac:spMkLst>
            <pc:docMk/>
            <pc:sldMk cId="2678790771" sldId="2147483022"/>
            <ac:spMk id="23" creationId="{F04F2112-4F9E-C346-6321-1F8F1A2C186B}"/>
          </ac:spMkLst>
        </pc:spChg>
        <pc:spChg chg="add mod">
          <ac:chgData name="Matthew Wright" userId="0d3ab189-59d5-47dc-8275-9fbc0b028d65" providerId="ADAL" clId="{0BBBD80D-67B7-4BD4-85F5-752FFF4CAD6B}" dt="2026-04-27T09:49:56.164" v="1943" actId="20577"/>
          <ac:spMkLst>
            <pc:docMk/>
            <pc:sldMk cId="2678790771" sldId="2147483022"/>
            <ac:spMk id="24" creationId="{3FA1CEE5-8A0C-0F55-34CE-B500008853B6}"/>
          </ac:spMkLst>
        </pc:spChg>
        <pc:spChg chg="mod">
          <ac:chgData name="Matthew Wright" userId="0d3ab189-59d5-47dc-8275-9fbc0b028d65" providerId="ADAL" clId="{0BBBD80D-67B7-4BD4-85F5-752FFF4CAD6B}" dt="2026-04-27T10:17:42.470" v="2014" actId="20577"/>
          <ac:spMkLst>
            <pc:docMk/>
            <pc:sldMk cId="2678790771" sldId="2147483022"/>
            <ac:spMk id="26" creationId="{00ABFA18-9442-B8EC-C71A-3C091EC41CB3}"/>
          </ac:spMkLst>
        </pc:spChg>
        <pc:spChg chg="add mod">
          <ac:chgData name="Matthew Wright" userId="0d3ab189-59d5-47dc-8275-9fbc0b028d65" providerId="ADAL" clId="{0BBBD80D-67B7-4BD4-85F5-752FFF4CAD6B}" dt="2026-04-27T09:50:30.801" v="1960" actId="1076"/>
          <ac:spMkLst>
            <pc:docMk/>
            <pc:sldMk cId="2678790771" sldId="2147483022"/>
            <ac:spMk id="28" creationId="{44F86BCC-7FB6-2588-B327-0F301FE47CA5}"/>
          </ac:spMkLst>
        </pc:spChg>
        <pc:spChg chg="add mod">
          <ac:chgData name="Matthew Wright" userId="0d3ab189-59d5-47dc-8275-9fbc0b028d65" providerId="ADAL" clId="{0BBBD80D-67B7-4BD4-85F5-752FFF4CAD6B}" dt="2026-04-27T09:50:30.801" v="1960" actId="1076"/>
          <ac:spMkLst>
            <pc:docMk/>
            <pc:sldMk cId="2678790771" sldId="2147483022"/>
            <ac:spMk id="29" creationId="{01865BEC-8E43-12BB-FEA2-DCCC15C6D78C}"/>
          </ac:spMkLst>
        </pc:spChg>
        <pc:spChg chg="mod">
          <ac:chgData name="Matthew Wright" userId="0d3ab189-59d5-47dc-8275-9fbc0b028d65" providerId="ADAL" clId="{0BBBD80D-67B7-4BD4-85F5-752FFF4CAD6B}" dt="2026-04-27T10:31:31.489" v="2207" actId="14100"/>
          <ac:spMkLst>
            <pc:docMk/>
            <pc:sldMk cId="2678790771" sldId="2147483022"/>
            <ac:spMk id="31" creationId="{FB015DE9-3703-C7EE-A1E8-F5830832D852}"/>
          </ac:spMkLst>
        </pc:spChg>
        <pc:spChg chg="mod">
          <ac:chgData name="Matthew Wright" userId="0d3ab189-59d5-47dc-8275-9fbc0b028d65" providerId="ADAL" clId="{0BBBD80D-67B7-4BD4-85F5-752FFF4CAD6B}" dt="2026-04-27T10:19:16.902" v="2140" actId="1076"/>
          <ac:spMkLst>
            <pc:docMk/>
            <pc:sldMk cId="2678790771" sldId="2147483022"/>
            <ac:spMk id="32" creationId="{B3A5CD48-4481-3E8D-A5CB-EF425FC01798}"/>
          </ac:spMkLst>
        </pc:spChg>
        <pc:spChg chg="mod">
          <ac:chgData name="Matthew Wright" userId="0d3ab189-59d5-47dc-8275-9fbc0b028d65" providerId="ADAL" clId="{0BBBD80D-67B7-4BD4-85F5-752FFF4CAD6B}" dt="2026-04-27T10:22:38.768" v="2164" actId="14100"/>
          <ac:spMkLst>
            <pc:docMk/>
            <pc:sldMk cId="2678790771" sldId="2147483022"/>
            <ac:spMk id="33" creationId="{8BC754F8-445C-1A85-110C-41E75F0065D9}"/>
          </ac:spMkLst>
        </pc:spChg>
        <pc:spChg chg="mod">
          <ac:chgData name="Matthew Wright" userId="0d3ab189-59d5-47dc-8275-9fbc0b028d65" providerId="ADAL" clId="{0BBBD80D-67B7-4BD4-85F5-752FFF4CAD6B}" dt="2026-04-27T10:22:44.087" v="2165" actId="1076"/>
          <ac:spMkLst>
            <pc:docMk/>
            <pc:sldMk cId="2678790771" sldId="2147483022"/>
            <ac:spMk id="34" creationId="{631FF9C2-A1BF-3BDB-22D1-B27E89C95A85}"/>
          </ac:spMkLst>
        </pc:spChg>
        <pc:spChg chg="mod">
          <ac:chgData name="Matthew Wright" userId="0d3ab189-59d5-47dc-8275-9fbc0b028d65" providerId="ADAL" clId="{0BBBD80D-67B7-4BD4-85F5-752FFF4CAD6B}" dt="2026-04-27T10:22:44.087" v="2165" actId="1076"/>
          <ac:spMkLst>
            <pc:docMk/>
            <pc:sldMk cId="2678790771" sldId="2147483022"/>
            <ac:spMk id="35" creationId="{791DACC0-520B-5EDA-3B19-8818FEF695C0}"/>
          </ac:spMkLst>
        </pc:spChg>
        <pc:spChg chg="add mod">
          <ac:chgData name="Matthew Wright" userId="0d3ab189-59d5-47dc-8275-9fbc0b028d65" providerId="ADAL" clId="{0BBBD80D-67B7-4BD4-85F5-752FFF4CAD6B}" dt="2026-04-27T10:32:13.663" v="2215" actId="14100"/>
          <ac:spMkLst>
            <pc:docMk/>
            <pc:sldMk cId="2678790771" sldId="2147483022"/>
            <ac:spMk id="36" creationId="{954B6AF4-79B4-A898-E993-CF9C5172C1FD}"/>
          </ac:spMkLst>
        </pc:spChg>
        <pc:spChg chg="del">
          <ac:chgData name="Matthew Wright" userId="0d3ab189-59d5-47dc-8275-9fbc0b028d65" providerId="ADAL" clId="{0BBBD80D-67B7-4BD4-85F5-752FFF4CAD6B}" dt="2026-04-27T09:46:06.884" v="1846" actId="478"/>
          <ac:spMkLst>
            <pc:docMk/>
            <pc:sldMk cId="2678790771" sldId="2147483022"/>
            <ac:spMk id="36" creationId="{AD2C59D8-9B59-B105-2A0D-BDA1895115EB}"/>
          </ac:spMkLst>
        </pc:spChg>
        <pc:spChg chg="mod">
          <ac:chgData name="Matthew Wright" userId="0d3ab189-59d5-47dc-8275-9fbc0b028d65" providerId="ADAL" clId="{0BBBD80D-67B7-4BD4-85F5-752FFF4CAD6B}" dt="2026-04-27T10:32:48.932" v="2221" actId="1076"/>
          <ac:spMkLst>
            <pc:docMk/>
            <pc:sldMk cId="2678790771" sldId="2147483022"/>
            <ac:spMk id="37" creationId="{E07725AC-9024-C464-A785-636B8EFB78CC}"/>
          </ac:spMkLst>
        </pc:spChg>
        <pc:spChg chg="mod">
          <ac:chgData name="Matthew Wright" userId="0d3ab189-59d5-47dc-8275-9fbc0b028d65" providerId="ADAL" clId="{0BBBD80D-67B7-4BD4-85F5-752FFF4CAD6B}" dt="2026-04-27T10:22:38.768" v="2164" actId="14100"/>
          <ac:spMkLst>
            <pc:docMk/>
            <pc:sldMk cId="2678790771" sldId="2147483022"/>
            <ac:spMk id="38" creationId="{71BCC842-0C82-F895-0610-65D1D563D147}"/>
          </ac:spMkLst>
        </pc:spChg>
        <pc:spChg chg="mod">
          <ac:chgData name="Matthew Wright" userId="0d3ab189-59d5-47dc-8275-9fbc0b028d65" providerId="ADAL" clId="{0BBBD80D-67B7-4BD4-85F5-752FFF4CAD6B}" dt="2026-04-27T10:22:44.087" v="2165" actId="1076"/>
          <ac:spMkLst>
            <pc:docMk/>
            <pc:sldMk cId="2678790771" sldId="2147483022"/>
            <ac:spMk id="39" creationId="{D519E2D5-3C4E-E54C-A6CB-F55040469DFC}"/>
          </ac:spMkLst>
        </pc:spChg>
        <pc:spChg chg="mod">
          <ac:chgData name="Matthew Wright" userId="0d3ab189-59d5-47dc-8275-9fbc0b028d65" providerId="ADAL" clId="{0BBBD80D-67B7-4BD4-85F5-752FFF4CAD6B}" dt="2026-04-27T10:22:44.087" v="2165" actId="1076"/>
          <ac:spMkLst>
            <pc:docMk/>
            <pc:sldMk cId="2678790771" sldId="2147483022"/>
            <ac:spMk id="40" creationId="{410E1785-4F3D-2F65-03B0-0AA3F2D7EF5E}"/>
          </ac:spMkLst>
        </pc:spChg>
        <pc:spChg chg="add mod">
          <ac:chgData name="Matthew Wright" userId="0d3ab189-59d5-47dc-8275-9fbc0b028d65" providerId="ADAL" clId="{0BBBD80D-67B7-4BD4-85F5-752FFF4CAD6B}" dt="2026-04-27T10:19:43.826" v="2144"/>
          <ac:spMkLst>
            <pc:docMk/>
            <pc:sldMk cId="2678790771" sldId="2147483022"/>
            <ac:spMk id="41" creationId="{01EB1831-88AC-1079-813F-1462FAA03DF6}"/>
          </ac:spMkLst>
        </pc:spChg>
        <pc:spChg chg="del">
          <ac:chgData name="Matthew Wright" userId="0d3ab189-59d5-47dc-8275-9fbc0b028d65" providerId="ADAL" clId="{0BBBD80D-67B7-4BD4-85F5-752FFF4CAD6B}" dt="2026-04-27T09:46:06.884" v="1846" actId="478"/>
          <ac:spMkLst>
            <pc:docMk/>
            <pc:sldMk cId="2678790771" sldId="2147483022"/>
            <ac:spMk id="41" creationId="{56C73DCA-D5BC-CC23-3966-11C0D2479EA8}"/>
          </ac:spMkLst>
        </pc:spChg>
        <pc:spChg chg="add mod">
          <ac:chgData name="Matthew Wright" userId="0d3ab189-59d5-47dc-8275-9fbc0b028d65" providerId="ADAL" clId="{0BBBD80D-67B7-4BD4-85F5-752FFF4CAD6B}" dt="2026-04-27T09:50:03.931" v="1954" actId="20577"/>
          <ac:spMkLst>
            <pc:docMk/>
            <pc:sldMk cId="2678790771" sldId="2147483022"/>
            <ac:spMk id="42" creationId="{AEE6F87A-385E-1E16-0470-33A19AA1923A}"/>
          </ac:spMkLst>
        </pc:spChg>
        <pc:spChg chg="mod">
          <ac:chgData name="Matthew Wright" userId="0d3ab189-59d5-47dc-8275-9fbc0b028d65" providerId="ADAL" clId="{0BBBD80D-67B7-4BD4-85F5-752FFF4CAD6B}" dt="2026-04-27T10:32:17.326" v="2216" actId="404"/>
          <ac:spMkLst>
            <pc:docMk/>
            <pc:sldMk cId="2678790771" sldId="2147483022"/>
            <ac:spMk id="44" creationId="{F953A060-A0B1-90A3-EADF-301EB54CD699}"/>
          </ac:spMkLst>
        </pc:spChg>
        <pc:spChg chg="del mod">
          <ac:chgData name="Matthew Wright" userId="0d3ab189-59d5-47dc-8275-9fbc0b028d65" providerId="ADAL" clId="{0BBBD80D-67B7-4BD4-85F5-752FFF4CAD6B}" dt="2026-04-27T10:16:54.823" v="1981" actId="478"/>
          <ac:spMkLst>
            <pc:docMk/>
            <pc:sldMk cId="2678790771" sldId="2147483022"/>
            <ac:spMk id="45" creationId="{CF612536-77D9-AC5C-5DD4-C4F38FB15E6B}"/>
          </ac:spMkLst>
        </pc:spChg>
        <pc:spChg chg="add del mod">
          <ac:chgData name="Matthew Wright" userId="0d3ab189-59d5-47dc-8275-9fbc0b028d65" providerId="ADAL" clId="{0BBBD80D-67B7-4BD4-85F5-752FFF4CAD6B}" dt="2026-04-27T10:18:45.629" v="2103" actId="478"/>
          <ac:spMkLst>
            <pc:docMk/>
            <pc:sldMk cId="2678790771" sldId="2147483022"/>
            <ac:spMk id="46" creationId="{365EB341-AB76-83D5-57ED-5C4D687735BF}"/>
          </ac:spMkLst>
        </pc:spChg>
        <pc:spChg chg="add mod">
          <ac:chgData name="Matthew Wright" userId="0d3ab189-59d5-47dc-8275-9fbc0b028d65" providerId="ADAL" clId="{0BBBD80D-67B7-4BD4-85F5-752FFF4CAD6B}" dt="2026-04-27T10:20:00.111" v="2152" actId="404"/>
          <ac:spMkLst>
            <pc:docMk/>
            <pc:sldMk cId="2678790771" sldId="2147483022"/>
            <ac:spMk id="47" creationId="{58271CCE-78D2-2DD7-6FBC-30C66EFD678A}"/>
          </ac:spMkLst>
        </pc:spChg>
        <pc:spChg chg="del mod">
          <ac:chgData name="Matthew Wright" userId="0d3ab189-59d5-47dc-8275-9fbc0b028d65" providerId="ADAL" clId="{0BBBD80D-67B7-4BD4-85F5-752FFF4CAD6B}" dt="2026-04-27T10:16:53.743" v="1979" actId="478"/>
          <ac:spMkLst>
            <pc:docMk/>
            <pc:sldMk cId="2678790771" sldId="2147483022"/>
            <ac:spMk id="48" creationId="{E753C5CB-7D74-B51E-3CDD-C5A4A43D6969}"/>
          </ac:spMkLst>
        </pc:spChg>
        <pc:spChg chg="del">
          <ac:chgData name="Matthew Wright" userId="0d3ab189-59d5-47dc-8275-9fbc0b028d65" providerId="ADAL" clId="{0BBBD80D-67B7-4BD4-85F5-752FFF4CAD6B}" dt="2026-04-27T10:16:52.351" v="1978" actId="478"/>
          <ac:spMkLst>
            <pc:docMk/>
            <pc:sldMk cId="2678790771" sldId="2147483022"/>
            <ac:spMk id="49" creationId="{11A30E0D-5877-0433-7807-B0DD8E6BF57C}"/>
          </ac:spMkLst>
        </pc:spChg>
        <pc:spChg chg="del mod">
          <ac:chgData name="Matthew Wright" userId="0d3ab189-59d5-47dc-8275-9fbc0b028d65" providerId="ADAL" clId="{0BBBD80D-67B7-4BD4-85F5-752FFF4CAD6B}" dt="2026-04-27T10:16:54.510" v="1980" actId="478"/>
          <ac:spMkLst>
            <pc:docMk/>
            <pc:sldMk cId="2678790771" sldId="2147483022"/>
            <ac:spMk id="50" creationId="{0D0B1BCC-F2F3-ADCA-89D5-7CDBC6F199C2}"/>
          </ac:spMkLst>
        </pc:spChg>
        <pc:spChg chg="add mod">
          <ac:chgData name="Matthew Wright" userId="0d3ab189-59d5-47dc-8275-9fbc0b028d65" providerId="ADAL" clId="{0BBBD80D-67B7-4BD4-85F5-752FFF4CAD6B}" dt="2026-04-27T10:20:04.020" v="2153"/>
          <ac:spMkLst>
            <pc:docMk/>
            <pc:sldMk cId="2678790771" sldId="2147483022"/>
            <ac:spMk id="51" creationId="{050CAA0F-EDC4-52E0-594C-7B79A47C695C}"/>
          </ac:spMkLst>
        </pc:spChg>
        <pc:spChg chg="add mod">
          <ac:chgData name="Matthew Wright" userId="0d3ab189-59d5-47dc-8275-9fbc0b028d65" providerId="ADAL" clId="{0BBBD80D-67B7-4BD4-85F5-752FFF4CAD6B}" dt="2026-04-27T10:22:23.906" v="2163" actId="207"/>
          <ac:spMkLst>
            <pc:docMk/>
            <pc:sldMk cId="2678790771" sldId="2147483022"/>
            <ac:spMk id="52" creationId="{569777A1-688E-6D4F-1696-FDA1E12C6B31}"/>
          </ac:spMkLst>
        </pc:spChg>
        <pc:spChg chg="add mod">
          <ac:chgData name="Matthew Wright" userId="0d3ab189-59d5-47dc-8275-9fbc0b028d65" providerId="ADAL" clId="{0BBBD80D-67B7-4BD4-85F5-752FFF4CAD6B}" dt="2026-04-27T10:22:23.906" v="2163" actId="207"/>
          <ac:spMkLst>
            <pc:docMk/>
            <pc:sldMk cId="2678790771" sldId="2147483022"/>
            <ac:spMk id="53" creationId="{CFE06B08-DA95-3C33-E4BA-F13D0D405C66}"/>
          </ac:spMkLst>
        </pc:spChg>
        <pc:spChg chg="add mod">
          <ac:chgData name="Matthew Wright" userId="0d3ab189-59d5-47dc-8275-9fbc0b028d65" providerId="ADAL" clId="{0BBBD80D-67B7-4BD4-85F5-752FFF4CAD6B}" dt="2026-04-27T10:22:23.906" v="2163" actId="207"/>
          <ac:spMkLst>
            <pc:docMk/>
            <pc:sldMk cId="2678790771" sldId="2147483022"/>
            <ac:spMk id="54" creationId="{7796B8E3-411F-47AF-0E3A-E434BC0B50CF}"/>
          </ac:spMkLst>
        </pc:spChg>
        <pc:spChg chg="add mod">
          <ac:chgData name="Matthew Wright" userId="0d3ab189-59d5-47dc-8275-9fbc0b028d65" providerId="ADAL" clId="{0BBBD80D-67B7-4BD4-85F5-752FFF4CAD6B}" dt="2026-04-27T10:28:01.156" v="2180" actId="207"/>
          <ac:spMkLst>
            <pc:docMk/>
            <pc:sldMk cId="2678790771" sldId="2147483022"/>
            <ac:spMk id="55" creationId="{6326E82D-7106-E004-14DB-49574110E33B}"/>
          </ac:spMkLst>
        </pc:spChg>
        <pc:spChg chg="add mod">
          <ac:chgData name="Matthew Wright" userId="0d3ab189-59d5-47dc-8275-9fbc0b028d65" providerId="ADAL" clId="{0BBBD80D-67B7-4BD4-85F5-752FFF4CAD6B}" dt="2026-04-27T10:28:01.156" v="2180" actId="207"/>
          <ac:spMkLst>
            <pc:docMk/>
            <pc:sldMk cId="2678790771" sldId="2147483022"/>
            <ac:spMk id="56" creationId="{C2C96249-B387-68F6-D887-B9B816EB1263}"/>
          </ac:spMkLst>
        </pc:spChg>
        <pc:spChg chg="add mod">
          <ac:chgData name="Matthew Wright" userId="0d3ab189-59d5-47dc-8275-9fbc0b028d65" providerId="ADAL" clId="{0BBBD80D-67B7-4BD4-85F5-752FFF4CAD6B}" dt="2026-04-27T10:28:01.156" v="2180" actId="207"/>
          <ac:spMkLst>
            <pc:docMk/>
            <pc:sldMk cId="2678790771" sldId="2147483022"/>
            <ac:spMk id="57" creationId="{FEB1C976-F405-BE14-CA64-6CE2F0083831}"/>
          </ac:spMkLst>
        </pc:spChg>
        <pc:spChg chg="add mod">
          <ac:chgData name="Matthew Wright" userId="0d3ab189-59d5-47dc-8275-9fbc0b028d65" providerId="ADAL" clId="{0BBBD80D-67B7-4BD4-85F5-752FFF4CAD6B}" dt="2026-04-27T10:28:32.366" v="2185" actId="1076"/>
          <ac:spMkLst>
            <pc:docMk/>
            <pc:sldMk cId="2678790771" sldId="2147483022"/>
            <ac:spMk id="58" creationId="{BAD9D335-A574-7019-C83B-665DD965372B}"/>
          </ac:spMkLst>
        </pc:spChg>
        <pc:spChg chg="add mod">
          <ac:chgData name="Matthew Wright" userId="0d3ab189-59d5-47dc-8275-9fbc0b028d65" providerId="ADAL" clId="{0BBBD80D-67B7-4BD4-85F5-752FFF4CAD6B}" dt="2026-04-27T10:28:34.291" v="2186" actId="1076"/>
          <ac:spMkLst>
            <pc:docMk/>
            <pc:sldMk cId="2678790771" sldId="2147483022"/>
            <ac:spMk id="59" creationId="{36BF663D-267B-89B8-1622-8B1E817B5A04}"/>
          </ac:spMkLst>
        </pc:spChg>
        <pc:spChg chg="add mod">
          <ac:chgData name="Matthew Wright" userId="0d3ab189-59d5-47dc-8275-9fbc0b028d65" providerId="ADAL" clId="{0BBBD80D-67B7-4BD4-85F5-752FFF4CAD6B}" dt="2026-04-27T10:28:37.460" v="2187" actId="1076"/>
          <ac:spMkLst>
            <pc:docMk/>
            <pc:sldMk cId="2678790771" sldId="2147483022"/>
            <ac:spMk id="60" creationId="{494C7E4F-884A-41AD-4564-04EC10AEEB2E}"/>
          </ac:spMkLst>
        </pc:spChg>
        <pc:spChg chg="add mod">
          <ac:chgData name="Matthew Wright" userId="0d3ab189-59d5-47dc-8275-9fbc0b028d65" providerId="ADAL" clId="{0BBBD80D-67B7-4BD4-85F5-752FFF4CAD6B}" dt="2026-04-27T10:29:55.051" v="2200" actId="14100"/>
          <ac:spMkLst>
            <pc:docMk/>
            <pc:sldMk cId="2678790771" sldId="2147483022"/>
            <ac:spMk id="61" creationId="{2FD4FFB5-8FB7-EB39-2169-B0E3AB75399E}"/>
          </ac:spMkLst>
        </pc:spChg>
        <pc:spChg chg="add mod">
          <ac:chgData name="Matthew Wright" userId="0d3ab189-59d5-47dc-8275-9fbc0b028d65" providerId="ADAL" clId="{0BBBD80D-67B7-4BD4-85F5-752FFF4CAD6B}" dt="2026-04-27T10:30:01.809" v="2202" actId="14100"/>
          <ac:spMkLst>
            <pc:docMk/>
            <pc:sldMk cId="2678790771" sldId="2147483022"/>
            <ac:spMk id="62" creationId="{380752A0-07A9-53E4-65E2-D2028F47CC5D}"/>
          </ac:spMkLst>
        </pc:spChg>
        <pc:spChg chg="add mod">
          <ac:chgData name="Matthew Wright" userId="0d3ab189-59d5-47dc-8275-9fbc0b028d65" providerId="ADAL" clId="{0BBBD80D-67B7-4BD4-85F5-752FFF4CAD6B}" dt="2026-04-27T10:30:44.261" v="2203" actId="1076"/>
          <ac:spMkLst>
            <pc:docMk/>
            <pc:sldMk cId="2678790771" sldId="2147483022"/>
            <ac:spMk id="63" creationId="{CCDE154C-247E-E510-E673-5CE43E5DADC1}"/>
          </ac:spMkLst>
        </pc:spChg>
        <pc:spChg chg="add mod">
          <ac:chgData name="Matthew Wright" userId="0d3ab189-59d5-47dc-8275-9fbc0b028d65" providerId="ADAL" clId="{0BBBD80D-67B7-4BD4-85F5-752FFF4CAD6B}" dt="2026-04-27T10:29:34.909" v="2197" actId="1076"/>
          <ac:spMkLst>
            <pc:docMk/>
            <pc:sldMk cId="2678790771" sldId="2147483022"/>
            <ac:spMk id="64" creationId="{30B2F077-B418-6E7D-1F5B-18F1CB5F8FF3}"/>
          </ac:spMkLst>
        </pc:spChg>
        <pc:spChg chg="add del mod">
          <ac:chgData name="Matthew Wright" userId="0d3ab189-59d5-47dc-8275-9fbc0b028d65" providerId="ADAL" clId="{0BBBD80D-67B7-4BD4-85F5-752FFF4CAD6B}" dt="2026-04-27T10:34:36.368" v="2302" actId="478"/>
          <ac:spMkLst>
            <pc:docMk/>
            <pc:sldMk cId="2678790771" sldId="2147483022"/>
            <ac:spMk id="66" creationId="{632C1A96-7FE9-B52E-78ED-D13625716C1A}"/>
          </ac:spMkLst>
        </pc:spChg>
        <pc:spChg chg="add del mod">
          <ac:chgData name="Matthew Wright" userId="0d3ab189-59d5-47dc-8275-9fbc0b028d65" providerId="ADAL" clId="{0BBBD80D-67B7-4BD4-85F5-752FFF4CAD6B}" dt="2026-04-27T10:34:35.383" v="2301" actId="478"/>
          <ac:spMkLst>
            <pc:docMk/>
            <pc:sldMk cId="2678790771" sldId="2147483022"/>
            <ac:spMk id="67" creationId="{C3E1683F-BFE1-661F-CE34-E9EF820531C9}"/>
          </ac:spMkLst>
        </pc:spChg>
        <pc:spChg chg="add mod">
          <ac:chgData name="Matthew Wright" userId="0d3ab189-59d5-47dc-8275-9fbc0b028d65" providerId="ADAL" clId="{0BBBD80D-67B7-4BD4-85F5-752FFF4CAD6B}" dt="2026-04-27T10:33:45.153" v="2234" actId="1076"/>
          <ac:spMkLst>
            <pc:docMk/>
            <pc:sldMk cId="2678790771" sldId="2147483022"/>
            <ac:spMk id="68" creationId="{39EB95AE-2FFE-0C4A-DF95-A27120A93FEC}"/>
          </ac:spMkLst>
        </pc:spChg>
        <pc:spChg chg="add del mod">
          <ac:chgData name="Matthew Wright" userId="0d3ab189-59d5-47dc-8275-9fbc0b028d65" providerId="ADAL" clId="{0BBBD80D-67B7-4BD4-85F5-752FFF4CAD6B}" dt="2026-04-27T10:33:32.840" v="2233" actId="478"/>
          <ac:spMkLst>
            <pc:docMk/>
            <pc:sldMk cId="2678790771" sldId="2147483022"/>
            <ac:spMk id="69" creationId="{95BF84CB-9B08-9DCA-2A54-BCFE95D76059}"/>
          </ac:spMkLst>
        </pc:spChg>
        <pc:spChg chg="add mod">
          <ac:chgData name="Matthew Wright" userId="0d3ab189-59d5-47dc-8275-9fbc0b028d65" providerId="ADAL" clId="{0BBBD80D-67B7-4BD4-85F5-752FFF4CAD6B}" dt="2026-04-27T10:34:12.462" v="2261" actId="1076"/>
          <ac:spMkLst>
            <pc:docMk/>
            <pc:sldMk cId="2678790771" sldId="2147483022"/>
            <ac:spMk id="70" creationId="{E5FF6D23-55FA-259E-B00E-0E71C37181FE}"/>
          </ac:spMkLst>
        </pc:spChg>
        <pc:spChg chg="add del mod">
          <ac:chgData name="Matthew Wright" userId="0d3ab189-59d5-47dc-8275-9fbc0b028d65" providerId="ADAL" clId="{0BBBD80D-67B7-4BD4-85F5-752FFF4CAD6B}" dt="2026-04-27T10:34:34.375" v="2300" actId="478"/>
          <ac:spMkLst>
            <pc:docMk/>
            <pc:sldMk cId="2678790771" sldId="2147483022"/>
            <ac:spMk id="71" creationId="{FE96602C-0414-5BEF-50CB-A11B14163ABE}"/>
          </ac:spMkLst>
        </pc:spChg>
        <pc:spChg chg="mod">
          <ac:chgData name="Matthew Wright" userId="0d3ab189-59d5-47dc-8275-9fbc0b028d65" providerId="ADAL" clId="{0BBBD80D-67B7-4BD4-85F5-752FFF4CAD6B}" dt="2026-04-27T10:33:07.337" v="2229" actId="1076"/>
          <ac:spMkLst>
            <pc:docMk/>
            <pc:sldMk cId="2678790771" sldId="2147483022"/>
            <ac:spMk id="101" creationId="{5A2A79D3-6D13-C7C6-2C8E-A09C1AE0F962}"/>
          </ac:spMkLst>
        </pc:spChg>
        <pc:spChg chg="mod">
          <ac:chgData name="Matthew Wright" userId="0d3ab189-59d5-47dc-8275-9fbc0b028d65" providerId="ADAL" clId="{0BBBD80D-67B7-4BD4-85F5-752FFF4CAD6B}" dt="2026-04-27T09:50:30.801" v="1960" actId="1076"/>
          <ac:spMkLst>
            <pc:docMk/>
            <pc:sldMk cId="2678790771" sldId="2147483022"/>
            <ac:spMk id="122" creationId="{A9F9CFD9-ACFF-F4D4-AAD8-DB45C4E894CC}"/>
          </ac:spMkLst>
        </pc:spChg>
        <pc:cxnChg chg="mod">
          <ac:chgData name="Matthew Wright" userId="0d3ab189-59d5-47dc-8275-9fbc0b028d65" providerId="ADAL" clId="{0BBBD80D-67B7-4BD4-85F5-752FFF4CAD6B}" dt="2026-04-27T10:30:55.764" v="2205" actId="14100"/>
          <ac:cxnSpMkLst>
            <pc:docMk/>
            <pc:sldMk cId="2678790771" sldId="2147483022"/>
            <ac:cxnSpMk id="43" creationId="{6553A1B4-EE79-FE14-6DAD-8D2BF3C799EB}"/>
          </ac:cxnSpMkLst>
        </pc:cxnChg>
      </pc:sldChg>
      <pc:sldChg chg="modSp mod">
        <pc:chgData name="Matthew Wright" userId="0d3ab189-59d5-47dc-8275-9fbc0b028d65" providerId="ADAL" clId="{0BBBD80D-67B7-4BD4-85F5-752FFF4CAD6B}" dt="2026-04-24T21:22:08.408" v="753" actId="20577"/>
        <pc:sldMkLst>
          <pc:docMk/>
          <pc:sldMk cId="2997075761" sldId="2147483644"/>
        </pc:sldMkLst>
        <pc:spChg chg="mod">
          <ac:chgData name="Matthew Wright" userId="0d3ab189-59d5-47dc-8275-9fbc0b028d65" providerId="ADAL" clId="{0BBBD80D-67B7-4BD4-85F5-752FFF4CAD6B}" dt="2026-04-24T21:22:08.408" v="753" actId="20577"/>
          <ac:spMkLst>
            <pc:docMk/>
            <pc:sldMk cId="2997075761" sldId="2147483644"/>
            <ac:spMk id="3" creationId="{05B76263-DCD2-0B78-B135-9C8C642516C8}"/>
          </ac:spMkLst>
        </pc:spChg>
      </pc:sldChg>
      <pc:sldChg chg="ord">
        <pc:chgData name="Matthew Wright" userId="0d3ab189-59d5-47dc-8275-9fbc0b028d65" providerId="ADAL" clId="{0BBBD80D-67B7-4BD4-85F5-752FFF4CAD6B}" dt="2026-04-24T15:14:54.348" v="11"/>
        <pc:sldMkLst>
          <pc:docMk/>
          <pc:sldMk cId="3795709086" sldId="2147483647"/>
        </pc:sldMkLst>
      </pc:sldChg>
      <pc:sldMasterChg chg="delSldLayout">
        <pc:chgData name="Matthew Wright" userId="0d3ab189-59d5-47dc-8275-9fbc0b028d65" providerId="ADAL" clId="{0BBBD80D-67B7-4BD4-85F5-752FFF4CAD6B}" dt="2026-04-24T21:22:00.062" v="724" actId="47"/>
        <pc:sldMasterMkLst>
          <pc:docMk/>
          <pc:sldMasterMk cId="3364535529" sldId="2147484405"/>
        </pc:sldMasterMkLst>
      </pc:sldMasterChg>
    </pc:docChg>
  </pc:docChgLst>
  <pc:docChgLst>
    <pc:chgData name="Anshuman Nath" userId="c05c3c85-26fd-4b59-8932-a76e100e8883" providerId="ADAL" clId="{3C211872-778A-4D92-A21E-4DCB9F92B0E1}"/>
    <pc:docChg chg="undo custSel addSld delSld modSld sldOrd modMainMaster modSection">
      <pc:chgData name="Anshuman Nath" userId="c05c3c85-26fd-4b59-8932-a76e100e8883" providerId="ADAL" clId="{3C211872-778A-4D92-A21E-4DCB9F92B0E1}" dt="2026-04-27T14:59:41.154" v="2315" actId="1582"/>
      <pc:docMkLst>
        <pc:docMk/>
      </pc:docMkLst>
      <pc:sldChg chg="modSp mod">
        <pc:chgData name="Anshuman Nath" userId="c05c3c85-26fd-4b59-8932-a76e100e8883" providerId="ADAL" clId="{3C211872-778A-4D92-A21E-4DCB9F92B0E1}" dt="2026-04-27T11:53:20.843" v="499" actId="1076"/>
        <pc:sldMkLst>
          <pc:docMk/>
          <pc:sldMk cId="105854980" sldId="275"/>
        </pc:sldMkLst>
        <pc:graphicFrameChg chg="mod modGraphic">
          <ac:chgData name="Anshuman Nath" userId="c05c3c85-26fd-4b59-8932-a76e100e8883" providerId="ADAL" clId="{3C211872-778A-4D92-A21E-4DCB9F92B0E1}" dt="2026-04-27T11:53:20.843" v="499" actId="1076"/>
          <ac:graphicFrameMkLst>
            <pc:docMk/>
            <pc:sldMk cId="105854980" sldId="275"/>
            <ac:graphicFrameMk id="3" creationId="{3A5D80BF-E46F-8F3D-12A9-22D3A2596FAC}"/>
          </ac:graphicFrameMkLst>
        </pc:graphicFrameChg>
        <pc:picChg chg="mod">
          <ac:chgData name="Anshuman Nath" userId="c05c3c85-26fd-4b59-8932-a76e100e8883" providerId="ADAL" clId="{3C211872-778A-4D92-A21E-4DCB9F92B0E1}" dt="2026-04-27T11:53:15.283" v="498" actId="1038"/>
          <ac:picMkLst>
            <pc:docMk/>
            <pc:sldMk cId="105854980" sldId="275"/>
            <ac:picMk id="7" creationId="{998CD89A-29BF-C169-3146-B2037F93441A}"/>
          </ac:picMkLst>
        </pc:picChg>
        <pc:picChg chg="mod">
          <ac:chgData name="Anshuman Nath" userId="c05c3c85-26fd-4b59-8932-a76e100e8883" providerId="ADAL" clId="{3C211872-778A-4D92-A21E-4DCB9F92B0E1}" dt="2026-04-27T11:53:15.283" v="498" actId="1038"/>
          <ac:picMkLst>
            <pc:docMk/>
            <pc:sldMk cId="105854980" sldId="275"/>
            <ac:picMk id="8" creationId="{2F776BF8-954D-DC25-565B-0621313827BE}"/>
          </ac:picMkLst>
        </pc:picChg>
        <pc:picChg chg="mod">
          <ac:chgData name="Anshuman Nath" userId="c05c3c85-26fd-4b59-8932-a76e100e8883" providerId="ADAL" clId="{3C211872-778A-4D92-A21E-4DCB9F92B0E1}" dt="2026-04-27T11:53:15.283" v="498" actId="1038"/>
          <ac:picMkLst>
            <pc:docMk/>
            <pc:sldMk cId="105854980" sldId="275"/>
            <ac:picMk id="9" creationId="{31C892FD-0969-DA5F-16C4-9BC5210A6ADE}"/>
          </ac:picMkLst>
        </pc:picChg>
      </pc:sldChg>
      <pc:sldChg chg="addSp modSp new mod">
        <pc:chgData name="Anshuman Nath" userId="c05c3c85-26fd-4b59-8932-a76e100e8883" providerId="ADAL" clId="{3C211872-778A-4D92-A21E-4DCB9F92B0E1}" dt="2026-04-24T13:01:55.943" v="9" actId="14100"/>
        <pc:sldMkLst>
          <pc:docMk/>
          <pc:sldMk cId="957030974" sldId="286"/>
        </pc:sldMkLst>
        <pc:picChg chg="add mod">
          <ac:chgData name="Anshuman Nath" userId="c05c3c85-26fd-4b59-8932-a76e100e8883" providerId="ADAL" clId="{3C211872-778A-4D92-A21E-4DCB9F92B0E1}" dt="2026-04-24T13:01:55.943" v="9" actId="14100"/>
          <ac:picMkLst>
            <pc:docMk/>
            <pc:sldMk cId="957030974" sldId="286"/>
            <ac:picMk id="4" creationId="{FEAD8882-BE4B-EE79-BAC2-0281377516D4}"/>
          </ac:picMkLst>
        </pc:picChg>
      </pc:sldChg>
      <pc:sldChg chg="new del">
        <pc:chgData name="Anshuman Nath" userId="c05c3c85-26fd-4b59-8932-a76e100e8883" providerId="ADAL" clId="{3C211872-778A-4D92-A21E-4DCB9F92B0E1}" dt="2026-04-27T13:50:02.215" v="505" actId="47"/>
        <pc:sldMkLst>
          <pc:docMk/>
          <pc:sldMk cId="274586020" sldId="302"/>
        </pc:sldMkLst>
      </pc:sldChg>
      <pc:sldChg chg="addSp delSp new del mod">
        <pc:chgData name="Anshuman Nath" userId="c05c3c85-26fd-4b59-8932-a76e100e8883" providerId="ADAL" clId="{3C211872-778A-4D92-A21E-4DCB9F92B0E1}" dt="2026-04-27T12:20:04.309" v="503" actId="680"/>
        <pc:sldMkLst>
          <pc:docMk/>
          <pc:sldMk cId="2404941158" sldId="302"/>
        </pc:sldMkLst>
        <pc:spChg chg="add del">
          <ac:chgData name="Anshuman Nath" userId="c05c3c85-26fd-4b59-8932-a76e100e8883" providerId="ADAL" clId="{3C211872-778A-4D92-A21E-4DCB9F92B0E1}" dt="2026-04-27T12:20:02.998" v="502" actId="478"/>
          <ac:spMkLst>
            <pc:docMk/>
            <pc:sldMk cId="2404941158" sldId="302"/>
            <ac:spMk id="2" creationId="{D1D4E5A6-7586-F8DA-388B-6D4634E46AEC}"/>
          </ac:spMkLst>
        </pc:spChg>
      </pc:sldChg>
      <pc:sldChg chg="addSp delSp modSp new mod ord">
        <pc:chgData name="Anshuman Nath" userId="c05c3c85-26fd-4b59-8932-a76e100e8883" providerId="ADAL" clId="{3C211872-778A-4D92-A21E-4DCB9F92B0E1}" dt="2026-04-27T14:35:49.451" v="1607" actId="1076"/>
        <pc:sldMkLst>
          <pc:docMk/>
          <pc:sldMk cId="4040670394" sldId="302"/>
        </pc:sldMkLst>
        <pc:spChg chg="del">
          <ac:chgData name="Anshuman Nath" userId="c05c3c85-26fd-4b59-8932-a76e100e8883" providerId="ADAL" clId="{3C211872-778A-4D92-A21E-4DCB9F92B0E1}" dt="2026-04-27T13:55:19.853" v="509" actId="478"/>
          <ac:spMkLst>
            <pc:docMk/>
            <pc:sldMk cId="4040670394" sldId="302"/>
            <ac:spMk id="3" creationId="{7867F0EB-34DB-D650-AD51-8DB7FB1C9710}"/>
          </ac:spMkLst>
        </pc:spChg>
        <pc:spChg chg="del">
          <ac:chgData name="Anshuman Nath" userId="c05c3c85-26fd-4b59-8932-a76e100e8883" providerId="ADAL" clId="{3C211872-778A-4D92-A21E-4DCB9F92B0E1}" dt="2026-04-27T13:55:22.754" v="510" actId="478"/>
          <ac:spMkLst>
            <pc:docMk/>
            <pc:sldMk cId="4040670394" sldId="302"/>
            <ac:spMk id="4" creationId="{AA1316F7-F5F2-499B-AF9C-1C557760F1E7}"/>
          </ac:spMkLst>
        </pc:spChg>
        <pc:spChg chg="mod">
          <ac:chgData name="Anshuman Nath" userId="c05c3c85-26fd-4b59-8932-a76e100e8883" providerId="ADAL" clId="{3C211872-778A-4D92-A21E-4DCB9F92B0E1}" dt="2026-04-27T13:55:46.402" v="533" actId="20577"/>
          <ac:spMkLst>
            <pc:docMk/>
            <pc:sldMk cId="4040670394" sldId="302"/>
            <ac:spMk id="5" creationId="{8DE43ACE-928C-D6DE-0262-8E3CD224B521}"/>
          </ac:spMkLst>
        </pc:spChg>
        <pc:spChg chg="add mod">
          <ac:chgData name="Anshuman Nath" userId="c05c3c85-26fd-4b59-8932-a76e100e8883" providerId="ADAL" clId="{3C211872-778A-4D92-A21E-4DCB9F92B0E1}" dt="2026-04-27T14:00:22.131" v="592" actId="164"/>
          <ac:spMkLst>
            <pc:docMk/>
            <pc:sldMk cId="4040670394" sldId="302"/>
            <ac:spMk id="7" creationId="{09F26E38-A00E-DAA4-BD88-173DE640FF80}"/>
          </ac:spMkLst>
        </pc:spChg>
        <pc:spChg chg="add mod">
          <ac:chgData name="Anshuman Nath" userId="c05c3c85-26fd-4b59-8932-a76e100e8883" providerId="ADAL" clId="{3C211872-778A-4D92-A21E-4DCB9F92B0E1}" dt="2026-04-27T14:00:22.131" v="592" actId="164"/>
          <ac:spMkLst>
            <pc:docMk/>
            <pc:sldMk cId="4040670394" sldId="302"/>
            <ac:spMk id="8" creationId="{05D78A2E-F61E-AB25-4AD2-F9A70024A2E8}"/>
          </ac:spMkLst>
        </pc:spChg>
        <pc:spChg chg="add mod">
          <ac:chgData name="Anshuman Nath" userId="c05c3c85-26fd-4b59-8932-a76e100e8883" providerId="ADAL" clId="{3C211872-778A-4D92-A21E-4DCB9F92B0E1}" dt="2026-04-27T14:00:22.131" v="592" actId="164"/>
          <ac:spMkLst>
            <pc:docMk/>
            <pc:sldMk cId="4040670394" sldId="302"/>
            <ac:spMk id="9" creationId="{DB5FD189-3917-A61D-AA23-4AAA903416CF}"/>
          </ac:spMkLst>
        </pc:spChg>
        <pc:spChg chg="add mod">
          <ac:chgData name="Anshuman Nath" userId="c05c3c85-26fd-4b59-8932-a76e100e8883" providerId="ADAL" clId="{3C211872-778A-4D92-A21E-4DCB9F92B0E1}" dt="2026-04-27T14:31:08.422" v="1511" actId="20577"/>
          <ac:spMkLst>
            <pc:docMk/>
            <pc:sldMk cId="4040670394" sldId="302"/>
            <ac:spMk id="11" creationId="{6E400B12-FF8C-F04A-B5C7-080FDA4907C8}"/>
          </ac:spMkLst>
        </pc:spChg>
        <pc:spChg chg="add mod">
          <ac:chgData name="Anshuman Nath" userId="c05c3c85-26fd-4b59-8932-a76e100e8883" providerId="ADAL" clId="{3C211872-778A-4D92-A21E-4DCB9F92B0E1}" dt="2026-04-27T14:35:49.451" v="1607" actId="1076"/>
          <ac:spMkLst>
            <pc:docMk/>
            <pc:sldMk cId="4040670394" sldId="302"/>
            <ac:spMk id="12" creationId="{D78C3B15-50CB-6DAA-0675-2C06A9CC8032}"/>
          </ac:spMkLst>
        </pc:spChg>
        <pc:grpChg chg="add mod">
          <ac:chgData name="Anshuman Nath" userId="c05c3c85-26fd-4b59-8932-a76e100e8883" providerId="ADAL" clId="{3C211872-778A-4D92-A21E-4DCB9F92B0E1}" dt="2026-04-27T14:34:14.267" v="1601" actId="1076"/>
          <ac:grpSpMkLst>
            <pc:docMk/>
            <pc:sldMk cId="4040670394" sldId="302"/>
            <ac:grpSpMk id="10" creationId="{35B2446E-0430-82ED-6951-C2B3978BD3AD}"/>
          </ac:grpSpMkLst>
        </pc:grpChg>
        <pc:graphicFrameChg chg="add del mod modGraphic">
          <ac:chgData name="Anshuman Nath" userId="c05c3c85-26fd-4b59-8932-a76e100e8883" providerId="ADAL" clId="{3C211872-778A-4D92-A21E-4DCB9F92B0E1}" dt="2026-04-27T13:56:16.308" v="537" actId="478"/>
          <ac:graphicFrameMkLst>
            <pc:docMk/>
            <pc:sldMk cId="4040670394" sldId="302"/>
            <ac:graphicFrameMk id="6" creationId="{8B1232CB-2DC4-423B-E72F-D6163D2D97AE}"/>
          </ac:graphicFrameMkLst>
        </pc:graphicFrameChg>
        <pc:graphicFrameChg chg="add mod modGraphic">
          <ac:chgData name="Anshuman Nath" userId="c05c3c85-26fd-4b59-8932-a76e100e8883" providerId="ADAL" clId="{3C211872-778A-4D92-A21E-4DCB9F92B0E1}" dt="2026-04-27T14:35:10.664" v="1606" actId="255"/>
          <ac:graphicFrameMkLst>
            <pc:docMk/>
            <pc:sldMk cId="4040670394" sldId="302"/>
            <ac:graphicFrameMk id="13" creationId="{F6E28334-EAA8-EB94-147C-9316F908C475}"/>
          </ac:graphicFrameMkLst>
        </pc:graphicFrameChg>
      </pc:sldChg>
      <pc:sldChg chg="new del">
        <pc:chgData name="Anshuman Nath" userId="c05c3c85-26fd-4b59-8932-a76e100e8883" providerId="ADAL" clId="{3C211872-778A-4D92-A21E-4DCB9F92B0E1}" dt="2026-04-27T14:37:06.614" v="1609" actId="680"/>
        <pc:sldMkLst>
          <pc:docMk/>
          <pc:sldMk cId="402685094" sldId="306"/>
        </pc:sldMkLst>
      </pc:sldChg>
      <pc:sldChg chg="addSp delSp modSp new mod ord">
        <pc:chgData name="Anshuman Nath" userId="c05c3c85-26fd-4b59-8932-a76e100e8883" providerId="ADAL" clId="{3C211872-778A-4D92-A21E-4DCB9F92B0E1}" dt="2026-04-27T14:59:41.154" v="2315" actId="1582"/>
        <pc:sldMkLst>
          <pc:docMk/>
          <pc:sldMk cId="1218766419" sldId="306"/>
        </pc:sldMkLst>
        <pc:spChg chg="del">
          <ac:chgData name="Anshuman Nath" userId="c05c3c85-26fd-4b59-8932-a76e100e8883" providerId="ADAL" clId="{3C211872-778A-4D92-A21E-4DCB9F92B0E1}" dt="2026-04-27T14:38:19.549" v="1651" actId="478"/>
          <ac:spMkLst>
            <pc:docMk/>
            <pc:sldMk cId="1218766419" sldId="306"/>
            <ac:spMk id="2" creationId="{7CB2FF99-849A-29F0-18C8-78E7A87B9FD8}"/>
          </ac:spMkLst>
        </pc:spChg>
        <pc:spChg chg="mod">
          <ac:chgData name="Anshuman Nath" userId="c05c3c85-26fd-4b59-8932-a76e100e8883" providerId="ADAL" clId="{3C211872-778A-4D92-A21E-4DCB9F92B0E1}" dt="2026-04-27T14:38:14.548" v="1650" actId="2711"/>
          <ac:spMkLst>
            <pc:docMk/>
            <pc:sldMk cId="1218766419" sldId="306"/>
            <ac:spMk id="3" creationId="{12E3D453-D882-B16F-4D0C-73F2B6EA99C4}"/>
          </ac:spMkLst>
        </pc:spChg>
        <pc:spChg chg="add mod">
          <ac:chgData name="Anshuman Nath" userId="c05c3c85-26fd-4b59-8932-a76e100e8883" providerId="ADAL" clId="{3C211872-778A-4D92-A21E-4DCB9F92B0E1}" dt="2026-04-27T14:39:00.029" v="1654" actId="1076"/>
          <ac:spMkLst>
            <pc:docMk/>
            <pc:sldMk cId="1218766419" sldId="306"/>
            <ac:spMk id="5" creationId="{A6F6FFC9-DE00-7A39-EAA3-31C8FF87F69D}"/>
          </ac:spMkLst>
        </pc:spChg>
        <pc:spChg chg="add mod">
          <ac:chgData name="Anshuman Nath" userId="c05c3c85-26fd-4b59-8932-a76e100e8883" providerId="ADAL" clId="{3C211872-778A-4D92-A21E-4DCB9F92B0E1}" dt="2026-04-27T14:39:00.029" v="1654" actId="1076"/>
          <ac:spMkLst>
            <pc:docMk/>
            <pc:sldMk cId="1218766419" sldId="306"/>
            <ac:spMk id="8" creationId="{6D8B1333-5109-19E4-ED3C-7AC6D164ACED}"/>
          </ac:spMkLst>
        </pc:spChg>
        <pc:spChg chg="add mod">
          <ac:chgData name="Anshuman Nath" userId="c05c3c85-26fd-4b59-8932-a76e100e8883" providerId="ADAL" clId="{3C211872-778A-4D92-A21E-4DCB9F92B0E1}" dt="2026-04-27T14:39:00.029" v="1654" actId="1076"/>
          <ac:spMkLst>
            <pc:docMk/>
            <pc:sldMk cId="1218766419" sldId="306"/>
            <ac:spMk id="9" creationId="{6441114A-E303-73DA-A556-5F057E655CDE}"/>
          </ac:spMkLst>
        </pc:spChg>
        <pc:spChg chg="add mod">
          <ac:chgData name="Anshuman Nath" userId="c05c3c85-26fd-4b59-8932-a76e100e8883" providerId="ADAL" clId="{3C211872-778A-4D92-A21E-4DCB9F92B0E1}" dt="2026-04-27T14:39:00.029" v="1654" actId="1076"/>
          <ac:spMkLst>
            <pc:docMk/>
            <pc:sldMk cId="1218766419" sldId="306"/>
            <ac:spMk id="11" creationId="{156A5431-0BEC-34BE-7F92-E7BE3668D36A}"/>
          </ac:spMkLst>
        </pc:spChg>
        <pc:spChg chg="add mod">
          <ac:chgData name="Anshuman Nath" userId="c05c3c85-26fd-4b59-8932-a76e100e8883" providerId="ADAL" clId="{3C211872-778A-4D92-A21E-4DCB9F92B0E1}" dt="2026-04-27T14:39:00.029" v="1654" actId="1076"/>
          <ac:spMkLst>
            <pc:docMk/>
            <pc:sldMk cId="1218766419" sldId="306"/>
            <ac:spMk id="13" creationId="{1CF6487B-8180-64BB-BA9A-A87CEE4B61CE}"/>
          </ac:spMkLst>
        </pc:spChg>
        <pc:spChg chg="add mod">
          <ac:chgData name="Anshuman Nath" userId="c05c3c85-26fd-4b59-8932-a76e100e8883" providerId="ADAL" clId="{3C211872-778A-4D92-A21E-4DCB9F92B0E1}" dt="2026-04-27T14:39:00.029" v="1654" actId="1076"/>
          <ac:spMkLst>
            <pc:docMk/>
            <pc:sldMk cId="1218766419" sldId="306"/>
            <ac:spMk id="14" creationId="{AA798726-EC18-EC9E-601D-15937374CB75}"/>
          </ac:spMkLst>
        </pc:spChg>
        <pc:spChg chg="add mod">
          <ac:chgData name="Anshuman Nath" userId="c05c3c85-26fd-4b59-8932-a76e100e8883" providerId="ADAL" clId="{3C211872-778A-4D92-A21E-4DCB9F92B0E1}" dt="2026-04-27T14:39:00.029" v="1654" actId="1076"/>
          <ac:spMkLst>
            <pc:docMk/>
            <pc:sldMk cId="1218766419" sldId="306"/>
            <ac:spMk id="15" creationId="{97BCDFFF-9F46-1921-BCF2-B020B0EC839F}"/>
          </ac:spMkLst>
        </pc:spChg>
        <pc:spChg chg="add mod">
          <ac:chgData name="Anshuman Nath" userId="c05c3c85-26fd-4b59-8932-a76e100e8883" providerId="ADAL" clId="{3C211872-778A-4D92-A21E-4DCB9F92B0E1}" dt="2026-04-27T14:39:00.029" v="1654" actId="1076"/>
          <ac:spMkLst>
            <pc:docMk/>
            <pc:sldMk cId="1218766419" sldId="306"/>
            <ac:spMk id="16" creationId="{E5DC489A-0341-2D0E-7E48-3330E867C9DE}"/>
          </ac:spMkLst>
        </pc:spChg>
        <pc:spChg chg="add mod">
          <ac:chgData name="Anshuman Nath" userId="c05c3c85-26fd-4b59-8932-a76e100e8883" providerId="ADAL" clId="{3C211872-778A-4D92-A21E-4DCB9F92B0E1}" dt="2026-04-27T14:39:00.029" v="1654" actId="1076"/>
          <ac:spMkLst>
            <pc:docMk/>
            <pc:sldMk cId="1218766419" sldId="306"/>
            <ac:spMk id="18" creationId="{D6C50C68-6495-0441-2551-D609DAD26100}"/>
          </ac:spMkLst>
        </pc:spChg>
        <pc:spChg chg="add mod">
          <ac:chgData name="Anshuman Nath" userId="c05c3c85-26fd-4b59-8932-a76e100e8883" providerId="ADAL" clId="{3C211872-778A-4D92-A21E-4DCB9F92B0E1}" dt="2026-04-27T14:39:00.029" v="1654" actId="1076"/>
          <ac:spMkLst>
            <pc:docMk/>
            <pc:sldMk cId="1218766419" sldId="306"/>
            <ac:spMk id="19" creationId="{CA0E8F52-E148-806F-29DA-C192CD8B4ECD}"/>
          </ac:spMkLst>
        </pc:spChg>
        <pc:spChg chg="add mod">
          <ac:chgData name="Anshuman Nath" userId="c05c3c85-26fd-4b59-8932-a76e100e8883" providerId="ADAL" clId="{3C211872-778A-4D92-A21E-4DCB9F92B0E1}" dt="2026-04-27T14:39:29.642" v="1662" actId="20577"/>
          <ac:spMkLst>
            <pc:docMk/>
            <pc:sldMk cId="1218766419" sldId="306"/>
            <ac:spMk id="20" creationId="{39248CA5-E511-7980-BB52-13177317F0CF}"/>
          </ac:spMkLst>
        </pc:spChg>
        <pc:spChg chg="add mod">
          <ac:chgData name="Anshuman Nath" userId="c05c3c85-26fd-4b59-8932-a76e100e8883" providerId="ADAL" clId="{3C211872-778A-4D92-A21E-4DCB9F92B0E1}" dt="2026-04-27T14:39:45.762" v="1693" actId="1035"/>
          <ac:spMkLst>
            <pc:docMk/>
            <pc:sldMk cId="1218766419" sldId="306"/>
            <ac:spMk id="21" creationId="{58E4156D-EDF9-D619-0785-97ADCD1CE9BD}"/>
          </ac:spMkLst>
        </pc:spChg>
        <pc:spChg chg="add mod">
          <ac:chgData name="Anshuman Nath" userId="c05c3c85-26fd-4b59-8932-a76e100e8883" providerId="ADAL" clId="{3C211872-778A-4D92-A21E-4DCB9F92B0E1}" dt="2026-04-27T14:43:09.978" v="1820" actId="164"/>
          <ac:spMkLst>
            <pc:docMk/>
            <pc:sldMk cId="1218766419" sldId="306"/>
            <ac:spMk id="22" creationId="{3D69F2CF-852D-0C57-2E7B-49E5A2354293}"/>
          </ac:spMkLst>
        </pc:spChg>
        <pc:spChg chg="add mod">
          <ac:chgData name="Anshuman Nath" userId="c05c3c85-26fd-4b59-8932-a76e100e8883" providerId="ADAL" clId="{3C211872-778A-4D92-A21E-4DCB9F92B0E1}" dt="2026-04-27T14:40:14.578" v="1706" actId="1076"/>
          <ac:spMkLst>
            <pc:docMk/>
            <pc:sldMk cId="1218766419" sldId="306"/>
            <ac:spMk id="23" creationId="{8420B084-D3DE-1A73-739A-BEE02F3FCCC6}"/>
          </ac:spMkLst>
        </pc:spChg>
        <pc:spChg chg="add mod">
          <ac:chgData name="Anshuman Nath" userId="c05c3c85-26fd-4b59-8932-a76e100e8883" providerId="ADAL" clId="{3C211872-778A-4D92-A21E-4DCB9F92B0E1}" dt="2026-04-27T14:43:09.978" v="1820" actId="164"/>
          <ac:spMkLst>
            <pc:docMk/>
            <pc:sldMk cId="1218766419" sldId="306"/>
            <ac:spMk id="24" creationId="{FC10C0B2-3B76-D669-B901-44859473F944}"/>
          </ac:spMkLst>
        </pc:spChg>
        <pc:spChg chg="add mod">
          <ac:chgData name="Anshuman Nath" userId="c05c3c85-26fd-4b59-8932-a76e100e8883" providerId="ADAL" clId="{3C211872-778A-4D92-A21E-4DCB9F92B0E1}" dt="2026-04-27T14:41:53.893" v="1808" actId="1035"/>
          <ac:spMkLst>
            <pc:docMk/>
            <pc:sldMk cId="1218766419" sldId="306"/>
            <ac:spMk id="25" creationId="{79CCC1C9-9031-2470-2701-DCD999B146AD}"/>
          </ac:spMkLst>
        </pc:spChg>
        <pc:spChg chg="add mod">
          <ac:chgData name="Anshuman Nath" userId="c05c3c85-26fd-4b59-8932-a76e100e8883" providerId="ADAL" clId="{3C211872-778A-4D92-A21E-4DCB9F92B0E1}" dt="2026-04-27T14:43:09.978" v="1820" actId="164"/>
          <ac:spMkLst>
            <pc:docMk/>
            <pc:sldMk cId="1218766419" sldId="306"/>
            <ac:spMk id="26" creationId="{5250873F-C067-815F-9435-049CA4D81EF1}"/>
          </ac:spMkLst>
        </pc:spChg>
        <pc:spChg chg="add mod">
          <ac:chgData name="Anshuman Nath" userId="c05c3c85-26fd-4b59-8932-a76e100e8883" providerId="ADAL" clId="{3C211872-778A-4D92-A21E-4DCB9F92B0E1}" dt="2026-04-27T14:43:09.978" v="1820" actId="164"/>
          <ac:spMkLst>
            <pc:docMk/>
            <pc:sldMk cId="1218766419" sldId="306"/>
            <ac:spMk id="27" creationId="{5C7260AC-DF7B-9637-B3DC-7E62112A760D}"/>
          </ac:spMkLst>
        </pc:spChg>
        <pc:spChg chg="add mod">
          <ac:chgData name="Anshuman Nath" userId="c05c3c85-26fd-4b59-8932-a76e100e8883" providerId="ADAL" clId="{3C211872-778A-4D92-A21E-4DCB9F92B0E1}" dt="2026-04-27T14:43:09.978" v="1820" actId="164"/>
          <ac:spMkLst>
            <pc:docMk/>
            <pc:sldMk cId="1218766419" sldId="306"/>
            <ac:spMk id="28" creationId="{A56C6DE8-0331-B14D-3898-A00A7FEDF6BB}"/>
          </ac:spMkLst>
        </pc:spChg>
        <pc:spChg chg="add mod">
          <ac:chgData name="Anshuman Nath" userId="c05c3c85-26fd-4b59-8932-a76e100e8883" providerId="ADAL" clId="{3C211872-778A-4D92-A21E-4DCB9F92B0E1}" dt="2026-04-27T14:43:09.978" v="1820" actId="164"/>
          <ac:spMkLst>
            <pc:docMk/>
            <pc:sldMk cId="1218766419" sldId="306"/>
            <ac:spMk id="29" creationId="{63682301-1802-0541-6513-F7453FC09F80}"/>
          </ac:spMkLst>
        </pc:spChg>
        <pc:spChg chg="add mod">
          <ac:chgData name="Anshuman Nath" userId="c05c3c85-26fd-4b59-8932-a76e100e8883" providerId="ADAL" clId="{3C211872-778A-4D92-A21E-4DCB9F92B0E1}" dt="2026-04-27T14:43:09.978" v="1820" actId="164"/>
          <ac:spMkLst>
            <pc:docMk/>
            <pc:sldMk cId="1218766419" sldId="306"/>
            <ac:spMk id="30" creationId="{D5DE9F6A-2EAA-D41C-BE6F-27A6933A079C}"/>
          </ac:spMkLst>
        </pc:spChg>
        <pc:spChg chg="add mod">
          <ac:chgData name="Anshuman Nath" userId="c05c3c85-26fd-4b59-8932-a76e100e8883" providerId="ADAL" clId="{3C211872-778A-4D92-A21E-4DCB9F92B0E1}" dt="2026-04-27T14:43:09.978" v="1820" actId="164"/>
          <ac:spMkLst>
            <pc:docMk/>
            <pc:sldMk cId="1218766419" sldId="306"/>
            <ac:spMk id="31" creationId="{E2A809DA-CD4E-245F-C866-C99A84495DC6}"/>
          </ac:spMkLst>
        </pc:spChg>
        <pc:spChg chg="add mod">
          <ac:chgData name="Anshuman Nath" userId="c05c3c85-26fd-4b59-8932-a76e100e8883" providerId="ADAL" clId="{3C211872-778A-4D92-A21E-4DCB9F92B0E1}" dt="2026-04-27T14:42:19.499" v="1819" actId="1036"/>
          <ac:spMkLst>
            <pc:docMk/>
            <pc:sldMk cId="1218766419" sldId="306"/>
            <ac:spMk id="32" creationId="{22EBA45B-B736-7190-E141-64C300F1CA52}"/>
          </ac:spMkLst>
        </pc:spChg>
        <pc:spChg chg="add mod">
          <ac:chgData name="Anshuman Nath" userId="c05c3c85-26fd-4b59-8932-a76e100e8883" providerId="ADAL" clId="{3C211872-778A-4D92-A21E-4DCB9F92B0E1}" dt="2026-04-27T14:43:09.978" v="1820" actId="164"/>
          <ac:spMkLst>
            <pc:docMk/>
            <pc:sldMk cId="1218766419" sldId="306"/>
            <ac:spMk id="33" creationId="{FF16FB36-1AFD-7654-7AC3-EE1C13A8586B}"/>
          </ac:spMkLst>
        </pc:spChg>
        <pc:spChg chg="add mod">
          <ac:chgData name="Anshuman Nath" userId="c05c3c85-26fd-4b59-8932-a76e100e8883" providerId="ADAL" clId="{3C211872-778A-4D92-A21E-4DCB9F92B0E1}" dt="2026-04-27T14:43:09.978" v="1820" actId="164"/>
          <ac:spMkLst>
            <pc:docMk/>
            <pc:sldMk cId="1218766419" sldId="306"/>
            <ac:spMk id="34" creationId="{8F2377E8-096C-8689-C3F9-A7C714941A27}"/>
          </ac:spMkLst>
        </pc:spChg>
        <pc:spChg chg="add del mod">
          <ac:chgData name="Anshuman Nath" userId="c05c3c85-26fd-4b59-8932-a76e100e8883" providerId="ADAL" clId="{3C211872-778A-4D92-A21E-4DCB9F92B0E1}" dt="2026-04-27T14:41:11.696" v="1783" actId="478"/>
          <ac:spMkLst>
            <pc:docMk/>
            <pc:sldMk cId="1218766419" sldId="306"/>
            <ac:spMk id="35" creationId="{3FD901EC-E33C-C16C-D7F7-1E5141A343B5}"/>
          </ac:spMkLst>
        </pc:spChg>
        <pc:spChg chg="add mod">
          <ac:chgData name="Anshuman Nath" userId="c05c3c85-26fd-4b59-8932-a76e100e8883" providerId="ADAL" clId="{3C211872-778A-4D92-A21E-4DCB9F92B0E1}" dt="2026-04-27T14:45:35.413" v="1928" actId="1076"/>
          <ac:spMkLst>
            <pc:docMk/>
            <pc:sldMk cId="1218766419" sldId="306"/>
            <ac:spMk id="38" creationId="{DF8116E1-5F42-2D7A-18F2-C4F53F80F945}"/>
          </ac:spMkLst>
        </pc:spChg>
        <pc:spChg chg="add mod">
          <ac:chgData name="Anshuman Nath" userId="c05c3c85-26fd-4b59-8932-a76e100e8883" providerId="ADAL" clId="{3C211872-778A-4D92-A21E-4DCB9F92B0E1}" dt="2026-04-27T14:49:36.214" v="1991" actId="113"/>
          <ac:spMkLst>
            <pc:docMk/>
            <pc:sldMk cId="1218766419" sldId="306"/>
            <ac:spMk id="39" creationId="{9F5801FD-E4B6-8B2F-8064-3960BFFBEDCC}"/>
          </ac:spMkLst>
        </pc:spChg>
        <pc:spChg chg="add mod">
          <ac:chgData name="Anshuman Nath" userId="c05c3c85-26fd-4b59-8932-a76e100e8883" providerId="ADAL" clId="{3C211872-778A-4D92-A21E-4DCB9F92B0E1}" dt="2026-04-27T14:51:07.656" v="2002" actId="14100"/>
          <ac:spMkLst>
            <pc:docMk/>
            <pc:sldMk cId="1218766419" sldId="306"/>
            <ac:spMk id="42" creationId="{28EDD1C8-7052-536F-EC5E-EB5BFEF24F78}"/>
          </ac:spMkLst>
        </pc:spChg>
        <pc:spChg chg="add mod">
          <ac:chgData name="Anshuman Nath" userId="c05c3c85-26fd-4b59-8932-a76e100e8883" providerId="ADAL" clId="{3C211872-778A-4D92-A21E-4DCB9F92B0E1}" dt="2026-04-27T14:51:38.072" v="2005" actId="255"/>
          <ac:spMkLst>
            <pc:docMk/>
            <pc:sldMk cId="1218766419" sldId="306"/>
            <ac:spMk id="43" creationId="{486D85FF-658C-A7D3-EAC2-E13611A603B5}"/>
          </ac:spMkLst>
        </pc:spChg>
        <pc:spChg chg="add mod">
          <ac:chgData name="Anshuman Nath" userId="c05c3c85-26fd-4b59-8932-a76e100e8883" providerId="ADAL" clId="{3C211872-778A-4D92-A21E-4DCB9F92B0E1}" dt="2026-04-27T14:53:52.534" v="2028" actId="20577"/>
          <ac:spMkLst>
            <pc:docMk/>
            <pc:sldMk cId="1218766419" sldId="306"/>
            <ac:spMk id="44" creationId="{3C69F874-BADC-DF4D-5DB3-17F0B6C0B30E}"/>
          </ac:spMkLst>
        </pc:spChg>
        <pc:spChg chg="add mod">
          <ac:chgData name="Anshuman Nath" userId="c05c3c85-26fd-4b59-8932-a76e100e8883" providerId="ADAL" clId="{3C211872-778A-4D92-A21E-4DCB9F92B0E1}" dt="2026-04-27T14:52:31.516" v="2015" actId="1076"/>
          <ac:spMkLst>
            <pc:docMk/>
            <pc:sldMk cId="1218766419" sldId="306"/>
            <ac:spMk id="45" creationId="{C69F20A6-F20E-6E1D-89F7-B05EC05CF57A}"/>
          </ac:spMkLst>
        </pc:spChg>
        <pc:spChg chg="add mod">
          <ac:chgData name="Anshuman Nath" userId="c05c3c85-26fd-4b59-8932-a76e100e8883" providerId="ADAL" clId="{3C211872-778A-4D92-A21E-4DCB9F92B0E1}" dt="2026-04-27T14:52:22.130" v="2014" actId="108"/>
          <ac:spMkLst>
            <pc:docMk/>
            <pc:sldMk cId="1218766419" sldId="306"/>
            <ac:spMk id="46" creationId="{741E29B6-A580-D73E-152A-69666BB83098}"/>
          </ac:spMkLst>
        </pc:spChg>
        <pc:spChg chg="add mod">
          <ac:chgData name="Anshuman Nath" userId="c05c3c85-26fd-4b59-8932-a76e100e8883" providerId="ADAL" clId="{3C211872-778A-4D92-A21E-4DCB9F92B0E1}" dt="2026-04-27T14:53:23.257" v="2026" actId="108"/>
          <ac:spMkLst>
            <pc:docMk/>
            <pc:sldMk cId="1218766419" sldId="306"/>
            <ac:spMk id="47" creationId="{1483DEBF-7355-F93C-9CD8-6943968CBCF7}"/>
          </ac:spMkLst>
        </pc:spChg>
        <pc:spChg chg="add mod">
          <ac:chgData name="Anshuman Nath" userId="c05c3c85-26fd-4b59-8932-a76e100e8883" providerId="ADAL" clId="{3C211872-778A-4D92-A21E-4DCB9F92B0E1}" dt="2026-04-27T14:59:13.537" v="2312" actId="14100"/>
          <ac:spMkLst>
            <pc:docMk/>
            <pc:sldMk cId="1218766419" sldId="306"/>
            <ac:spMk id="49" creationId="{23A33F58-37DD-1951-7423-AA395B4A5175}"/>
          </ac:spMkLst>
        </pc:spChg>
        <pc:grpChg chg="mod">
          <ac:chgData name="Anshuman Nath" userId="c05c3c85-26fd-4b59-8932-a76e100e8883" providerId="ADAL" clId="{3C211872-778A-4D92-A21E-4DCB9F92B0E1}" dt="2026-04-27T14:46:22.978" v="1955" actId="1076"/>
          <ac:grpSpMkLst>
            <pc:docMk/>
            <pc:sldMk cId="1218766419" sldId="306"/>
            <ac:grpSpMk id="36" creationId="{17938233-2028-9814-D22E-6D8851537673}"/>
          </ac:grpSpMkLst>
        </pc:grpChg>
        <pc:picChg chg="add mod">
          <ac:chgData name="Anshuman Nath" userId="c05c3c85-26fd-4b59-8932-a76e100e8883" providerId="ADAL" clId="{3C211872-778A-4D92-A21E-4DCB9F92B0E1}" dt="2026-04-27T14:45:42.587" v="1934" actId="1037"/>
          <ac:picMkLst>
            <pc:docMk/>
            <pc:sldMk cId="1218766419" sldId="306"/>
            <ac:picMk id="37" creationId="{CE8C9524-7B24-DDBA-3DD4-457DD396D9E1}"/>
          </ac:picMkLst>
        </pc:picChg>
        <pc:cxnChg chg="add mod">
          <ac:chgData name="Anshuman Nath" userId="c05c3c85-26fd-4b59-8932-a76e100e8883" providerId="ADAL" clId="{3C211872-778A-4D92-A21E-4DCB9F92B0E1}" dt="2026-04-27T14:47:09.963" v="1967" actId="1035"/>
          <ac:cxnSpMkLst>
            <pc:docMk/>
            <pc:sldMk cId="1218766419" sldId="306"/>
            <ac:cxnSpMk id="41" creationId="{A00A16DB-9664-114D-C1BB-B9AEEA767D95}"/>
          </ac:cxnSpMkLst>
        </pc:cxnChg>
        <pc:cxnChg chg="add mod">
          <ac:chgData name="Anshuman Nath" userId="c05c3c85-26fd-4b59-8932-a76e100e8883" providerId="ADAL" clId="{3C211872-778A-4D92-A21E-4DCB9F92B0E1}" dt="2026-04-27T14:53:05.009" v="2019" actId="1076"/>
          <ac:cxnSpMkLst>
            <pc:docMk/>
            <pc:sldMk cId="1218766419" sldId="306"/>
            <ac:cxnSpMk id="48" creationId="{3C25E1E6-6155-E498-7723-911B52EC8436}"/>
          </ac:cxnSpMkLst>
        </pc:cxnChg>
        <pc:cxnChg chg="add mod">
          <ac:chgData name="Anshuman Nath" userId="c05c3c85-26fd-4b59-8932-a76e100e8883" providerId="ADAL" clId="{3C211872-778A-4D92-A21E-4DCB9F92B0E1}" dt="2026-04-27T14:59:41.154" v="2315" actId="1582"/>
          <ac:cxnSpMkLst>
            <pc:docMk/>
            <pc:sldMk cId="1218766419" sldId="306"/>
            <ac:cxnSpMk id="51" creationId="{38269B97-24EB-F7FD-CDA3-809EE296BD31}"/>
          </ac:cxnSpMkLst>
        </pc:cxnChg>
      </pc:sldChg>
      <pc:sldChg chg="ord">
        <pc:chgData name="Anshuman Nath" userId="c05c3c85-26fd-4b59-8932-a76e100e8883" providerId="ADAL" clId="{3C211872-778A-4D92-A21E-4DCB9F92B0E1}" dt="2026-04-27T14:37:23.466" v="1614"/>
        <pc:sldMkLst>
          <pc:docMk/>
          <pc:sldMk cId="2678790771" sldId="2147483022"/>
        </pc:sldMkLst>
      </pc:sldChg>
      <pc:sldMasterChg chg="delSldLayout modSldLayout">
        <pc:chgData name="Anshuman Nath" userId="c05c3c85-26fd-4b59-8932-a76e100e8883" providerId="ADAL" clId="{3C211872-778A-4D92-A21E-4DCB9F92B0E1}" dt="2026-04-24T13:02:37.816" v="11" actId="47"/>
        <pc:sldMasterMkLst>
          <pc:docMk/>
          <pc:sldMasterMk cId="1558842252" sldId="2147484073"/>
        </pc:sldMasterMkLst>
        <pc:sldLayoutChg chg="delSp mod">
          <pc:chgData name="Anshuman Nath" userId="c05c3c85-26fd-4b59-8932-a76e100e8883" providerId="ADAL" clId="{3C211872-778A-4D92-A21E-4DCB9F92B0E1}" dt="2026-04-24T13:01:44.592" v="6" actId="478"/>
          <pc:sldLayoutMkLst>
            <pc:docMk/>
            <pc:sldMasterMk cId="1558842252" sldId="2147484073"/>
            <pc:sldLayoutMk cId="3395101807" sldId="2147484079"/>
          </pc:sldLayoutMkLst>
        </pc:sldLayoutChg>
      </pc:sldMasterChg>
    </pc:docChg>
  </pc:docChgLst>
  <pc:docChgLst>
    <pc:chgData name="Keiran Holloway" userId="835b84b9-51b0-4cb4-b62e-9ec594354c44" providerId="ADAL" clId="{0D729A0D-DD40-4539-92FE-AEFCA83C3E9E}"/>
    <pc:docChg chg="undo custSel addSld delSld modSld modSection">
      <pc:chgData name="Keiran Holloway" userId="835b84b9-51b0-4cb4-b62e-9ec594354c44" providerId="ADAL" clId="{0D729A0D-DD40-4539-92FE-AEFCA83C3E9E}" dt="2026-04-27T15:00:05.418" v="1608" actId="20577"/>
      <pc:docMkLst>
        <pc:docMk/>
      </pc:docMkLst>
      <pc:sldChg chg="modSp mod">
        <pc:chgData name="Keiran Holloway" userId="835b84b9-51b0-4cb4-b62e-9ec594354c44" providerId="ADAL" clId="{0D729A0D-DD40-4539-92FE-AEFCA83C3E9E}" dt="2026-04-27T09:29:43.030" v="1" actId="20577"/>
        <pc:sldMkLst>
          <pc:docMk/>
          <pc:sldMk cId="2183228781" sldId="272"/>
        </pc:sldMkLst>
        <pc:graphicFrameChg chg="modGraphic">
          <ac:chgData name="Keiran Holloway" userId="835b84b9-51b0-4cb4-b62e-9ec594354c44" providerId="ADAL" clId="{0D729A0D-DD40-4539-92FE-AEFCA83C3E9E}" dt="2026-04-27T09:29:43.030" v="1" actId="20577"/>
          <ac:graphicFrameMkLst>
            <pc:docMk/>
            <pc:sldMk cId="2183228781" sldId="272"/>
            <ac:graphicFrameMk id="22" creationId="{C78093CE-F6EC-44BA-FC8B-BBB7190BB42A}"/>
          </ac:graphicFrameMkLst>
        </pc:graphicFrameChg>
      </pc:sldChg>
      <pc:sldChg chg="addSp delSp modSp mod">
        <pc:chgData name="Keiran Holloway" userId="835b84b9-51b0-4cb4-b62e-9ec594354c44" providerId="ADAL" clId="{0D729A0D-DD40-4539-92FE-AEFCA83C3E9E}" dt="2026-04-27T15:00:05.418" v="1608" actId="20577"/>
        <pc:sldMkLst>
          <pc:docMk/>
          <pc:sldMk cId="2612447691" sldId="280"/>
        </pc:sldMkLst>
        <pc:spChg chg="mod">
          <ac:chgData name="Keiran Holloway" userId="835b84b9-51b0-4cb4-b62e-9ec594354c44" providerId="ADAL" clId="{0D729A0D-DD40-4539-92FE-AEFCA83C3E9E}" dt="2026-04-27T14:26:13.151" v="784" actId="1076"/>
          <ac:spMkLst>
            <pc:docMk/>
            <pc:sldMk cId="2612447691" sldId="280"/>
            <ac:spMk id="3" creationId="{978A4662-A97E-CABF-4174-13351A59134F}"/>
          </ac:spMkLst>
        </pc:spChg>
        <pc:spChg chg="mod">
          <ac:chgData name="Keiran Holloway" userId="835b84b9-51b0-4cb4-b62e-9ec594354c44" providerId="ADAL" clId="{0D729A0D-DD40-4539-92FE-AEFCA83C3E9E}" dt="2026-04-27T14:11:58.673" v="40" actId="20577"/>
          <ac:spMkLst>
            <pc:docMk/>
            <pc:sldMk cId="2612447691" sldId="280"/>
            <ac:spMk id="4" creationId="{19060D72-9180-46BD-B82D-F1C6BC1DAFF1}"/>
          </ac:spMkLst>
        </pc:spChg>
        <pc:spChg chg="add del mod">
          <ac:chgData name="Keiran Holloway" userId="835b84b9-51b0-4cb4-b62e-9ec594354c44" providerId="ADAL" clId="{0D729A0D-DD40-4539-92FE-AEFCA83C3E9E}" dt="2026-04-27T14:12:26.248" v="49" actId="478"/>
          <ac:spMkLst>
            <pc:docMk/>
            <pc:sldMk cId="2612447691" sldId="280"/>
            <ac:spMk id="7" creationId="{E15C7529-7BD0-50D8-7DD0-3278F8C24AF7}"/>
          </ac:spMkLst>
        </pc:spChg>
        <pc:spChg chg="add del mod">
          <ac:chgData name="Keiran Holloway" userId="835b84b9-51b0-4cb4-b62e-9ec594354c44" providerId="ADAL" clId="{0D729A0D-DD40-4539-92FE-AEFCA83C3E9E}" dt="2026-04-27T14:12:26.248" v="49" actId="478"/>
          <ac:spMkLst>
            <pc:docMk/>
            <pc:sldMk cId="2612447691" sldId="280"/>
            <ac:spMk id="8" creationId="{1D6F5F8D-9FA2-8DDC-CFED-DAA68DE128D4}"/>
          </ac:spMkLst>
        </pc:spChg>
        <pc:spChg chg="add del mod">
          <ac:chgData name="Keiran Holloway" userId="835b84b9-51b0-4cb4-b62e-9ec594354c44" providerId="ADAL" clId="{0D729A0D-DD40-4539-92FE-AEFCA83C3E9E}" dt="2026-04-27T14:12:26.248" v="49" actId="478"/>
          <ac:spMkLst>
            <pc:docMk/>
            <pc:sldMk cId="2612447691" sldId="280"/>
            <ac:spMk id="9" creationId="{4CDDDA37-1511-CCB8-2B47-BD3CC847383C}"/>
          </ac:spMkLst>
        </pc:spChg>
        <pc:spChg chg="add del mod">
          <ac:chgData name="Keiran Holloway" userId="835b84b9-51b0-4cb4-b62e-9ec594354c44" providerId="ADAL" clId="{0D729A0D-DD40-4539-92FE-AEFCA83C3E9E}" dt="2026-04-27T14:12:26.248" v="49" actId="478"/>
          <ac:spMkLst>
            <pc:docMk/>
            <pc:sldMk cId="2612447691" sldId="280"/>
            <ac:spMk id="10" creationId="{CD63F268-C5CF-3FA6-4CDB-76752B4A16D4}"/>
          </ac:spMkLst>
        </pc:spChg>
        <pc:spChg chg="add del mod">
          <ac:chgData name="Keiran Holloway" userId="835b84b9-51b0-4cb4-b62e-9ec594354c44" providerId="ADAL" clId="{0D729A0D-DD40-4539-92FE-AEFCA83C3E9E}" dt="2026-04-27T14:12:26.248" v="49" actId="478"/>
          <ac:spMkLst>
            <pc:docMk/>
            <pc:sldMk cId="2612447691" sldId="280"/>
            <ac:spMk id="11" creationId="{2C90CBD5-2151-D7AF-FF3B-346BB6E4F759}"/>
          </ac:spMkLst>
        </pc:spChg>
        <pc:spChg chg="add del mod">
          <ac:chgData name="Keiran Holloway" userId="835b84b9-51b0-4cb4-b62e-9ec594354c44" providerId="ADAL" clId="{0D729A0D-DD40-4539-92FE-AEFCA83C3E9E}" dt="2026-04-27T14:12:26.248" v="49" actId="478"/>
          <ac:spMkLst>
            <pc:docMk/>
            <pc:sldMk cId="2612447691" sldId="280"/>
            <ac:spMk id="12" creationId="{46FD2F5D-C906-9486-80ED-D32ED441DE6C}"/>
          </ac:spMkLst>
        </pc:spChg>
        <pc:spChg chg="add del mod">
          <ac:chgData name="Keiran Holloway" userId="835b84b9-51b0-4cb4-b62e-9ec594354c44" providerId="ADAL" clId="{0D729A0D-DD40-4539-92FE-AEFCA83C3E9E}" dt="2026-04-27T14:12:26.248" v="49" actId="478"/>
          <ac:spMkLst>
            <pc:docMk/>
            <pc:sldMk cId="2612447691" sldId="280"/>
            <ac:spMk id="13" creationId="{CACD2955-105F-A8EB-834F-5EC4B34C09D5}"/>
          </ac:spMkLst>
        </pc:spChg>
        <pc:spChg chg="add del mod">
          <ac:chgData name="Keiran Holloway" userId="835b84b9-51b0-4cb4-b62e-9ec594354c44" providerId="ADAL" clId="{0D729A0D-DD40-4539-92FE-AEFCA83C3E9E}" dt="2026-04-27T14:12:26.248" v="49" actId="478"/>
          <ac:spMkLst>
            <pc:docMk/>
            <pc:sldMk cId="2612447691" sldId="280"/>
            <ac:spMk id="14" creationId="{9907EDD7-BA44-D23B-720A-6D4211464176}"/>
          </ac:spMkLst>
        </pc:spChg>
        <pc:spChg chg="add del mod">
          <ac:chgData name="Keiran Holloway" userId="835b84b9-51b0-4cb4-b62e-9ec594354c44" providerId="ADAL" clId="{0D729A0D-DD40-4539-92FE-AEFCA83C3E9E}" dt="2026-04-27T14:13:39.510" v="63" actId="478"/>
          <ac:spMkLst>
            <pc:docMk/>
            <pc:sldMk cId="2612447691" sldId="280"/>
            <ac:spMk id="15" creationId="{A3139975-0E18-6190-CF55-F9BAF2BECD5A}"/>
          </ac:spMkLst>
        </pc:spChg>
        <pc:spChg chg="add del mod">
          <ac:chgData name="Keiran Holloway" userId="835b84b9-51b0-4cb4-b62e-9ec594354c44" providerId="ADAL" clId="{0D729A0D-DD40-4539-92FE-AEFCA83C3E9E}" dt="2026-04-27T14:13:39.510" v="63" actId="478"/>
          <ac:spMkLst>
            <pc:docMk/>
            <pc:sldMk cId="2612447691" sldId="280"/>
            <ac:spMk id="16" creationId="{62B793B5-273A-3473-6353-C8ACDCE1CFE3}"/>
          </ac:spMkLst>
        </pc:spChg>
        <pc:spChg chg="add del mod">
          <ac:chgData name="Keiran Holloway" userId="835b84b9-51b0-4cb4-b62e-9ec594354c44" providerId="ADAL" clId="{0D729A0D-DD40-4539-92FE-AEFCA83C3E9E}" dt="2026-04-27T14:13:39.510" v="63" actId="478"/>
          <ac:spMkLst>
            <pc:docMk/>
            <pc:sldMk cId="2612447691" sldId="280"/>
            <ac:spMk id="17" creationId="{8E4D733E-4AE4-4095-AC76-4FABF2E1C128}"/>
          </ac:spMkLst>
        </pc:spChg>
        <pc:spChg chg="add del mod">
          <ac:chgData name="Keiran Holloway" userId="835b84b9-51b0-4cb4-b62e-9ec594354c44" providerId="ADAL" clId="{0D729A0D-DD40-4539-92FE-AEFCA83C3E9E}" dt="2026-04-27T14:13:39.510" v="63" actId="478"/>
          <ac:spMkLst>
            <pc:docMk/>
            <pc:sldMk cId="2612447691" sldId="280"/>
            <ac:spMk id="18" creationId="{E23FC335-C5F9-7339-088D-FB13E61906D7}"/>
          </ac:spMkLst>
        </pc:spChg>
        <pc:spChg chg="add del mod">
          <ac:chgData name="Keiran Holloway" userId="835b84b9-51b0-4cb4-b62e-9ec594354c44" providerId="ADAL" clId="{0D729A0D-DD40-4539-92FE-AEFCA83C3E9E}" dt="2026-04-27T14:13:39.510" v="63" actId="478"/>
          <ac:spMkLst>
            <pc:docMk/>
            <pc:sldMk cId="2612447691" sldId="280"/>
            <ac:spMk id="19" creationId="{4783F3E6-6A67-827F-CB6A-AEAFC3324071}"/>
          </ac:spMkLst>
        </pc:spChg>
        <pc:spChg chg="add del mod">
          <ac:chgData name="Keiran Holloway" userId="835b84b9-51b0-4cb4-b62e-9ec594354c44" providerId="ADAL" clId="{0D729A0D-DD40-4539-92FE-AEFCA83C3E9E}" dt="2026-04-27T14:13:39.510" v="63" actId="478"/>
          <ac:spMkLst>
            <pc:docMk/>
            <pc:sldMk cId="2612447691" sldId="280"/>
            <ac:spMk id="20" creationId="{9B1D9498-7150-F65E-C583-AA0CA8E0D60D}"/>
          </ac:spMkLst>
        </pc:spChg>
        <pc:spChg chg="add del mod">
          <ac:chgData name="Keiran Holloway" userId="835b84b9-51b0-4cb4-b62e-9ec594354c44" providerId="ADAL" clId="{0D729A0D-DD40-4539-92FE-AEFCA83C3E9E}" dt="2026-04-27T14:13:39.510" v="63" actId="478"/>
          <ac:spMkLst>
            <pc:docMk/>
            <pc:sldMk cId="2612447691" sldId="280"/>
            <ac:spMk id="21" creationId="{2EB7F0C8-EF3C-CA7A-491B-C17E9F34A391}"/>
          </ac:spMkLst>
        </pc:spChg>
        <pc:spChg chg="add del mod">
          <ac:chgData name="Keiran Holloway" userId="835b84b9-51b0-4cb4-b62e-9ec594354c44" providerId="ADAL" clId="{0D729A0D-DD40-4539-92FE-AEFCA83C3E9E}" dt="2026-04-27T14:13:39.510" v="63" actId="478"/>
          <ac:spMkLst>
            <pc:docMk/>
            <pc:sldMk cId="2612447691" sldId="280"/>
            <ac:spMk id="22" creationId="{D0CAA099-4388-9FFD-E8FC-35F5B7392814}"/>
          </ac:spMkLst>
        </pc:spChg>
        <pc:spChg chg="add mod">
          <ac:chgData name="Keiran Holloway" userId="835b84b9-51b0-4cb4-b62e-9ec594354c44" providerId="ADAL" clId="{0D729A0D-DD40-4539-92FE-AEFCA83C3E9E}" dt="2026-04-27T14:28:43.620" v="798" actId="20577"/>
          <ac:spMkLst>
            <pc:docMk/>
            <pc:sldMk cId="2612447691" sldId="280"/>
            <ac:spMk id="23" creationId="{2F433B07-1666-5233-ED11-2CE9BE7B3EF6}"/>
          </ac:spMkLst>
        </pc:spChg>
        <pc:spChg chg="add mod">
          <ac:chgData name="Keiran Holloway" userId="835b84b9-51b0-4cb4-b62e-9ec594354c44" providerId="ADAL" clId="{0D729A0D-DD40-4539-92FE-AEFCA83C3E9E}" dt="2026-04-27T14:23:52.490" v="586" actId="207"/>
          <ac:spMkLst>
            <pc:docMk/>
            <pc:sldMk cId="2612447691" sldId="280"/>
            <ac:spMk id="24" creationId="{8E8CE8C9-E5B7-DCE8-AD60-8462B25A65D3}"/>
          </ac:spMkLst>
        </pc:spChg>
        <pc:spChg chg="add mod">
          <ac:chgData name="Keiran Holloway" userId="835b84b9-51b0-4cb4-b62e-9ec594354c44" providerId="ADAL" clId="{0D729A0D-DD40-4539-92FE-AEFCA83C3E9E}" dt="2026-04-27T14:23:15.722" v="583" actId="207"/>
          <ac:spMkLst>
            <pc:docMk/>
            <pc:sldMk cId="2612447691" sldId="280"/>
            <ac:spMk id="25" creationId="{36E131AF-808F-A0FA-926A-50677E6AA3E1}"/>
          </ac:spMkLst>
        </pc:spChg>
        <pc:spChg chg="add mod">
          <ac:chgData name="Keiran Holloway" userId="835b84b9-51b0-4cb4-b62e-9ec594354c44" providerId="ADAL" clId="{0D729A0D-DD40-4539-92FE-AEFCA83C3E9E}" dt="2026-04-27T15:00:05.418" v="1608" actId="20577"/>
          <ac:spMkLst>
            <pc:docMk/>
            <pc:sldMk cId="2612447691" sldId="280"/>
            <ac:spMk id="26" creationId="{C6D362B3-4BA8-BCA9-97F2-0B05417AE7AF}"/>
          </ac:spMkLst>
        </pc:spChg>
        <pc:spChg chg="add mod">
          <ac:chgData name="Keiran Holloway" userId="835b84b9-51b0-4cb4-b62e-9ec594354c44" providerId="ADAL" clId="{0D729A0D-DD40-4539-92FE-AEFCA83C3E9E}" dt="2026-04-27T14:29:29.926" v="856" actId="20577"/>
          <ac:spMkLst>
            <pc:docMk/>
            <pc:sldMk cId="2612447691" sldId="280"/>
            <ac:spMk id="27" creationId="{BBE4E12C-139F-5785-FA4E-B69E39198C1F}"/>
          </ac:spMkLst>
        </pc:spChg>
        <pc:spChg chg="add mod">
          <ac:chgData name="Keiran Holloway" userId="835b84b9-51b0-4cb4-b62e-9ec594354c44" providerId="ADAL" clId="{0D729A0D-DD40-4539-92FE-AEFCA83C3E9E}" dt="2026-04-27T14:29:50.796" v="866" actId="20577"/>
          <ac:spMkLst>
            <pc:docMk/>
            <pc:sldMk cId="2612447691" sldId="280"/>
            <ac:spMk id="28" creationId="{F1A30604-BA45-7B02-8702-AC1BD0C5EDAA}"/>
          </ac:spMkLst>
        </pc:spChg>
        <pc:spChg chg="add mod">
          <ac:chgData name="Keiran Holloway" userId="835b84b9-51b0-4cb4-b62e-9ec594354c44" providerId="ADAL" clId="{0D729A0D-DD40-4539-92FE-AEFCA83C3E9E}" dt="2026-04-27T14:25:43.263" v="737" actId="20577"/>
          <ac:spMkLst>
            <pc:docMk/>
            <pc:sldMk cId="2612447691" sldId="280"/>
            <ac:spMk id="29" creationId="{7B4DEC94-247D-6B1A-ECEF-206FFF50EFC2}"/>
          </ac:spMkLst>
        </pc:spChg>
        <pc:spChg chg="add mod">
          <ac:chgData name="Keiran Holloway" userId="835b84b9-51b0-4cb4-b62e-9ec594354c44" providerId="ADAL" clId="{0D729A0D-DD40-4539-92FE-AEFCA83C3E9E}" dt="2026-04-27T14:30:18.774" v="870" actId="20577"/>
          <ac:spMkLst>
            <pc:docMk/>
            <pc:sldMk cId="2612447691" sldId="280"/>
            <ac:spMk id="30" creationId="{CDA7068B-5187-29A7-6D52-AE1DF405AC19}"/>
          </ac:spMkLst>
        </pc:spChg>
        <pc:spChg chg="add mod">
          <ac:chgData name="Keiran Holloway" userId="835b84b9-51b0-4cb4-b62e-9ec594354c44" providerId="ADAL" clId="{0D729A0D-DD40-4539-92FE-AEFCA83C3E9E}" dt="2026-04-27T14:24:15.928" v="588" actId="1076"/>
          <ac:spMkLst>
            <pc:docMk/>
            <pc:sldMk cId="2612447691" sldId="280"/>
            <ac:spMk id="32" creationId="{94FBFF31-2426-C8B3-CDB1-E19951A601B1}"/>
          </ac:spMkLst>
        </pc:spChg>
        <pc:spChg chg="add del">
          <ac:chgData name="Keiran Holloway" userId="835b84b9-51b0-4cb4-b62e-9ec594354c44" providerId="ADAL" clId="{0D729A0D-DD40-4539-92FE-AEFCA83C3E9E}" dt="2026-04-27T14:31:13.228" v="874" actId="478"/>
          <ac:spMkLst>
            <pc:docMk/>
            <pc:sldMk cId="2612447691" sldId="280"/>
            <ac:spMk id="33" creationId="{C538F272-D929-5390-034F-FF9D9181E449}"/>
          </ac:spMkLst>
        </pc:spChg>
        <pc:picChg chg="mod">
          <ac:chgData name="Keiran Holloway" userId="835b84b9-51b0-4cb4-b62e-9ec594354c44" providerId="ADAL" clId="{0D729A0D-DD40-4539-92FE-AEFCA83C3E9E}" dt="2026-04-27T14:20:05.466" v="281" actId="1076"/>
          <ac:picMkLst>
            <pc:docMk/>
            <pc:sldMk cId="2612447691" sldId="280"/>
            <ac:picMk id="5" creationId="{968C5F60-8E07-36ED-44D3-FD3D0A3EEA08}"/>
          </ac:picMkLst>
        </pc:picChg>
        <pc:picChg chg="del mod">
          <ac:chgData name="Keiran Holloway" userId="835b84b9-51b0-4cb4-b62e-9ec594354c44" providerId="ADAL" clId="{0D729A0D-DD40-4539-92FE-AEFCA83C3E9E}" dt="2026-04-27T14:57:47.475" v="1574" actId="478"/>
          <ac:picMkLst>
            <pc:docMk/>
            <pc:sldMk cId="2612447691" sldId="280"/>
            <ac:picMk id="6" creationId="{8D3FFD4A-132C-F8C4-1AC9-58DC0E1311A5}"/>
          </ac:picMkLst>
        </pc:picChg>
      </pc:sldChg>
      <pc:sldChg chg="modSp mod">
        <pc:chgData name="Keiran Holloway" userId="835b84b9-51b0-4cb4-b62e-9ec594354c44" providerId="ADAL" clId="{0D729A0D-DD40-4539-92FE-AEFCA83C3E9E}" dt="2026-04-27T14:58:29.333" v="1588" actId="1076"/>
        <pc:sldMkLst>
          <pc:docMk/>
          <pc:sldMk cId="954823635" sldId="284"/>
        </pc:sldMkLst>
        <pc:spChg chg="mod">
          <ac:chgData name="Keiran Holloway" userId="835b84b9-51b0-4cb4-b62e-9ec594354c44" providerId="ADAL" clId="{0D729A0D-DD40-4539-92FE-AEFCA83C3E9E}" dt="2026-04-27T14:58:29.333" v="1588" actId="1076"/>
          <ac:spMkLst>
            <pc:docMk/>
            <pc:sldMk cId="954823635" sldId="284"/>
            <ac:spMk id="2" creationId="{9DD41177-087D-60A0-513D-BBE5EB9888B9}"/>
          </ac:spMkLst>
        </pc:spChg>
      </pc:sldChg>
      <pc:sldChg chg="delSp add del mod">
        <pc:chgData name="Keiran Holloway" userId="835b84b9-51b0-4cb4-b62e-9ec594354c44" providerId="ADAL" clId="{0D729A0D-DD40-4539-92FE-AEFCA83C3E9E}" dt="2026-04-27T14:14:06.594" v="68" actId="47"/>
        <pc:sldMkLst>
          <pc:docMk/>
          <pc:sldMk cId="829761318" sldId="306"/>
        </pc:sldMkLst>
        <pc:spChg chg="del">
          <ac:chgData name="Keiran Holloway" userId="835b84b9-51b0-4cb4-b62e-9ec594354c44" providerId="ADAL" clId="{0D729A0D-DD40-4539-92FE-AEFCA83C3E9E}" dt="2026-04-27T14:13:58.296" v="65" actId="21"/>
          <ac:spMkLst>
            <pc:docMk/>
            <pc:sldMk cId="829761318" sldId="306"/>
            <ac:spMk id="2" creationId="{7B4DEC94-247D-6B1A-ECEF-206FFF50EFC2}"/>
          </ac:spMkLst>
        </pc:spChg>
        <pc:spChg chg="del">
          <ac:chgData name="Keiran Holloway" userId="835b84b9-51b0-4cb4-b62e-9ec594354c44" providerId="ADAL" clId="{0D729A0D-DD40-4539-92FE-AEFCA83C3E9E}" dt="2026-04-27T14:13:58.296" v="65" actId="21"/>
          <ac:spMkLst>
            <pc:docMk/>
            <pc:sldMk cId="829761318" sldId="306"/>
            <ac:spMk id="3" creationId="{CDA7068B-5187-29A7-6D52-AE1DF405AC19}"/>
          </ac:spMkLst>
        </pc:spChg>
        <pc:spChg chg="del">
          <ac:chgData name="Keiran Holloway" userId="835b84b9-51b0-4cb4-b62e-9ec594354c44" providerId="ADAL" clId="{0D729A0D-DD40-4539-92FE-AEFCA83C3E9E}" dt="2026-04-27T14:13:58.296" v="65" actId="21"/>
          <ac:spMkLst>
            <pc:docMk/>
            <pc:sldMk cId="829761318" sldId="306"/>
            <ac:spMk id="10" creationId="{2F433B07-1666-5233-ED11-2CE9BE7B3EF6}"/>
          </ac:spMkLst>
        </pc:spChg>
        <pc:spChg chg="del">
          <ac:chgData name="Keiran Holloway" userId="835b84b9-51b0-4cb4-b62e-9ec594354c44" providerId="ADAL" clId="{0D729A0D-DD40-4539-92FE-AEFCA83C3E9E}" dt="2026-04-27T14:13:58.296" v="65" actId="21"/>
          <ac:spMkLst>
            <pc:docMk/>
            <pc:sldMk cId="829761318" sldId="306"/>
            <ac:spMk id="11" creationId="{8E8CE8C9-E5B7-DCE8-AD60-8462B25A65D3}"/>
          </ac:spMkLst>
        </pc:spChg>
        <pc:spChg chg="del">
          <ac:chgData name="Keiran Holloway" userId="835b84b9-51b0-4cb4-b62e-9ec594354c44" providerId="ADAL" clId="{0D729A0D-DD40-4539-92FE-AEFCA83C3E9E}" dt="2026-04-27T14:13:58.296" v="65" actId="21"/>
          <ac:spMkLst>
            <pc:docMk/>
            <pc:sldMk cId="829761318" sldId="306"/>
            <ac:spMk id="12" creationId="{36E131AF-808F-A0FA-926A-50677E6AA3E1}"/>
          </ac:spMkLst>
        </pc:spChg>
        <pc:spChg chg="del">
          <ac:chgData name="Keiran Holloway" userId="835b84b9-51b0-4cb4-b62e-9ec594354c44" providerId="ADAL" clId="{0D729A0D-DD40-4539-92FE-AEFCA83C3E9E}" dt="2026-04-27T14:13:58.296" v="65" actId="21"/>
          <ac:spMkLst>
            <pc:docMk/>
            <pc:sldMk cId="829761318" sldId="306"/>
            <ac:spMk id="13" creationId="{C6D362B3-4BA8-BCA9-97F2-0B05417AE7AF}"/>
          </ac:spMkLst>
        </pc:spChg>
        <pc:spChg chg="del">
          <ac:chgData name="Keiran Holloway" userId="835b84b9-51b0-4cb4-b62e-9ec594354c44" providerId="ADAL" clId="{0D729A0D-DD40-4539-92FE-AEFCA83C3E9E}" dt="2026-04-27T14:13:58.296" v="65" actId="21"/>
          <ac:spMkLst>
            <pc:docMk/>
            <pc:sldMk cId="829761318" sldId="306"/>
            <ac:spMk id="14" creationId="{BBE4E12C-139F-5785-FA4E-B69E39198C1F}"/>
          </ac:spMkLst>
        </pc:spChg>
        <pc:spChg chg="del">
          <ac:chgData name="Keiran Holloway" userId="835b84b9-51b0-4cb4-b62e-9ec594354c44" providerId="ADAL" clId="{0D729A0D-DD40-4539-92FE-AEFCA83C3E9E}" dt="2026-04-27T14:13:58.296" v="65" actId="21"/>
          <ac:spMkLst>
            <pc:docMk/>
            <pc:sldMk cId="829761318" sldId="306"/>
            <ac:spMk id="15" creationId="{F1A30604-BA45-7B02-8702-AC1BD0C5EDAA}"/>
          </ac:spMkLst>
        </pc:spChg>
      </pc:sldChg>
    </pc:docChg>
  </pc:docChgLst>
  <pc:docChgLst>
    <pc:chgData name="Scott Beckford" userId="97f88ce4-fa8b-4163-b87d-92edb22d088f" providerId="ADAL" clId="{ADC934EB-76DE-5A1C-92BA-F001C2335EFE}"/>
    <pc:docChg chg="undo custSel addSld delSld modSld sldOrd modSection">
      <pc:chgData name="Scott Beckford" userId="97f88ce4-fa8b-4163-b87d-92edb22d088f" providerId="ADAL" clId="{ADC934EB-76DE-5A1C-92BA-F001C2335EFE}" dt="2026-04-27T16:59:03.903" v="20224" actId="20577"/>
      <pc:docMkLst>
        <pc:docMk/>
      </pc:docMkLst>
      <pc:sldChg chg="modSp add del mod">
        <pc:chgData name="Scott Beckford" userId="97f88ce4-fa8b-4163-b87d-92edb22d088f" providerId="ADAL" clId="{ADC934EB-76DE-5A1C-92BA-F001C2335EFE}" dt="2026-04-27T12:50:21.469" v="18335" actId="2696"/>
        <pc:sldMkLst>
          <pc:docMk/>
          <pc:sldMk cId="2078894897" sldId="256"/>
        </pc:sldMkLst>
      </pc:sldChg>
      <pc:sldChg chg="add">
        <pc:chgData name="Scott Beckford" userId="97f88ce4-fa8b-4163-b87d-92edb22d088f" providerId="ADAL" clId="{ADC934EB-76DE-5A1C-92BA-F001C2335EFE}" dt="2026-04-27T12:50:38.804" v="18336"/>
        <pc:sldMkLst>
          <pc:docMk/>
          <pc:sldMk cId="2939894911" sldId="256"/>
        </pc:sldMkLst>
      </pc:sldChg>
      <pc:sldChg chg="modSp mod">
        <pc:chgData name="Scott Beckford" userId="97f88ce4-fa8b-4163-b87d-92edb22d088f" providerId="ADAL" clId="{ADC934EB-76DE-5A1C-92BA-F001C2335EFE}" dt="2026-04-23T08:20:02.236" v="6863" actId="790"/>
        <pc:sldMkLst>
          <pc:docMk/>
          <pc:sldMk cId="1607316324" sldId="257"/>
        </pc:sldMkLst>
        <pc:spChg chg="mod">
          <ac:chgData name="Scott Beckford" userId="97f88ce4-fa8b-4163-b87d-92edb22d088f" providerId="ADAL" clId="{ADC934EB-76DE-5A1C-92BA-F001C2335EFE}" dt="2026-04-23T08:20:02.236" v="6863" actId="790"/>
          <ac:spMkLst>
            <pc:docMk/>
            <pc:sldMk cId="1607316324" sldId="257"/>
            <ac:spMk id="6" creationId="{6A52488A-772F-A158-D9F9-3D716FA0E157}"/>
          </ac:spMkLst>
        </pc:spChg>
        <pc:spChg chg="mod">
          <ac:chgData name="Scott Beckford" userId="97f88ce4-fa8b-4163-b87d-92edb22d088f" providerId="ADAL" clId="{ADC934EB-76DE-5A1C-92BA-F001C2335EFE}" dt="2026-04-23T08:20:02.236" v="6863" actId="790"/>
          <ac:spMkLst>
            <pc:docMk/>
            <pc:sldMk cId="1607316324" sldId="257"/>
            <ac:spMk id="7" creationId="{C025BC2F-6F2A-8421-D263-916FA05BF815}"/>
          </ac:spMkLst>
        </pc:spChg>
        <pc:spChg chg="mod">
          <ac:chgData name="Scott Beckford" userId="97f88ce4-fa8b-4163-b87d-92edb22d088f" providerId="ADAL" clId="{ADC934EB-76DE-5A1C-92BA-F001C2335EFE}" dt="2026-04-23T08:20:02.236" v="6863" actId="790"/>
          <ac:spMkLst>
            <pc:docMk/>
            <pc:sldMk cId="1607316324" sldId="257"/>
            <ac:spMk id="8" creationId="{19B21124-8BEB-7358-0E7A-030BADF717A1}"/>
          </ac:spMkLst>
        </pc:spChg>
      </pc:sldChg>
      <pc:sldChg chg="addSp delSp modSp mod ord">
        <pc:chgData name="Scott Beckford" userId="97f88ce4-fa8b-4163-b87d-92edb22d088f" providerId="ADAL" clId="{ADC934EB-76DE-5A1C-92BA-F001C2335EFE}" dt="2026-04-27T06:33:44.144" v="15372" actId="207"/>
        <pc:sldMkLst>
          <pc:docMk/>
          <pc:sldMk cId="4084012050" sldId="258"/>
        </pc:sldMkLst>
        <pc:spChg chg="add mod">
          <ac:chgData name="Scott Beckford" userId="97f88ce4-fa8b-4163-b87d-92edb22d088f" providerId="ADAL" clId="{ADC934EB-76DE-5A1C-92BA-F001C2335EFE}" dt="2026-04-26T19:22:59.116" v="12913" actId="1036"/>
          <ac:spMkLst>
            <pc:docMk/>
            <pc:sldMk cId="4084012050" sldId="258"/>
            <ac:spMk id="3" creationId="{E172CCDA-ADE8-2ED2-8278-5AB23BD1F378}"/>
          </ac:spMkLst>
        </pc:spChg>
        <pc:spChg chg="mod">
          <ac:chgData name="Scott Beckford" userId="97f88ce4-fa8b-4163-b87d-92edb22d088f" providerId="ADAL" clId="{ADC934EB-76DE-5A1C-92BA-F001C2335EFE}" dt="2026-04-23T13:50:44.506" v="7606" actId="1076"/>
          <ac:spMkLst>
            <pc:docMk/>
            <pc:sldMk cId="4084012050" sldId="258"/>
            <ac:spMk id="4" creationId="{2652C90C-3C21-3BE4-2DA5-684CDEA35171}"/>
          </ac:spMkLst>
        </pc:spChg>
        <pc:spChg chg="add mod">
          <ac:chgData name="Scott Beckford" userId="97f88ce4-fa8b-4163-b87d-92edb22d088f" providerId="ADAL" clId="{ADC934EB-76DE-5A1C-92BA-F001C2335EFE}" dt="2026-04-26T19:21:54.785" v="12878" actId="1076"/>
          <ac:spMkLst>
            <pc:docMk/>
            <pc:sldMk cId="4084012050" sldId="258"/>
            <ac:spMk id="5" creationId="{45717CA4-16F2-A355-13CB-41F7EBB3957E}"/>
          </ac:spMkLst>
        </pc:spChg>
        <pc:spChg chg="mod topLvl">
          <ac:chgData name="Scott Beckford" userId="97f88ce4-fa8b-4163-b87d-92edb22d088f" providerId="ADAL" clId="{ADC934EB-76DE-5A1C-92BA-F001C2335EFE}" dt="2026-04-26T19:24:12.800" v="12944" actId="1036"/>
          <ac:spMkLst>
            <pc:docMk/>
            <pc:sldMk cId="4084012050" sldId="258"/>
            <ac:spMk id="6" creationId="{884FFA0B-8AB8-BB59-08D0-EC51D014B5EA}"/>
          </ac:spMkLst>
        </pc:spChg>
        <pc:spChg chg="add mod">
          <ac:chgData name="Scott Beckford" userId="97f88ce4-fa8b-4163-b87d-92edb22d088f" providerId="ADAL" clId="{ADC934EB-76DE-5A1C-92BA-F001C2335EFE}" dt="2026-04-26T19:22:59.116" v="12913" actId="1036"/>
          <ac:spMkLst>
            <pc:docMk/>
            <pc:sldMk cId="4084012050" sldId="258"/>
            <ac:spMk id="7" creationId="{46EAF9B7-6021-ADBC-29B2-1400E4813D4D}"/>
          </ac:spMkLst>
        </pc:spChg>
        <pc:spChg chg="add mod">
          <ac:chgData name="Scott Beckford" userId="97f88ce4-fa8b-4163-b87d-92edb22d088f" providerId="ADAL" clId="{ADC934EB-76DE-5A1C-92BA-F001C2335EFE}" dt="2026-04-26T19:22:59.116" v="12913" actId="1036"/>
          <ac:spMkLst>
            <pc:docMk/>
            <pc:sldMk cId="4084012050" sldId="258"/>
            <ac:spMk id="8" creationId="{B76EEE82-7E8A-7607-5C50-ACF57022E2F8}"/>
          </ac:spMkLst>
        </pc:spChg>
        <pc:spChg chg="add mod">
          <ac:chgData name="Scott Beckford" userId="97f88ce4-fa8b-4163-b87d-92edb22d088f" providerId="ADAL" clId="{ADC934EB-76DE-5A1C-92BA-F001C2335EFE}" dt="2026-04-26T19:21:37.389" v="12874" actId="1038"/>
          <ac:spMkLst>
            <pc:docMk/>
            <pc:sldMk cId="4084012050" sldId="258"/>
            <ac:spMk id="9" creationId="{C8CA6DF0-BD7F-A5A0-894B-4DBB374C8444}"/>
          </ac:spMkLst>
        </pc:spChg>
        <pc:spChg chg="add del mod">
          <ac:chgData name="Scott Beckford" userId="97f88ce4-fa8b-4163-b87d-92edb22d088f" providerId="ADAL" clId="{ADC934EB-76DE-5A1C-92BA-F001C2335EFE}" dt="2026-04-26T19:07:25.202" v="12652"/>
          <ac:spMkLst>
            <pc:docMk/>
            <pc:sldMk cId="4084012050" sldId="258"/>
            <ac:spMk id="10" creationId="{44FC6C5A-EE98-6BC1-A953-B96E23906CE1}"/>
          </ac:spMkLst>
        </pc:spChg>
        <pc:spChg chg="mod">
          <ac:chgData name="Scott Beckford" userId="97f88ce4-fa8b-4163-b87d-92edb22d088f" providerId="ADAL" clId="{ADC934EB-76DE-5A1C-92BA-F001C2335EFE}" dt="2026-04-26T19:22:59.116" v="12913" actId="1036"/>
          <ac:spMkLst>
            <pc:docMk/>
            <pc:sldMk cId="4084012050" sldId="258"/>
            <ac:spMk id="14" creationId="{78438EC3-BBFC-CCBB-C6DE-C5ED7D8E8D6C}"/>
          </ac:spMkLst>
        </pc:spChg>
        <pc:spChg chg="mod">
          <ac:chgData name="Scott Beckford" userId="97f88ce4-fa8b-4163-b87d-92edb22d088f" providerId="ADAL" clId="{ADC934EB-76DE-5A1C-92BA-F001C2335EFE}" dt="2026-04-26T19:23:49.851" v="12927" actId="1036"/>
          <ac:spMkLst>
            <pc:docMk/>
            <pc:sldMk cId="4084012050" sldId="258"/>
            <ac:spMk id="15" creationId="{A1841AB5-686D-1E62-CF1A-63FC273D78DD}"/>
          </ac:spMkLst>
        </pc:spChg>
        <pc:spChg chg="mod">
          <ac:chgData name="Scott Beckford" userId="97f88ce4-fa8b-4163-b87d-92edb22d088f" providerId="ADAL" clId="{ADC934EB-76DE-5A1C-92BA-F001C2335EFE}" dt="2026-04-26T19:22:18.273" v="12896" actId="1037"/>
          <ac:spMkLst>
            <pc:docMk/>
            <pc:sldMk cId="4084012050" sldId="258"/>
            <ac:spMk id="17" creationId="{E20BEADD-692B-A62E-8C72-EA0155572096}"/>
          </ac:spMkLst>
        </pc:spChg>
        <pc:spChg chg="mod">
          <ac:chgData name="Scott Beckford" userId="97f88ce4-fa8b-4163-b87d-92edb22d088f" providerId="ADAL" clId="{ADC934EB-76DE-5A1C-92BA-F001C2335EFE}" dt="2026-04-26T19:22:08.555" v="12886" actId="1038"/>
          <ac:spMkLst>
            <pc:docMk/>
            <pc:sldMk cId="4084012050" sldId="258"/>
            <ac:spMk id="18" creationId="{E84481C6-12BF-5EC5-572C-A36D7E467AC5}"/>
          </ac:spMkLst>
        </pc:spChg>
        <pc:spChg chg="add mod">
          <ac:chgData name="Scott Beckford" userId="97f88ce4-fa8b-4163-b87d-92edb22d088f" providerId="ADAL" clId="{ADC934EB-76DE-5A1C-92BA-F001C2335EFE}" dt="2026-04-26T19:18:30.176" v="12832" actId="1076"/>
          <ac:spMkLst>
            <pc:docMk/>
            <pc:sldMk cId="4084012050" sldId="258"/>
            <ac:spMk id="19" creationId="{056EB08A-768D-C5BD-8C42-06D187214274}"/>
          </ac:spMkLst>
        </pc:spChg>
        <pc:spChg chg="add mod">
          <ac:chgData name="Scott Beckford" userId="97f88ce4-fa8b-4163-b87d-92edb22d088f" providerId="ADAL" clId="{ADC934EB-76DE-5A1C-92BA-F001C2335EFE}" dt="2026-04-26T19:18:23.701" v="12831" actId="1036"/>
          <ac:spMkLst>
            <pc:docMk/>
            <pc:sldMk cId="4084012050" sldId="258"/>
            <ac:spMk id="26" creationId="{FF957A7E-854D-DDE8-8A09-ECE4E9E833F8}"/>
          </ac:spMkLst>
        </pc:spChg>
        <pc:spChg chg="mod">
          <ac:chgData name="Scott Beckford" userId="97f88ce4-fa8b-4163-b87d-92edb22d088f" providerId="ADAL" clId="{ADC934EB-76DE-5A1C-92BA-F001C2335EFE}" dt="2026-04-23T14:09:12.171" v="7712" actId="1038"/>
          <ac:spMkLst>
            <pc:docMk/>
            <pc:sldMk cId="4084012050" sldId="258"/>
            <ac:spMk id="27" creationId="{EFC14B4A-5C00-1BE7-8271-036219231E3E}"/>
          </ac:spMkLst>
        </pc:spChg>
        <pc:spChg chg="add mod">
          <ac:chgData name="Scott Beckford" userId="97f88ce4-fa8b-4163-b87d-92edb22d088f" providerId="ADAL" clId="{ADC934EB-76DE-5A1C-92BA-F001C2335EFE}" dt="2026-04-26T19:11:45.572" v="12707" actId="20577"/>
          <ac:spMkLst>
            <pc:docMk/>
            <pc:sldMk cId="4084012050" sldId="258"/>
            <ac:spMk id="28" creationId="{0F2564A1-EDA9-FC76-E060-C157F0AD6F24}"/>
          </ac:spMkLst>
        </pc:spChg>
        <pc:spChg chg="add mod">
          <ac:chgData name="Scott Beckford" userId="97f88ce4-fa8b-4163-b87d-92edb22d088f" providerId="ADAL" clId="{ADC934EB-76DE-5A1C-92BA-F001C2335EFE}" dt="2026-04-26T19:12:03.302" v="12714" actId="20577"/>
          <ac:spMkLst>
            <pc:docMk/>
            <pc:sldMk cId="4084012050" sldId="258"/>
            <ac:spMk id="29" creationId="{4BC8001D-6510-758D-F4B7-2805F223D484}"/>
          </ac:spMkLst>
        </pc:spChg>
        <pc:spChg chg="add mod">
          <ac:chgData name="Scott Beckford" userId="97f88ce4-fa8b-4163-b87d-92edb22d088f" providerId="ADAL" clId="{ADC934EB-76DE-5A1C-92BA-F001C2335EFE}" dt="2026-04-26T19:23:39.788" v="12918" actId="1036"/>
          <ac:spMkLst>
            <pc:docMk/>
            <pc:sldMk cId="4084012050" sldId="258"/>
            <ac:spMk id="30" creationId="{207AE4AC-0802-E1E3-C206-2CE48A98B071}"/>
          </ac:spMkLst>
        </pc:spChg>
        <pc:spChg chg="add mod">
          <ac:chgData name="Scott Beckford" userId="97f88ce4-fa8b-4163-b87d-92edb22d088f" providerId="ADAL" clId="{ADC934EB-76DE-5A1C-92BA-F001C2335EFE}" dt="2026-04-26T19:23:39.788" v="12918" actId="1036"/>
          <ac:spMkLst>
            <pc:docMk/>
            <pc:sldMk cId="4084012050" sldId="258"/>
            <ac:spMk id="31" creationId="{3858427E-446E-13D0-6D5E-84D0007A6A7C}"/>
          </ac:spMkLst>
        </pc:spChg>
        <pc:spChg chg="mod">
          <ac:chgData name="Scott Beckford" userId="97f88ce4-fa8b-4163-b87d-92edb22d088f" providerId="ADAL" clId="{ADC934EB-76DE-5A1C-92BA-F001C2335EFE}" dt="2026-04-23T14:09:35.768" v="7740" actId="1038"/>
          <ac:spMkLst>
            <pc:docMk/>
            <pc:sldMk cId="4084012050" sldId="258"/>
            <ac:spMk id="33" creationId="{09CFB790-6859-7023-D60C-A6F2DFC32DFB}"/>
          </ac:spMkLst>
        </pc:spChg>
        <pc:spChg chg="mod">
          <ac:chgData name="Scott Beckford" userId="97f88ce4-fa8b-4163-b87d-92edb22d088f" providerId="ADAL" clId="{ADC934EB-76DE-5A1C-92BA-F001C2335EFE}" dt="2026-04-23T14:09:35.768" v="7740" actId="1038"/>
          <ac:spMkLst>
            <pc:docMk/>
            <pc:sldMk cId="4084012050" sldId="258"/>
            <ac:spMk id="34" creationId="{DEB723DE-A0AC-8881-5782-95371632350F}"/>
          </ac:spMkLst>
        </pc:spChg>
        <pc:spChg chg="mod">
          <ac:chgData name="Scott Beckford" userId="97f88ce4-fa8b-4163-b87d-92edb22d088f" providerId="ADAL" clId="{ADC934EB-76DE-5A1C-92BA-F001C2335EFE}" dt="2026-04-23T14:09:35.768" v="7740" actId="1038"/>
          <ac:spMkLst>
            <pc:docMk/>
            <pc:sldMk cId="4084012050" sldId="258"/>
            <ac:spMk id="35" creationId="{C20A7026-67EA-D9F8-BCDF-028804758B86}"/>
          </ac:spMkLst>
        </pc:spChg>
        <pc:spChg chg="mod">
          <ac:chgData name="Scott Beckford" userId="97f88ce4-fa8b-4163-b87d-92edb22d088f" providerId="ADAL" clId="{ADC934EB-76DE-5A1C-92BA-F001C2335EFE}" dt="2026-04-26T19:21:37.389" v="12874" actId="1038"/>
          <ac:spMkLst>
            <pc:docMk/>
            <pc:sldMk cId="4084012050" sldId="258"/>
            <ac:spMk id="38" creationId="{03FA6EA3-B60C-99CE-E41F-E316381081E3}"/>
          </ac:spMkLst>
        </pc:spChg>
        <pc:spChg chg="mod">
          <ac:chgData name="Scott Beckford" userId="97f88ce4-fa8b-4163-b87d-92edb22d088f" providerId="ADAL" clId="{ADC934EB-76DE-5A1C-92BA-F001C2335EFE}" dt="2026-04-26T19:22:59.116" v="12913" actId="1036"/>
          <ac:spMkLst>
            <pc:docMk/>
            <pc:sldMk cId="4084012050" sldId="258"/>
            <ac:spMk id="48" creationId="{8E480AA3-BFB8-2BA4-B9E0-89A19CF60FE7}"/>
          </ac:spMkLst>
        </pc:spChg>
        <pc:spChg chg="mod">
          <ac:chgData name="Scott Beckford" userId="97f88ce4-fa8b-4163-b87d-92edb22d088f" providerId="ADAL" clId="{ADC934EB-76DE-5A1C-92BA-F001C2335EFE}" dt="2026-04-26T19:08:09.224" v="12664" actId="1037"/>
          <ac:spMkLst>
            <pc:docMk/>
            <pc:sldMk cId="4084012050" sldId="258"/>
            <ac:spMk id="49" creationId="{71491D25-873A-6DB4-7584-D2A245A2E6DA}"/>
          </ac:spMkLst>
        </pc:spChg>
        <pc:spChg chg="mod">
          <ac:chgData name="Scott Beckford" userId="97f88ce4-fa8b-4163-b87d-92edb22d088f" providerId="ADAL" clId="{ADC934EB-76DE-5A1C-92BA-F001C2335EFE}" dt="2026-04-26T19:21:37.389" v="12874" actId="1038"/>
          <ac:spMkLst>
            <pc:docMk/>
            <pc:sldMk cId="4084012050" sldId="258"/>
            <ac:spMk id="50" creationId="{3D1F6AEA-20D7-7BA3-3397-796AA41CD08E}"/>
          </ac:spMkLst>
        </pc:spChg>
        <pc:spChg chg="mod">
          <ac:chgData name="Scott Beckford" userId="97f88ce4-fa8b-4163-b87d-92edb22d088f" providerId="ADAL" clId="{ADC934EB-76DE-5A1C-92BA-F001C2335EFE}" dt="2026-04-26T19:21:37.389" v="12874" actId="1038"/>
          <ac:spMkLst>
            <pc:docMk/>
            <pc:sldMk cId="4084012050" sldId="258"/>
            <ac:spMk id="51" creationId="{8502F281-86B1-B15E-FCB1-24FA0929BE7A}"/>
          </ac:spMkLst>
        </pc:spChg>
        <pc:spChg chg="mod">
          <ac:chgData name="Scott Beckford" userId="97f88ce4-fa8b-4163-b87d-92edb22d088f" providerId="ADAL" clId="{ADC934EB-76DE-5A1C-92BA-F001C2335EFE}" dt="2026-04-26T19:06:08.920" v="12626" actId="20577"/>
          <ac:spMkLst>
            <pc:docMk/>
            <pc:sldMk cId="4084012050" sldId="258"/>
            <ac:spMk id="56" creationId="{FF2C6053-423B-1DE6-C0FD-03DC7F831083}"/>
          </ac:spMkLst>
        </pc:spChg>
        <pc:spChg chg="mod">
          <ac:chgData name="Scott Beckford" userId="97f88ce4-fa8b-4163-b87d-92edb22d088f" providerId="ADAL" clId="{ADC934EB-76DE-5A1C-92BA-F001C2335EFE}" dt="2026-04-26T19:22:59.116" v="12913" actId="1036"/>
          <ac:spMkLst>
            <pc:docMk/>
            <pc:sldMk cId="4084012050" sldId="258"/>
            <ac:spMk id="57" creationId="{F47B8002-8294-9C01-0514-96DB72297232}"/>
          </ac:spMkLst>
        </pc:spChg>
        <pc:spChg chg="mod">
          <ac:chgData name="Scott Beckford" userId="97f88ce4-fa8b-4163-b87d-92edb22d088f" providerId="ADAL" clId="{ADC934EB-76DE-5A1C-92BA-F001C2335EFE}" dt="2026-04-26T19:10:16.907" v="12699" actId="1076"/>
          <ac:spMkLst>
            <pc:docMk/>
            <pc:sldMk cId="4084012050" sldId="258"/>
            <ac:spMk id="58" creationId="{B20208A7-D383-63A7-1F28-1A1A4C5296D6}"/>
          </ac:spMkLst>
        </pc:spChg>
        <pc:spChg chg="mod">
          <ac:chgData name="Scott Beckford" userId="97f88ce4-fa8b-4163-b87d-92edb22d088f" providerId="ADAL" clId="{ADC934EB-76DE-5A1C-92BA-F001C2335EFE}" dt="2026-04-26T19:23:39.788" v="12918" actId="1036"/>
          <ac:spMkLst>
            <pc:docMk/>
            <pc:sldMk cId="4084012050" sldId="258"/>
            <ac:spMk id="59" creationId="{14FFE40B-B01C-C329-F092-91E07AB5793B}"/>
          </ac:spMkLst>
        </pc:spChg>
        <pc:spChg chg="mod">
          <ac:chgData name="Scott Beckford" userId="97f88ce4-fa8b-4163-b87d-92edb22d088f" providerId="ADAL" clId="{ADC934EB-76DE-5A1C-92BA-F001C2335EFE}" dt="2026-04-26T19:22:08.555" v="12886" actId="1038"/>
          <ac:spMkLst>
            <pc:docMk/>
            <pc:sldMk cId="4084012050" sldId="258"/>
            <ac:spMk id="63" creationId="{ECF1CD20-2D5B-C346-FB97-10A8722EE4FA}"/>
          </ac:spMkLst>
        </pc:spChg>
        <pc:spChg chg="mod">
          <ac:chgData name="Scott Beckford" userId="97f88ce4-fa8b-4163-b87d-92edb22d088f" providerId="ADAL" clId="{ADC934EB-76DE-5A1C-92BA-F001C2335EFE}" dt="2026-04-27T06:33:44.144" v="15372" actId="207"/>
          <ac:spMkLst>
            <pc:docMk/>
            <pc:sldMk cId="4084012050" sldId="258"/>
            <ac:spMk id="1024" creationId="{EE0DECE0-ADF6-69B6-2B67-815A84529D15}"/>
          </ac:spMkLst>
        </pc:spChg>
        <pc:spChg chg="mod">
          <ac:chgData name="Scott Beckford" userId="97f88ce4-fa8b-4163-b87d-92edb22d088f" providerId="ADAL" clId="{ADC934EB-76DE-5A1C-92BA-F001C2335EFE}" dt="2026-04-26T19:21:37.389" v="12874" actId="1038"/>
          <ac:spMkLst>
            <pc:docMk/>
            <pc:sldMk cId="4084012050" sldId="258"/>
            <ac:spMk id="1029" creationId="{A15CFD0A-0E08-F519-5C89-7D2D397AD74D}"/>
          </ac:spMkLst>
        </pc:spChg>
        <pc:spChg chg="mod">
          <ac:chgData name="Scott Beckford" userId="97f88ce4-fa8b-4163-b87d-92edb22d088f" providerId="ADAL" clId="{ADC934EB-76DE-5A1C-92BA-F001C2335EFE}" dt="2026-04-26T19:08:09.224" v="12664" actId="1037"/>
          <ac:spMkLst>
            <pc:docMk/>
            <pc:sldMk cId="4084012050" sldId="258"/>
            <ac:spMk id="1037" creationId="{434EC4CF-5554-3C37-1C02-9CC68D5C0684}"/>
          </ac:spMkLst>
        </pc:spChg>
        <pc:spChg chg="mod">
          <ac:chgData name="Scott Beckford" userId="97f88ce4-fa8b-4163-b87d-92edb22d088f" providerId="ADAL" clId="{ADC934EB-76DE-5A1C-92BA-F001C2335EFE}" dt="2026-04-26T19:08:09.224" v="12664" actId="1037"/>
          <ac:spMkLst>
            <pc:docMk/>
            <pc:sldMk cId="4084012050" sldId="258"/>
            <ac:spMk id="1039" creationId="{AFDDED9E-6214-56F1-C47A-D190A160DD38}"/>
          </ac:spMkLst>
        </pc:spChg>
        <pc:spChg chg="mod">
          <ac:chgData name="Scott Beckford" userId="97f88ce4-fa8b-4163-b87d-92edb22d088f" providerId="ADAL" clId="{ADC934EB-76DE-5A1C-92BA-F001C2335EFE}" dt="2026-04-26T19:22:59.116" v="12913" actId="1036"/>
          <ac:spMkLst>
            <pc:docMk/>
            <pc:sldMk cId="4084012050" sldId="258"/>
            <ac:spMk id="1041" creationId="{B2CF05DF-A296-9897-F29F-377DF757C7CD}"/>
          </ac:spMkLst>
        </pc:spChg>
        <pc:spChg chg="mod">
          <ac:chgData name="Scott Beckford" userId="97f88ce4-fa8b-4163-b87d-92edb22d088f" providerId="ADAL" clId="{ADC934EB-76DE-5A1C-92BA-F001C2335EFE}" dt="2026-04-26T19:08:09.224" v="12664" actId="1037"/>
          <ac:spMkLst>
            <pc:docMk/>
            <pc:sldMk cId="4084012050" sldId="258"/>
            <ac:spMk id="1043" creationId="{FD4B13DC-2074-838D-4629-977204C40D41}"/>
          </ac:spMkLst>
        </pc:spChg>
        <pc:spChg chg="mod">
          <ac:chgData name="Scott Beckford" userId="97f88ce4-fa8b-4163-b87d-92edb22d088f" providerId="ADAL" clId="{ADC934EB-76DE-5A1C-92BA-F001C2335EFE}" dt="2026-04-23T14:09:25.627" v="7727" actId="1038"/>
          <ac:spMkLst>
            <pc:docMk/>
            <pc:sldMk cId="4084012050" sldId="258"/>
            <ac:spMk id="1045" creationId="{3C18BCDA-391D-7FED-F551-48EED2EAB44F}"/>
          </ac:spMkLst>
        </pc:spChg>
        <pc:spChg chg="mod">
          <ac:chgData name="Scott Beckford" userId="97f88ce4-fa8b-4163-b87d-92edb22d088f" providerId="ADAL" clId="{ADC934EB-76DE-5A1C-92BA-F001C2335EFE}" dt="2026-04-24T15:18:19.762" v="10423" actId="1038"/>
          <ac:spMkLst>
            <pc:docMk/>
            <pc:sldMk cId="4084012050" sldId="258"/>
            <ac:spMk id="1049" creationId="{CB476E95-B791-E735-7A1A-AB2D6742DD18}"/>
          </ac:spMkLst>
        </pc:spChg>
        <pc:spChg chg="mod">
          <ac:chgData name="Scott Beckford" userId="97f88ce4-fa8b-4163-b87d-92edb22d088f" providerId="ADAL" clId="{ADC934EB-76DE-5A1C-92BA-F001C2335EFE}" dt="2026-04-26T19:24:43.302" v="12966" actId="1076"/>
          <ac:spMkLst>
            <pc:docMk/>
            <pc:sldMk cId="4084012050" sldId="258"/>
            <ac:spMk id="1053" creationId="{46556173-0CE9-86F7-2E41-8048BE60EAC8}"/>
          </ac:spMkLst>
        </pc:spChg>
        <pc:spChg chg="mod">
          <ac:chgData name="Scott Beckford" userId="97f88ce4-fa8b-4163-b87d-92edb22d088f" providerId="ADAL" clId="{ADC934EB-76DE-5A1C-92BA-F001C2335EFE}" dt="2026-04-23T14:09:25.627" v="7727" actId="1038"/>
          <ac:spMkLst>
            <pc:docMk/>
            <pc:sldMk cId="4084012050" sldId="258"/>
            <ac:spMk id="1057" creationId="{CB9B2A99-12E5-DDCA-D299-46D26EB9DBD2}"/>
          </ac:spMkLst>
        </pc:spChg>
        <pc:spChg chg="mod">
          <ac:chgData name="Scott Beckford" userId="97f88ce4-fa8b-4163-b87d-92edb22d088f" providerId="ADAL" clId="{ADC934EB-76DE-5A1C-92BA-F001C2335EFE}" dt="2026-04-23T14:09:25.627" v="7727" actId="1038"/>
          <ac:spMkLst>
            <pc:docMk/>
            <pc:sldMk cId="4084012050" sldId="258"/>
            <ac:spMk id="1061" creationId="{BE822EA3-480F-A956-387C-EE70794F14B0}"/>
          </ac:spMkLst>
        </pc:spChg>
        <pc:spChg chg="mod">
          <ac:chgData name="Scott Beckford" userId="97f88ce4-fa8b-4163-b87d-92edb22d088f" providerId="ADAL" clId="{ADC934EB-76DE-5A1C-92BA-F001C2335EFE}" dt="2026-04-26T19:22:59.116" v="12913" actId="1036"/>
          <ac:spMkLst>
            <pc:docMk/>
            <pc:sldMk cId="4084012050" sldId="258"/>
            <ac:spMk id="1069" creationId="{3D946A7E-FF1E-7EBC-F716-4DB67895DC06}"/>
          </ac:spMkLst>
        </pc:spChg>
        <pc:spChg chg="mod">
          <ac:chgData name="Scott Beckford" userId="97f88ce4-fa8b-4163-b87d-92edb22d088f" providerId="ADAL" clId="{ADC934EB-76DE-5A1C-92BA-F001C2335EFE}" dt="2026-04-23T14:09:25.627" v="7727" actId="1038"/>
          <ac:spMkLst>
            <pc:docMk/>
            <pc:sldMk cId="4084012050" sldId="258"/>
            <ac:spMk id="1071" creationId="{5BA6DCAC-04EE-D6C0-34D3-63597237CCED}"/>
          </ac:spMkLst>
        </pc:spChg>
        <pc:spChg chg="mod">
          <ac:chgData name="Scott Beckford" userId="97f88ce4-fa8b-4163-b87d-92edb22d088f" providerId="ADAL" clId="{ADC934EB-76DE-5A1C-92BA-F001C2335EFE}" dt="2026-04-23T08:20:02.236" v="6863" actId="790"/>
          <ac:spMkLst>
            <pc:docMk/>
            <pc:sldMk cId="4084012050" sldId="258"/>
            <ac:spMk id="1073" creationId="{515F9135-02C0-F6FD-19E9-91F0CD998546}"/>
          </ac:spMkLst>
        </pc:spChg>
        <pc:spChg chg="mod">
          <ac:chgData name="Scott Beckford" userId="97f88ce4-fa8b-4163-b87d-92edb22d088f" providerId="ADAL" clId="{ADC934EB-76DE-5A1C-92BA-F001C2335EFE}" dt="2026-04-23T13:48:06.991" v="7561" actId="14100"/>
          <ac:spMkLst>
            <pc:docMk/>
            <pc:sldMk cId="4084012050" sldId="258"/>
            <ac:spMk id="1080" creationId="{BD0FB69F-95C6-C6B9-23CA-6134D1E6C8FC}"/>
          </ac:spMkLst>
        </pc:spChg>
        <pc:spChg chg="mod">
          <ac:chgData name="Scott Beckford" userId="97f88ce4-fa8b-4163-b87d-92edb22d088f" providerId="ADAL" clId="{ADC934EB-76DE-5A1C-92BA-F001C2335EFE}" dt="2026-04-23T14:09:35.768" v="7740" actId="1038"/>
          <ac:spMkLst>
            <pc:docMk/>
            <pc:sldMk cId="4084012050" sldId="258"/>
            <ac:spMk id="1081" creationId="{950FF0FC-3B57-32B0-6DC2-57B2D5FFFAB8}"/>
          </ac:spMkLst>
        </pc:spChg>
        <pc:spChg chg="mod">
          <ac:chgData name="Scott Beckford" userId="97f88ce4-fa8b-4163-b87d-92edb22d088f" providerId="ADAL" clId="{ADC934EB-76DE-5A1C-92BA-F001C2335EFE}" dt="2026-04-26T19:22:59.116" v="12913" actId="1036"/>
          <ac:spMkLst>
            <pc:docMk/>
            <pc:sldMk cId="4084012050" sldId="258"/>
            <ac:spMk id="1083" creationId="{0C7796B2-5E00-0DE3-32A0-1EB6964EA8EF}"/>
          </ac:spMkLst>
        </pc:spChg>
        <pc:spChg chg="mod">
          <ac:chgData name="Scott Beckford" userId="97f88ce4-fa8b-4163-b87d-92edb22d088f" providerId="ADAL" clId="{ADC934EB-76DE-5A1C-92BA-F001C2335EFE}" dt="2026-04-26T19:22:59.116" v="12913" actId="1036"/>
          <ac:spMkLst>
            <pc:docMk/>
            <pc:sldMk cId="4084012050" sldId="258"/>
            <ac:spMk id="1087" creationId="{4AE14776-9279-C5F5-4A8C-FFAAFA4F5D97}"/>
          </ac:spMkLst>
        </pc:spChg>
        <pc:spChg chg="mod">
          <ac:chgData name="Scott Beckford" userId="97f88ce4-fa8b-4163-b87d-92edb22d088f" providerId="ADAL" clId="{ADC934EB-76DE-5A1C-92BA-F001C2335EFE}" dt="2026-04-26T19:08:09.224" v="12664" actId="1037"/>
          <ac:spMkLst>
            <pc:docMk/>
            <pc:sldMk cId="4084012050" sldId="258"/>
            <ac:spMk id="1091" creationId="{516A21F0-9983-1CC4-096F-908B7676037E}"/>
          </ac:spMkLst>
        </pc:spChg>
        <pc:spChg chg="mod">
          <ac:chgData name="Scott Beckford" userId="97f88ce4-fa8b-4163-b87d-92edb22d088f" providerId="ADAL" clId="{ADC934EB-76DE-5A1C-92BA-F001C2335EFE}" dt="2026-04-26T19:08:09.224" v="12664" actId="1037"/>
          <ac:spMkLst>
            <pc:docMk/>
            <pc:sldMk cId="4084012050" sldId="258"/>
            <ac:spMk id="1092" creationId="{854D36F2-EB2E-C2E1-C89E-35D55A0A04CD}"/>
          </ac:spMkLst>
        </pc:spChg>
        <pc:grpChg chg="mod">
          <ac:chgData name="Scott Beckford" userId="97f88ce4-fa8b-4163-b87d-92edb22d088f" providerId="ADAL" clId="{ADC934EB-76DE-5A1C-92BA-F001C2335EFE}" dt="2026-04-26T19:22:08.555" v="12886" actId="1038"/>
          <ac:grpSpMkLst>
            <pc:docMk/>
            <pc:sldMk cId="4084012050" sldId="258"/>
            <ac:grpSpMk id="39" creationId="{0CDD22F3-17C7-63B7-CAE1-00B1B32933A5}"/>
          </ac:grpSpMkLst>
        </pc:grpChg>
        <pc:grpChg chg="del mod">
          <ac:chgData name="Scott Beckford" userId="97f88ce4-fa8b-4163-b87d-92edb22d088f" providerId="ADAL" clId="{ADC934EB-76DE-5A1C-92BA-F001C2335EFE}" dt="2026-04-26T19:24:05.928" v="12928" actId="165"/>
          <ac:grpSpMkLst>
            <pc:docMk/>
            <pc:sldMk cId="4084012050" sldId="258"/>
            <ac:grpSpMk id="40" creationId="{30EEA640-C630-F892-7290-5F9006C93E9F}"/>
          </ac:grpSpMkLst>
        </pc:grpChg>
        <pc:picChg chg="add mod">
          <ac:chgData name="Scott Beckford" userId="97f88ce4-fa8b-4163-b87d-92edb22d088f" providerId="ADAL" clId="{ADC934EB-76DE-5A1C-92BA-F001C2335EFE}" dt="2026-04-26T19:10:03.033" v="12697" actId="1076"/>
          <ac:picMkLst>
            <pc:docMk/>
            <pc:sldMk cId="4084012050" sldId="258"/>
            <ac:picMk id="11" creationId="{1413BBA0-07E1-B930-3182-88AD42187F60}"/>
          </ac:picMkLst>
        </pc:picChg>
        <pc:picChg chg="add mod">
          <ac:chgData name="Scott Beckford" userId="97f88ce4-fa8b-4163-b87d-92edb22d088f" providerId="ADAL" clId="{ADC934EB-76DE-5A1C-92BA-F001C2335EFE}" dt="2026-04-26T19:10:03.033" v="12697" actId="1076"/>
          <ac:picMkLst>
            <pc:docMk/>
            <pc:sldMk cId="4084012050" sldId="258"/>
            <ac:picMk id="16" creationId="{91DE2A56-1C22-7E68-9D6C-665ADE73746C}"/>
          </ac:picMkLst>
        </pc:picChg>
        <pc:picChg chg="mod">
          <ac:chgData name="Scott Beckford" userId="97f88ce4-fa8b-4163-b87d-92edb22d088f" providerId="ADAL" clId="{ADC934EB-76DE-5A1C-92BA-F001C2335EFE}" dt="2026-04-26T19:22:08.555" v="12886" actId="1038"/>
          <ac:picMkLst>
            <pc:docMk/>
            <pc:sldMk cId="4084012050" sldId="258"/>
            <ac:picMk id="20" creationId="{81CBB2B2-C370-A369-D48D-7EF0D09BAFDD}"/>
          </ac:picMkLst>
        </pc:picChg>
        <pc:picChg chg="mod">
          <ac:chgData name="Scott Beckford" userId="97f88ce4-fa8b-4163-b87d-92edb22d088f" providerId="ADAL" clId="{ADC934EB-76DE-5A1C-92BA-F001C2335EFE}" dt="2026-04-23T13:52:41.990" v="7625" actId="14100"/>
          <ac:picMkLst>
            <pc:docMk/>
            <pc:sldMk cId="4084012050" sldId="258"/>
            <ac:picMk id="21" creationId="{ED8DFC3C-89BF-BDC9-42FF-9540948CCAD9}"/>
          </ac:picMkLst>
        </pc:picChg>
        <pc:picChg chg="mod">
          <ac:chgData name="Scott Beckford" userId="97f88ce4-fa8b-4163-b87d-92edb22d088f" providerId="ADAL" clId="{ADC934EB-76DE-5A1C-92BA-F001C2335EFE}" dt="2026-04-23T13:52:41.990" v="7625" actId="14100"/>
          <ac:picMkLst>
            <pc:docMk/>
            <pc:sldMk cId="4084012050" sldId="258"/>
            <ac:picMk id="22" creationId="{D73C6AFB-0CF5-BFB3-7AAA-8BAC0097E4FD}"/>
          </ac:picMkLst>
        </pc:picChg>
        <pc:picChg chg="mod">
          <ac:chgData name="Scott Beckford" userId="97f88ce4-fa8b-4163-b87d-92edb22d088f" providerId="ADAL" clId="{ADC934EB-76DE-5A1C-92BA-F001C2335EFE}" dt="2026-04-23T13:52:49.549" v="7626" actId="14100"/>
          <ac:picMkLst>
            <pc:docMk/>
            <pc:sldMk cId="4084012050" sldId="258"/>
            <ac:picMk id="23" creationId="{984D053A-00F9-4BDE-481E-5B0BB5C0C85A}"/>
          </ac:picMkLst>
        </pc:picChg>
        <pc:picChg chg="mod">
          <ac:chgData name="Scott Beckford" userId="97f88ce4-fa8b-4163-b87d-92edb22d088f" providerId="ADAL" clId="{ADC934EB-76DE-5A1C-92BA-F001C2335EFE}" dt="2026-04-23T13:52:49.549" v="7626" actId="14100"/>
          <ac:picMkLst>
            <pc:docMk/>
            <pc:sldMk cId="4084012050" sldId="258"/>
            <ac:picMk id="24" creationId="{253E6714-FE66-697B-9135-65DE39E29CBC}"/>
          </ac:picMkLst>
        </pc:picChg>
        <pc:picChg chg="mod">
          <ac:chgData name="Scott Beckford" userId="97f88ce4-fa8b-4163-b87d-92edb22d088f" providerId="ADAL" clId="{ADC934EB-76DE-5A1C-92BA-F001C2335EFE}" dt="2026-04-23T13:52:56.437" v="7627" actId="14100"/>
          <ac:picMkLst>
            <pc:docMk/>
            <pc:sldMk cId="4084012050" sldId="258"/>
            <ac:picMk id="25" creationId="{A08E1264-6C35-D8DC-759D-19B95E28442D}"/>
          </ac:picMkLst>
        </pc:picChg>
        <pc:picChg chg="mod">
          <ac:chgData name="Scott Beckford" userId="97f88ce4-fa8b-4163-b87d-92edb22d088f" providerId="ADAL" clId="{ADC934EB-76DE-5A1C-92BA-F001C2335EFE}" dt="2026-04-23T13:53:12.583" v="7628" actId="14100"/>
          <ac:picMkLst>
            <pc:docMk/>
            <pc:sldMk cId="4084012050" sldId="258"/>
            <ac:picMk id="36" creationId="{AED0FDB9-C038-0F54-C908-7420FFB3945A}"/>
          </ac:picMkLst>
        </pc:picChg>
        <pc:picChg chg="mod">
          <ac:chgData name="Scott Beckford" userId="97f88ce4-fa8b-4163-b87d-92edb22d088f" providerId="ADAL" clId="{ADC934EB-76DE-5A1C-92BA-F001C2335EFE}" dt="2026-04-23T14:09:35.768" v="7740" actId="1038"/>
          <ac:picMkLst>
            <pc:docMk/>
            <pc:sldMk cId="4084012050" sldId="258"/>
            <ac:picMk id="41" creationId="{8B3308D7-D38E-538B-F950-8BFFE61F859B}"/>
          </ac:picMkLst>
        </pc:picChg>
        <pc:picChg chg="mod">
          <ac:chgData name="Scott Beckford" userId="97f88ce4-fa8b-4163-b87d-92edb22d088f" providerId="ADAL" clId="{ADC934EB-76DE-5A1C-92BA-F001C2335EFE}" dt="2026-04-23T14:09:35.768" v="7740" actId="1038"/>
          <ac:picMkLst>
            <pc:docMk/>
            <pc:sldMk cId="4084012050" sldId="258"/>
            <ac:picMk id="42" creationId="{7AD9FFC5-C373-CA31-3BB8-4A48A886F6F1}"/>
          </ac:picMkLst>
        </pc:picChg>
        <pc:picChg chg="mod">
          <ac:chgData name="Scott Beckford" userId="97f88ce4-fa8b-4163-b87d-92edb22d088f" providerId="ADAL" clId="{ADC934EB-76DE-5A1C-92BA-F001C2335EFE}" dt="2026-04-26T19:18:02.431" v="12813" actId="1076"/>
          <ac:picMkLst>
            <pc:docMk/>
            <pc:sldMk cId="4084012050" sldId="258"/>
            <ac:picMk id="43" creationId="{B8D86C40-39EA-9A13-1043-9287221F45D0}"/>
          </ac:picMkLst>
        </pc:picChg>
        <pc:picChg chg="mod">
          <ac:chgData name="Scott Beckford" userId="97f88ce4-fa8b-4163-b87d-92edb22d088f" providerId="ADAL" clId="{ADC934EB-76DE-5A1C-92BA-F001C2335EFE}" dt="2026-04-26T19:18:09.505" v="12823" actId="1036"/>
          <ac:picMkLst>
            <pc:docMk/>
            <pc:sldMk cId="4084012050" sldId="258"/>
            <ac:picMk id="44" creationId="{3388810A-D9AF-1BAC-40D6-12505FB88C3E}"/>
          </ac:picMkLst>
        </pc:picChg>
        <pc:picChg chg="mod">
          <ac:chgData name="Scott Beckford" userId="97f88ce4-fa8b-4163-b87d-92edb22d088f" providerId="ADAL" clId="{ADC934EB-76DE-5A1C-92BA-F001C2335EFE}" dt="2026-04-23T13:53:12.583" v="7628" actId="14100"/>
          <ac:picMkLst>
            <pc:docMk/>
            <pc:sldMk cId="4084012050" sldId="258"/>
            <ac:picMk id="45" creationId="{9D9976DB-9A54-EA64-D88A-80556DAC0140}"/>
          </ac:picMkLst>
        </pc:picChg>
        <pc:picChg chg="mod">
          <ac:chgData name="Scott Beckford" userId="97f88ce4-fa8b-4163-b87d-92edb22d088f" providerId="ADAL" clId="{ADC934EB-76DE-5A1C-92BA-F001C2335EFE}" dt="2026-04-26T19:21:25.582" v="12866" actId="1037"/>
          <ac:picMkLst>
            <pc:docMk/>
            <pc:sldMk cId="4084012050" sldId="258"/>
            <ac:picMk id="46" creationId="{88E13005-780F-93FC-0961-0975BA9BC92B}"/>
          </ac:picMkLst>
        </pc:picChg>
        <pc:picChg chg="mod">
          <ac:chgData name="Scott Beckford" userId="97f88ce4-fa8b-4163-b87d-92edb22d088f" providerId="ADAL" clId="{ADC934EB-76DE-5A1C-92BA-F001C2335EFE}" dt="2026-04-26T19:21:25.582" v="12866" actId="1037"/>
          <ac:picMkLst>
            <pc:docMk/>
            <pc:sldMk cId="4084012050" sldId="258"/>
            <ac:picMk id="47" creationId="{E2F36252-AEA4-1540-FE45-4B7FCD79B954}"/>
          </ac:picMkLst>
        </pc:picChg>
        <pc:picChg chg="mod">
          <ac:chgData name="Scott Beckford" userId="97f88ce4-fa8b-4163-b87d-92edb22d088f" providerId="ADAL" clId="{ADC934EB-76DE-5A1C-92BA-F001C2335EFE}" dt="2026-04-26T19:21:25.582" v="12866" actId="1037"/>
          <ac:picMkLst>
            <pc:docMk/>
            <pc:sldMk cId="4084012050" sldId="258"/>
            <ac:picMk id="52" creationId="{5B42A86C-1FE7-B019-1086-69D03181F5A9}"/>
          </ac:picMkLst>
        </pc:picChg>
        <pc:picChg chg="mod">
          <ac:chgData name="Scott Beckford" userId="97f88ce4-fa8b-4163-b87d-92edb22d088f" providerId="ADAL" clId="{ADC934EB-76DE-5A1C-92BA-F001C2335EFE}" dt="2026-04-26T19:21:25.582" v="12866" actId="1037"/>
          <ac:picMkLst>
            <pc:docMk/>
            <pc:sldMk cId="4084012050" sldId="258"/>
            <ac:picMk id="53" creationId="{BE663DB4-3175-7E4A-6163-E1EBEAA11A7F}"/>
          </ac:picMkLst>
        </pc:picChg>
        <pc:picChg chg="mod">
          <ac:chgData name="Scott Beckford" userId="97f88ce4-fa8b-4163-b87d-92edb22d088f" providerId="ADAL" clId="{ADC934EB-76DE-5A1C-92BA-F001C2335EFE}" dt="2026-04-26T19:21:25.582" v="12866" actId="1037"/>
          <ac:picMkLst>
            <pc:docMk/>
            <pc:sldMk cId="4084012050" sldId="258"/>
            <ac:picMk id="1025" creationId="{79A8AA84-90F7-0BD1-24AF-07E477678C6B}"/>
          </ac:picMkLst>
        </pc:picChg>
        <pc:picChg chg="mod">
          <ac:chgData name="Scott Beckford" userId="97f88ce4-fa8b-4163-b87d-92edb22d088f" providerId="ADAL" clId="{ADC934EB-76DE-5A1C-92BA-F001C2335EFE}" dt="2026-04-26T19:23:43.463" v="12921" actId="1036"/>
          <ac:picMkLst>
            <pc:docMk/>
            <pc:sldMk cId="4084012050" sldId="258"/>
            <ac:picMk id="1026" creationId="{E5CAF08B-670E-999D-1A5F-C54EB16066C1}"/>
          </ac:picMkLst>
        </pc:picChg>
        <pc:picChg chg="mod">
          <ac:chgData name="Scott Beckford" userId="97f88ce4-fa8b-4163-b87d-92edb22d088f" providerId="ADAL" clId="{ADC934EB-76DE-5A1C-92BA-F001C2335EFE}" dt="2026-04-26T19:22:08.555" v="12886" actId="1038"/>
          <ac:picMkLst>
            <pc:docMk/>
            <pc:sldMk cId="4084012050" sldId="258"/>
            <ac:picMk id="1030" creationId="{D59C1989-3603-B605-97FD-44E8FAE6C551}"/>
          </ac:picMkLst>
        </pc:picChg>
        <pc:picChg chg="mod topLvl">
          <ac:chgData name="Scott Beckford" userId="97f88ce4-fa8b-4163-b87d-92edb22d088f" providerId="ADAL" clId="{ADC934EB-76DE-5A1C-92BA-F001C2335EFE}" dt="2026-04-26T19:24:18.251" v="12952" actId="1035"/>
          <ac:picMkLst>
            <pc:docMk/>
            <pc:sldMk cId="4084012050" sldId="258"/>
            <ac:picMk id="1036" creationId="{62672130-5AAE-79ED-F375-23E75B3C05D1}"/>
          </ac:picMkLst>
        </pc:picChg>
        <pc:picChg chg="mod">
          <ac:chgData name="Scott Beckford" userId="97f88ce4-fa8b-4163-b87d-92edb22d088f" providerId="ADAL" clId="{ADC934EB-76DE-5A1C-92BA-F001C2335EFE}" dt="2026-04-23T13:51:25.782" v="7609" actId="1076"/>
          <ac:picMkLst>
            <pc:docMk/>
            <pc:sldMk cId="4084012050" sldId="258"/>
            <ac:picMk id="1044" creationId="{062860EC-3403-C455-B04C-8613746A4E2F}"/>
          </ac:picMkLst>
        </pc:picChg>
        <pc:picChg chg="del mod">
          <ac:chgData name="Scott Beckford" userId="97f88ce4-fa8b-4163-b87d-92edb22d088f" providerId="ADAL" clId="{ADC934EB-76DE-5A1C-92BA-F001C2335EFE}" dt="2026-04-26T19:07:24.184" v="12650" actId="478"/>
          <ac:picMkLst>
            <pc:docMk/>
            <pc:sldMk cId="4084012050" sldId="258"/>
            <ac:picMk id="1046" creationId="{455AD7A4-25DF-9DD3-077A-B1FF1DA1DAD3}"/>
          </ac:picMkLst>
        </pc:picChg>
        <pc:picChg chg="mod">
          <ac:chgData name="Scott Beckford" userId="97f88ce4-fa8b-4163-b87d-92edb22d088f" providerId="ADAL" clId="{ADC934EB-76DE-5A1C-92BA-F001C2335EFE}" dt="2026-04-26T19:18:09.505" v="12823" actId="1036"/>
          <ac:picMkLst>
            <pc:docMk/>
            <pc:sldMk cId="4084012050" sldId="258"/>
            <ac:picMk id="1050" creationId="{022A5637-4B11-A8D8-610C-E44F68991C44}"/>
          </ac:picMkLst>
        </pc:picChg>
        <pc:picChg chg="mod">
          <ac:chgData name="Scott Beckford" userId="97f88ce4-fa8b-4163-b87d-92edb22d088f" providerId="ADAL" clId="{ADC934EB-76DE-5A1C-92BA-F001C2335EFE}" dt="2026-04-26T19:21:37.389" v="12874" actId="1038"/>
          <ac:picMkLst>
            <pc:docMk/>
            <pc:sldMk cId="4084012050" sldId="258"/>
            <ac:picMk id="1058" creationId="{8642023E-DA58-EE82-6A4F-72F3E7E89AB5}"/>
          </ac:picMkLst>
        </pc:picChg>
        <pc:picChg chg="mod">
          <ac:chgData name="Scott Beckford" userId="97f88ce4-fa8b-4163-b87d-92edb22d088f" providerId="ADAL" clId="{ADC934EB-76DE-5A1C-92BA-F001C2335EFE}" dt="2026-04-26T19:21:25.582" v="12866" actId="1037"/>
          <ac:picMkLst>
            <pc:docMk/>
            <pc:sldMk cId="4084012050" sldId="258"/>
            <ac:picMk id="1060" creationId="{F3948C53-2A33-172A-81A9-F66D038B2686}"/>
          </ac:picMkLst>
        </pc:picChg>
        <pc:picChg chg="mod">
          <ac:chgData name="Scott Beckford" userId="97f88ce4-fa8b-4163-b87d-92edb22d088f" providerId="ADAL" clId="{ADC934EB-76DE-5A1C-92BA-F001C2335EFE}" dt="2026-04-23T13:52:41.990" v="7625" actId="14100"/>
          <ac:picMkLst>
            <pc:docMk/>
            <pc:sldMk cId="4084012050" sldId="258"/>
            <ac:picMk id="1066" creationId="{A46BF5B2-9C09-A37F-9802-F0FE0441CE15}"/>
          </ac:picMkLst>
        </pc:picChg>
        <pc:picChg chg="mod">
          <ac:chgData name="Scott Beckford" userId="97f88ce4-fa8b-4163-b87d-92edb22d088f" providerId="ADAL" clId="{ADC934EB-76DE-5A1C-92BA-F001C2335EFE}" dt="2026-04-23T13:52:49.549" v="7626" actId="14100"/>
          <ac:picMkLst>
            <pc:docMk/>
            <pc:sldMk cId="4084012050" sldId="258"/>
            <ac:picMk id="1068" creationId="{A262305C-5057-AA46-01FE-EBFEE3588622}"/>
          </ac:picMkLst>
        </pc:picChg>
        <pc:picChg chg="mod">
          <ac:chgData name="Scott Beckford" userId="97f88ce4-fa8b-4163-b87d-92edb22d088f" providerId="ADAL" clId="{ADC934EB-76DE-5A1C-92BA-F001C2335EFE}" dt="2026-04-23T13:52:56.437" v="7627" actId="14100"/>
          <ac:picMkLst>
            <pc:docMk/>
            <pc:sldMk cId="4084012050" sldId="258"/>
            <ac:picMk id="1070" creationId="{6A52E599-0E15-2D8C-AC81-5579154DC1CC}"/>
          </ac:picMkLst>
        </pc:picChg>
        <pc:picChg chg="mod">
          <ac:chgData name="Scott Beckford" userId="97f88ce4-fa8b-4163-b87d-92edb22d088f" providerId="ADAL" clId="{ADC934EB-76DE-5A1C-92BA-F001C2335EFE}" dt="2026-04-26T19:21:25.582" v="12866" actId="1037"/>
          <ac:picMkLst>
            <pc:docMk/>
            <pc:sldMk cId="4084012050" sldId="258"/>
            <ac:picMk id="1074" creationId="{6AF224B2-49E6-15D6-5A0F-CC170FAC3538}"/>
          </ac:picMkLst>
        </pc:picChg>
      </pc:sldChg>
      <pc:sldChg chg="addSp delSp modSp add mod modClrScheme chgLayout">
        <pc:chgData name="Scott Beckford" userId="97f88ce4-fa8b-4163-b87d-92edb22d088f" providerId="ADAL" clId="{ADC934EB-76DE-5A1C-92BA-F001C2335EFE}" dt="2026-04-23T08:20:02.236" v="6863" actId="790"/>
        <pc:sldMkLst>
          <pc:docMk/>
          <pc:sldMk cId="4088792011" sldId="259"/>
        </pc:sldMkLst>
        <pc:spChg chg="mod ord">
          <ac:chgData name="Scott Beckford" userId="97f88ce4-fa8b-4163-b87d-92edb22d088f" providerId="ADAL" clId="{ADC934EB-76DE-5A1C-92BA-F001C2335EFE}" dt="2026-04-23T08:20:02.236" v="6863" actId="790"/>
          <ac:spMkLst>
            <pc:docMk/>
            <pc:sldMk cId="4088792011" sldId="259"/>
            <ac:spMk id="3" creationId="{3AAA6ADF-CF47-0A06-9D46-CB96396DEF52}"/>
          </ac:spMkLst>
        </pc:spChg>
      </pc:sldChg>
      <pc:sldChg chg="addSp delSp modSp add mod ord modClrScheme chgLayout">
        <pc:chgData name="Scott Beckford" userId="97f88ce4-fa8b-4163-b87d-92edb22d088f" providerId="ADAL" clId="{ADC934EB-76DE-5A1C-92BA-F001C2335EFE}" dt="2026-04-27T13:18:02.347" v="18544" actId="20578"/>
        <pc:sldMkLst>
          <pc:docMk/>
          <pc:sldMk cId="3497725282" sldId="260"/>
        </pc:sldMkLst>
        <pc:spChg chg="mod ord">
          <ac:chgData name="Scott Beckford" userId="97f88ce4-fa8b-4163-b87d-92edb22d088f" providerId="ADAL" clId="{ADC934EB-76DE-5A1C-92BA-F001C2335EFE}" dt="2026-04-27T07:14:28.404" v="16316" actId="20577"/>
          <ac:spMkLst>
            <pc:docMk/>
            <pc:sldMk cId="3497725282" sldId="260"/>
            <ac:spMk id="3" creationId="{5469EB9B-88AE-478E-B6D1-DB2FECBB9026}"/>
          </ac:spMkLst>
        </pc:spChg>
      </pc:sldChg>
      <pc:sldChg chg="addSp delSp modSp add mod modClrScheme chgLayout">
        <pc:chgData name="Scott Beckford" userId="97f88ce4-fa8b-4163-b87d-92edb22d088f" providerId="ADAL" clId="{ADC934EB-76DE-5A1C-92BA-F001C2335EFE}" dt="2026-04-23T08:20:02.236" v="6863" actId="790"/>
        <pc:sldMkLst>
          <pc:docMk/>
          <pc:sldMk cId="1053776876" sldId="261"/>
        </pc:sldMkLst>
        <pc:spChg chg="mod ord">
          <ac:chgData name="Scott Beckford" userId="97f88ce4-fa8b-4163-b87d-92edb22d088f" providerId="ADAL" clId="{ADC934EB-76DE-5A1C-92BA-F001C2335EFE}" dt="2026-04-23T08:20:02.236" v="6863" actId="790"/>
          <ac:spMkLst>
            <pc:docMk/>
            <pc:sldMk cId="1053776876" sldId="261"/>
            <ac:spMk id="3" creationId="{14C16BF6-3B26-43DE-0B74-0627EA4F7636}"/>
          </ac:spMkLst>
        </pc:spChg>
      </pc:sldChg>
      <pc:sldChg chg="modSp add mod">
        <pc:chgData name="Scott Beckford" userId="97f88ce4-fa8b-4163-b87d-92edb22d088f" providerId="ADAL" clId="{ADC934EB-76DE-5A1C-92BA-F001C2335EFE}" dt="2026-04-23T08:20:02.236" v="6863" actId="790"/>
        <pc:sldMkLst>
          <pc:docMk/>
          <pc:sldMk cId="4171292702" sldId="262"/>
        </pc:sldMkLst>
        <pc:spChg chg="mod">
          <ac:chgData name="Scott Beckford" userId="97f88ce4-fa8b-4163-b87d-92edb22d088f" providerId="ADAL" clId="{ADC934EB-76DE-5A1C-92BA-F001C2335EFE}" dt="2026-04-23T08:20:02.236" v="6863" actId="790"/>
          <ac:spMkLst>
            <pc:docMk/>
            <pc:sldMk cId="4171292702" sldId="262"/>
            <ac:spMk id="3" creationId="{2EDB4A4B-3239-E9AC-07BA-E6D7D652529C}"/>
          </ac:spMkLst>
        </pc:spChg>
      </pc:sldChg>
      <pc:sldChg chg="modSp mod ord">
        <pc:chgData name="Scott Beckford" userId="97f88ce4-fa8b-4163-b87d-92edb22d088f" providerId="ADAL" clId="{ADC934EB-76DE-5A1C-92BA-F001C2335EFE}" dt="2026-04-27T10:03:37.312" v="17443" actId="20577"/>
        <pc:sldMkLst>
          <pc:docMk/>
          <pc:sldMk cId="920250159" sldId="263"/>
        </pc:sldMkLst>
        <pc:spChg chg="mod">
          <ac:chgData name="Scott Beckford" userId="97f88ce4-fa8b-4163-b87d-92edb22d088f" providerId="ADAL" clId="{ADC934EB-76DE-5A1C-92BA-F001C2335EFE}" dt="2026-04-23T08:20:02.236" v="6863" actId="790"/>
          <ac:spMkLst>
            <pc:docMk/>
            <pc:sldMk cId="920250159" sldId="263"/>
            <ac:spMk id="4" creationId="{3FDCC9F8-C541-D5E7-C1AF-5BECA0FC0C74}"/>
          </ac:spMkLst>
        </pc:spChg>
        <pc:spChg chg="mod">
          <ac:chgData name="Scott Beckford" userId="97f88ce4-fa8b-4163-b87d-92edb22d088f" providerId="ADAL" clId="{ADC934EB-76DE-5A1C-92BA-F001C2335EFE}" dt="2026-04-23T08:20:02.236" v="6863" actId="790"/>
          <ac:spMkLst>
            <pc:docMk/>
            <pc:sldMk cId="920250159" sldId="263"/>
            <ac:spMk id="5" creationId="{82D513FF-B00A-40DF-129C-A0FFB6386A35}"/>
          </ac:spMkLst>
        </pc:spChg>
        <pc:spChg chg="mod">
          <ac:chgData name="Scott Beckford" userId="97f88ce4-fa8b-4163-b87d-92edb22d088f" providerId="ADAL" clId="{ADC934EB-76DE-5A1C-92BA-F001C2335EFE}" dt="2026-04-27T10:03:37.312" v="17443" actId="20577"/>
          <ac:spMkLst>
            <pc:docMk/>
            <pc:sldMk cId="920250159" sldId="263"/>
            <ac:spMk id="7" creationId="{FE2DB053-C94B-762C-2A67-12C4EF24D66D}"/>
          </ac:spMkLst>
        </pc:spChg>
        <pc:spChg chg="mod">
          <ac:chgData name="Scott Beckford" userId="97f88ce4-fa8b-4163-b87d-92edb22d088f" providerId="ADAL" clId="{ADC934EB-76DE-5A1C-92BA-F001C2335EFE}" dt="2026-04-23T08:20:02.236" v="6863" actId="790"/>
          <ac:spMkLst>
            <pc:docMk/>
            <pc:sldMk cId="920250159" sldId="263"/>
            <ac:spMk id="10" creationId="{2F2D2127-655F-F591-733D-E01168C47954}"/>
          </ac:spMkLst>
        </pc:spChg>
        <pc:spChg chg="mod">
          <ac:chgData name="Scott Beckford" userId="97f88ce4-fa8b-4163-b87d-92edb22d088f" providerId="ADAL" clId="{ADC934EB-76DE-5A1C-92BA-F001C2335EFE}" dt="2026-04-23T08:20:02.236" v="6863" actId="790"/>
          <ac:spMkLst>
            <pc:docMk/>
            <pc:sldMk cId="920250159" sldId="263"/>
            <ac:spMk id="11" creationId="{217EB05A-69A4-D326-A73A-21567D369B1C}"/>
          </ac:spMkLst>
        </pc:spChg>
      </pc:sldChg>
      <pc:sldChg chg="add">
        <pc:chgData name="Scott Beckford" userId="97f88ce4-fa8b-4163-b87d-92edb22d088f" providerId="ADAL" clId="{ADC934EB-76DE-5A1C-92BA-F001C2335EFE}" dt="2026-04-27T06:31:48.564" v="15343" actId="2890"/>
        <pc:sldMkLst>
          <pc:docMk/>
          <pc:sldMk cId="1131290501" sldId="264"/>
        </pc:sldMkLst>
      </pc:sldChg>
      <pc:sldChg chg="addSp delSp modSp new del mod modClrScheme chgLayout modNotesTx">
        <pc:chgData name="Scott Beckford" userId="97f88ce4-fa8b-4163-b87d-92edb22d088f" providerId="ADAL" clId="{ADC934EB-76DE-5A1C-92BA-F001C2335EFE}" dt="2026-04-26T20:13:32.145" v="14921" actId="2696"/>
        <pc:sldMkLst>
          <pc:docMk/>
          <pc:sldMk cId="3870353565" sldId="264"/>
        </pc:sldMkLst>
        <pc:spChg chg="add mod">
          <ac:chgData name="Scott Beckford" userId="97f88ce4-fa8b-4163-b87d-92edb22d088f" providerId="ADAL" clId="{ADC934EB-76DE-5A1C-92BA-F001C2335EFE}" dt="2026-04-26T19:46:39.358" v="14030" actId="20577"/>
          <ac:spMkLst>
            <pc:docMk/>
            <pc:sldMk cId="3870353565" sldId="264"/>
            <ac:spMk id="12" creationId="{2E063326-0751-5BEB-CF13-B14F6994D6F7}"/>
          </ac:spMkLst>
        </pc:spChg>
        <pc:spChg chg="add mod">
          <ac:chgData name="Scott Beckford" userId="97f88ce4-fa8b-4163-b87d-92edb22d088f" providerId="ADAL" clId="{ADC934EB-76DE-5A1C-92BA-F001C2335EFE}" dt="2026-04-26T20:10:05.783" v="14852" actId="21"/>
          <ac:spMkLst>
            <pc:docMk/>
            <pc:sldMk cId="3870353565" sldId="264"/>
            <ac:spMk id="16" creationId="{2B492284-2046-B867-8C65-28C137BFCC4C}"/>
          </ac:spMkLst>
        </pc:spChg>
      </pc:sldChg>
      <pc:sldChg chg="addSp delSp modSp del mod modNotesTx">
        <pc:chgData name="Scott Beckford" userId="97f88ce4-fa8b-4163-b87d-92edb22d088f" providerId="ADAL" clId="{ADC934EB-76DE-5A1C-92BA-F001C2335EFE}" dt="2026-04-27T12:50:21.469" v="18335" actId="2696"/>
        <pc:sldMkLst>
          <pc:docMk/>
          <pc:sldMk cId="1097977507" sldId="265"/>
        </pc:sldMkLst>
        <pc:spChg chg="add del mod">
          <ac:chgData name="Scott Beckford" userId="97f88ce4-fa8b-4163-b87d-92edb22d088f" providerId="ADAL" clId="{ADC934EB-76DE-5A1C-92BA-F001C2335EFE}" dt="2026-04-26T19:28:51.044" v="13039" actId="478"/>
          <ac:spMkLst>
            <pc:docMk/>
            <pc:sldMk cId="1097977507" sldId="265"/>
            <ac:spMk id="2" creationId="{6FCC88D6-1B88-5F4F-AEF1-E6B59A485A05}"/>
          </ac:spMkLst>
        </pc:spChg>
        <pc:spChg chg="mod">
          <ac:chgData name="Scott Beckford" userId="97f88ce4-fa8b-4163-b87d-92edb22d088f" providerId="ADAL" clId="{ADC934EB-76DE-5A1C-92BA-F001C2335EFE}" dt="2026-04-27T06:40:13.380" v="15434" actId="14100"/>
          <ac:spMkLst>
            <pc:docMk/>
            <pc:sldMk cId="1097977507" sldId="265"/>
            <ac:spMk id="6" creationId="{0362B248-64DD-6E50-63F7-31E6778CBBB8}"/>
          </ac:spMkLst>
        </pc:spChg>
      </pc:sldChg>
      <pc:sldChg chg="add">
        <pc:chgData name="Scott Beckford" userId="97f88ce4-fa8b-4163-b87d-92edb22d088f" providerId="ADAL" clId="{ADC934EB-76DE-5A1C-92BA-F001C2335EFE}" dt="2026-04-27T12:50:38.804" v="18336"/>
        <pc:sldMkLst>
          <pc:docMk/>
          <pc:sldMk cId="4236126255" sldId="265"/>
        </pc:sldMkLst>
      </pc:sldChg>
      <pc:sldChg chg="addSp delSp modSp add mod ord delAnim modAnim modNotesTx">
        <pc:chgData name="Scott Beckford" userId="97f88ce4-fa8b-4163-b87d-92edb22d088f" providerId="ADAL" clId="{ADC934EB-76DE-5A1C-92BA-F001C2335EFE}" dt="2026-04-27T16:31:55.728" v="19964" actId="1076"/>
        <pc:sldMkLst>
          <pc:docMk/>
          <pc:sldMk cId="1784270626" sldId="266"/>
        </pc:sldMkLst>
        <pc:spChg chg="add mod">
          <ac:chgData name="Scott Beckford" userId="97f88ce4-fa8b-4163-b87d-92edb22d088f" providerId="ADAL" clId="{ADC934EB-76DE-5A1C-92BA-F001C2335EFE}" dt="2026-04-27T16:31:31.581" v="19933" actId="1076"/>
          <ac:spMkLst>
            <pc:docMk/>
            <pc:sldMk cId="1784270626" sldId="266"/>
            <ac:spMk id="3" creationId="{13E7E7CD-2968-6ACD-C3CD-DDBBCED3C6DF}"/>
          </ac:spMkLst>
        </pc:spChg>
        <pc:spChg chg="mod">
          <ac:chgData name="Scott Beckford" userId="97f88ce4-fa8b-4163-b87d-92edb22d088f" providerId="ADAL" clId="{ADC934EB-76DE-5A1C-92BA-F001C2335EFE}" dt="2026-04-24T09:35:30.607" v="9061" actId="20577"/>
          <ac:spMkLst>
            <pc:docMk/>
            <pc:sldMk cId="1784270626" sldId="266"/>
            <ac:spMk id="4" creationId="{2F139D62-377B-36D8-6C5E-EA9171311A0B}"/>
          </ac:spMkLst>
        </pc:spChg>
        <pc:spChg chg="add mod">
          <ac:chgData name="Scott Beckford" userId="97f88ce4-fa8b-4163-b87d-92edb22d088f" providerId="ADAL" clId="{ADC934EB-76DE-5A1C-92BA-F001C2335EFE}" dt="2026-04-27T16:31:17.374" v="19928"/>
          <ac:spMkLst>
            <pc:docMk/>
            <pc:sldMk cId="1784270626" sldId="266"/>
            <ac:spMk id="5" creationId="{9FE68E94-1BEC-D43B-493B-9EA66AAA942A}"/>
          </ac:spMkLst>
        </pc:spChg>
        <pc:spChg chg="add mod">
          <ac:chgData name="Scott Beckford" userId="97f88ce4-fa8b-4163-b87d-92edb22d088f" providerId="ADAL" clId="{ADC934EB-76DE-5A1C-92BA-F001C2335EFE}" dt="2026-04-27T16:31:41.258" v="19935" actId="1076"/>
          <ac:spMkLst>
            <pc:docMk/>
            <pc:sldMk cId="1784270626" sldId="266"/>
            <ac:spMk id="6" creationId="{2207B74D-EBFD-8DE8-03B7-4AA029D21BF6}"/>
          </ac:spMkLst>
        </pc:spChg>
        <pc:spChg chg="add mod">
          <ac:chgData name="Scott Beckford" userId="97f88ce4-fa8b-4163-b87d-92edb22d088f" providerId="ADAL" clId="{ADC934EB-76DE-5A1C-92BA-F001C2335EFE}" dt="2026-04-27T16:30:39.978" v="19923" actId="1076"/>
          <ac:spMkLst>
            <pc:docMk/>
            <pc:sldMk cId="1784270626" sldId="266"/>
            <ac:spMk id="11" creationId="{D0C9F766-7CC9-E39D-29B3-0CBAFF628989}"/>
          </ac:spMkLst>
        </pc:spChg>
        <pc:spChg chg="add mod">
          <ac:chgData name="Scott Beckford" userId="97f88ce4-fa8b-4163-b87d-92edb22d088f" providerId="ADAL" clId="{ADC934EB-76DE-5A1C-92BA-F001C2335EFE}" dt="2026-04-27T16:31:47.023" v="19937" actId="1076"/>
          <ac:spMkLst>
            <pc:docMk/>
            <pc:sldMk cId="1784270626" sldId="266"/>
            <ac:spMk id="12" creationId="{C838378B-B387-1784-76DD-AFAA00F660BC}"/>
          </ac:spMkLst>
        </pc:spChg>
        <pc:spChg chg="add mod">
          <ac:chgData name="Scott Beckford" userId="97f88ce4-fa8b-4163-b87d-92edb22d088f" providerId="ADAL" clId="{ADC934EB-76DE-5A1C-92BA-F001C2335EFE}" dt="2026-04-27T16:31:55.728" v="19964" actId="1076"/>
          <ac:spMkLst>
            <pc:docMk/>
            <pc:sldMk cId="1784270626" sldId="266"/>
            <ac:spMk id="13" creationId="{8090DEE7-6929-77A8-FEE5-F92ADF1E96ED}"/>
          </ac:spMkLst>
        </pc:spChg>
        <pc:picChg chg="add mod">
          <ac:chgData name="Scott Beckford" userId="97f88ce4-fa8b-4163-b87d-92edb22d088f" providerId="ADAL" clId="{ADC934EB-76DE-5A1C-92BA-F001C2335EFE}" dt="2026-04-24T09:36:07.968" v="9066" actId="1076"/>
          <ac:picMkLst>
            <pc:docMk/>
            <pc:sldMk cId="1784270626" sldId="266"/>
            <ac:picMk id="7" creationId="{5E6F0E27-8A17-5F34-28DD-D1AF52FD09A6}"/>
          </ac:picMkLst>
        </pc:picChg>
        <pc:picChg chg="add mod">
          <ac:chgData name="Scott Beckford" userId="97f88ce4-fa8b-4163-b87d-92edb22d088f" providerId="ADAL" clId="{ADC934EB-76DE-5A1C-92BA-F001C2335EFE}" dt="2026-04-24T09:36:01.768" v="9065" actId="1076"/>
          <ac:picMkLst>
            <pc:docMk/>
            <pc:sldMk cId="1784270626" sldId="266"/>
            <ac:picMk id="8" creationId="{65CFBA47-DC15-22B1-17FB-BCD53387CB30}"/>
          </ac:picMkLst>
        </pc:picChg>
        <pc:picChg chg="add mod">
          <ac:chgData name="Scott Beckford" userId="97f88ce4-fa8b-4163-b87d-92edb22d088f" providerId="ADAL" clId="{ADC934EB-76DE-5A1C-92BA-F001C2335EFE}" dt="2026-04-24T09:36:14.977" v="9067" actId="1076"/>
          <ac:picMkLst>
            <pc:docMk/>
            <pc:sldMk cId="1784270626" sldId="266"/>
            <ac:picMk id="9" creationId="{42AE44BD-2547-68E3-63FE-62F39629D867}"/>
          </ac:picMkLst>
        </pc:picChg>
        <pc:picChg chg="add mod">
          <ac:chgData name="Scott Beckford" userId="97f88ce4-fa8b-4163-b87d-92edb22d088f" providerId="ADAL" clId="{ADC934EB-76DE-5A1C-92BA-F001C2335EFE}" dt="2026-04-27T16:31:20.141" v="19930" actId="1076"/>
          <ac:picMkLst>
            <pc:docMk/>
            <pc:sldMk cId="1784270626" sldId="266"/>
            <ac:picMk id="10" creationId="{1A171E64-1E03-BC4A-4CFD-ED4622D40FB3}"/>
          </ac:picMkLst>
        </pc:picChg>
        <pc:picChg chg="add del mod">
          <ac:chgData name="Scott Beckford" userId="97f88ce4-fa8b-4163-b87d-92edb22d088f" providerId="ADAL" clId="{ADC934EB-76DE-5A1C-92BA-F001C2335EFE}" dt="2026-04-26T20:16:45.111" v="15094" actId="478"/>
          <ac:picMkLst>
            <pc:docMk/>
            <pc:sldMk cId="1784270626" sldId="266"/>
            <ac:picMk id="1026" creationId="{9FE854C4-3E49-5785-DA43-86F7BD725FAD}"/>
          </ac:picMkLst>
        </pc:picChg>
        <pc:picChg chg="add del mod">
          <ac:chgData name="Scott Beckford" userId="97f88ce4-fa8b-4163-b87d-92edb22d088f" providerId="ADAL" clId="{ADC934EB-76DE-5A1C-92BA-F001C2335EFE}" dt="2026-04-26T20:17:31.218" v="15097" actId="478"/>
          <ac:picMkLst>
            <pc:docMk/>
            <pc:sldMk cId="1784270626" sldId="266"/>
            <ac:picMk id="1028" creationId="{76DC82AF-2C43-61E5-6B83-72052C2D3BBF}"/>
          </ac:picMkLst>
        </pc:picChg>
        <pc:picChg chg="add">
          <ac:chgData name="Scott Beckford" userId="97f88ce4-fa8b-4163-b87d-92edb22d088f" providerId="ADAL" clId="{ADC934EB-76DE-5A1C-92BA-F001C2335EFE}" dt="2026-04-26T20:17:47.526" v="15098"/>
          <ac:picMkLst>
            <pc:docMk/>
            <pc:sldMk cId="1784270626" sldId="266"/>
            <ac:picMk id="1030" creationId="{FB9B5B1D-8EDE-89A2-69EA-ED70EE5D779B}"/>
          </ac:picMkLst>
        </pc:picChg>
        <pc:picChg chg="add mod">
          <ac:chgData name="Scott Beckford" userId="97f88ce4-fa8b-4163-b87d-92edb22d088f" providerId="ADAL" clId="{ADC934EB-76DE-5A1C-92BA-F001C2335EFE}" dt="2026-04-26T20:18:15.526" v="15102" actId="1076"/>
          <ac:picMkLst>
            <pc:docMk/>
            <pc:sldMk cId="1784270626" sldId="266"/>
            <ac:picMk id="1032" creationId="{481F8F19-2D3B-DD0B-6E21-E0FE39074C40}"/>
          </ac:picMkLst>
        </pc:picChg>
      </pc:sldChg>
      <pc:sldChg chg="modSp mod">
        <pc:chgData name="Scott Beckford" userId="97f88ce4-fa8b-4163-b87d-92edb22d088f" providerId="ADAL" clId="{ADC934EB-76DE-5A1C-92BA-F001C2335EFE}" dt="2026-04-26T19:37:20.126" v="13766" actId="2711"/>
        <pc:sldMkLst>
          <pc:docMk/>
          <pc:sldMk cId="1748632641" sldId="267"/>
        </pc:sldMkLst>
        <pc:spChg chg="mod">
          <ac:chgData name="Scott Beckford" userId="97f88ce4-fa8b-4163-b87d-92edb22d088f" providerId="ADAL" clId="{ADC934EB-76DE-5A1C-92BA-F001C2335EFE}" dt="2026-04-26T19:37:20.126" v="13766" actId="2711"/>
          <ac:spMkLst>
            <pc:docMk/>
            <pc:sldMk cId="1748632641" sldId="267"/>
            <ac:spMk id="5" creationId="{49B48473-C0F9-3100-D80C-F19F0DF19BD7}"/>
          </ac:spMkLst>
        </pc:spChg>
        <pc:spChg chg="mod">
          <ac:chgData name="Scott Beckford" userId="97f88ce4-fa8b-4163-b87d-92edb22d088f" providerId="ADAL" clId="{ADC934EB-76DE-5A1C-92BA-F001C2335EFE}" dt="2026-04-26T19:37:20.126" v="13766" actId="2711"/>
          <ac:spMkLst>
            <pc:docMk/>
            <pc:sldMk cId="1748632641" sldId="267"/>
            <ac:spMk id="6" creationId="{9B582F84-8075-BA1E-994A-7559FBAD14C6}"/>
          </ac:spMkLst>
        </pc:spChg>
        <pc:spChg chg="mod">
          <ac:chgData name="Scott Beckford" userId="97f88ce4-fa8b-4163-b87d-92edb22d088f" providerId="ADAL" clId="{ADC934EB-76DE-5A1C-92BA-F001C2335EFE}" dt="2026-04-26T19:37:20.126" v="13766" actId="2711"/>
          <ac:spMkLst>
            <pc:docMk/>
            <pc:sldMk cId="1748632641" sldId="267"/>
            <ac:spMk id="10" creationId="{A0BCA0D2-2FF2-9541-8B80-A50A090264BD}"/>
          </ac:spMkLst>
        </pc:spChg>
      </pc:sldChg>
      <pc:sldChg chg="addSp delSp modSp add mod ord modAnim modNotesTx">
        <pc:chgData name="Scott Beckford" userId="97f88ce4-fa8b-4163-b87d-92edb22d088f" providerId="ADAL" clId="{ADC934EB-76DE-5A1C-92BA-F001C2335EFE}" dt="2026-04-27T16:20:39.384" v="19911" actId="14100"/>
        <pc:sldMkLst>
          <pc:docMk/>
          <pc:sldMk cId="1692466608" sldId="268"/>
        </pc:sldMkLst>
        <pc:spChg chg="add del">
          <ac:chgData name="Scott Beckford" userId="97f88ce4-fa8b-4163-b87d-92edb22d088f" providerId="ADAL" clId="{ADC934EB-76DE-5A1C-92BA-F001C2335EFE}" dt="2026-04-24T09:40:14.170" v="9117" actId="478"/>
          <ac:spMkLst>
            <pc:docMk/>
            <pc:sldMk cId="1692466608" sldId="268"/>
            <ac:spMk id="2" creationId="{7C149A93-726E-42F7-A2C9-57A819CA2720}"/>
          </ac:spMkLst>
        </pc:spChg>
        <pc:spChg chg="mod">
          <ac:chgData name="Scott Beckford" userId="97f88ce4-fa8b-4163-b87d-92edb22d088f" providerId="ADAL" clId="{ADC934EB-76DE-5A1C-92BA-F001C2335EFE}" dt="2026-04-24T09:40:02.474" v="9114" actId="20577"/>
          <ac:spMkLst>
            <pc:docMk/>
            <pc:sldMk cId="1692466608" sldId="268"/>
            <ac:spMk id="4" creationId="{13C92150-B960-0FDB-8D63-077CB50584B7}"/>
          </ac:spMkLst>
        </pc:spChg>
        <pc:spChg chg="add mod">
          <ac:chgData name="Scott Beckford" userId="97f88ce4-fa8b-4163-b87d-92edb22d088f" providerId="ADAL" clId="{ADC934EB-76DE-5A1C-92BA-F001C2335EFE}" dt="2026-04-27T16:20:39.384" v="19911" actId="14100"/>
          <ac:spMkLst>
            <pc:docMk/>
            <pc:sldMk cId="1692466608" sldId="268"/>
            <ac:spMk id="7" creationId="{DE7B44DA-81F3-178E-AF4B-06827457572D}"/>
          </ac:spMkLst>
        </pc:spChg>
        <pc:spChg chg="add mod">
          <ac:chgData name="Scott Beckford" userId="97f88ce4-fa8b-4163-b87d-92edb22d088f" providerId="ADAL" clId="{ADC934EB-76DE-5A1C-92BA-F001C2335EFE}" dt="2026-04-27T16:20:39.384" v="19911" actId="14100"/>
          <ac:spMkLst>
            <pc:docMk/>
            <pc:sldMk cId="1692466608" sldId="268"/>
            <ac:spMk id="8" creationId="{6E9343AF-1A28-7FF6-5FF1-C31C015D79C7}"/>
          </ac:spMkLst>
        </pc:spChg>
        <pc:spChg chg="add mod">
          <ac:chgData name="Scott Beckford" userId="97f88ce4-fa8b-4163-b87d-92edb22d088f" providerId="ADAL" clId="{ADC934EB-76DE-5A1C-92BA-F001C2335EFE}" dt="2026-04-27T16:20:39.384" v="19911" actId="14100"/>
          <ac:spMkLst>
            <pc:docMk/>
            <pc:sldMk cId="1692466608" sldId="268"/>
            <ac:spMk id="9" creationId="{B9E6B41B-0856-E0CF-9906-8ED6C8773124}"/>
          </ac:spMkLst>
        </pc:spChg>
        <pc:spChg chg="add mod">
          <ac:chgData name="Scott Beckford" userId="97f88ce4-fa8b-4163-b87d-92edb22d088f" providerId="ADAL" clId="{ADC934EB-76DE-5A1C-92BA-F001C2335EFE}" dt="2026-04-27T16:20:39.384" v="19911" actId="14100"/>
          <ac:spMkLst>
            <pc:docMk/>
            <pc:sldMk cId="1692466608" sldId="268"/>
            <ac:spMk id="10" creationId="{6AC559A2-12A5-9C48-EF95-1D0406C6AC28}"/>
          </ac:spMkLst>
        </pc:spChg>
        <pc:grpChg chg="add mod">
          <ac:chgData name="Scott Beckford" userId="97f88ce4-fa8b-4163-b87d-92edb22d088f" providerId="ADAL" clId="{ADC934EB-76DE-5A1C-92BA-F001C2335EFE}" dt="2026-04-27T16:20:39.384" v="19911" actId="14100"/>
          <ac:grpSpMkLst>
            <pc:docMk/>
            <pc:sldMk cId="1692466608" sldId="268"/>
            <ac:grpSpMk id="11" creationId="{FBFB324B-5049-A1B5-6349-56883A670BAD}"/>
          </ac:grpSpMkLst>
        </pc:grpChg>
        <pc:picChg chg="add mod">
          <ac:chgData name="Scott Beckford" userId="97f88ce4-fa8b-4163-b87d-92edb22d088f" providerId="ADAL" clId="{ADC934EB-76DE-5A1C-92BA-F001C2335EFE}" dt="2026-04-24T09:41:13.854" v="9129" actId="14100"/>
          <ac:picMkLst>
            <pc:docMk/>
            <pc:sldMk cId="1692466608" sldId="268"/>
            <ac:picMk id="3" creationId="{1BF78A30-D7BC-9B3A-AFAC-01591E220A3A}"/>
          </ac:picMkLst>
        </pc:picChg>
        <pc:picChg chg="add mod">
          <ac:chgData name="Scott Beckford" userId="97f88ce4-fa8b-4163-b87d-92edb22d088f" providerId="ADAL" clId="{ADC934EB-76DE-5A1C-92BA-F001C2335EFE}" dt="2026-04-24T09:41:34.750" v="9132" actId="1076"/>
          <ac:picMkLst>
            <pc:docMk/>
            <pc:sldMk cId="1692466608" sldId="268"/>
            <ac:picMk id="5" creationId="{E7BB14E0-0F45-F05E-B07B-4CB6088E1BDE}"/>
          </ac:picMkLst>
        </pc:picChg>
        <pc:picChg chg="add mod">
          <ac:chgData name="Scott Beckford" userId="97f88ce4-fa8b-4163-b87d-92edb22d088f" providerId="ADAL" clId="{ADC934EB-76DE-5A1C-92BA-F001C2335EFE}" dt="2026-04-24T09:41:22.109" v="9130"/>
          <ac:picMkLst>
            <pc:docMk/>
            <pc:sldMk cId="1692466608" sldId="268"/>
            <ac:picMk id="6" creationId="{A0C5E74C-F1B7-FCEA-C8B8-4E60DD122CB7}"/>
          </ac:picMkLst>
        </pc:picChg>
        <pc:picChg chg="add mod">
          <ac:chgData name="Scott Beckford" userId="97f88ce4-fa8b-4163-b87d-92edb22d088f" providerId="ADAL" clId="{ADC934EB-76DE-5A1C-92BA-F001C2335EFE}" dt="2026-04-24T09:41:30.587" v="9131" actId="1076"/>
          <ac:picMkLst>
            <pc:docMk/>
            <pc:sldMk cId="1692466608" sldId="268"/>
            <ac:picMk id="12" creationId="{7112C275-63F1-138D-6885-30928428A871}"/>
          </ac:picMkLst>
        </pc:picChg>
        <pc:picChg chg="add mod">
          <ac:chgData name="Scott Beckford" userId="97f88ce4-fa8b-4163-b87d-92edb22d088f" providerId="ADAL" clId="{ADC934EB-76DE-5A1C-92BA-F001C2335EFE}" dt="2026-04-27T16:20:39.384" v="19911" actId="14100"/>
          <ac:picMkLst>
            <pc:docMk/>
            <pc:sldMk cId="1692466608" sldId="268"/>
            <ac:picMk id="2050" creationId="{D7E07952-CC33-08EA-E3AC-08D82DFC23B0}"/>
          </ac:picMkLst>
        </pc:picChg>
      </pc:sldChg>
      <pc:sldChg chg="modSp mod ord">
        <pc:chgData name="Scott Beckford" userId="97f88ce4-fa8b-4163-b87d-92edb22d088f" providerId="ADAL" clId="{ADC934EB-76DE-5A1C-92BA-F001C2335EFE}" dt="2026-04-24T16:05:19.328" v="10781" actId="1076"/>
        <pc:sldMkLst>
          <pc:docMk/>
          <pc:sldMk cId="1582066733" sldId="269"/>
        </pc:sldMkLst>
        <pc:spChg chg="mod">
          <ac:chgData name="Scott Beckford" userId="97f88ce4-fa8b-4163-b87d-92edb22d088f" providerId="ADAL" clId="{ADC934EB-76DE-5A1C-92BA-F001C2335EFE}" dt="2026-04-24T16:03:05.492" v="10704" actId="20577"/>
          <ac:spMkLst>
            <pc:docMk/>
            <pc:sldMk cId="1582066733" sldId="269"/>
            <ac:spMk id="3" creationId="{07D1E90B-637B-B4FA-0FBC-18021D49B7E8}"/>
          </ac:spMkLst>
        </pc:spChg>
        <pc:spChg chg="mod">
          <ac:chgData name="Scott Beckford" userId="97f88ce4-fa8b-4163-b87d-92edb22d088f" providerId="ADAL" clId="{ADC934EB-76DE-5A1C-92BA-F001C2335EFE}" dt="2026-04-23T08:20:02.236" v="6863" actId="790"/>
          <ac:spMkLst>
            <pc:docMk/>
            <pc:sldMk cId="1582066733" sldId="269"/>
            <ac:spMk id="4" creationId="{E5EEA187-61A1-9460-41F1-2C6CB35CA093}"/>
          </ac:spMkLst>
        </pc:spChg>
        <pc:spChg chg="mod">
          <ac:chgData name="Scott Beckford" userId="97f88ce4-fa8b-4163-b87d-92edb22d088f" providerId="ADAL" clId="{ADC934EB-76DE-5A1C-92BA-F001C2335EFE}" dt="2026-04-24T16:05:19.328" v="10781" actId="1076"/>
          <ac:spMkLst>
            <pc:docMk/>
            <pc:sldMk cId="1582066733" sldId="269"/>
            <ac:spMk id="7" creationId="{41C1413C-5F32-C689-7C52-0DCE3AA9D51D}"/>
          </ac:spMkLst>
        </pc:spChg>
        <pc:spChg chg="mod">
          <ac:chgData name="Scott Beckford" userId="97f88ce4-fa8b-4163-b87d-92edb22d088f" providerId="ADAL" clId="{ADC934EB-76DE-5A1C-92BA-F001C2335EFE}" dt="2026-04-23T08:20:02.236" v="6863" actId="790"/>
          <ac:spMkLst>
            <pc:docMk/>
            <pc:sldMk cId="1582066733" sldId="269"/>
            <ac:spMk id="8" creationId="{7F60CD8B-7111-6397-6939-75341E3F5B65}"/>
          </ac:spMkLst>
        </pc:spChg>
        <pc:spChg chg="mod">
          <ac:chgData name="Scott Beckford" userId="97f88ce4-fa8b-4163-b87d-92edb22d088f" providerId="ADAL" clId="{ADC934EB-76DE-5A1C-92BA-F001C2335EFE}" dt="2026-04-23T08:20:02.236" v="6863" actId="790"/>
          <ac:spMkLst>
            <pc:docMk/>
            <pc:sldMk cId="1582066733" sldId="269"/>
            <ac:spMk id="14" creationId="{251D3E83-9B72-B4E8-D488-25DAFD3BECB9}"/>
          </ac:spMkLst>
        </pc:spChg>
        <pc:spChg chg="mod">
          <ac:chgData name="Scott Beckford" userId="97f88ce4-fa8b-4163-b87d-92edb22d088f" providerId="ADAL" clId="{ADC934EB-76DE-5A1C-92BA-F001C2335EFE}" dt="2026-04-23T08:20:02.236" v="6863" actId="790"/>
          <ac:spMkLst>
            <pc:docMk/>
            <pc:sldMk cId="1582066733" sldId="269"/>
            <ac:spMk id="32" creationId="{AB761790-BC3D-2789-7183-62D3816AA953}"/>
          </ac:spMkLst>
        </pc:spChg>
        <pc:spChg chg="mod">
          <ac:chgData name="Scott Beckford" userId="97f88ce4-fa8b-4163-b87d-92edb22d088f" providerId="ADAL" clId="{ADC934EB-76DE-5A1C-92BA-F001C2335EFE}" dt="2026-04-23T08:20:02.236" v="6863" actId="790"/>
          <ac:spMkLst>
            <pc:docMk/>
            <pc:sldMk cId="1582066733" sldId="269"/>
            <ac:spMk id="36" creationId="{6E543783-8E40-29D3-2BAB-D42570ACD6D9}"/>
          </ac:spMkLst>
        </pc:spChg>
        <pc:spChg chg="mod">
          <ac:chgData name="Scott Beckford" userId="97f88ce4-fa8b-4163-b87d-92edb22d088f" providerId="ADAL" clId="{ADC934EB-76DE-5A1C-92BA-F001C2335EFE}" dt="2026-04-23T08:20:02.236" v="6863" actId="790"/>
          <ac:spMkLst>
            <pc:docMk/>
            <pc:sldMk cId="1582066733" sldId="269"/>
            <ac:spMk id="39" creationId="{899DD27C-055C-CBFD-B90E-E8BC5B0B7132}"/>
          </ac:spMkLst>
        </pc:spChg>
        <pc:spChg chg="mod">
          <ac:chgData name="Scott Beckford" userId="97f88ce4-fa8b-4163-b87d-92edb22d088f" providerId="ADAL" clId="{ADC934EB-76DE-5A1C-92BA-F001C2335EFE}" dt="2026-04-23T08:20:02.236" v="6863" actId="790"/>
          <ac:spMkLst>
            <pc:docMk/>
            <pc:sldMk cId="1582066733" sldId="269"/>
            <ac:spMk id="41" creationId="{584C06BA-A077-F8BB-5602-449EC56CE8B2}"/>
          </ac:spMkLst>
        </pc:spChg>
        <pc:grpChg chg="mod">
          <ac:chgData name="Scott Beckford" userId="97f88ce4-fa8b-4163-b87d-92edb22d088f" providerId="ADAL" clId="{ADC934EB-76DE-5A1C-92BA-F001C2335EFE}" dt="2026-04-24T16:04:42.252" v="10744" actId="1076"/>
          <ac:grpSpMkLst>
            <pc:docMk/>
            <pc:sldMk cId="1582066733" sldId="269"/>
            <ac:grpSpMk id="10" creationId="{7F10BB89-DDBF-02C0-E62D-2FA22ED66EA0}"/>
          </ac:grpSpMkLst>
        </pc:grpChg>
      </pc:sldChg>
      <pc:sldChg chg="addSp delSp modSp add del mod modNotesTx">
        <pc:chgData name="Scott Beckford" userId="97f88ce4-fa8b-4163-b87d-92edb22d088f" providerId="ADAL" clId="{ADC934EB-76DE-5A1C-92BA-F001C2335EFE}" dt="2026-04-27T12:50:21.469" v="18335" actId="2696"/>
        <pc:sldMkLst>
          <pc:docMk/>
          <pc:sldMk cId="686612715" sldId="270"/>
        </pc:sldMkLst>
        <pc:spChg chg="add mod">
          <ac:chgData name="Scott Beckford" userId="97f88ce4-fa8b-4163-b87d-92edb22d088f" providerId="ADAL" clId="{ADC934EB-76DE-5A1C-92BA-F001C2335EFE}" dt="2026-04-27T08:52:10.098" v="16981" actId="20577"/>
          <ac:spMkLst>
            <pc:docMk/>
            <pc:sldMk cId="686612715" sldId="270"/>
            <ac:spMk id="11" creationId="{E1907E8D-B628-F175-3FEB-B9BB65AFB266}"/>
          </ac:spMkLst>
        </pc:spChg>
        <pc:spChg chg="add mod">
          <ac:chgData name="Scott Beckford" userId="97f88ce4-fa8b-4163-b87d-92edb22d088f" providerId="ADAL" clId="{ADC934EB-76DE-5A1C-92BA-F001C2335EFE}" dt="2026-04-27T08:51:56.939" v="16977" actId="1076"/>
          <ac:spMkLst>
            <pc:docMk/>
            <pc:sldMk cId="686612715" sldId="270"/>
            <ac:spMk id="18" creationId="{DBEF160F-8C1C-156D-03E1-11299B7CB912}"/>
          </ac:spMkLst>
        </pc:spChg>
      </pc:sldChg>
      <pc:sldChg chg="add">
        <pc:chgData name="Scott Beckford" userId="97f88ce4-fa8b-4163-b87d-92edb22d088f" providerId="ADAL" clId="{ADC934EB-76DE-5A1C-92BA-F001C2335EFE}" dt="2026-04-27T12:50:38.804" v="18336"/>
        <pc:sldMkLst>
          <pc:docMk/>
          <pc:sldMk cId="1161816366" sldId="270"/>
        </pc:sldMkLst>
      </pc:sldChg>
      <pc:sldChg chg="addSp delSp modSp add del mod modClrScheme chgLayout">
        <pc:chgData name="Scott Beckford" userId="97f88ce4-fa8b-4163-b87d-92edb22d088f" providerId="ADAL" clId="{ADC934EB-76DE-5A1C-92BA-F001C2335EFE}" dt="2026-04-27T13:18:52.621" v="18545" actId="2696"/>
        <pc:sldMkLst>
          <pc:docMk/>
          <pc:sldMk cId="476444648" sldId="271"/>
        </pc:sldMkLst>
      </pc:sldChg>
      <pc:sldChg chg="add del">
        <pc:chgData name="Scott Beckford" userId="97f88ce4-fa8b-4163-b87d-92edb22d088f" providerId="ADAL" clId="{ADC934EB-76DE-5A1C-92BA-F001C2335EFE}" dt="2026-04-27T16:06:30.811" v="19583" actId="2696"/>
        <pc:sldMkLst>
          <pc:docMk/>
          <pc:sldMk cId="1920671884" sldId="271"/>
        </pc:sldMkLst>
      </pc:sldChg>
      <pc:sldChg chg="add">
        <pc:chgData name="Scott Beckford" userId="97f88ce4-fa8b-4163-b87d-92edb22d088f" providerId="ADAL" clId="{ADC934EB-76DE-5A1C-92BA-F001C2335EFE}" dt="2026-04-27T16:06:42.050" v="19584"/>
        <pc:sldMkLst>
          <pc:docMk/>
          <pc:sldMk cId="3345974292" sldId="271"/>
        </pc:sldMkLst>
      </pc:sldChg>
      <pc:sldChg chg="addSp delSp modSp add mod delAnim modNotesTx">
        <pc:chgData name="Scott Beckford" userId="97f88ce4-fa8b-4163-b87d-92edb22d088f" providerId="ADAL" clId="{ADC934EB-76DE-5A1C-92BA-F001C2335EFE}" dt="2026-04-27T16:16:43.273" v="19793" actId="1076"/>
        <pc:sldMkLst>
          <pc:docMk/>
          <pc:sldMk cId="1339372417" sldId="272"/>
        </pc:sldMkLst>
        <pc:spChg chg="del mod">
          <ac:chgData name="Scott Beckford" userId="97f88ce4-fa8b-4163-b87d-92edb22d088f" providerId="ADAL" clId="{ADC934EB-76DE-5A1C-92BA-F001C2335EFE}" dt="2026-04-27T16:16:32.412" v="19792" actId="478"/>
          <ac:spMkLst>
            <pc:docMk/>
            <pc:sldMk cId="1339372417" sldId="272"/>
            <ac:spMk id="7" creationId="{80EF502E-CCDA-D652-AD0F-85921E26B32E}"/>
          </ac:spMkLst>
        </pc:spChg>
        <pc:spChg chg="del">
          <ac:chgData name="Scott Beckford" userId="97f88ce4-fa8b-4163-b87d-92edb22d088f" providerId="ADAL" clId="{ADC934EB-76DE-5A1C-92BA-F001C2335EFE}" dt="2026-04-27T16:16:32.412" v="19792" actId="478"/>
          <ac:spMkLst>
            <pc:docMk/>
            <pc:sldMk cId="1339372417" sldId="272"/>
            <ac:spMk id="8" creationId="{33E871F5-C7A3-5F5A-231F-7B720ADE822D}"/>
          </ac:spMkLst>
        </pc:spChg>
        <pc:spChg chg="add del mod">
          <ac:chgData name="Scott Beckford" userId="97f88ce4-fa8b-4163-b87d-92edb22d088f" providerId="ADAL" clId="{ADC934EB-76DE-5A1C-92BA-F001C2335EFE}" dt="2026-04-27T16:08:05.647" v="19630"/>
          <ac:spMkLst>
            <pc:docMk/>
            <pc:sldMk cId="1339372417" sldId="272"/>
            <ac:spMk id="9" creationId="{4F39F2A5-8E32-2283-6554-9C3ABF0DD361}"/>
          </ac:spMkLst>
        </pc:spChg>
        <pc:spChg chg="del">
          <ac:chgData name="Scott Beckford" userId="97f88ce4-fa8b-4163-b87d-92edb22d088f" providerId="ADAL" clId="{ADC934EB-76DE-5A1C-92BA-F001C2335EFE}" dt="2026-04-27T16:16:32.412" v="19792" actId="478"/>
          <ac:spMkLst>
            <pc:docMk/>
            <pc:sldMk cId="1339372417" sldId="272"/>
            <ac:spMk id="10" creationId="{A87E1E99-C915-43C4-A5CC-14E9670C29D1}"/>
          </ac:spMkLst>
        </pc:spChg>
        <pc:spChg chg="del">
          <ac:chgData name="Scott Beckford" userId="97f88ce4-fa8b-4163-b87d-92edb22d088f" providerId="ADAL" clId="{ADC934EB-76DE-5A1C-92BA-F001C2335EFE}" dt="2026-04-27T16:16:32.412" v="19792" actId="478"/>
          <ac:spMkLst>
            <pc:docMk/>
            <pc:sldMk cId="1339372417" sldId="272"/>
            <ac:spMk id="11" creationId="{1115B8C9-6941-7B69-3121-E8EB6B8BEA76}"/>
          </ac:spMkLst>
        </pc:spChg>
        <pc:spChg chg="del">
          <ac:chgData name="Scott Beckford" userId="97f88ce4-fa8b-4163-b87d-92edb22d088f" providerId="ADAL" clId="{ADC934EB-76DE-5A1C-92BA-F001C2335EFE}" dt="2026-04-27T16:16:32.412" v="19792" actId="478"/>
          <ac:spMkLst>
            <pc:docMk/>
            <pc:sldMk cId="1339372417" sldId="272"/>
            <ac:spMk id="17" creationId="{EDBD79FA-5C0C-F438-8D41-048FB5155BB8}"/>
          </ac:spMkLst>
        </pc:spChg>
        <pc:spChg chg="del">
          <ac:chgData name="Scott Beckford" userId="97f88ce4-fa8b-4163-b87d-92edb22d088f" providerId="ADAL" clId="{ADC934EB-76DE-5A1C-92BA-F001C2335EFE}" dt="2026-04-27T16:16:32.412" v="19792" actId="478"/>
          <ac:spMkLst>
            <pc:docMk/>
            <pc:sldMk cId="1339372417" sldId="272"/>
            <ac:spMk id="18" creationId="{8834F1B2-F475-013E-3527-78993AC4A0F7}"/>
          </ac:spMkLst>
        </pc:spChg>
        <pc:spChg chg="add mod">
          <ac:chgData name="Scott Beckford" userId="97f88ce4-fa8b-4163-b87d-92edb22d088f" providerId="ADAL" clId="{ADC934EB-76DE-5A1C-92BA-F001C2335EFE}" dt="2026-04-27T16:16:43.273" v="19793" actId="1076"/>
          <ac:spMkLst>
            <pc:docMk/>
            <pc:sldMk cId="1339372417" sldId="272"/>
            <ac:spMk id="19" creationId="{57EBE1C5-C5F8-22CA-4F1C-D4A6A827B1AA}"/>
          </ac:spMkLst>
        </pc:spChg>
        <pc:spChg chg="del">
          <ac:chgData name="Scott Beckford" userId="97f88ce4-fa8b-4163-b87d-92edb22d088f" providerId="ADAL" clId="{ADC934EB-76DE-5A1C-92BA-F001C2335EFE}" dt="2026-04-27T16:16:32.412" v="19792" actId="478"/>
          <ac:spMkLst>
            <pc:docMk/>
            <pc:sldMk cId="1339372417" sldId="272"/>
            <ac:spMk id="20" creationId="{89E81D45-82C8-9717-5898-85CF15F40FD9}"/>
          </ac:spMkLst>
        </pc:spChg>
        <pc:spChg chg="del">
          <ac:chgData name="Scott Beckford" userId="97f88ce4-fa8b-4163-b87d-92edb22d088f" providerId="ADAL" clId="{ADC934EB-76DE-5A1C-92BA-F001C2335EFE}" dt="2026-04-27T16:16:32.412" v="19792" actId="478"/>
          <ac:spMkLst>
            <pc:docMk/>
            <pc:sldMk cId="1339372417" sldId="272"/>
            <ac:spMk id="23" creationId="{0EA19C8D-2368-7884-6E65-34D77B0E47BD}"/>
          </ac:spMkLst>
        </pc:spChg>
        <pc:spChg chg="del">
          <ac:chgData name="Scott Beckford" userId="97f88ce4-fa8b-4163-b87d-92edb22d088f" providerId="ADAL" clId="{ADC934EB-76DE-5A1C-92BA-F001C2335EFE}" dt="2026-04-27T16:16:32.412" v="19792" actId="478"/>
          <ac:spMkLst>
            <pc:docMk/>
            <pc:sldMk cId="1339372417" sldId="272"/>
            <ac:spMk id="24" creationId="{F3FD1979-2537-67EA-FDEF-0E82AC2C9528}"/>
          </ac:spMkLst>
        </pc:spChg>
        <pc:graphicFrameChg chg="mod modGraphic">
          <ac:chgData name="Scott Beckford" userId="97f88ce4-fa8b-4163-b87d-92edb22d088f" providerId="ADAL" clId="{ADC934EB-76DE-5A1C-92BA-F001C2335EFE}" dt="2026-04-27T16:12:48.617" v="19670" actId="113"/>
          <ac:graphicFrameMkLst>
            <pc:docMk/>
            <pc:sldMk cId="1339372417" sldId="272"/>
            <ac:graphicFrameMk id="22" creationId="{C78093CE-F6EC-44BA-FC8B-BBB7190BB42A}"/>
          </ac:graphicFrameMkLst>
        </pc:graphicFrameChg>
      </pc:sldChg>
      <pc:sldChg chg="addSp delSp modSp add del mod ord delAnim modAnim modNotesTx">
        <pc:chgData name="Scott Beckford" userId="97f88ce4-fa8b-4163-b87d-92edb22d088f" providerId="ADAL" clId="{ADC934EB-76DE-5A1C-92BA-F001C2335EFE}" dt="2026-04-27T12:50:43.317" v="18337" actId="2696"/>
        <pc:sldMkLst>
          <pc:docMk/>
          <pc:sldMk cId="2183228781" sldId="272"/>
        </pc:sldMkLst>
        <pc:spChg chg="mod">
          <ac:chgData name="Scott Beckford" userId="97f88ce4-fa8b-4163-b87d-92edb22d088f" providerId="ADAL" clId="{ADC934EB-76DE-5A1C-92BA-F001C2335EFE}" dt="2026-04-27T07:03:28.984" v="15577" actId="20577"/>
          <ac:spMkLst>
            <pc:docMk/>
            <pc:sldMk cId="2183228781" sldId="272"/>
            <ac:spMk id="4" creationId="{A2232670-F755-7B6B-2A4E-BF6E73E7CCA6}"/>
          </ac:spMkLst>
        </pc:spChg>
        <pc:spChg chg="add mod">
          <ac:chgData name="Scott Beckford" userId="97f88ce4-fa8b-4163-b87d-92edb22d088f" providerId="ADAL" clId="{ADC934EB-76DE-5A1C-92BA-F001C2335EFE}" dt="2026-04-27T07:31:53.111" v="16521" actId="1037"/>
          <ac:spMkLst>
            <pc:docMk/>
            <pc:sldMk cId="2183228781" sldId="272"/>
            <ac:spMk id="7" creationId="{80EF502E-CCDA-D652-AD0F-85921E26B32E}"/>
          </ac:spMkLst>
        </pc:spChg>
        <pc:spChg chg="add mod">
          <ac:chgData name="Scott Beckford" userId="97f88ce4-fa8b-4163-b87d-92edb22d088f" providerId="ADAL" clId="{ADC934EB-76DE-5A1C-92BA-F001C2335EFE}" dt="2026-04-27T07:31:53.111" v="16521" actId="1037"/>
          <ac:spMkLst>
            <pc:docMk/>
            <pc:sldMk cId="2183228781" sldId="272"/>
            <ac:spMk id="8" creationId="{33E871F5-C7A3-5F5A-231F-7B720ADE822D}"/>
          </ac:spMkLst>
        </pc:spChg>
        <pc:spChg chg="add del mod">
          <ac:chgData name="Scott Beckford" userId="97f88ce4-fa8b-4163-b87d-92edb22d088f" providerId="ADAL" clId="{ADC934EB-76DE-5A1C-92BA-F001C2335EFE}" dt="2026-04-26T19:58:36.551" v="14432" actId="478"/>
          <ac:spMkLst>
            <pc:docMk/>
            <pc:sldMk cId="2183228781" sldId="272"/>
            <ac:spMk id="9" creationId="{1CE6E0F1-ABD3-43AF-F249-8031A04959CC}"/>
          </ac:spMkLst>
        </pc:spChg>
        <pc:spChg chg="add mod">
          <ac:chgData name="Scott Beckford" userId="97f88ce4-fa8b-4163-b87d-92edb22d088f" providerId="ADAL" clId="{ADC934EB-76DE-5A1C-92BA-F001C2335EFE}" dt="2026-04-27T11:06:27.481" v="18282" actId="1035"/>
          <ac:spMkLst>
            <pc:docMk/>
            <pc:sldMk cId="2183228781" sldId="272"/>
            <ac:spMk id="10" creationId="{A87E1E99-C915-43C4-A5CC-14E9670C29D1}"/>
          </ac:spMkLst>
        </pc:spChg>
        <pc:spChg chg="add mod">
          <ac:chgData name="Scott Beckford" userId="97f88ce4-fa8b-4163-b87d-92edb22d088f" providerId="ADAL" clId="{ADC934EB-76DE-5A1C-92BA-F001C2335EFE}" dt="2026-04-27T07:31:53.111" v="16521" actId="1037"/>
          <ac:spMkLst>
            <pc:docMk/>
            <pc:sldMk cId="2183228781" sldId="272"/>
            <ac:spMk id="11" creationId="{1115B8C9-6941-7B69-3121-E8EB6B8BEA76}"/>
          </ac:spMkLst>
        </pc:spChg>
        <pc:spChg chg="mod">
          <ac:chgData name="Scott Beckford" userId="97f88ce4-fa8b-4163-b87d-92edb22d088f" providerId="ADAL" clId="{ADC934EB-76DE-5A1C-92BA-F001C2335EFE}" dt="2026-04-26T19:41:46.478" v="13948" actId="14100"/>
          <ac:spMkLst>
            <pc:docMk/>
            <pc:sldMk cId="2183228781" sldId="272"/>
            <ac:spMk id="12" creationId="{43F49F4F-0A07-C80D-D24A-AD51D21F522B}"/>
          </ac:spMkLst>
        </pc:spChg>
        <pc:spChg chg="mod">
          <ac:chgData name="Scott Beckford" userId="97f88ce4-fa8b-4163-b87d-92edb22d088f" providerId="ADAL" clId="{ADC934EB-76DE-5A1C-92BA-F001C2335EFE}" dt="2026-04-27T07:03:13.382" v="15560" actId="1036"/>
          <ac:spMkLst>
            <pc:docMk/>
            <pc:sldMk cId="2183228781" sldId="272"/>
            <ac:spMk id="13" creationId="{AA1001CF-DADD-075D-1920-0E72970B48B1}"/>
          </ac:spMkLst>
        </pc:spChg>
        <pc:spChg chg="add mod">
          <ac:chgData name="Scott Beckford" userId="97f88ce4-fa8b-4163-b87d-92edb22d088f" providerId="ADAL" clId="{ADC934EB-76DE-5A1C-92BA-F001C2335EFE}" dt="2026-04-27T07:31:53.111" v="16521" actId="1037"/>
          <ac:spMkLst>
            <pc:docMk/>
            <pc:sldMk cId="2183228781" sldId="272"/>
            <ac:spMk id="17" creationId="{EDBD79FA-5C0C-F438-8D41-048FB5155BB8}"/>
          </ac:spMkLst>
        </pc:spChg>
        <pc:spChg chg="add mod">
          <ac:chgData name="Scott Beckford" userId="97f88ce4-fa8b-4163-b87d-92edb22d088f" providerId="ADAL" clId="{ADC934EB-76DE-5A1C-92BA-F001C2335EFE}" dt="2026-04-27T11:06:27.481" v="18282" actId="1035"/>
          <ac:spMkLst>
            <pc:docMk/>
            <pc:sldMk cId="2183228781" sldId="272"/>
            <ac:spMk id="18" creationId="{8834F1B2-F475-013E-3527-78993AC4A0F7}"/>
          </ac:spMkLst>
        </pc:spChg>
        <pc:spChg chg="add del mod">
          <ac:chgData name="Scott Beckford" userId="97f88ce4-fa8b-4163-b87d-92edb22d088f" providerId="ADAL" clId="{ADC934EB-76DE-5A1C-92BA-F001C2335EFE}" dt="2026-04-26T19:58:35.211" v="14431" actId="478"/>
          <ac:spMkLst>
            <pc:docMk/>
            <pc:sldMk cId="2183228781" sldId="272"/>
            <ac:spMk id="19" creationId="{24340315-4B0F-9445-E181-A76DCBAC8B3C}"/>
          </ac:spMkLst>
        </pc:spChg>
        <pc:spChg chg="add mod">
          <ac:chgData name="Scott Beckford" userId="97f88ce4-fa8b-4163-b87d-92edb22d088f" providerId="ADAL" clId="{ADC934EB-76DE-5A1C-92BA-F001C2335EFE}" dt="2026-04-27T11:06:27.481" v="18282" actId="1035"/>
          <ac:spMkLst>
            <pc:docMk/>
            <pc:sldMk cId="2183228781" sldId="272"/>
            <ac:spMk id="20" creationId="{89E81D45-82C8-9717-5898-85CF15F40FD9}"/>
          </ac:spMkLst>
        </pc:spChg>
        <pc:spChg chg="add del mod">
          <ac:chgData name="Scott Beckford" userId="97f88ce4-fa8b-4163-b87d-92edb22d088f" providerId="ADAL" clId="{ADC934EB-76DE-5A1C-92BA-F001C2335EFE}" dt="2026-04-26T20:08:38.848" v="14842" actId="478"/>
          <ac:spMkLst>
            <pc:docMk/>
            <pc:sldMk cId="2183228781" sldId="272"/>
            <ac:spMk id="21" creationId="{3B2582ED-A7D5-32EF-EB56-AA1299313161}"/>
          </ac:spMkLst>
        </pc:spChg>
        <pc:spChg chg="add mod">
          <ac:chgData name="Scott Beckford" userId="97f88ce4-fa8b-4163-b87d-92edb22d088f" providerId="ADAL" clId="{ADC934EB-76DE-5A1C-92BA-F001C2335EFE}" dt="2026-04-27T07:31:53.111" v="16521" actId="1037"/>
          <ac:spMkLst>
            <pc:docMk/>
            <pc:sldMk cId="2183228781" sldId="272"/>
            <ac:spMk id="23" creationId="{0EA19C8D-2368-7884-6E65-34D77B0E47BD}"/>
          </ac:spMkLst>
        </pc:spChg>
        <pc:spChg chg="add mod">
          <ac:chgData name="Scott Beckford" userId="97f88ce4-fa8b-4163-b87d-92edb22d088f" providerId="ADAL" clId="{ADC934EB-76DE-5A1C-92BA-F001C2335EFE}" dt="2026-04-27T11:06:27.481" v="18282" actId="1035"/>
          <ac:spMkLst>
            <pc:docMk/>
            <pc:sldMk cId="2183228781" sldId="272"/>
            <ac:spMk id="24" creationId="{F3FD1979-2537-67EA-FDEF-0E82AC2C9528}"/>
          </ac:spMkLst>
        </pc:spChg>
        <pc:spChg chg="add del mod">
          <ac:chgData name="Scott Beckford" userId="97f88ce4-fa8b-4163-b87d-92edb22d088f" providerId="ADAL" clId="{ADC934EB-76DE-5A1C-92BA-F001C2335EFE}" dt="2026-04-27T11:05:17.307" v="18270" actId="478"/>
          <ac:spMkLst>
            <pc:docMk/>
            <pc:sldMk cId="2183228781" sldId="272"/>
            <ac:spMk id="27" creationId="{A97D5322-2594-768A-6839-2ED2E3D5F094}"/>
          </ac:spMkLst>
        </pc:spChg>
        <pc:grpChg chg="mod topLvl">
          <ac:chgData name="Scott Beckford" userId="97f88ce4-fa8b-4163-b87d-92edb22d088f" providerId="ADAL" clId="{ADC934EB-76DE-5A1C-92BA-F001C2335EFE}" dt="2026-04-26T19:57:04.317" v="14414" actId="14100"/>
          <ac:grpSpMkLst>
            <pc:docMk/>
            <pc:sldMk cId="2183228781" sldId="272"/>
            <ac:grpSpMk id="3" creationId="{824CD360-3A4A-CDB7-9F7C-88F19624B966}"/>
          </ac:grpSpMkLst>
        </pc:grpChg>
        <pc:graphicFrameChg chg="add mod modGraphic">
          <ac:chgData name="Scott Beckford" userId="97f88ce4-fa8b-4163-b87d-92edb22d088f" providerId="ADAL" clId="{ADC934EB-76DE-5A1C-92BA-F001C2335EFE}" dt="2026-04-27T11:09:46.811" v="18284" actId="20577"/>
          <ac:graphicFrameMkLst>
            <pc:docMk/>
            <pc:sldMk cId="2183228781" sldId="272"/>
            <ac:graphicFrameMk id="22" creationId="{C78093CE-F6EC-44BA-FC8B-BBB7190BB42A}"/>
          </ac:graphicFrameMkLst>
        </pc:graphicFrameChg>
        <pc:picChg chg="add mod topLvl">
          <ac:chgData name="Scott Beckford" userId="97f88ce4-fa8b-4163-b87d-92edb22d088f" providerId="ADAL" clId="{ADC934EB-76DE-5A1C-92BA-F001C2335EFE}" dt="2026-04-26T20:13:38.843" v="14922" actId="1076"/>
          <ac:picMkLst>
            <pc:docMk/>
            <pc:sldMk cId="2183228781" sldId="272"/>
            <ac:picMk id="15" creationId="{37255965-48C9-F329-6BF9-905A255F4D6B}"/>
          </ac:picMkLst>
        </pc:picChg>
        <pc:picChg chg="mod topLvl">
          <ac:chgData name="Scott Beckford" userId="97f88ce4-fa8b-4163-b87d-92edb22d088f" providerId="ADAL" clId="{ADC934EB-76DE-5A1C-92BA-F001C2335EFE}" dt="2026-04-26T20:11:13.296" v="14899" actId="1076"/>
          <ac:picMkLst>
            <pc:docMk/>
            <pc:sldMk cId="2183228781" sldId="272"/>
            <ac:picMk id="16" creationId="{54A167C4-AC66-5584-62A8-24D5BD56937B}"/>
          </ac:picMkLst>
        </pc:picChg>
      </pc:sldChg>
      <pc:sldChg chg="modSp mod ord modNotesTx">
        <pc:chgData name="Scott Beckford" userId="97f88ce4-fa8b-4163-b87d-92edb22d088f" providerId="ADAL" clId="{ADC934EB-76DE-5A1C-92BA-F001C2335EFE}" dt="2026-04-27T15:52:56.132" v="19380" actId="20577"/>
        <pc:sldMkLst>
          <pc:docMk/>
          <pc:sldMk cId="3422648836" sldId="273"/>
        </pc:sldMkLst>
        <pc:spChg chg="mod">
          <ac:chgData name="Scott Beckford" userId="97f88ce4-fa8b-4163-b87d-92edb22d088f" providerId="ADAL" clId="{ADC934EB-76DE-5A1C-92BA-F001C2335EFE}" dt="2026-04-23T08:20:02.236" v="6863" actId="790"/>
          <ac:spMkLst>
            <pc:docMk/>
            <pc:sldMk cId="3422648836" sldId="273"/>
            <ac:spMk id="4" creationId="{0ECDAB51-4E03-CED1-9600-D4AB1EA5A154}"/>
          </ac:spMkLst>
        </pc:spChg>
        <pc:spChg chg="mod">
          <ac:chgData name="Scott Beckford" userId="97f88ce4-fa8b-4163-b87d-92edb22d088f" providerId="ADAL" clId="{ADC934EB-76DE-5A1C-92BA-F001C2335EFE}" dt="2026-04-23T08:20:02.236" v="6863" actId="790"/>
          <ac:spMkLst>
            <pc:docMk/>
            <pc:sldMk cId="3422648836" sldId="273"/>
            <ac:spMk id="5" creationId="{C0AFC1E8-80C3-1FEA-E817-5BCA167A11AE}"/>
          </ac:spMkLst>
        </pc:spChg>
        <pc:spChg chg="mod">
          <ac:chgData name="Scott Beckford" userId="97f88ce4-fa8b-4163-b87d-92edb22d088f" providerId="ADAL" clId="{ADC934EB-76DE-5A1C-92BA-F001C2335EFE}" dt="2026-04-27T10:04:43.644" v="17447"/>
          <ac:spMkLst>
            <pc:docMk/>
            <pc:sldMk cId="3422648836" sldId="273"/>
            <ac:spMk id="8" creationId="{A0A5CB63-8D9C-8E94-D2F8-506794F2653B}"/>
          </ac:spMkLst>
        </pc:spChg>
        <pc:spChg chg="mod">
          <ac:chgData name="Scott Beckford" userId="97f88ce4-fa8b-4163-b87d-92edb22d088f" providerId="ADAL" clId="{ADC934EB-76DE-5A1C-92BA-F001C2335EFE}" dt="2026-04-23T08:20:02.236" v="6863" actId="790"/>
          <ac:spMkLst>
            <pc:docMk/>
            <pc:sldMk cId="3422648836" sldId="273"/>
            <ac:spMk id="10" creationId="{10A5E33C-0BFA-EC8A-D7F8-5970D7504587}"/>
          </ac:spMkLst>
        </pc:spChg>
        <pc:spChg chg="mod">
          <ac:chgData name="Scott Beckford" userId="97f88ce4-fa8b-4163-b87d-92edb22d088f" providerId="ADAL" clId="{ADC934EB-76DE-5A1C-92BA-F001C2335EFE}" dt="2026-04-23T08:20:02.236" v="6863" actId="790"/>
          <ac:spMkLst>
            <pc:docMk/>
            <pc:sldMk cId="3422648836" sldId="273"/>
            <ac:spMk id="11" creationId="{140124A3-55D8-62A8-116D-F78B1CC5F528}"/>
          </ac:spMkLst>
        </pc:spChg>
      </pc:sldChg>
      <pc:sldChg chg="addSp modSp mod ord">
        <pc:chgData name="Scott Beckford" userId="97f88ce4-fa8b-4163-b87d-92edb22d088f" providerId="ADAL" clId="{ADC934EB-76DE-5A1C-92BA-F001C2335EFE}" dt="2026-04-27T15:56:02.146" v="19415" actId="20577"/>
        <pc:sldMkLst>
          <pc:docMk/>
          <pc:sldMk cId="1101885496" sldId="274"/>
        </pc:sldMkLst>
        <pc:spChg chg="add mod">
          <ac:chgData name="Scott Beckford" userId="97f88ce4-fa8b-4163-b87d-92edb22d088f" providerId="ADAL" clId="{ADC934EB-76DE-5A1C-92BA-F001C2335EFE}" dt="2026-04-27T15:56:02.146" v="19415" actId="20577"/>
          <ac:spMkLst>
            <pc:docMk/>
            <pc:sldMk cId="1101885496" sldId="274"/>
            <ac:spMk id="2" creationId="{80D45B42-3548-7257-E38B-43E177ED3F72}"/>
          </ac:spMkLst>
        </pc:spChg>
        <pc:spChg chg="mod">
          <ac:chgData name="Scott Beckford" userId="97f88ce4-fa8b-4163-b87d-92edb22d088f" providerId="ADAL" clId="{ADC934EB-76DE-5A1C-92BA-F001C2335EFE}" dt="2026-04-23T08:20:02.236" v="6863" actId="790"/>
          <ac:spMkLst>
            <pc:docMk/>
            <pc:sldMk cId="1101885496" sldId="274"/>
            <ac:spMk id="4" creationId="{84D5E381-FAB2-28C8-AA90-97D44B90F230}"/>
          </ac:spMkLst>
        </pc:spChg>
        <pc:spChg chg="mod">
          <ac:chgData name="Scott Beckford" userId="97f88ce4-fa8b-4163-b87d-92edb22d088f" providerId="ADAL" clId="{ADC934EB-76DE-5A1C-92BA-F001C2335EFE}" dt="2026-04-23T08:20:02.236" v="6863" actId="790"/>
          <ac:spMkLst>
            <pc:docMk/>
            <pc:sldMk cId="1101885496" sldId="274"/>
            <ac:spMk id="5" creationId="{22EC0FDB-92C4-2562-4312-1B91EDEF0FF1}"/>
          </ac:spMkLst>
        </pc:spChg>
        <pc:spChg chg="mod">
          <ac:chgData name="Scott Beckford" userId="97f88ce4-fa8b-4163-b87d-92edb22d088f" providerId="ADAL" clId="{ADC934EB-76DE-5A1C-92BA-F001C2335EFE}" dt="2026-04-27T10:09:16.424" v="17579" actId="20577"/>
          <ac:spMkLst>
            <pc:docMk/>
            <pc:sldMk cId="1101885496" sldId="274"/>
            <ac:spMk id="6" creationId="{D97024F1-64FF-F531-85E8-417D10AA8AF2}"/>
          </ac:spMkLst>
        </pc:spChg>
        <pc:spChg chg="mod">
          <ac:chgData name="Scott Beckford" userId="97f88ce4-fa8b-4163-b87d-92edb22d088f" providerId="ADAL" clId="{ADC934EB-76DE-5A1C-92BA-F001C2335EFE}" dt="2026-04-23T08:20:02.236" v="6863" actId="790"/>
          <ac:spMkLst>
            <pc:docMk/>
            <pc:sldMk cId="1101885496" sldId="274"/>
            <ac:spMk id="10" creationId="{446ED16C-C1C2-BAB0-FB43-81EBD1ACAF18}"/>
          </ac:spMkLst>
        </pc:spChg>
        <pc:spChg chg="mod">
          <ac:chgData name="Scott Beckford" userId="97f88ce4-fa8b-4163-b87d-92edb22d088f" providerId="ADAL" clId="{ADC934EB-76DE-5A1C-92BA-F001C2335EFE}" dt="2026-04-23T08:20:02.236" v="6863" actId="790"/>
          <ac:spMkLst>
            <pc:docMk/>
            <pc:sldMk cId="1101885496" sldId="274"/>
            <ac:spMk id="11" creationId="{A0001C9D-A988-EF47-7F87-621498DD55BC}"/>
          </ac:spMkLst>
        </pc:spChg>
      </pc:sldChg>
      <pc:sldChg chg="modSp add del mod">
        <pc:chgData name="Scott Beckford" userId="97f88ce4-fa8b-4163-b87d-92edb22d088f" providerId="ADAL" clId="{ADC934EB-76DE-5A1C-92BA-F001C2335EFE}" dt="2026-04-27T12:50:21.469" v="18335" actId="2696"/>
        <pc:sldMkLst>
          <pc:docMk/>
          <pc:sldMk cId="105854980" sldId="275"/>
        </pc:sldMkLst>
        <pc:graphicFrameChg chg="modGraphic">
          <ac:chgData name="Scott Beckford" userId="97f88ce4-fa8b-4163-b87d-92edb22d088f" providerId="ADAL" clId="{ADC934EB-76DE-5A1C-92BA-F001C2335EFE}" dt="2026-04-27T09:16:03.037" v="16998" actId="20577"/>
          <ac:graphicFrameMkLst>
            <pc:docMk/>
            <pc:sldMk cId="105854980" sldId="275"/>
            <ac:graphicFrameMk id="3" creationId="{3A5D80BF-E46F-8F3D-12A9-22D3A2596FAC}"/>
          </ac:graphicFrameMkLst>
        </pc:graphicFrameChg>
      </pc:sldChg>
      <pc:sldChg chg="add">
        <pc:chgData name="Scott Beckford" userId="97f88ce4-fa8b-4163-b87d-92edb22d088f" providerId="ADAL" clId="{ADC934EB-76DE-5A1C-92BA-F001C2335EFE}" dt="2026-04-27T12:50:38.804" v="18336"/>
        <pc:sldMkLst>
          <pc:docMk/>
          <pc:sldMk cId="2464234247" sldId="275"/>
        </pc:sldMkLst>
      </pc:sldChg>
      <pc:sldChg chg="addSp delSp modSp add mod modAnim modNotesTx">
        <pc:chgData name="Scott Beckford" userId="97f88ce4-fa8b-4163-b87d-92edb22d088f" providerId="ADAL" clId="{ADC934EB-76DE-5A1C-92BA-F001C2335EFE}" dt="2026-04-27T16:48:38.072" v="20184" actId="20577"/>
        <pc:sldMkLst>
          <pc:docMk/>
          <pc:sldMk cId="1501131436" sldId="276"/>
        </pc:sldMkLst>
        <pc:spChg chg="add mod">
          <ac:chgData name="Scott Beckford" userId="97f88ce4-fa8b-4163-b87d-92edb22d088f" providerId="ADAL" clId="{ADC934EB-76DE-5A1C-92BA-F001C2335EFE}" dt="2026-04-27T16:48:38.072" v="20184" actId="20577"/>
          <ac:spMkLst>
            <pc:docMk/>
            <pc:sldMk cId="1501131436" sldId="276"/>
            <ac:spMk id="3" creationId="{18AE4D57-A246-9883-7136-4CF10FCA87B2}"/>
          </ac:spMkLst>
        </pc:spChg>
        <pc:spChg chg="add del mod">
          <ac:chgData name="Scott Beckford" userId="97f88ce4-fa8b-4163-b87d-92edb22d088f" providerId="ADAL" clId="{ADC934EB-76DE-5A1C-92BA-F001C2335EFE}" dt="2026-04-27T16:48:29.301" v="20164"/>
          <ac:spMkLst>
            <pc:docMk/>
            <pc:sldMk cId="1501131436" sldId="276"/>
            <ac:spMk id="4" creationId="{A44BE1C7-91C3-8E82-B73D-1D5528557BA0}"/>
          </ac:spMkLst>
        </pc:spChg>
        <pc:spChg chg="del mod">
          <ac:chgData name="Scott Beckford" userId="97f88ce4-fa8b-4163-b87d-92edb22d088f" providerId="ADAL" clId="{ADC934EB-76DE-5A1C-92BA-F001C2335EFE}" dt="2026-04-27T15:57:04.420" v="19441" actId="478"/>
          <ac:spMkLst>
            <pc:docMk/>
            <pc:sldMk cId="1501131436" sldId="276"/>
            <ac:spMk id="7" creationId="{0F49FBC7-B939-C8C7-0AFB-C344129424B2}"/>
          </ac:spMkLst>
        </pc:spChg>
        <pc:spChg chg="mod">
          <ac:chgData name="Scott Beckford" userId="97f88ce4-fa8b-4163-b87d-92edb22d088f" providerId="ADAL" clId="{ADC934EB-76DE-5A1C-92BA-F001C2335EFE}" dt="2026-04-27T15:57:01.491" v="19440" actId="20577"/>
          <ac:spMkLst>
            <pc:docMk/>
            <pc:sldMk cId="1501131436" sldId="276"/>
            <ac:spMk id="10" creationId="{8DB83E1D-32A4-5CC2-01F5-208E0A34306B}"/>
          </ac:spMkLst>
        </pc:spChg>
        <pc:picChg chg="add del mod">
          <ac:chgData name="Scott Beckford" userId="97f88ce4-fa8b-4163-b87d-92edb22d088f" providerId="ADAL" clId="{ADC934EB-76DE-5A1C-92BA-F001C2335EFE}" dt="2026-04-27T15:57:05.106" v="19442" actId="478"/>
          <ac:picMkLst>
            <pc:docMk/>
            <pc:sldMk cId="1501131436" sldId="276"/>
            <ac:picMk id="5" creationId="{DA20ACD7-FFA4-50DE-C432-9A7E01C6601A}"/>
          </ac:picMkLst>
        </pc:picChg>
      </pc:sldChg>
      <pc:sldChg chg="addSp modSp add mod">
        <pc:chgData name="Scott Beckford" userId="97f88ce4-fa8b-4163-b87d-92edb22d088f" providerId="ADAL" clId="{ADC934EB-76DE-5A1C-92BA-F001C2335EFE}" dt="2026-04-27T16:07:17.343" v="19627" actId="403"/>
        <pc:sldMkLst>
          <pc:docMk/>
          <pc:sldMk cId="251233729" sldId="277"/>
        </pc:sldMkLst>
        <pc:spChg chg="add mod">
          <ac:chgData name="Scott Beckford" userId="97f88ce4-fa8b-4163-b87d-92edb22d088f" providerId="ADAL" clId="{ADC934EB-76DE-5A1C-92BA-F001C2335EFE}" dt="2026-04-27T16:07:17.343" v="19627" actId="403"/>
          <ac:spMkLst>
            <pc:docMk/>
            <pc:sldMk cId="251233729" sldId="277"/>
            <ac:spMk id="3" creationId="{FEEBAC1F-2573-0635-4295-42C37612BFDD}"/>
          </ac:spMkLst>
        </pc:spChg>
      </pc:sldChg>
      <pc:sldChg chg="addSp delSp modSp add del mod">
        <pc:chgData name="Scott Beckford" userId="97f88ce4-fa8b-4163-b87d-92edb22d088f" providerId="ADAL" clId="{ADC934EB-76DE-5A1C-92BA-F001C2335EFE}" dt="2026-04-27T13:18:52.621" v="18545" actId="2696"/>
        <pc:sldMkLst>
          <pc:docMk/>
          <pc:sldMk cId="278784179" sldId="277"/>
        </pc:sldMkLst>
      </pc:sldChg>
      <pc:sldChg chg="modSp add del mod">
        <pc:chgData name="Scott Beckford" userId="97f88ce4-fa8b-4163-b87d-92edb22d088f" providerId="ADAL" clId="{ADC934EB-76DE-5A1C-92BA-F001C2335EFE}" dt="2026-04-27T16:06:30.811" v="19583" actId="2696"/>
        <pc:sldMkLst>
          <pc:docMk/>
          <pc:sldMk cId="376144688" sldId="277"/>
        </pc:sldMkLst>
        <pc:spChg chg="mod">
          <ac:chgData name="Scott Beckford" userId="97f88ce4-fa8b-4163-b87d-92edb22d088f" providerId="ADAL" clId="{ADC934EB-76DE-5A1C-92BA-F001C2335EFE}" dt="2026-04-27T16:06:06.508" v="19582" actId="20577"/>
          <ac:spMkLst>
            <pc:docMk/>
            <pc:sldMk cId="376144688" sldId="277"/>
            <ac:spMk id="4" creationId="{22CB9205-8BC5-A354-3074-1839182EBC53}"/>
          </ac:spMkLst>
        </pc:spChg>
      </pc:sldChg>
      <pc:sldChg chg="modSp add mod modNotesTx">
        <pc:chgData name="Scott Beckford" userId="97f88ce4-fa8b-4163-b87d-92edb22d088f" providerId="ADAL" clId="{ADC934EB-76DE-5A1C-92BA-F001C2335EFE}" dt="2026-04-26T20:33:28.193" v="15341" actId="20577"/>
        <pc:sldMkLst>
          <pc:docMk/>
          <pc:sldMk cId="3884642875" sldId="278"/>
        </pc:sldMkLst>
        <pc:spChg chg="mod">
          <ac:chgData name="Scott Beckford" userId="97f88ce4-fa8b-4163-b87d-92edb22d088f" providerId="ADAL" clId="{ADC934EB-76DE-5A1C-92BA-F001C2335EFE}" dt="2026-04-24T14:04:09.721" v="9572" actId="5793"/>
          <ac:spMkLst>
            <pc:docMk/>
            <pc:sldMk cId="3884642875" sldId="278"/>
            <ac:spMk id="90" creationId="{B9D2DE4F-6EE1-126E-27C8-6D05B04443A2}"/>
          </ac:spMkLst>
        </pc:spChg>
        <pc:spChg chg="mod">
          <ac:chgData name="Scott Beckford" userId="97f88ce4-fa8b-4163-b87d-92edb22d088f" providerId="ADAL" clId="{ADC934EB-76DE-5A1C-92BA-F001C2335EFE}" dt="2026-04-24T14:04:07.435" v="9568" actId="5793"/>
          <ac:spMkLst>
            <pc:docMk/>
            <pc:sldMk cId="3884642875" sldId="278"/>
            <ac:spMk id="92" creationId="{D48ACF83-F044-A822-9F47-CBD1CD25A28B}"/>
          </ac:spMkLst>
        </pc:spChg>
        <pc:spChg chg="mod">
          <ac:chgData name="Scott Beckford" userId="97f88ce4-fa8b-4163-b87d-92edb22d088f" providerId="ADAL" clId="{ADC934EB-76DE-5A1C-92BA-F001C2335EFE}" dt="2026-04-24T14:04:06.051" v="9566" actId="5793"/>
          <ac:spMkLst>
            <pc:docMk/>
            <pc:sldMk cId="3884642875" sldId="278"/>
            <ac:spMk id="94" creationId="{40660303-F59B-8CAC-9872-69DCB5A871FA}"/>
          </ac:spMkLst>
        </pc:spChg>
      </pc:sldChg>
      <pc:sldChg chg="addSp delSp modSp mod modNotesTx">
        <pc:chgData name="Scott Beckford" userId="97f88ce4-fa8b-4163-b87d-92edb22d088f" providerId="ADAL" clId="{ADC934EB-76DE-5A1C-92BA-F001C2335EFE}" dt="2026-04-27T07:20:08.873" v="16347" actId="113"/>
        <pc:sldMkLst>
          <pc:docMk/>
          <pc:sldMk cId="483845317" sldId="279"/>
        </pc:sldMkLst>
        <pc:spChg chg="mod">
          <ac:chgData name="Scott Beckford" userId="97f88ce4-fa8b-4163-b87d-92edb22d088f" providerId="ADAL" clId="{ADC934EB-76DE-5A1C-92BA-F001C2335EFE}" dt="2026-04-27T07:20:08.873" v="16347" actId="113"/>
          <ac:spMkLst>
            <pc:docMk/>
            <pc:sldMk cId="483845317" sldId="279"/>
            <ac:spMk id="6" creationId="{354FA8DB-1B72-3A09-FC03-8E9E1BFA6B72}"/>
          </ac:spMkLst>
        </pc:spChg>
        <pc:picChg chg="add mod">
          <ac:chgData name="Scott Beckford" userId="97f88ce4-fa8b-4163-b87d-92edb22d088f" providerId="ADAL" clId="{ADC934EB-76DE-5A1C-92BA-F001C2335EFE}" dt="2026-04-27T07:16:01.109" v="16323" actId="14100"/>
          <ac:picMkLst>
            <pc:docMk/>
            <pc:sldMk cId="483845317" sldId="279"/>
            <ac:picMk id="3" creationId="{D48C3A28-029B-358D-9075-34B25F71E5FA}"/>
          </ac:picMkLst>
        </pc:picChg>
        <pc:picChg chg="del">
          <ac:chgData name="Scott Beckford" userId="97f88ce4-fa8b-4163-b87d-92edb22d088f" providerId="ADAL" clId="{ADC934EB-76DE-5A1C-92BA-F001C2335EFE}" dt="2026-04-27T07:15:40.633" v="16317" actId="478"/>
          <ac:picMkLst>
            <pc:docMk/>
            <pc:sldMk cId="483845317" sldId="279"/>
            <ac:picMk id="5" creationId="{025F17D5-CA3C-940A-5CD3-3D08A25A9E14}"/>
          </ac:picMkLst>
        </pc:picChg>
        <pc:picChg chg="add del mod">
          <ac:chgData name="Scott Beckford" userId="97f88ce4-fa8b-4163-b87d-92edb22d088f" providerId="ADAL" clId="{ADC934EB-76DE-5A1C-92BA-F001C2335EFE}" dt="2026-04-27T07:16:19.018" v="16326" actId="478"/>
          <ac:picMkLst>
            <pc:docMk/>
            <pc:sldMk cId="483845317" sldId="279"/>
            <ac:picMk id="7" creationId="{4DEC0543-9EF3-9F7C-56A3-1412A9406D81}"/>
          </ac:picMkLst>
        </pc:picChg>
      </pc:sldChg>
      <pc:sldChg chg="addSp modSp add mod ord modAnim modNotesTx">
        <pc:chgData name="Scott Beckford" userId="97f88ce4-fa8b-4163-b87d-92edb22d088f" providerId="ADAL" clId="{ADC934EB-76DE-5A1C-92BA-F001C2335EFE}" dt="2026-04-27T14:48:58.222" v="18638" actId="1076"/>
        <pc:sldMkLst>
          <pc:docMk/>
          <pc:sldMk cId="2612447691" sldId="280"/>
        </pc:sldMkLst>
        <pc:spChg chg="add mod">
          <ac:chgData name="Scott Beckford" userId="97f88ce4-fa8b-4163-b87d-92edb22d088f" providerId="ADAL" clId="{ADC934EB-76DE-5A1C-92BA-F001C2335EFE}" dt="2026-04-27T14:10:53.519" v="18623" actId="948"/>
          <ac:spMkLst>
            <pc:docMk/>
            <pc:sldMk cId="2612447691" sldId="280"/>
            <ac:spMk id="3" creationId="{978A4662-A97E-CABF-4174-13351A59134F}"/>
          </ac:spMkLst>
        </pc:spChg>
        <pc:spChg chg="mod">
          <ac:chgData name="Scott Beckford" userId="97f88ce4-fa8b-4163-b87d-92edb22d088f" providerId="ADAL" clId="{ADC934EB-76DE-5A1C-92BA-F001C2335EFE}" dt="2026-04-24T12:53:06.213" v="9366" actId="20577"/>
          <ac:spMkLst>
            <pc:docMk/>
            <pc:sldMk cId="2612447691" sldId="280"/>
            <ac:spMk id="4" creationId="{19060D72-9180-46BD-B82D-F1C6BC1DAFF1}"/>
          </ac:spMkLst>
        </pc:spChg>
        <pc:spChg chg="mod">
          <ac:chgData name="Scott Beckford" userId="97f88ce4-fa8b-4163-b87d-92edb22d088f" providerId="ADAL" clId="{ADC934EB-76DE-5A1C-92BA-F001C2335EFE}" dt="2026-04-27T14:47:37.841" v="18630" actId="1037"/>
          <ac:spMkLst>
            <pc:docMk/>
            <pc:sldMk cId="2612447691" sldId="280"/>
            <ac:spMk id="23" creationId="{2F433B07-1666-5233-ED11-2CE9BE7B3EF6}"/>
          </ac:spMkLst>
        </pc:spChg>
        <pc:spChg chg="mod">
          <ac:chgData name="Scott Beckford" userId="97f88ce4-fa8b-4163-b87d-92edb22d088f" providerId="ADAL" clId="{ADC934EB-76DE-5A1C-92BA-F001C2335EFE}" dt="2026-04-27T14:47:37.841" v="18630" actId="1037"/>
          <ac:spMkLst>
            <pc:docMk/>
            <pc:sldMk cId="2612447691" sldId="280"/>
            <ac:spMk id="24" creationId="{8E8CE8C9-E5B7-DCE8-AD60-8462B25A65D3}"/>
          </ac:spMkLst>
        </pc:spChg>
        <pc:spChg chg="mod">
          <ac:chgData name="Scott Beckford" userId="97f88ce4-fa8b-4163-b87d-92edb22d088f" providerId="ADAL" clId="{ADC934EB-76DE-5A1C-92BA-F001C2335EFE}" dt="2026-04-27T14:47:37.841" v="18630" actId="1037"/>
          <ac:spMkLst>
            <pc:docMk/>
            <pc:sldMk cId="2612447691" sldId="280"/>
            <ac:spMk id="25" creationId="{36E131AF-808F-A0FA-926A-50677E6AA3E1}"/>
          </ac:spMkLst>
        </pc:spChg>
        <pc:spChg chg="mod">
          <ac:chgData name="Scott Beckford" userId="97f88ce4-fa8b-4163-b87d-92edb22d088f" providerId="ADAL" clId="{ADC934EB-76DE-5A1C-92BA-F001C2335EFE}" dt="2026-04-27T14:47:50.181" v="18631" actId="1076"/>
          <ac:spMkLst>
            <pc:docMk/>
            <pc:sldMk cId="2612447691" sldId="280"/>
            <ac:spMk id="26" creationId="{C6D362B3-4BA8-BCA9-97F2-0B05417AE7AF}"/>
          </ac:spMkLst>
        </pc:spChg>
        <pc:spChg chg="mod">
          <ac:chgData name="Scott Beckford" userId="97f88ce4-fa8b-4163-b87d-92edb22d088f" providerId="ADAL" clId="{ADC934EB-76DE-5A1C-92BA-F001C2335EFE}" dt="2026-04-27T14:47:50.181" v="18631" actId="1076"/>
          <ac:spMkLst>
            <pc:docMk/>
            <pc:sldMk cId="2612447691" sldId="280"/>
            <ac:spMk id="27" creationId="{BBE4E12C-139F-5785-FA4E-B69E39198C1F}"/>
          </ac:spMkLst>
        </pc:spChg>
        <pc:spChg chg="mod">
          <ac:chgData name="Scott Beckford" userId="97f88ce4-fa8b-4163-b87d-92edb22d088f" providerId="ADAL" clId="{ADC934EB-76DE-5A1C-92BA-F001C2335EFE}" dt="2026-04-27T14:47:50.181" v="18631" actId="1076"/>
          <ac:spMkLst>
            <pc:docMk/>
            <pc:sldMk cId="2612447691" sldId="280"/>
            <ac:spMk id="28" creationId="{F1A30604-BA45-7B02-8702-AC1BD0C5EDAA}"/>
          </ac:spMkLst>
        </pc:spChg>
        <pc:spChg chg="mod">
          <ac:chgData name="Scott Beckford" userId="97f88ce4-fa8b-4163-b87d-92edb22d088f" providerId="ADAL" clId="{ADC934EB-76DE-5A1C-92BA-F001C2335EFE}" dt="2026-04-27T14:47:37.841" v="18630" actId="1037"/>
          <ac:spMkLst>
            <pc:docMk/>
            <pc:sldMk cId="2612447691" sldId="280"/>
            <ac:spMk id="29" creationId="{7B4DEC94-247D-6B1A-ECEF-206FFF50EFC2}"/>
          </ac:spMkLst>
        </pc:spChg>
        <pc:spChg chg="mod">
          <ac:chgData name="Scott Beckford" userId="97f88ce4-fa8b-4163-b87d-92edb22d088f" providerId="ADAL" clId="{ADC934EB-76DE-5A1C-92BA-F001C2335EFE}" dt="2026-04-27T14:47:50.181" v="18631" actId="1076"/>
          <ac:spMkLst>
            <pc:docMk/>
            <pc:sldMk cId="2612447691" sldId="280"/>
            <ac:spMk id="30" creationId="{CDA7068B-5187-29A7-6D52-AE1DF405AC19}"/>
          </ac:spMkLst>
        </pc:spChg>
        <pc:spChg chg="mod">
          <ac:chgData name="Scott Beckford" userId="97f88ce4-fa8b-4163-b87d-92edb22d088f" providerId="ADAL" clId="{ADC934EB-76DE-5A1C-92BA-F001C2335EFE}" dt="2026-04-27T14:47:55.059" v="18632" actId="1076"/>
          <ac:spMkLst>
            <pc:docMk/>
            <pc:sldMk cId="2612447691" sldId="280"/>
            <ac:spMk id="32" creationId="{94FBFF31-2426-C8B3-CDB1-E19951A601B1}"/>
          </ac:spMkLst>
        </pc:spChg>
        <pc:picChg chg="add mod">
          <ac:chgData name="Scott Beckford" userId="97f88ce4-fa8b-4163-b87d-92edb22d088f" providerId="ADAL" clId="{ADC934EB-76DE-5A1C-92BA-F001C2335EFE}" dt="2026-04-27T14:48:58.222" v="18638" actId="1076"/>
          <ac:picMkLst>
            <pc:docMk/>
            <pc:sldMk cId="2612447691" sldId="280"/>
            <ac:picMk id="5" creationId="{968C5F60-8E07-36ED-44D3-FD3D0A3EEA08}"/>
          </ac:picMkLst>
        </pc:picChg>
        <pc:picChg chg="add mod">
          <ac:chgData name="Scott Beckford" userId="97f88ce4-fa8b-4163-b87d-92edb22d088f" providerId="ADAL" clId="{ADC934EB-76DE-5A1C-92BA-F001C2335EFE}" dt="2026-04-27T14:48:58.222" v="18638" actId="1076"/>
          <ac:picMkLst>
            <pc:docMk/>
            <pc:sldMk cId="2612447691" sldId="280"/>
            <ac:picMk id="6" creationId="{8D3FFD4A-132C-F8C4-1AC9-58DC0E1311A5}"/>
          </ac:picMkLst>
        </pc:picChg>
      </pc:sldChg>
      <pc:sldChg chg="addSp modSp add mod modNotesTx">
        <pc:chgData name="Scott Beckford" userId="97f88ce4-fa8b-4163-b87d-92edb22d088f" providerId="ADAL" clId="{ADC934EB-76DE-5A1C-92BA-F001C2335EFE}" dt="2026-04-27T15:39:32.627" v="19346" actId="20577"/>
        <pc:sldMkLst>
          <pc:docMk/>
          <pc:sldMk cId="2479156540" sldId="281"/>
        </pc:sldMkLst>
        <pc:spChg chg="mod">
          <ac:chgData name="Scott Beckford" userId="97f88ce4-fa8b-4163-b87d-92edb22d088f" providerId="ADAL" clId="{ADC934EB-76DE-5A1C-92BA-F001C2335EFE}" dt="2026-04-27T15:37:34.032" v="19344" actId="20577"/>
          <ac:spMkLst>
            <pc:docMk/>
            <pc:sldMk cId="2479156540" sldId="281"/>
            <ac:spMk id="2" creationId="{3D268BF7-5EA0-5DAE-BD29-23FAE4C50889}"/>
          </ac:spMkLst>
        </pc:spChg>
        <pc:spChg chg="add mod">
          <ac:chgData name="Scott Beckford" userId="97f88ce4-fa8b-4163-b87d-92edb22d088f" providerId="ADAL" clId="{ADC934EB-76DE-5A1C-92BA-F001C2335EFE}" dt="2026-04-27T13:07:08.159" v="18364" actId="1076"/>
          <ac:spMkLst>
            <pc:docMk/>
            <pc:sldMk cId="2479156540" sldId="281"/>
            <ac:spMk id="5" creationId="{46473E31-9741-C35E-64B8-A8BE02A38A0F}"/>
          </ac:spMkLst>
        </pc:spChg>
      </pc:sldChg>
      <pc:sldChg chg="addSp delSp modSp add del mod modNotesTx">
        <pc:chgData name="Scott Beckford" userId="97f88ce4-fa8b-4163-b87d-92edb22d088f" providerId="ADAL" clId="{ADC934EB-76DE-5A1C-92BA-F001C2335EFE}" dt="2026-04-27T12:50:21.469" v="18335" actId="2696"/>
        <pc:sldMkLst>
          <pc:docMk/>
          <pc:sldMk cId="4288786786" sldId="281"/>
        </pc:sldMkLst>
        <pc:spChg chg="add mod">
          <ac:chgData name="Scott Beckford" userId="97f88ce4-fa8b-4163-b87d-92edb22d088f" providerId="ADAL" clId="{ADC934EB-76DE-5A1C-92BA-F001C2335EFE}" dt="2026-04-27T11:16:36.607" v="18334"/>
          <ac:spMkLst>
            <pc:docMk/>
            <pc:sldMk cId="4288786786" sldId="281"/>
            <ac:spMk id="2" creationId="{3D268BF7-5EA0-5DAE-BD29-23FAE4C50889}"/>
          </ac:spMkLst>
        </pc:spChg>
        <pc:spChg chg="mod">
          <ac:chgData name="Scott Beckford" userId="97f88ce4-fa8b-4163-b87d-92edb22d088f" providerId="ADAL" clId="{ADC934EB-76DE-5A1C-92BA-F001C2335EFE}" dt="2026-04-27T11:15:39.873" v="18329" actId="20577"/>
          <ac:spMkLst>
            <pc:docMk/>
            <pc:sldMk cId="4288786786" sldId="281"/>
            <ac:spMk id="4" creationId="{6BEED97F-C94A-BF71-E344-D8ED0CAF48C3}"/>
          </ac:spMkLst>
        </pc:spChg>
        <pc:graphicFrameChg chg="del">
          <ac:chgData name="Scott Beckford" userId="97f88ce4-fa8b-4163-b87d-92edb22d088f" providerId="ADAL" clId="{ADC934EB-76DE-5A1C-92BA-F001C2335EFE}" dt="2026-04-27T11:12:05.917" v="18286" actId="478"/>
          <ac:graphicFrameMkLst>
            <pc:docMk/>
            <pc:sldMk cId="4288786786" sldId="281"/>
            <ac:graphicFrameMk id="6" creationId="{8E9F2439-AB35-CC45-D172-A2DC5984EAA5}"/>
          </ac:graphicFrameMkLst>
        </pc:graphicFrameChg>
      </pc:sldChg>
      <pc:sldChg chg="addSp delSp modSp add mod modClrScheme chgLayout">
        <pc:chgData name="Scott Beckford" userId="97f88ce4-fa8b-4163-b87d-92edb22d088f" providerId="ADAL" clId="{ADC934EB-76DE-5A1C-92BA-F001C2335EFE}" dt="2026-04-23T08:20:02.236" v="6863" actId="790"/>
        <pc:sldMkLst>
          <pc:docMk/>
          <pc:sldMk cId="468791534" sldId="282"/>
        </pc:sldMkLst>
        <pc:spChg chg="mod ord">
          <ac:chgData name="Scott Beckford" userId="97f88ce4-fa8b-4163-b87d-92edb22d088f" providerId="ADAL" clId="{ADC934EB-76DE-5A1C-92BA-F001C2335EFE}" dt="2026-04-23T08:20:02.236" v="6863" actId="790"/>
          <ac:spMkLst>
            <pc:docMk/>
            <pc:sldMk cId="468791534" sldId="282"/>
            <ac:spMk id="3" creationId="{3087EE60-60F6-E329-E47E-7E19DE29C8C3}"/>
          </ac:spMkLst>
        </pc:spChg>
      </pc:sldChg>
      <pc:sldChg chg="addSp delSp modSp add mod modClrScheme chgLayout">
        <pc:chgData name="Scott Beckford" userId="97f88ce4-fa8b-4163-b87d-92edb22d088f" providerId="ADAL" clId="{ADC934EB-76DE-5A1C-92BA-F001C2335EFE}" dt="2026-04-23T08:26:15.187" v="6955" actId="20577"/>
        <pc:sldMkLst>
          <pc:docMk/>
          <pc:sldMk cId="4240702355" sldId="283"/>
        </pc:sldMkLst>
        <pc:spChg chg="mod ord">
          <ac:chgData name="Scott Beckford" userId="97f88ce4-fa8b-4163-b87d-92edb22d088f" providerId="ADAL" clId="{ADC934EB-76DE-5A1C-92BA-F001C2335EFE}" dt="2026-04-23T08:26:15.187" v="6955" actId="20577"/>
          <ac:spMkLst>
            <pc:docMk/>
            <pc:sldMk cId="4240702355" sldId="283"/>
            <ac:spMk id="3" creationId="{EAE1DFF3-C252-F86B-085F-D8DA7CDD85D1}"/>
          </ac:spMkLst>
        </pc:spChg>
      </pc:sldChg>
      <pc:sldChg chg="addSp delSp modSp mod">
        <pc:chgData name="Scott Beckford" userId="97f88ce4-fa8b-4163-b87d-92edb22d088f" providerId="ADAL" clId="{ADC934EB-76DE-5A1C-92BA-F001C2335EFE}" dt="2026-04-27T16:01:04.948" v="19496" actId="478"/>
        <pc:sldMkLst>
          <pc:docMk/>
          <pc:sldMk cId="954823635" sldId="284"/>
        </pc:sldMkLst>
        <pc:spChg chg="mod">
          <ac:chgData name="Scott Beckford" userId="97f88ce4-fa8b-4163-b87d-92edb22d088f" providerId="ADAL" clId="{ADC934EB-76DE-5A1C-92BA-F001C2335EFE}" dt="2026-04-27T10:10:21.381" v="17586" actId="5793"/>
          <ac:spMkLst>
            <pc:docMk/>
            <pc:sldMk cId="954823635" sldId="284"/>
            <ac:spMk id="2" creationId="{9DD41177-087D-60A0-513D-BBE5EB9888B9}"/>
          </ac:spMkLst>
        </pc:spChg>
        <pc:spChg chg="add mod">
          <ac:chgData name="Scott Beckford" userId="97f88ce4-fa8b-4163-b87d-92edb22d088f" providerId="ADAL" clId="{ADC934EB-76DE-5A1C-92BA-F001C2335EFE}" dt="2026-04-27T16:00:43.799" v="19494" actId="14100"/>
          <ac:spMkLst>
            <pc:docMk/>
            <pc:sldMk cId="954823635" sldId="284"/>
            <ac:spMk id="3" creationId="{355E9DC0-BA62-7390-EDB3-E1E988E4B416}"/>
          </ac:spMkLst>
        </pc:spChg>
        <pc:spChg chg="del mod">
          <ac:chgData name="Scott Beckford" userId="97f88ce4-fa8b-4163-b87d-92edb22d088f" providerId="ADAL" clId="{ADC934EB-76DE-5A1C-92BA-F001C2335EFE}" dt="2026-04-27T16:01:04.948" v="19496" actId="478"/>
          <ac:spMkLst>
            <pc:docMk/>
            <pc:sldMk cId="954823635" sldId="284"/>
            <ac:spMk id="10" creationId="{CAA67531-EB76-ADB7-7C5C-4A8985982112}"/>
          </ac:spMkLst>
        </pc:spChg>
      </pc:sldChg>
      <pc:sldChg chg="del">
        <pc:chgData name="Scott Beckford" userId="97f88ce4-fa8b-4163-b87d-92edb22d088f" providerId="ADAL" clId="{ADC934EB-76DE-5A1C-92BA-F001C2335EFE}" dt="2026-04-27T16:39:30.463" v="19967" actId="2696"/>
        <pc:sldMkLst>
          <pc:docMk/>
          <pc:sldMk cId="479837967" sldId="285"/>
        </pc:sldMkLst>
      </pc:sldChg>
      <pc:sldChg chg="add">
        <pc:chgData name="Scott Beckford" userId="97f88ce4-fa8b-4163-b87d-92edb22d088f" providerId="ADAL" clId="{ADC934EB-76DE-5A1C-92BA-F001C2335EFE}" dt="2026-04-27T16:39:36.052" v="19968"/>
        <pc:sldMkLst>
          <pc:docMk/>
          <pc:sldMk cId="4157715893" sldId="285"/>
        </pc:sldMkLst>
      </pc:sldChg>
      <pc:sldChg chg="addSp delSp modSp add mod modNotesTx">
        <pc:chgData name="Scott Beckford" userId="97f88ce4-fa8b-4163-b87d-92edb22d088f" providerId="ADAL" clId="{ADC934EB-76DE-5A1C-92BA-F001C2335EFE}" dt="2026-04-27T16:46:30.358" v="20148" actId="20577"/>
        <pc:sldMkLst>
          <pc:docMk/>
          <pc:sldMk cId="2120083384" sldId="287"/>
        </pc:sldMkLst>
        <pc:spChg chg="add del mod">
          <ac:chgData name="Scott Beckford" userId="97f88ce4-fa8b-4163-b87d-92edb22d088f" providerId="ADAL" clId="{ADC934EB-76DE-5A1C-92BA-F001C2335EFE}" dt="2026-04-27T16:45:00.556" v="20060" actId="478"/>
          <ac:spMkLst>
            <pc:docMk/>
            <pc:sldMk cId="2120083384" sldId="287"/>
            <ac:spMk id="3" creationId="{8CAE4CFC-D987-DF44-B97E-48C3AB5DD046}"/>
          </ac:spMkLst>
        </pc:spChg>
        <pc:picChg chg="mod">
          <ac:chgData name="Scott Beckford" userId="97f88ce4-fa8b-4163-b87d-92edb22d088f" providerId="ADAL" clId="{ADC934EB-76DE-5A1C-92BA-F001C2335EFE}" dt="2026-04-27T16:40:35.176" v="20032" actId="1076"/>
          <ac:picMkLst>
            <pc:docMk/>
            <pc:sldMk cId="2120083384" sldId="287"/>
            <ac:picMk id="15" creationId="{09FBF621-0746-1F50-D2C9-9E52A90CC3C5}"/>
          </ac:picMkLst>
        </pc:picChg>
      </pc:sldChg>
      <pc:sldChg chg="addSp delSp modSp del mod ord">
        <pc:chgData name="Scott Beckford" userId="97f88ce4-fa8b-4163-b87d-92edb22d088f" providerId="ADAL" clId="{ADC934EB-76DE-5A1C-92BA-F001C2335EFE}" dt="2026-04-27T12:50:21.469" v="18335" actId="2696"/>
        <pc:sldMkLst>
          <pc:docMk/>
          <pc:sldMk cId="3674622965" sldId="287"/>
        </pc:sldMkLst>
        <pc:spChg chg="mod">
          <ac:chgData name="Scott Beckford" userId="97f88ce4-fa8b-4163-b87d-92edb22d088f" providerId="ADAL" clId="{ADC934EB-76DE-5A1C-92BA-F001C2335EFE}" dt="2026-04-27T06:54:49.323" v="15506" actId="20577"/>
          <ac:spMkLst>
            <pc:docMk/>
            <pc:sldMk cId="3674622965" sldId="287"/>
            <ac:spMk id="4" creationId="{D88C413E-0629-D710-22BE-828ABD1A41F8}"/>
          </ac:spMkLst>
        </pc:spChg>
        <pc:spChg chg="del">
          <ac:chgData name="Scott Beckford" userId="97f88ce4-fa8b-4163-b87d-92edb22d088f" providerId="ADAL" clId="{ADC934EB-76DE-5A1C-92BA-F001C2335EFE}" dt="2026-04-27T06:44:53.529" v="15446" actId="478"/>
          <ac:spMkLst>
            <pc:docMk/>
            <pc:sldMk cId="3674622965" sldId="287"/>
            <ac:spMk id="5" creationId="{EE6B9C73-A484-DCE3-DA54-4512701DFCBB}"/>
          </ac:spMkLst>
        </pc:spChg>
        <pc:spChg chg="del">
          <ac:chgData name="Scott Beckford" userId="97f88ce4-fa8b-4163-b87d-92edb22d088f" providerId="ADAL" clId="{ADC934EB-76DE-5A1C-92BA-F001C2335EFE}" dt="2026-04-27T06:45:01.572" v="15447" actId="478"/>
          <ac:spMkLst>
            <pc:docMk/>
            <pc:sldMk cId="3674622965" sldId="287"/>
            <ac:spMk id="6" creationId="{72634ED8-9EA3-0B80-2DD0-0A297B80FC0B}"/>
          </ac:spMkLst>
        </pc:spChg>
        <pc:spChg chg="add mod">
          <ac:chgData name="Scott Beckford" userId="97f88ce4-fa8b-4163-b87d-92edb22d088f" providerId="ADAL" clId="{ADC934EB-76DE-5A1C-92BA-F001C2335EFE}" dt="2026-04-27T06:56:47.163" v="15549" actId="20577"/>
          <ac:spMkLst>
            <pc:docMk/>
            <pc:sldMk cId="3674622965" sldId="287"/>
            <ac:spMk id="19" creationId="{3E0B1E2B-85D9-27C0-0891-9CA9C6682543}"/>
          </ac:spMkLst>
        </pc:spChg>
        <pc:spChg chg="add mod">
          <ac:chgData name="Scott Beckford" userId="97f88ce4-fa8b-4163-b87d-92edb22d088f" providerId="ADAL" clId="{ADC934EB-76DE-5A1C-92BA-F001C2335EFE}" dt="2026-04-27T10:50:22.955" v="18268" actId="20577"/>
          <ac:spMkLst>
            <pc:docMk/>
            <pc:sldMk cId="3674622965" sldId="287"/>
            <ac:spMk id="20" creationId="{7F657538-129F-BFC3-9F02-1D044C2EC0D2}"/>
          </ac:spMkLst>
        </pc:spChg>
        <pc:graphicFrameChg chg="del mod modGraphic">
          <ac:chgData name="Scott Beckford" userId="97f88ce4-fa8b-4163-b87d-92edb22d088f" providerId="ADAL" clId="{ADC934EB-76DE-5A1C-92BA-F001C2335EFE}" dt="2026-04-27T06:44:50.144" v="15445" actId="478"/>
          <ac:graphicFrameMkLst>
            <pc:docMk/>
            <pc:sldMk cId="3674622965" sldId="287"/>
            <ac:graphicFrameMk id="3" creationId="{18937DF5-DD1F-DF1B-BEC8-C5F931E0328F}"/>
          </ac:graphicFrameMkLst>
        </pc:graphicFrameChg>
        <pc:picChg chg="mod">
          <ac:chgData name="Scott Beckford" userId="97f88ce4-fa8b-4163-b87d-92edb22d088f" providerId="ADAL" clId="{ADC934EB-76DE-5A1C-92BA-F001C2335EFE}" dt="2026-04-27T06:55:16.521" v="15512" actId="1076"/>
          <ac:picMkLst>
            <pc:docMk/>
            <pc:sldMk cId="3674622965" sldId="287"/>
            <ac:picMk id="7" creationId="{79F4CFD7-B204-5240-7756-C6AC34F26F61}"/>
          </ac:picMkLst>
        </pc:picChg>
        <pc:picChg chg="mod">
          <ac:chgData name="Scott Beckford" userId="97f88ce4-fa8b-4163-b87d-92edb22d088f" providerId="ADAL" clId="{ADC934EB-76DE-5A1C-92BA-F001C2335EFE}" dt="2026-04-27T06:55:16.521" v="15512" actId="1076"/>
          <ac:picMkLst>
            <pc:docMk/>
            <pc:sldMk cId="3674622965" sldId="287"/>
            <ac:picMk id="8" creationId="{2C6B9788-9302-00E2-D458-FC8EF1D06F59}"/>
          </ac:picMkLst>
        </pc:picChg>
        <pc:picChg chg="mod">
          <ac:chgData name="Scott Beckford" userId="97f88ce4-fa8b-4163-b87d-92edb22d088f" providerId="ADAL" clId="{ADC934EB-76DE-5A1C-92BA-F001C2335EFE}" dt="2026-04-27T06:55:16.521" v="15512" actId="1076"/>
          <ac:picMkLst>
            <pc:docMk/>
            <pc:sldMk cId="3674622965" sldId="287"/>
            <ac:picMk id="9" creationId="{7A145B94-D257-70F7-9930-826BDCCF7E78}"/>
          </ac:picMkLst>
        </pc:picChg>
        <pc:picChg chg="add mod">
          <ac:chgData name="Scott Beckford" userId="97f88ce4-fa8b-4163-b87d-92edb22d088f" providerId="ADAL" clId="{ADC934EB-76DE-5A1C-92BA-F001C2335EFE}" dt="2026-04-27T06:55:16.521" v="15512" actId="1076"/>
          <ac:picMkLst>
            <pc:docMk/>
            <pc:sldMk cId="3674622965" sldId="287"/>
            <ac:picMk id="11" creationId="{DA6421BC-2F82-2128-97D3-84DC3A147F50}"/>
          </ac:picMkLst>
        </pc:picChg>
        <pc:picChg chg="add del mod">
          <ac:chgData name="Scott Beckford" userId="97f88ce4-fa8b-4163-b87d-92edb22d088f" providerId="ADAL" clId="{ADC934EB-76DE-5A1C-92BA-F001C2335EFE}" dt="2026-04-27T06:53:46.940" v="15464" actId="478"/>
          <ac:picMkLst>
            <pc:docMk/>
            <pc:sldMk cId="3674622965" sldId="287"/>
            <ac:picMk id="13" creationId="{5340EC97-B8D2-DFE7-F9CA-937E2A1C6C9E}"/>
          </ac:picMkLst>
        </pc:picChg>
        <pc:picChg chg="add mod">
          <ac:chgData name="Scott Beckford" userId="97f88ce4-fa8b-4163-b87d-92edb22d088f" providerId="ADAL" clId="{ADC934EB-76DE-5A1C-92BA-F001C2335EFE}" dt="2026-04-27T06:58:01.559" v="15555" actId="1036"/>
          <ac:picMkLst>
            <pc:docMk/>
            <pc:sldMk cId="3674622965" sldId="287"/>
            <ac:picMk id="15" creationId="{09FBF621-0746-1F50-D2C9-9E52A90CC3C5}"/>
          </ac:picMkLst>
        </pc:picChg>
        <pc:picChg chg="add mod">
          <ac:chgData name="Scott Beckford" userId="97f88ce4-fa8b-4163-b87d-92edb22d088f" providerId="ADAL" clId="{ADC934EB-76DE-5A1C-92BA-F001C2335EFE}" dt="2026-04-27T06:57:50.491" v="15551" actId="1076"/>
          <ac:picMkLst>
            <pc:docMk/>
            <pc:sldMk cId="3674622965" sldId="287"/>
            <ac:picMk id="17" creationId="{99C88FC0-CFFE-5DAC-F7C6-67607CB2FC2F}"/>
          </ac:picMkLst>
        </pc:picChg>
      </pc:sldChg>
      <pc:sldChg chg="add modNotesTx">
        <pc:chgData name="Scott Beckford" userId="97f88ce4-fa8b-4163-b87d-92edb22d088f" providerId="ADAL" clId="{ADC934EB-76DE-5A1C-92BA-F001C2335EFE}" dt="2026-04-27T13:21:13.630" v="18556" actId="20577"/>
        <pc:sldMkLst>
          <pc:docMk/>
          <pc:sldMk cId="591297672" sldId="288"/>
        </pc:sldMkLst>
      </pc:sldChg>
      <pc:sldChg chg="addSp delSp modSp add del mod ord modNotesTx">
        <pc:chgData name="Scott Beckford" userId="97f88ce4-fa8b-4163-b87d-92edb22d088f" providerId="ADAL" clId="{ADC934EB-76DE-5A1C-92BA-F001C2335EFE}" dt="2026-04-27T12:50:21.469" v="18335" actId="2696"/>
        <pc:sldMkLst>
          <pc:docMk/>
          <pc:sldMk cId="3718290946" sldId="288"/>
        </pc:sldMkLst>
        <pc:spChg chg="add del mod">
          <ac:chgData name="Scott Beckford" userId="97f88ce4-fa8b-4163-b87d-92edb22d088f" providerId="ADAL" clId="{ADC934EB-76DE-5A1C-92BA-F001C2335EFE}" dt="2026-04-26T19:30:07.513" v="13061" actId="21"/>
          <ac:spMkLst>
            <pc:docMk/>
            <pc:sldMk cId="3718290946" sldId="288"/>
            <ac:spMk id="2" creationId="{938B3BAB-2AC0-4AF2-4545-254B8FAE5699}"/>
          </ac:spMkLst>
        </pc:spChg>
        <pc:graphicFrameChg chg="add mod modGraphic">
          <ac:chgData name="Scott Beckford" userId="97f88ce4-fa8b-4163-b87d-92edb22d088f" providerId="ADAL" clId="{ADC934EB-76DE-5A1C-92BA-F001C2335EFE}" dt="2026-04-27T10:43:58.219" v="18140" actId="14100"/>
          <ac:graphicFrameMkLst>
            <pc:docMk/>
            <pc:sldMk cId="3718290946" sldId="288"/>
            <ac:graphicFrameMk id="6" creationId="{DFEAFBD0-B91A-6083-759D-B32598539DD2}"/>
          </ac:graphicFrameMkLst>
        </pc:graphicFrameChg>
      </pc:sldChg>
      <pc:sldChg chg="addSp modSp mod">
        <pc:chgData name="Scott Beckford" userId="97f88ce4-fa8b-4163-b87d-92edb22d088f" providerId="ADAL" clId="{ADC934EB-76DE-5A1C-92BA-F001C2335EFE}" dt="2026-04-27T06:39:08.329" v="15432" actId="113"/>
        <pc:sldMkLst>
          <pc:docMk/>
          <pc:sldMk cId="1577834913" sldId="289"/>
        </pc:sldMkLst>
        <pc:spChg chg="mod">
          <ac:chgData name="Scott Beckford" userId="97f88ce4-fa8b-4163-b87d-92edb22d088f" providerId="ADAL" clId="{ADC934EB-76DE-5A1C-92BA-F001C2335EFE}" dt="2026-04-27T06:36:54.082" v="15420" actId="20577"/>
          <ac:spMkLst>
            <pc:docMk/>
            <pc:sldMk cId="1577834913" sldId="289"/>
            <ac:spMk id="2" creationId="{28465375-A961-7714-5956-809E3B8349E6}"/>
          </ac:spMkLst>
        </pc:spChg>
        <pc:spChg chg="mod">
          <ac:chgData name="Scott Beckford" userId="97f88ce4-fa8b-4163-b87d-92edb22d088f" providerId="ADAL" clId="{ADC934EB-76DE-5A1C-92BA-F001C2335EFE}" dt="2026-04-27T06:38:59.601" v="15430" actId="207"/>
          <ac:spMkLst>
            <pc:docMk/>
            <pc:sldMk cId="1577834913" sldId="289"/>
            <ac:spMk id="3" creationId="{7287083A-3D1B-3AEC-5195-8F741B868695}"/>
          </ac:spMkLst>
        </pc:spChg>
        <pc:spChg chg="add mod">
          <ac:chgData name="Scott Beckford" userId="97f88ce4-fa8b-4163-b87d-92edb22d088f" providerId="ADAL" clId="{ADC934EB-76DE-5A1C-92BA-F001C2335EFE}" dt="2026-04-27T06:39:08.329" v="15432" actId="113"/>
          <ac:spMkLst>
            <pc:docMk/>
            <pc:sldMk cId="1577834913" sldId="289"/>
            <ac:spMk id="5" creationId="{2AF60250-0142-6CC2-695C-4A421DD224E2}"/>
          </ac:spMkLst>
        </pc:spChg>
        <pc:spChg chg="add mod">
          <ac:chgData name="Scott Beckford" userId="97f88ce4-fa8b-4163-b87d-92edb22d088f" providerId="ADAL" clId="{ADC934EB-76DE-5A1C-92BA-F001C2335EFE}" dt="2026-04-27T06:39:06.139" v="15431" actId="113"/>
          <ac:spMkLst>
            <pc:docMk/>
            <pc:sldMk cId="1577834913" sldId="289"/>
            <ac:spMk id="6" creationId="{BD1B46FE-00D6-742A-5138-FFFD2C2F46C7}"/>
          </ac:spMkLst>
        </pc:spChg>
        <pc:spChg chg="add mod">
          <ac:chgData name="Scott Beckford" userId="97f88ce4-fa8b-4163-b87d-92edb22d088f" providerId="ADAL" clId="{ADC934EB-76DE-5A1C-92BA-F001C2335EFE}" dt="2026-04-27T06:37:04.624" v="15424" actId="1076"/>
          <ac:spMkLst>
            <pc:docMk/>
            <pc:sldMk cId="1577834913" sldId="289"/>
            <ac:spMk id="7" creationId="{8C45A2A6-DC41-3BFD-3266-08BFD54B8519}"/>
          </ac:spMkLst>
        </pc:spChg>
      </pc:sldChg>
      <pc:sldChg chg="add">
        <pc:chgData name="Scott Beckford" userId="97f88ce4-fa8b-4163-b87d-92edb22d088f" providerId="ADAL" clId="{ADC934EB-76DE-5A1C-92BA-F001C2335EFE}" dt="2026-04-27T16:39:36.052" v="19968"/>
        <pc:sldMkLst>
          <pc:docMk/>
          <pc:sldMk cId="2810822079" sldId="290"/>
        </pc:sldMkLst>
      </pc:sldChg>
      <pc:sldChg chg="del">
        <pc:chgData name="Scott Beckford" userId="97f88ce4-fa8b-4163-b87d-92edb22d088f" providerId="ADAL" clId="{ADC934EB-76DE-5A1C-92BA-F001C2335EFE}" dt="2026-04-27T16:39:30.463" v="19967" actId="2696"/>
        <pc:sldMkLst>
          <pc:docMk/>
          <pc:sldMk cId="2961218594" sldId="290"/>
        </pc:sldMkLst>
      </pc:sldChg>
      <pc:sldChg chg="addSp modSp mod modNotesTx">
        <pc:chgData name="Scott Beckford" userId="97f88ce4-fa8b-4163-b87d-92edb22d088f" providerId="ADAL" clId="{ADC934EB-76DE-5A1C-92BA-F001C2335EFE}" dt="2026-04-27T16:04:05.269" v="19571" actId="20577"/>
        <pc:sldMkLst>
          <pc:docMk/>
          <pc:sldMk cId="1620268937" sldId="291"/>
        </pc:sldMkLst>
        <pc:spChg chg="add mod">
          <ac:chgData name="Scott Beckford" userId="97f88ce4-fa8b-4163-b87d-92edb22d088f" providerId="ADAL" clId="{ADC934EB-76DE-5A1C-92BA-F001C2335EFE}" dt="2026-04-27T16:03:54.970" v="19559" actId="1076"/>
          <ac:spMkLst>
            <pc:docMk/>
            <pc:sldMk cId="1620268937" sldId="291"/>
            <ac:spMk id="2" creationId="{5C620994-5D2F-057D-5C92-7798232540DA}"/>
          </ac:spMkLst>
        </pc:spChg>
        <pc:spChg chg="mod">
          <ac:chgData name="Scott Beckford" userId="97f88ce4-fa8b-4163-b87d-92edb22d088f" providerId="ADAL" clId="{ADC934EB-76DE-5A1C-92BA-F001C2335EFE}" dt="2026-04-27T10:25:12.368" v="17729" actId="20577"/>
          <ac:spMkLst>
            <pc:docMk/>
            <pc:sldMk cId="1620268937" sldId="291"/>
            <ac:spMk id="3" creationId="{5DA39FDD-DFD1-4323-C6D1-CA1E2F708BB9}"/>
          </ac:spMkLst>
        </pc:spChg>
        <pc:spChg chg="add mod">
          <ac:chgData name="Scott Beckford" userId="97f88ce4-fa8b-4163-b87d-92edb22d088f" providerId="ADAL" clId="{ADC934EB-76DE-5A1C-92BA-F001C2335EFE}" dt="2026-04-27T16:04:05.269" v="19571" actId="20577"/>
          <ac:spMkLst>
            <pc:docMk/>
            <pc:sldMk cId="1620268937" sldId="291"/>
            <ac:spMk id="5" creationId="{9EAD076E-0BCE-A2B6-2A37-434025523F84}"/>
          </ac:spMkLst>
        </pc:spChg>
        <pc:spChg chg="mod">
          <ac:chgData name="Scott Beckford" userId="97f88ce4-fa8b-4163-b87d-92edb22d088f" providerId="ADAL" clId="{ADC934EB-76DE-5A1C-92BA-F001C2335EFE}" dt="2026-04-27T16:03:35.138" v="19501" actId="1076"/>
          <ac:spMkLst>
            <pc:docMk/>
            <pc:sldMk cId="1620268937" sldId="291"/>
            <ac:spMk id="7" creationId="{BF387EBF-88D2-082D-F0FD-9CA5ABC0F945}"/>
          </ac:spMkLst>
        </pc:spChg>
        <pc:spChg chg="mod">
          <ac:chgData name="Scott Beckford" userId="97f88ce4-fa8b-4163-b87d-92edb22d088f" providerId="ADAL" clId="{ADC934EB-76DE-5A1C-92BA-F001C2335EFE}" dt="2026-04-27T16:03:04.748" v="19499" actId="13926"/>
          <ac:spMkLst>
            <pc:docMk/>
            <pc:sldMk cId="1620268937" sldId="291"/>
            <ac:spMk id="8" creationId="{431BDF87-4EFA-497B-F5EA-F805C88273C2}"/>
          </ac:spMkLst>
        </pc:spChg>
      </pc:sldChg>
      <pc:sldChg chg="addSp modSp mod">
        <pc:chgData name="Scott Beckford" userId="97f88ce4-fa8b-4163-b87d-92edb22d088f" providerId="ADAL" clId="{ADC934EB-76DE-5A1C-92BA-F001C2335EFE}" dt="2026-04-27T15:03:03.696" v="19207" actId="20577"/>
        <pc:sldMkLst>
          <pc:docMk/>
          <pc:sldMk cId="1410413230" sldId="292"/>
        </pc:sldMkLst>
        <pc:spChg chg="add mod">
          <ac:chgData name="Scott Beckford" userId="97f88ce4-fa8b-4163-b87d-92edb22d088f" providerId="ADAL" clId="{ADC934EB-76DE-5A1C-92BA-F001C2335EFE}" dt="2026-04-27T15:02:58.165" v="19206" actId="1076"/>
          <ac:spMkLst>
            <pc:docMk/>
            <pc:sldMk cId="1410413230" sldId="292"/>
            <ac:spMk id="2" creationId="{C77ED39A-7E0C-39E3-FDBA-A3776383E8EC}"/>
          </ac:spMkLst>
        </pc:spChg>
        <pc:spChg chg="mod">
          <ac:chgData name="Scott Beckford" userId="97f88ce4-fa8b-4163-b87d-92edb22d088f" providerId="ADAL" clId="{ADC934EB-76DE-5A1C-92BA-F001C2335EFE}" dt="2026-04-27T15:03:03.696" v="19207" actId="20577"/>
          <ac:spMkLst>
            <pc:docMk/>
            <pc:sldMk cId="1410413230" sldId="292"/>
            <ac:spMk id="6" creationId="{EB7ADBED-5845-2955-16AA-D4BD4328EC82}"/>
          </ac:spMkLst>
        </pc:spChg>
      </pc:sldChg>
      <pc:sldChg chg="modSp mod">
        <pc:chgData name="Scott Beckford" userId="97f88ce4-fa8b-4163-b87d-92edb22d088f" providerId="ADAL" clId="{ADC934EB-76DE-5A1C-92BA-F001C2335EFE}" dt="2026-04-26T20:24:09.259" v="15136" actId="14100"/>
        <pc:sldMkLst>
          <pc:docMk/>
          <pc:sldMk cId="2246743065" sldId="293"/>
        </pc:sldMkLst>
        <pc:spChg chg="mod">
          <ac:chgData name="Scott Beckford" userId="97f88ce4-fa8b-4163-b87d-92edb22d088f" providerId="ADAL" clId="{ADC934EB-76DE-5A1C-92BA-F001C2335EFE}" dt="2026-04-26T20:24:09.259" v="15136" actId="14100"/>
          <ac:spMkLst>
            <pc:docMk/>
            <pc:sldMk cId="2246743065" sldId="293"/>
            <ac:spMk id="7" creationId="{61D5B0E8-340B-F60D-1B96-48C9715C90F0}"/>
          </ac:spMkLst>
        </pc:spChg>
      </pc:sldChg>
      <pc:sldChg chg="modSp mod">
        <pc:chgData name="Scott Beckford" userId="97f88ce4-fa8b-4163-b87d-92edb22d088f" providerId="ADAL" clId="{ADC934EB-76DE-5A1C-92BA-F001C2335EFE}" dt="2026-04-27T16:01:48.657" v="19497" actId="113"/>
        <pc:sldMkLst>
          <pc:docMk/>
          <pc:sldMk cId="1409610421" sldId="294"/>
        </pc:sldMkLst>
        <pc:spChg chg="mod">
          <ac:chgData name="Scott Beckford" userId="97f88ce4-fa8b-4163-b87d-92edb22d088f" providerId="ADAL" clId="{ADC934EB-76DE-5A1C-92BA-F001C2335EFE}" dt="2026-04-27T06:39:12.298" v="15433" actId="207"/>
          <ac:spMkLst>
            <pc:docMk/>
            <pc:sldMk cId="1409610421" sldId="294"/>
            <ac:spMk id="3" creationId="{288420F6-2CF7-6192-D8AC-10FE8CD409D9}"/>
          </ac:spMkLst>
        </pc:spChg>
        <pc:spChg chg="mod">
          <ac:chgData name="Scott Beckford" userId="97f88ce4-fa8b-4163-b87d-92edb22d088f" providerId="ADAL" clId="{ADC934EB-76DE-5A1C-92BA-F001C2335EFE}" dt="2026-04-27T16:01:48.657" v="19497" actId="113"/>
          <ac:spMkLst>
            <pc:docMk/>
            <pc:sldMk cId="1409610421" sldId="294"/>
            <ac:spMk id="5" creationId="{BB27D486-EEB8-337B-F048-236B1132F98B}"/>
          </ac:spMkLst>
        </pc:spChg>
      </pc:sldChg>
      <pc:sldChg chg="add">
        <pc:chgData name="Scott Beckford" userId="97f88ce4-fa8b-4163-b87d-92edb22d088f" providerId="ADAL" clId="{ADC934EB-76DE-5A1C-92BA-F001C2335EFE}" dt="2026-04-27T12:50:38.804" v="18336"/>
        <pc:sldMkLst>
          <pc:docMk/>
          <pc:sldMk cId="1422730784" sldId="295"/>
        </pc:sldMkLst>
      </pc:sldChg>
      <pc:sldChg chg="addSp delSp modSp add del mod modNotesTx">
        <pc:chgData name="Scott Beckford" userId="97f88ce4-fa8b-4163-b87d-92edb22d088f" providerId="ADAL" clId="{ADC934EB-76DE-5A1C-92BA-F001C2335EFE}" dt="2026-04-27T12:50:21.469" v="18335" actId="2696"/>
        <pc:sldMkLst>
          <pc:docMk/>
          <pc:sldMk cId="1667653451" sldId="295"/>
        </pc:sldMkLst>
        <pc:spChg chg="add del mod">
          <ac:chgData name="Scott Beckford" userId="97f88ce4-fa8b-4163-b87d-92edb22d088f" providerId="ADAL" clId="{ADC934EB-76DE-5A1C-92BA-F001C2335EFE}" dt="2026-04-26T19:33:15.329" v="13312" actId="478"/>
          <ac:spMkLst>
            <pc:docMk/>
            <pc:sldMk cId="1667653451" sldId="295"/>
            <ac:spMk id="3" creationId="{6F0FD861-0E2C-BC1B-A562-15FE39BC56AC}"/>
          </ac:spMkLst>
        </pc:spChg>
        <pc:spChg chg="add mod">
          <ac:chgData name="Scott Beckford" userId="97f88ce4-fa8b-4163-b87d-92edb22d088f" providerId="ADAL" clId="{ADC934EB-76DE-5A1C-92BA-F001C2335EFE}" dt="2026-04-27T10:41:36.035" v="18137" actId="20577"/>
          <ac:spMkLst>
            <pc:docMk/>
            <pc:sldMk cId="1667653451" sldId="295"/>
            <ac:spMk id="12" creationId="{7CB5F6D8-648A-4156-C69B-39B74037DA41}"/>
          </ac:spMkLst>
        </pc:spChg>
        <pc:graphicFrameChg chg="add mod modGraphic">
          <ac:chgData name="Scott Beckford" userId="97f88ce4-fa8b-4163-b87d-92edb22d088f" providerId="ADAL" clId="{ADC934EB-76DE-5A1C-92BA-F001C2335EFE}" dt="2026-04-27T07:53:50.558" v="16629" actId="20577"/>
          <ac:graphicFrameMkLst>
            <pc:docMk/>
            <pc:sldMk cId="1667653451" sldId="295"/>
            <ac:graphicFrameMk id="11" creationId="{7D185968-1A54-8C2D-927D-9A12172A4478}"/>
          </ac:graphicFrameMkLst>
        </pc:graphicFrameChg>
        <pc:graphicFrameChg chg="mod modGraphic">
          <ac:chgData name="Scott Beckford" userId="97f88ce4-fa8b-4163-b87d-92edb22d088f" providerId="ADAL" clId="{ADC934EB-76DE-5A1C-92BA-F001C2335EFE}" dt="2026-04-27T09:22:35.901" v="17014" actId="1076"/>
          <ac:graphicFrameMkLst>
            <pc:docMk/>
            <pc:sldMk cId="1667653451" sldId="295"/>
            <ac:graphicFrameMk id="14" creationId="{71B0B39C-FD8E-0726-75E0-155121932434}"/>
          </ac:graphicFrameMkLst>
        </pc:graphicFrameChg>
      </pc:sldChg>
      <pc:sldChg chg="add">
        <pc:chgData name="Scott Beckford" userId="97f88ce4-fa8b-4163-b87d-92edb22d088f" providerId="ADAL" clId="{ADC934EB-76DE-5A1C-92BA-F001C2335EFE}" dt="2026-04-27T12:50:53.116" v="18338"/>
        <pc:sldMkLst>
          <pc:docMk/>
          <pc:sldMk cId="1137281397" sldId="301"/>
        </pc:sldMkLst>
      </pc:sldChg>
      <pc:sldChg chg="modSp add del mod ord">
        <pc:chgData name="Scott Beckford" userId="97f88ce4-fa8b-4163-b87d-92edb22d088f" providerId="ADAL" clId="{ADC934EB-76DE-5A1C-92BA-F001C2335EFE}" dt="2026-04-27T12:50:43.317" v="18337" actId="2696"/>
        <pc:sldMkLst>
          <pc:docMk/>
          <pc:sldMk cId="3789706238" sldId="301"/>
        </pc:sldMkLst>
        <pc:spChg chg="mod">
          <ac:chgData name="Scott Beckford" userId="97f88ce4-fa8b-4163-b87d-92edb22d088f" providerId="ADAL" clId="{ADC934EB-76DE-5A1C-92BA-F001C2335EFE}" dt="2026-04-27T07:22:56.673" v="16509" actId="20577"/>
          <ac:spMkLst>
            <pc:docMk/>
            <pc:sldMk cId="3789706238" sldId="301"/>
            <ac:spMk id="3" creationId="{749F0B4D-AC38-D4C0-0BC7-83B67CEE33BF}"/>
          </ac:spMkLst>
        </pc:spChg>
      </pc:sldChg>
      <pc:sldChg chg="modSp mod">
        <pc:chgData name="Scott Beckford" userId="97f88ce4-fa8b-4163-b87d-92edb22d088f" providerId="ADAL" clId="{ADC934EB-76DE-5A1C-92BA-F001C2335EFE}" dt="2026-04-27T16:57:48.084" v="20189" actId="20577"/>
        <pc:sldMkLst>
          <pc:docMk/>
          <pc:sldMk cId="4040670394" sldId="302"/>
        </pc:sldMkLst>
        <pc:spChg chg="mod">
          <ac:chgData name="Scott Beckford" userId="97f88ce4-fa8b-4163-b87d-92edb22d088f" providerId="ADAL" clId="{ADC934EB-76DE-5A1C-92BA-F001C2335EFE}" dt="2026-04-27T16:57:48.084" v="20189" actId="20577"/>
          <ac:spMkLst>
            <pc:docMk/>
            <pc:sldMk cId="4040670394" sldId="302"/>
            <ac:spMk id="11" creationId="{6E400B12-FF8C-F04A-B5C7-080FDA4907C8}"/>
          </ac:spMkLst>
        </pc:spChg>
      </pc:sldChg>
      <pc:sldChg chg="modSp add mod ord">
        <pc:chgData name="Scott Beckford" userId="97f88ce4-fa8b-4163-b87d-92edb22d088f" providerId="ADAL" clId="{ADC934EB-76DE-5A1C-92BA-F001C2335EFE}" dt="2026-04-27T08:45:15.576" v="16934" actId="20578"/>
        <pc:sldMkLst>
          <pc:docMk/>
          <pc:sldMk cId="1615952839" sldId="304"/>
        </pc:sldMkLst>
        <pc:spChg chg="mod">
          <ac:chgData name="Scott Beckford" userId="97f88ce4-fa8b-4163-b87d-92edb22d088f" providerId="ADAL" clId="{ADC934EB-76DE-5A1C-92BA-F001C2335EFE}" dt="2026-04-27T08:45:13.136" v="16933" actId="20577"/>
          <ac:spMkLst>
            <pc:docMk/>
            <pc:sldMk cId="1615952839" sldId="304"/>
            <ac:spMk id="3" creationId="{FA7870AC-23F0-192E-2B91-603910DC24DD}"/>
          </ac:spMkLst>
        </pc:spChg>
      </pc:sldChg>
      <pc:sldChg chg="addSp modSp add mod ord">
        <pc:chgData name="Scott Beckford" userId="97f88ce4-fa8b-4163-b87d-92edb22d088f" providerId="ADAL" clId="{ADC934EB-76DE-5A1C-92BA-F001C2335EFE}" dt="2026-04-27T16:35:52.641" v="19966"/>
        <pc:sldMkLst>
          <pc:docMk/>
          <pc:sldMk cId="596335147" sldId="305"/>
        </pc:sldMkLst>
        <pc:spChg chg="add mod">
          <ac:chgData name="Scott Beckford" userId="97f88ce4-fa8b-4163-b87d-92edb22d088f" providerId="ADAL" clId="{ADC934EB-76DE-5A1C-92BA-F001C2335EFE}" dt="2026-04-27T16:24:40.473" v="19914" actId="1076"/>
          <ac:spMkLst>
            <pc:docMk/>
            <pc:sldMk cId="596335147" sldId="305"/>
            <ac:spMk id="2" creationId="{6ED77338-AB4C-8ECD-48A0-FFBF61D5F16C}"/>
          </ac:spMkLst>
        </pc:spChg>
        <pc:spChg chg="mod">
          <ac:chgData name="Scott Beckford" userId="97f88ce4-fa8b-4163-b87d-92edb22d088f" providerId="ADAL" clId="{ADC934EB-76DE-5A1C-92BA-F001C2335EFE}" dt="2026-04-27T13:20:21.929" v="18555" actId="20577"/>
          <ac:spMkLst>
            <pc:docMk/>
            <pc:sldMk cId="596335147" sldId="305"/>
            <ac:spMk id="3" creationId="{9CA53C44-4D1C-0E34-3406-515658603071}"/>
          </ac:spMkLst>
        </pc:spChg>
        <pc:spChg chg="mod">
          <ac:chgData name="Scott Beckford" userId="97f88ce4-fa8b-4163-b87d-92edb22d088f" providerId="ADAL" clId="{ADC934EB-76DE-5A1C-92BA-F001C2335EFE}" dt="2026-04-27T16:35:52.641" v="19966"/>
          <ac:spMkLst>
            <pc:docMk/>
            <pc:sldMk cId="596335147" sldId="305"/>
            <ac:spMk id="5" creationId="{D89F168F-B392-A9D8-EF61-832268E21853}"/>
          </ac:spMkLst>
        </pc:spChg>
      </pc:sldChg>
      <pc:sldChg chg="delSp modSp add mod ord">
        <pc:chgData name="Scott Beckford" userId="97f88ce4-fa8b-4163-b87d-92edb22d088f" providerId="ADAL" clId="{ADC934EB-76DE-5A1C-92BA-F001C2335EFE}" dt="2026-04-27T08:45:29.402" v="16952" actId="478"/>
        <pc:sldMkLst>
          <pc:docMk/>
          <pc:sldMk cId="4131245589" sldId="305"/>
        </pc:sldMkLst>
        <pc:spChg chg="del">
          <ac:chgData name="Scott Beckford" userId="97f88ce4-fa8b-4163-b87d-92edb22d088f" providerId="ADAL" clId="{ADC934EB-76DE-5A1C-92BA-F001C2335EFE}" dt="2026-04-27T08:45:23.589" v="16937" actId="478"/>
          <ac:spMkLst>
            <pc:docMk/>
            <pc:sldMk cId="4131245589" sldId="305"/>
            <ac:spMk id="3" creationId="{FA37285D-866E-CC7C-3938-BA275DC1DA10}"/>
          </ac:spMkLst>
        </pc:spChg>
        <pc:spChg chg="mod">
          <ac:chgData name="Scott Beckford" userId="97f88ce4-fa8b-4163-b87d-92edb22d088f" providerId="ADAL" clId="{ADC934EB-76DE-5A1C-92BA-F001C2335EFE}" dt="2026-04-27T08:45:27.706" v="16951" actId="20577"/>
          <ac:spMkLst>
            <pc:docMk/>
            <pc:sldMk cId="4131245589" sldId="305"/>
            <ac:spMk id="4" creationId="{CA9A45B4-015D-2B25-A434-758393EFC581}"/>
          </ac:spMkLst>
        </pc:spChg>
        <pc:picChg chg="del">
          <ac:chgData name="Scott Beckford" userId="97f88ce4-fa8b-4163-b87d-92edb22d088f" providerId="ADAL" clId="{ADC934EB-76DE-5A1C-92BA-F001C2335EFE}" dt="2026-04-27T08:45:24.276" v="16938" actId="478"/>
          <ac:picMkLst>
            <pc:docMk/>
            <pc:sldMk cId="4131245589" sldId="305"/>
            <ac:picMk id="5" creationId="{271F5898-7D78-5BA2-30BB-7FD314D8AEA7}"/>
          </ac:picMkLst>
        </pc:picChg>
        <pc:picChg chg="del">
          <ac:chgData name="Scott Beckford" userId="97f88ce4-fa8b-4163-b87d-92edb22d088f" providerId="ADAL" clId="{ADC934EB-76DE-5A1C-92BA-F001C2335EFE}" dt="2026-04-27T08:45:29.402" v="16952" actId="478"/>
          <ac:picMkLst>
            <pc:docMk/>
            <pc:sldMk cId="4131245589" sldId="305"/>
            <ac:picMk id="6" creationId="{79DDE720-FAC7-D4D7-3C29-FA1CE5A0CFCD}"/>
          </ac:picMkLst>
        </pc:picChg>
      </pc:sldChg>
      <pc:sldChg chg="modSp mod">
        <pc:chgData name="Scott Beckford" userId="97f88ce4-fa8b-4163-b87d-92edb22d088f" providerId="ADAL" clId="{ADC934EB-76DE-5A1C-92BA-F001C2335EFE}" dt="2026-04-27T16:59:03.903" v="20224" actId="20577"/>
        <pc:sldMkLst>
          <pc:docMk/>
          <pc:sldMk cId="1218766419" sldId="306"/>
        </pc:sldMkLst>
        <pc:spChg chg="mod">
          <ac:chgData name="Scott Beckford" userId="97f88ce4-fa8b-4163-b87d-92edb22d088f" providerId="ADAL" clId="{ADC934EB-76DE-5A1C-92BA-F001C2335EFE}" dt="2026-04-27T16:59:03.903" v="20224" actId="20577"/>
          <ac:spMkLst>
            <pc:docMk/>
            <pc:sldMk cId="1218766419" sldId="306"/>
            <ac:spMk id="43" creationId="{486D85FF-658C-A7D3-EAC2-E13611A603B5}"/>
          </ac:spMkLst>
        </pc:spChg>
      </pc:sldChg>
      <pc:sldChg chg="add">
        <pc:chgData name="Scott Beckford" userId="97f88ce4-fa8b-4163-b87d-92edb22d088f" providerId="ADAL" clId="{ADC934EB-76DE-5A1C-92BA-F001C2335EFE}" dt="2026-04-27T15:56:54.223" v="19416" actId="2890"/>
        <pc:sldMkLst>
          <pc:docMk/>
          <pc:sldMk cId="916069052" sldId="307"/>
        </pc:sldMkLst>
      </pc:sldChg>
      <pc:sldChg chg="add del">
        <pc:chgData name="Scott Beckford" userId="97f88ce4-fa8b-4163-b87d-92edb22d088f" providerId="ADAL" clId="{ADC934EB-76DE-5A1C-92BA-F001C2335EFE}" dt="2026-04-27T16:39:46.948" v="19970" actId="2890"/>
        <pc:sldMkLst>
          <pc:docMk/>
          <pc:sldMk cId="159122810" sldId="308"/>
        </pc:sldMkLst>
      </pc:sldChg>
      <pc:sldChg chg="modSp add mod ord">
        <pc:chgData name="Scott Beckford" userId="97f88ce4-fa8b-4163-b87d-92edb22d088f" providerId="ADAL" clId="{ADC934EB-76DE-5A1C-92BA-F001C2335EFE}" dt="2026-04-27T16:40:10.093" v="20030" actId="20577"/>
        <pc:sldMkLst>
          <pc:docMk/>
          <pc:sldMk cId="1070158909" sldId="308"/>
        </pc:sldMkLst>
        <pc:spChg chg="mod">
          <ac:chgData name="Scott Beckford" userId="97f88ce4-fa8b-4163-b87d-92edb22d088f" providerId="ADAL" clId="{ADC934EB-76DE-5A1C-92BA-F001C2335EFE}" dt="2026-04-27T16:40:01.834" v="19990" actId="20577"/>
          <ac:spMkLst>
            <pc:docMk/>
            <pc:sldMk cId="1070158909" sldId="308"/>
            <ac:spMk id="3" creationId="{4CE10743-6852-3CA9-3E51-3B81CC7E645F}"/>
          </ac:spMkLst>
        </pc:spChg>
        <pc:spChg chg="mod">
          <ac:chgData name="Scott Beckford" userId="97f88ce4-fa8b-4163-b87d-92edb22d088f" providerId="ADAL" clId="{ADC934EB-76DE-5A1C-92BA-F001C2335EFE}" dt="2026-04-27T16:40:10.093" v="20030" actId="20577"/>
          <ac:spMkLst>
            <pc:docMk/>
            <pc:sldMk cId="1070158909" sldId="308"/>
            <ac:spMk id="5" creationId="{C65C6A89-2329-3903-A6B3-4B14F337508D}"/>
          </ac:spMkLst>
        </pc:spChg>
      </pc:sldChg>
      <pc:sldChg chg="addSp delSp modSp add mod">
        <pc:chgData name="Scott Beckford" userId="97f88ce4-fa8b-4163-b87d-92edb22d088f" providerId="ADAL" clId="{ADC934EB-76DE-5A1C-92BA-F001C2335EFE}" dt="2026-04-27T16:42:16.541" v="20057" actId="14100"/>
        <pc:sldMkLst>
          <pc:docMk/>
          <pc:sldMk cId="2515668122" sldId="309"/>
        </pc:sldMkLst>
        <pc:spChg chg="del mod">
          <ac:chgData name="Scott Beckford" userId="97f88ce4-fa8b-4163-b87d-92edb22d088f" providerId="ADAL" clId="{ADC934EB-76DE-5A1C-92BA-F001C2335EFE}" dt="2026-04-27T16:40:51.835" v="20036" actId="478"/>
          <ac:spMkLst>
            <pc:docMk/>
            <pc:sldMk cId="2515668122" sldId="309"/>
            <ac:spMk id="3" creationId="{C70C7C5C-D8D2-9A8D-E2FE-3E193B4CEC3E}"/>
          </ac:spMkLst>
        </pc:spChg>
        <pc:spChg chg="del">
          <ac:chgData name="Scott Beckford" userId="97f88ce4-fa8b-4163-b87d-92edb22d088f" providerId="ADAL" clId="{ADC934EB-76DE-5A1C-92BA-F001C2335EFE}" dt="2026-04-27T16:40:53.782" v="20038" actId="478"/>
          <ac:spMkLst>
            <pc:docMk/>
            <pc:sldMk cId="2515668122" sldId="309"/>
            <ac:spMk id="20" creationId="{18EB4BA0-2058-70D1-F8BB-6410D2000F8B}"/>
          </ac:spMkLst>
        </pc:spChg>
        <pc:graphicFrameChg chg="add mod">
          <ac:chgData name="Scott Beckford" userId="97f88ce4-fa8b-4163-b87d-92edb22d088f" providerId="ADAL" clId="{ADC934EB-76DE-5A1C-92BA-F001C2335EFE}" dt="2026-04-27T16:41:06.220" v="20039"/>
          <ac:graphicFrameMkLst>
            <pc:docMk/>
            <pc:sldMk cId="2515668122" sldId="309"/>
            <ac:graphicFrameMk id="5" creationId="{96FD4E20-FDB8-FD4E-8ADF-8FF21976FF60}"/>
          </ac:graphicFrameMkLst>
        </pc:graphicFrameChg>
        <pc:graphicFrameChg chg="add mod modGraphic">
          <ac:chgData name="Scott Beckford" userId="97f88ce4-fa8b-4163-b87d-92edb22d088f" providerId="ADAL" clId="{ADC934EB-76DE-5A1C-92BA-F001C2335EFE}" dt="2026-04-27T16:42:16.541" v="20057" actId="14100"/>
          <ac:graphicFrameMkLst>
            <pc:docMk/>
            <pc:sldMk cId="2515668122" sldId="309"/>
            <ac:graphicFrameMk id="6" creationId="{F73416FA-7846-1EF1-264B-1844D92FE28D}"/>
          </ac:graphicFrameMkLst>
        </pc:graphicFrameChg>
        <pc:picChg chg="del">
          <ac:chgData name="Scott Beckford" userId="97f88ce4-fa8b-4163-b87d-92edb22d088f" providerId="ADAL" clId="{ADC934EB-76DE-5A1C-92BA-F001C2335EFE}" dt="2026-04-27T16:40:48.971" v="20034" actId="478"/>
          <ac:picMkLst>
            <pc:docMk/>
            <pc:sldMk cId="2515668122" sldId="309"/>
            <ac:picMk id="7" creationId="{A0A9FD0B-83AC-847C-BE8A-0B838E4315E7}"/>
          </ac:picMkLst>
        </pc:picChg>
        <pc:picChg chg="del">
          <ac:chgData name="Scott Beckford" userId="97f88ce4-fa8b-4163-b87d-92edb22d088f" providerId="ADAL" clId="{ADC934EB-76DE-5A1C-92BA-F001C2335EFE}" dt="2026-04-27T16:40:48.971" v="20034" actId="478"/>
          <ac:picMkLst>
            <pc:docMk/>
            <pc:sldMk cId="2515668122" sldId="309"/>
            <ac:picMk id="8" creationId="{2B6BB291-F87A-A5C3-1CC8-22F90100CD95}"/>
          </ac:picMkLst>
        </pc:picChg>
        <pc:picChg chg="del">
          <ac:chgData name="Scott Beckford" userId="97f88ce4-fa8b-4163-b87d-92edb22d088f" providerId="ADAL" clId="{ADC934EB-76DE-5A1C-92BA-F001C2335EFE}" dt="2026-04-27T16:40:48.971" v="20034" actId="478"/>
          <ac:picMkLst>
            <pc:docMk/>
            <pc:sldMk cId="2515668122" sldId="309"/>
            <ac:picMk id="9" creationId="{8A2B748D-4B94-27B6-2DF5-13E2F48AFF05}"/>
          </ac:picMkLst>
        </pc:picChg>
        <pc:picChg chg="del">
          <ac:chgData name="Scott Beckford" userId="97f88ce4-fa8b-4163-b87d-92edb22d088f" providerId="ADAL" clId="{ADC934EB-76DE-5A1C-92BA-F001C2335EFE}" dt="2026-04-27T16:40:48.971" v="20034" actId="478"/>
          <ac:picMkLst>
            <pc:docMk/>
            <pc:sldMk cId="2515668122" sldId="309"/>
            <ac:picMk id="11" creationId="{DC1EE262-2AFD-23C5-1C3B-EC04043789D8}"/>
          </ac:picMkLst>
        </pc:picChg>
        <pc:picChg chg="del">
          <ac:chgData name="Scott Beckford" userId="97f88ce4-fa8b-4163-b87d-92edb22d088f" providerId="ADAL" clId="{ADC934EB-76DE-5A1C-92BA-F001C2335EFE}" dt="2026-04-27T16:40:48.971" v="20034" actId="478"/>
          <ac:picMkLst>
            <pc:docMk/>
            <pc:sldMk cId="2515668122" sldId="309"/>
            <ac:picMk id="15" creationId="{5993E909-BA24-E56C-2047-912B9EA3B2F5}"/>
          </ac:picMkLst>
        </pc:picChg>
        <pc:picChg chg="del">
          <ac:chgData name="Scott Beckford" userId="97f88ce4-fa8b-4163-b87d-92edb22d088f" providerId="ADAL" clId="{ADC934EB-76DE-5A1C-92BA-F001C2335EFE}" dt="2026-04-27T16:40:52.867" v="20037" actId="478"/>
          <ac:picMkLst>
            <pc:docMk/>
            <pc:sldMk cId="2515668122" sldId="309"/>
            <ac:picMk id="17" creationId="{0FDB1312-657E-385A-B942-3D3B58AD47B2}"/>
          </ac:picMkLst>
        </pc:picChg>
      </pc:sldChg>
      <pc:sldChg chg="add">
        <pc:chgData name="Scott Beckford" userId="97f88ce4-fa8b-4163-b87d-92edb22d088f" providerId="ADAL" clId="{ADC934EB-76DE-5A1C-92BA-F001C2335EFE}" dt="2026-04-27T16:54:39.132" v="20185"/>
        <pc:sldMkLst>
          <pc:docMk/>
          <pc:sldMk cId="3813000102" sldId="310"/>
        </pc:sldMkLst>
      </pc:sldChg>
      <pc:sldChg chg="modNotesTx">
        <pc:chgData name="Scott Beckford" userId="97f88ce4-fa8b-4163-b87d-92edb22d088f" providerId="ADAL" clId="{ADC934EB-76DE-5A1C-92BA-F001C2335EFE}" dt="2026-04-27T09:58:45.034" v="17429" actId="20577"/>
        <pc:sldMkLst>
          <pc:docMk/>
          <pc:sldMk cId="2102493218" sldId="2147478929"/>
        </pc:sldMkLst>
      </pc:sldChg>
      <pc:sldChg chg="modSp mod">
        <pc:chgData name="Scott Beckford" userId="97f88ce4-fa8b-4163-b87d-92edb22d088f" providerId="ADAL" clId="{ADC934EB-76DE-5A1C-92BA-F001C2335EFE}" dt="2026-04-24T12:52:29.149" v="9332" actId="20577"/>
        <pc:sldMkLst>
          <pc:docMk/>
          <pc:sldMk cId="2997075761" sldId="2147483644"/>
        </pc:sldMkLst>
        <pc:spChg chg="mod">
          <ac:chgData name="Scott Beckford" userId="97f88ce4-fa8b-4163-b87d-92edb22d088f" providerId="ADAL" clId="{ADC934EB-76DE-5A1C-92BA-F001C2335EFE}" dt="2026-04-24T12:52:29.149" v="9332" actId="20577"/>
          <ac:spMkLst>
            <pc:docMk/>
            <pc:sldMk cId="2997075761" sldId="2147483644"/>
            <ac:spMk id="3" creationId="{05B76263-DCD2-0B78-B135-9C8C642516C8}"/>
          </ac:spMkLst>
        </pc:spChg>
      </pc:sldChg>
      <pc:sldChg chg="modSp add mod ord">
        <pc:chgData name="Scott Beckford" userId="97f88ce4-fa8b-4163-b87d-92edb22d088f" providerId="ADAL" clId="{ADC934EB-76DE-5A1C-92BA-F001C2335EFE}" dt="2026-04-27T06:31:57.501" v="15367" actId="20577"/>
        <pc:sldMkLst>
          <pc:docMk/>
          <pc:sldMk cId="3795709086" sldId="2147483647"/>
        </pc:sldMkLst>
        <pc:spChg chg="mod">
          <ac:chgData name="Scott Beckford" userId="97f88ce4-fa8b-4163-b87d-92edb22d088f" providerId="ADAL" clId="{ADC934EB-76DE-5A1C-92BA-F001C2335EFE}" dt="2026-04-27T06:31:57.501" v="15367" actId="20577"/>
          <ac:spMkLst>
            <pc:docMk/>
            <pc:sldMk cId="3795709086" sldId="2147483647"/>
            <ac:spMk id="3" creationId="{E0ED3138-C58B-9099-47A5-E29757C156E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4/27/2026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svg"/><Relationship Id="rId3"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2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sv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png"/><Relationship Id="rId3" Type="http://schemas.openxmlformats.org/officeDocument/2006/relationships/image" Target="../media/image27.sv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png"/><Relationship Id="rId3" Type="http://schemas.openxmlformats.org/officeDocument/2006/relationships/image" Target="../media/image12.sv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2.svg"/><Relationship Id="rId3"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png"/><Relationship Id="rId3" Type="http://schemas.openxmlformats.org/officeDocument/2006/relationships/image" Target="../media/image12.sv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7.png"/><Relationship Id="rId3" Type="http://schemas.openxmlformats.org/officeDocument/2006/relationships/image" Target="../media/image12.sv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0.png"/><Relationship Id="rId3" Type="http://schemas.openxmlformats.org/officeDocument/2006/relationships/image" Target="../media/image12.sv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sv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12.sv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7.png"/><Relationship Id="rId3" Type="http://schemas.openxmlformats.org/officeDocument/2006/relationships/image" Target="../media/image27.sv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9.png"/><Relationship Id="rId3" Type="http://schemas.openxmlformats.org/officeDocument/2006/relationships/image" Target="../media/image12.sv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0.png"/><Relationship Id="rId3" Type="http://schemas.openxmlformats.org/officeDocument/2006/relationships/image" Target="../media/image18.sv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7.svg"/><Relationship Id="rId3" Type="http://schemas.openxmlformats.org/officeDocument/2006/relationships/image" Target="../media/image2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2.svg"/><Relationship Id="rId3" Type="http://schemas.openxmlformats.org/officeDocument/2006/relationships/image" Target="../media/image22.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3.png"/><Relationship Id="rId3" Type="http://schemas.openxmlformats.org/officeDocument/2006/relationships/image" Target="../media/image12.sv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4.png"/><Relationship Id="rId3" Type="http://schemas.openxmlformats.org/officeDocument/2006/relationships/image" Target="../media/image12.sv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14.emf"/></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14.emf"/></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3.png"/><Relationship Id="rId3" Type="http://schemas.openxmlformats.org/officeDocument/2006/relationships/image" Target="../media/image4.svg"/></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38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3.xml"/><Relationship Id="rId3" Type="http://schemas.openxmlformats.org/officeDocument/2006/relationships/image" Target="../media/image11.svg"/></Relationships>
</file>

<file path=ppt/slideLayouts/_rels/slideLayout38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3.xml"/><Relationship Id="rId3"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1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1pPr>
            <a:lvl2pPr marL="0" marR="0" lvl="1"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2pPr>
            <a:lvl3pPr marL="0" marR="0" lvl="2"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3pPr>
            <a:lvl4pPr marL="0" marR="0" lvl="3"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4pPr>
            <a:lvl5pPr marL="0" marR="0" lvl="4"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5pPr>
            <a:lvl6pPr marL="0" marR="0" lvl="5"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6pPr>
            <a:lvl7pPr marL="0" marR="0" lvl="6"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7pPr>
            <a:lvl8pPr marL="0" marR="0" lvl="7"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8pPr>
            <a:lvl9pPr marL="0" marR="0" lvl="8" indent="0" algn="r">
              <a:lnSpc>
                <a:spcPct val="100000"/>
              </a:lnSpc>
              <a:spcBef>
                <a:spcPts val="0"/>
              </a:spcBef>
              <a:spcAft>
                <a:spcPts val="0"/>
              </a:spcAft>
              <a:buClr>
                <a:srgbClr val="000000"/>
              </a:buClr>
              <a:buSzPts val="700"/>
              <a:buFont typeface="Aktiv Grotesk"/>
              <a:buNone/>
              <a:defRPr sz="1400" b="0" i="0" u="none" strike="noStrike" cap="none">
                <a:solidFill>
                  <a:schemeClr val="dk1"/>
                </a:solidFill>
                <a:latin typeface="Aktiv Grotesk"/>
                <a:ea typeface="Aktiv Grotesk"/>
                <a:cs typeface="Aktiv Grotesk"/>
                <a:sym typeface="Aktiv Grotesk"/>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ktiv Grotesk" panose="020B0604020202020204" pitchFamily="34" charset="0"/>
              <a:buChar char="•"/>
              <a:defRPr>
                <a:solidFill>
                  <a:schemeClr val="bg1"/>
                </a:solidFill>
              </a:defRPr>
            </a:lvl1pPr>
            <a:lvl2pPr marL="1485900" indent="-571500">
              <a:buClr>
                <a:schemeClr val="bg1"/>
              </a:buClr>
              <a:buFont typeface="Aktiv Grotesk" panose="020B0604020202020204" pitchFamily="34" charset="0"/>
              <a:buChar char="•"/>
              <a:defRPr>
                <a:solidFill>
                  <a:schemeClr val="bg1"/>
                </a:solidFill>
              </a:defRPr>
            </a:lvl2pPr>
            <a:lvl3pPr marL="2400300" indent="-571500">
              <a:buClr>
                <a:schemeClr val="bg1"/>
              </a:buClr>
              <a:buFont typeface="Aktiv Grotesk" panose="020B0604020202020204" pitchFamily="34" charset="0"/>
              <a:buChar char="•"/>
              <a:defRPr>
                <a:solidFill>
                  <a:schemeClr val="bg1"/>
                </a:solidFill>
              </a:defRPr>
            </a:lvl3pPr>
            <a:lvl4pPr marL="3314700" indent="-571500">
              <a:buClr>
                <a:schemeClr val="bg1"/>
              </a:buClr>
              <a:buFont typeface="Aktiv Grotesk" panose="020B0604020202020204" pitchFamily="34" charset="0"/>
              <a:buChar char="•"/>
              <a:defRPr>
                <a:solidFill>
                  <a:schemeClr val="bg1"/>
                </a:solidFill>
              </a:defRPr>
            </a:lvl4pPr>
            <a:lvl5pPr marL="4229100" indent="-57150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ktiv Grotesk"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ktiv Grotesk"/>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ktiv Grotesk"/>
              <a:buNone/>
            </a:pPr>
            <a:endParaRPr sz="3000" b="1" i="0" u="none" strike="noStrike" cap="none">
              <a:solidFill>
                <a:srgbClr val="FFFFFF"/>
              </a:solidFill>
              <a:latin typeface="Aktiv Grotesk"/>
              <a:ea typeface="Aktiv Grotesk"/>
              <a:cs typeface="Aktiv Grotesk"/>
              <a:sym typeface="Aktiv Grotesk"/>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ktiv Grotesk"/>
              <a:buNone/>
            </a:pPr>
            <a:endParaRPr sz="1800" b="0" i="0" u="none" strike="noStrike" cap="none">
              <a:solidFill>
                <a:schemeClr val="dk1"/>
              </a:solidFill>
              <a:latin typeface="Aktiv Grotesk"/>
              <a:ea typeface="Aktiv Grotesk"/>
              <a:cs typeface="Aktiv Grotesk"/>
              <a:sym typeface="Aktiv Grotesk"/>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ktiv Grotesk"/>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ktiv Grotesk"/>
              <a:buNone/>
            </a:pPr>
            <a:fld id="{00000000-1234-1234-1234-123412341234}" type="slidenum">
              <a:rPr lang="en-US" sz="1800" b="0" i="0" u="none" strike="noStrike" cap="none">
                <a:solidFill>
                  <a:schemeClr val="lt1"/>
                </a:solidFill>
                <a:latin typeface="Aktiv Grotesk"/>
                <a:ea typeface="Aktiv Grotesk"/>
                <a:cs typeface="Aktiv Grotesk"/>
                <a:sym typeface="Aktiv Grotesk"/>
              </a:rPr>
              <a:pPr marL="0" marR="0" lvl="0" indent="0" algn="r" rtl="0">
                <a:lnSpc>
                  <a:spcPct val="100000"/>
                </a:lnSpc>
                <a:spcBef>
                  <a:spcPts val="0"/>
                </a:spcBef>
                <a:spcAft>
                  <a:spcPts val="0"/>
                </a:spcAft>
                <a:buClr>
                  <a:srgbClr val="000000"/>
                </a:buClr>
                <a:buSzPts val="900"/>
                <a:buFont typeface="Aktiv Grotesk"/>
                <a:buNone/>
              </a:pPr>
              <a:t>‹#›</a:t>
            </a:fld>
            <a:endParaRPr sz="1800" b="0" i="0" u="none" strike="noStrike" cap="none">
              <a:solidFill>
                <a:schemeClr val="lt1"/>
              </a:solidFill>
              <a:latin typeface="Aktiv Grotesk"/>
              <a:ea typeface="Aktiv Grotesk"/>
              <a:cs typeface="Aktiv Grotesk"/>
              <a:sym typeface="Aktiv Grotesk"/>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ktiv Grotesk"/>
              <a:buNone/>
            </a:pPr>
            <a:fld id="{00000000-1234-1234-1234-123412341234}" type="slidenum">
              <a:rPr lang="en-US" sz="1632" b="0" i="0" u="none" strike="noStrike" cap="none">
                <a:solidFill>
                  <a:srgbClr val="808080"/>
                </a:solidFill>
                <a:latin typeface="Aktiv Grotesk"/>
                <a:ea typeface="Aktiv Grotesk"/>
                <a:cs typeface="Aktiv Grotesk"/>
                <a:sym typeface="Aktiv Grotesk"/>
              </a:rPr>
              <a:pPr marL="0" marR="0" lvl="0" indent="0" algn="l" rtl="0">
                <a:lnSpc>
                  <a:spcPct val="100000"/>
                </a:lnSpc>
                <a:spcBef>
                  <a:spcPts val="0"/>
                </a:spcBef>
                <a:spcAft>
                  <a:spcPts val="0"/>
                </a:spcAft>
                <a:buClr>
                  <a:srgbClr val="000000"/>
                </a:buClr>
                <a:buSzPts val="816"/>
                <a:buFont typeface="Aktiv Grotesk"/>
                <a:buNone/>
              </a:pPr>
              <a:t>‹#›</a:t>
            </a:fld>
            <a:endParaRPr sz="1632" b="0" i="0" u="none" strike="noStrike" cap="none">
              <a:solidFill>
                <a:srgbClr val="808080"/>
              </a:solidFill>
              <a:latin typeface="Aktiv Grotesk"/>
              <a:ea typeface="Aktiv Grotesk"/>
              <a:cs typeface="Aktiv Grotesk"/>
              <a:sym typeface="Aktiv Grotesk"/>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ktiv Grotesk"/>
              <a:buNone/>
            </a:pPr>
            <a:r>
              <a:rPr lang="en-US" sz="1632" b="0" i="0" u="none" strike="noStrike" cap="none">
                <a:solidFill>
                  <a:srgbClr val="808080"/>
                </a:solidFill>
                <a:latin typeface="Aktiv Grotesk"/>
                <a:ea typeface="Aktiv Grotesk"/>
                <a:cs typeface="Aktiv Grotesk"/>
                <a:sym typeface="Aktiv Grotesk"/>
              </a:rPr>
              <a:t>McKinsey &amp; Company</a:t>
            </a:r>
            <a:endParaRPr sz="2800" b="0" i="0" u="none" strike="noStrike" cap="none">
              <a:solidFill>
                <a:srgbClr val="000000"/>
              </a:solidFill>
              <a:latin typeface="Aktiv Grotesk"/>
              <a:ea typeface="Aktiv Grotesk"/>
              <a:cs typeface="Aktiv Grotesk"/>
              <a:sym typeface="Aktiv Grotesk"/>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ktiv Grotesk"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ktiv Grotesk"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ktiv Grotesk"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ktiv Grotesk"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ktiv Grotesk"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ktiv Grotesk"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ktiv Grotesk"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 Id="rId4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theme" Target="../theme/theme2.xml"/><Relationship Id="rId15" Type="http://schemas.openxmlformats.org/officeDocument/2006/relationships/image" Target="../media/image15.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Relationship Id="rId17" Type="http://schemas.openxmlformats.org/officeDocument/2006/relationships/slideLayout" Target="../slideLayouts/slideLayout73.xml"/><Relationship Id="rId18" Type="http://schemas.openxmlformats.org/officeDocument/2006/relationships/slideLayout" Target="../slideLayouts/slideLayout74.xml"/><Relationship Id="rId19" Type="http://schemas.openxmlformats.org/officeDocument/2006/relationships/slideLayout" Target="../slideLayouts/slideLayout75.xml"/><Relationship Id="rId20" Type="http://schemas.openxmlformats.org/officeDocument/2006/relationships/slideLayout" Target="../slideLayouts/slideLayout76.xml"/><Relationship Id="rId21" Type="http://schemas.openxmlformats.org/officeDocument/2006/relationships/slideLayout" Target="../slideLayouts/slideLayout77.xml"/><Relationship Id="rId22" Type="http://schemas.openxmlformats.org/officeDocument/2006/relationships/slideLayout" Target="../slideLayouts/slideLayout78.xml"/><Relationship Id="rId23" Type="http://schemas.openxmlformats.org/officeDocument/2006/relationships/slideLayout" Target="../slideLayouts/slideLayout79.xml"/><Relationship Id="rId24" Type="http://schemas.openxmlformats.org/officeDocument/2006/relationships/slideLayout" Target="../slideLayouts/slideLayout80.xml"/><Relationship Id="rId25" Type="http://schemas.openxmlformats.org/officeDocument/2006/relationships/slideLayout" Target="../slideLayouts/slideLayout81.xml"/><Relationship Id="rId26" Type="http://schemas.openxmlformats.org/officeDocument/2006/relationships/theme" Target="../theme/theme3.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slideLayout" Target="../slideLayouts/slideLayout83.xml"/><Relationship Id="rId3" Type="http://schemas.openxmlformats.org/officeDocument/2006/relationships/slideLayout" Target="../slideLayouts/slideLayout84.xml"/><Relationship Id="rId4" Type="http://schemas.openxmlformats.org/officeDocument/2006/relationships/slideLayout" Target="../slideLayouts/slideLayout85.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 Id="rId9" Type="http://schemas.openxmlformats.org/officeDocument/2006/relationships/slideLayout" Target="../slideLayouts/slideLayout90.xml"/><Relationship Id="rId10" Type="http://schemas.openxmlformats.org/officeDocument/2006/relationships/slideLayout" Target="../slideLayouts/slideLayout91.xml"/><Relationship Id="rId11" Type="http://schemas.openxmlformats.org/officeDocument/2006/relationships/slideLayout" Target="../slideLayouts/slideLayout92.xml"/><Relationship Id="rId12" Type="http://schemas.openxmlformats.org/officeDocument/2006/relationships/slideLayout" Target="../slideLayouts/slideLayout93.xml"/><Relationship Id="rId13" Type="http://schemas.openxmlformats.org/officeDocument/2006/relationships/slideLayout" Target="../slideLayouts/slideLayout94.xml"/><Relationship Id="rId14" Type="http://schemas.openxmlformats.org/officeDocument/2006/relationships/slideLayout" Target="../slideLayouts/slideLayout95.xml"/><Relationship Id="rId15" Type="http://schemas.openxmlformats.org/officeDocument/2006/relationships/slideLayout" Target="../slideLayouts/slideLayout96.xml"/><Relationship Id="rId16" Type="http://schemas.openxmlformats.org/officeDocument/2006/relationships/slideLayout" Target="../slideLayouts/slideLayout97.xml"/><Relationship Id="rId17" Type="http://schemas.openxmlformats.org/officeDocument/2006/relationships/slideLayout" Target="../slideLayouts/slideLayout98.xml"/><Relationship Id="rId18" Type="http://schemas.openxmlformats.org/officeDocument/2006/relationships/slideLayout" Target="../slideLayouts/slideLayout99.xml"/><Relationship Id="rId19" Type="http://schemas.openxmlformats.org/officeDocument/2006/relationships/slideLayout" Target="../slideLayouts/slideLayout100.xml"/><Relationship Id="rId20" Type="http://schemas.openxmlformats.org/officeDocument/2006/relationships/slideLayout" Target="../slideLayouts/slideLayout101.xml"/><Relationship Id="rId21" Type="http://schemas.openxmlformats.org/officeDocument/2006/relationships/slideLayout" Target="../slideLayouts/slideLayout102.xml"/><Relationship Id="rId22" Type="http://schemas.openxmlformats.org/officeDocument/2006/relationships/slideLayout" Target="../slideLayouts/slideLayout103.xml"/><Relationship Id="rId23" Type="http://schemas.openxmlformats.org/officeDocument/2006/relationships/slideLayout" Target="../slideLayouts/slideLayout104.xml"/><Relationship Id="rId24" Type="http://schemas.openxmlformats.org/officeDocument/2006/relationships/slideLayout" Target="../slideLayouts/slideLayout105.xml"/><Relationship Id="rId25" Type="http://schemas.openxmlformats.org/officeDocument/2006/relationships/slideLayout" Target="../slideLayouts/slideLayout106.xml"/><Relationship Id="rId26" Type="http://schemas.openxmlformats.org/officeDocument/2006/relationships/slideLayout" Target="../slideLayouts/slideLayout107.xml"/><Relationship Id="rId27" Type="http://schemas.openxmlformats.org/officeDocument/2006/relationships/slideLayout" Target="../slideLayouts/slideLayout108.xml"/><Relationship Id="rId28" Type="http://schemas.openxmlformats.org/officeDocument/2006/relationships/slideLayout" Target="../slideLayouts/slideLayout109.xml"/><Relationship Id="rId29" Type="http://schemas.openxmlformats.org/officeDocument/2006/relationships/slideLayout" Target="../slideLayouts/slideLayout110.xml"/><Relationship Id="rId30" Type="http://schemas.openxmlformats.org/officeDocument/2006/relationships/theme" Target="../theme/theme4.xml"/><Relationship Id="rId31" Type="http://schemas.openxmlformats.org/officeDocument/2006/relationships/image" Target="../media/image1.svg"/><Relationship Id="rId32"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slideLayout" Target="../slideLayouts/slideLayout112.xml"/><Relationship Id="rId3" Type="http://schemas.openxmlformats.org/officeDocument/2006/relationships/slideLayout" Target="../slideLayouts/slideLayout113.xml"/><Relationship Id="rId4" Type="http://schemas.openxmlformats.org/officeDocument/2006/relationships/slideLayout" Target="../slideLayouts/slideLayout114.xml"/><Relationship Id="rId5" Type="http://schemas.openxmlformats.org/officeDocument/2006/relationships/slideLayout" Target="../slideLayouts/slideLayout115.xml"/><Relationship Id="rId6" Type="http://schemas.openxmlformats.org/officeDocument/2006/relationships/slideLayout" Target="../slideLayouts/slideLayout116.xml"/><Relationship Id="rId7" Type="http://schemas.openxmlformats.org/officeDocument/2006/relationships/slideLayout" Target="../slideLayouts/slideLayout117.xml"/><Relationship Id="rId8" Type="http://schemas.openxmlformats.org/officeDocument/2006/relationships/slideLayout" Target="../slideLayouts/slideLayout118.xml"/><Relationship Id="rId9" Type="http://schemas.openxmlformats.org/officeDocument/2006/relationships/slideLayout" Target="../slideLayouts/slideLayout119.xml"/><Relationship Id="rId10" Type="http://schemas.openxmlformats.org/officeDocument/2006/relationships/slideLayout" Target="../slideLayouts/slideLayout120.xml"/><Relationship Id="rId11" Type="http://schemas.openxmlformats.org/officeDocument/2006/relationships/slideLayout" Target="../slideLayouts/slideLayout121.xml"/><Relationship Id="rId12" Type="http://schemas.openxmlformats.org/officeDocument/2006/relationships/slideLayout" Target="../slideLayouts/slideLayout122.xml"/><Relationship Id="rId13" Type="http://schemas.openxmlformats.org/officeDocument/2006/relationships/slideLayout" Target="../slideLayouts/slideLayout123.xml"/><Relationship Id="rId14" Type="http://schemas.openxmlformats.org/officeDocument/2006/relationships/slideLayout" Target="../slideLayouts/slideLayout124.xml"/><Relationship Id="rId15" Type="http://schemas.openxmlformats.org/officeDocument/2006/relationships/slideLayout" Target="../slideLayouts/slideLayout125.xml"/><Relationship Id="rId16" Type="http://schemas.openxmlformats.org/officeDocument/2006/relationships/slideLayout" Target="../slideLayouts/slideLayout126.xml"/><Relationship Id="rId17" Type="http://schemas.openxmlformats.org/officeDocument/2006/relationships/slideLayout" Target="../slideLayouts/slideLayout127.xml"/><Relationship Id="rId18" Type="http://schemas.openxmlformats.org/officeDocument/2006/relationships/slideLayout" Target="../slideLayouts/slideLayout128.xml"/><Relationship Id="rId19" Type="http://schemas.openxmlformats.org/officeDocument/2006/relationships/slideLayout" Target="../slideLayouts/slideLayout129.xml"/><Relationship Id="rId20" Type="http://schemas.openxmlformats.org/officeDocument/2006/relationships/slideLayout" Target="../slideLayouts/slideLayout130.xml"/><Relationship Id="rId21" Type="http://schemas.openxmlformats.org/officeDocument/2006/relationships/slideLayout" Target="../slideLayouts/slideLayout131.xml"/><Relationship Id="rId22" Type="http://schemas.openxmlformats.org/officeDocument/2006/relationships/slideLayout" Target="../slideLayouts/slideLayout132.xml"/><Relationship Id="rId23" Type="http://schemas.openxmlformats.org/officeDocument/2006/relationships/slideLayout" Target="../slideLayouts/slideLayout133.xml"/><Relationship Id="rId24" Type="http://schemas.openxmlformats.org/officeDocument/2006/relationships/slideLayout" Target="../slideLayouts/slideLayout134.xml"/><Relationship Id="rId25" Type="http://schemas.openxmlformats.org/officeDocument/2006/relationships/slideLayout" Target="../slideLayouts/slideLayout135.xml"/><Relationship Id="rId26" Type="http://schemas.openxmlformats.org/officeDocument/2006/relationships/slideLayout" Target="../slideLayouts/slideLayout136.xml"/><Relationship Id="rId27" Type="http://schemas.openxmlformats.org/officeDocument/2006/relationships/slideLayout" Target="../slideLayouts/slideLayout137.xml"/><Relationship Id="rId28" Type="http://schemas.openxmlformats.org/officeDocument/2006/relationships/slideLayout" Target="../slideLayouts/slideLayout138.xml"/><Relationship Id="rId29" Type="http://schemas.openxmlformats.org/officeDocument/2006/relationships/theme" Target="../theme/theme5.xml"/><Relationship Id="rId30" Type="http://schemas.openxmlformats.org/officeDocument/2006/relationships/image" Target="../media/image1.svg"/><Relationship Id="rId31"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slideLayout" Target="../slideLayouts/slideLayout151.xml"/><Relationship Id="rId14" Type="http://schemas.openxmlformats.org/officeDocument/2006/relationships/theme" Target="../theme/theme6.xml"/><Relationship Id="rId15" Type="http://schemas.openxmlformats.org/officeDocument/2006/relationships/image" Target="../media/image1.sv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9" Type="http://schemas.openxmlformats.org/officeDocument/2006/relationships/slideLayout" Target="../slideLayouts/slideLayout160.xml"/><Relationship Id="rId10" Type="http://schemas.openxmlformats.org/officeDocument/2006/relationships/slideLayout" Target="../slideLayouts/slideLayout161.xml"/><Relationship Id="rId11" Type="http://schemas.openxmlformats.org/officeDocument/2006/relationships/slideLayout" Target="../slideLayouts/slideLayout162.xml"/><Relationship Id="rId12" Type="http://schemas.openxmlformats.org/officeDocument/2006/relationships/slideLayout" Target="../slideLayouts/slideLayout163.xml"/><Relationship Id="rId13" Type="http://schemas.openxmlformats.org/officeDocument/2006/relationships/slideLayout" Target="../slideLayouts/slideLayout164.xml"/><Relationship Id="rId14" Type="http://schemas.openxmlformats.org/officeDocument/2006/relationships/slideLayout" Target="../slideLayouts/slideLayout165.xml"/><Relationship Id="rId15" Type="http://schemas.openxmlformats.org/officeDocument/2006/relationships/slideLayout" Target="../slideLayouts/slideLayout166.xml"/><Relationship Id="rId16" Type="http://schemas.openxmlformats.org/officeDocument/2006/relationships/slideLayout" Target="../slideLayouts/slideLayout167.xml"/><Relationship Id="rId17" Type="http://schemas.openxmlformats.org/officeDocument/2006/relationships/slideLayout" Target="../slideLayouts/slideLayout168.xml"/><Relationship Id="rId18" Type="http://schemas.openxmlformats.org/officeDocument/2006/relationships/slideLayout" Target="../slideLayouts/slideLayout169.xml"/><Relationship Id="rId19" Type="http://schemas.openxmlformats.org/officeDocument/2006/relationships/slideLayout" Target="../slideLayouts/slideLayout170.xml"/><Relationship Id="rId20" Type="http://schemas.openxmlformats.org/officeDocument/2006/relationships/slideLayout" Target="../slideLayouts/slideLayout171.xml"/><Relationship Id="rId21" Type="http://schemas.openxmlformats.org/officeDocument/2006/relationships/slideLayout" Target="../slideLayouts/slideLayout172.xml"/><Relationship Id="rId22" Type="http://schemas.openxmlformats.org/officeDocument/2006/relationships/slideLayout" Target="../slideLayouts/slideLayout173.xml"/><Relationship Id="rId23" Type="http://schemas.openxmlformats.org/officeDocument/2006/relationships/slideLayout" Target="../slideLayouts/slideLayout174.xml"/><Relationship Id="rId24" Type="http://schemas.openxmlformats.org/officeDocument/2006/relationships/slideLayout" Target="../slideLayouts/slideLayout175.xml"/><Relationship Id="rId25" Type="http://schemas.openxmlformats.org/officeDocument/2006/relationships/slideLayout" Target="../slideLayouts/slideLayout176.xml"/><Relationship Id="rId26" Type="http://schemas.openxmlformats.org/officeDocument/2006/relationships/slideLayout" Target="../slideLayouts/slideLayout177.xml"/><Relationship Id="rId27" Type="http://schemas.openxmlformats.org/officeDocument/2006/relationships/slideLayout" Target="../slideLayouts/slideLayout178.xml"/><Relationship Id="rId28" Type="http://schemas.openxmlformats.org/officeDocument/2006/relationships/slideLayout" Target="../slideLayouts/slideLayout179.xml"/><Relationship Id="rId29" Type="http://schemas.openxmlformats.org/officeDocument/2006/relationships/slideLayout" Target="../slideLayouts/slideLayout180.xml"/><Relationship Id="rId30" Type="http://schemas.openxmlformats.org/officeDocument/2006/relationships/slideLayout" Target="../slideLayouts/slideLayout181.xml"/><Relationship Id="rId31" Type="http://schemas.openxmlformats.org/officeDocument/2006/relationships/slideLayout" Target="../slideLayouts/slideLayout182.xml"/><Relationship Id="rId32" Type="http://schemas.openxmlformats.org/officeDocument/2006/relationships/theme" Target="../theme/theme7.xml"/><Relationship Id="rId33" Type="http://schemas.openxmlformats.org/officeDocument/2006/relationships/image" Target="../media/image1.svg"/><Relationship Id="rId3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83.xml"/><Relationship Id="rId2" Type="http://schemas.openxmlformats.org/officeDocument/2006/relationships/slideLayout" Target="../slideLayouts/slideLayout184.xml"/><Relationship Id="rId3" Type="http://schemas.openxmlformats.org/officeDocument/2006/relationships/slideLayout" Target="../slideLayouts/slideLayout185.xml"/><Relationship Id="rId4" Type="http://schemas.openxmlformats.org/officeDocument/2006/relationships/slideLayout" Target="../slideLayouts/slideLayout186.xml"/><Relationship Id="rId5" Type="http://schemas.openxmlformats.org/officeDocument/2006/relationships/slideLayout" Target="../slideLayouts/slideLayout187.xml"/><Relationship Id="rId6" Type="http://schemas.openxmlformats.org/officeDocument/2006/relationships/slideLayout" Target="../slideLayouts/slideLayout188.xml"/><Relationship Id="rId7" Type="http://schemas.openxmlformats.org/officeDocument/2006/relationships/slideLayout" Target="../slideLayouts/slideLayout189.xml"/><Relationship Id="rId8" Type="http://schemas.openxmlformats.org/officeDocument/2006/relationships/slideLayout" Target="../slideLayouts/slideLayout190.xml"/><Relationship Id="rId9" Type="http://schemas.openxmlformats.org/officeDocument/2006/relationships/slideLayout" Target="../slideLayouts/slideLayout191.xml"/><Relationship Id="rId10" Type="http://schemas.openxmlformats.org/officeDocument/2006/relationships/slideLayout" Target="../slideLayouts/slideLayout192.xml"/><Relationship Id="rId11" Type="http://schemas.openxmlformats.org/officeDocument/2006/relationships/slideLayout" Target="../slideLayouts/slideLayout193.xml"/><Relationship Id="rId12" Type="http://schemas.openxmlformats.org/officeDocument/2006/relationships/slideLayout" Target="../slideLayouts/slideLayout194.xml"/><Relationship Id="rId13" Type="http://schemas.openxmlformats.org/officeDocument/2006/relationships/slideLayout" Target="../slideLayouts/slideLayout195.xml"/><Relationship Id="rId14" Type="http://schemas.openxmlformats.org/officeDocument/2006/relationships/slideLayout" Target="../slideLayouts/slideLayout196.xml"/><Relationship Id="rId15" Type="http://schemas.openxmlformats.org/officeDocument/2006/relationships/slideLayout" Target="../slideLayouts/slideLayout197.xml"/><Relationship Id="rId16" Type="http://schemas.openxmlformats.org/officeDocument/2006/relationships/slideLayout" Target="../slideLayouts/slideLayout198.xml"/><Relationship Id="rId17" Type="http://schemas.openxmlformats.org/officeDocument/2006/relationships/theme" Target="../theme/theme8.xml"/><Relationship Id="rId18" Type="http://schemas.openxmlformats.org/officeDocument/2006/relationships/image" Target="../media/image1.svg"/></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99.xml"/><Relationship Id="rId2" Type="http://schemas.openxmlformats.org/officeDocument/2006/relationships/slideLayout" Target="../slideLayouts/slideLayout200.xml"/><Relationship Id="rId3" Type="http://schemas.openxmlformats.org/officeDocument/2006/relationships/slideLayout" Target="../slideLayouts/slideLayout201.xml"/><Relationship Id="rId4" Type="http://schemas.openxmlformats.org/officeDocument/2006/relationships/slideLayout" Target="../slideLayouts/slideLayout202.xml"/><Relationship Id="rId5" Type="http://schemas.openxmlformats.org/officeDocument/2006/relationships/slideLayout" Target="../slideLayouts/slideLayout203.xml"/><Relationship Id="rId6" Type="http://schemas.openxmlformats.org/officeDocument/2006/relationships/slideLayout" Target="../slideLayouts/slideLayout204.xml"/><Relationship Id="rId7" Type="http://schemas.openxmlformats.org/officeDocument/2006/relationships/slideLayout" Target="../slideLayouts/slideLayout205.xml"/><Relationship Id="rId8" Type="http://schemas.openxmlformats.org/officeDocument/2006/relationships/slideLayout" Target="../slideLayouts/slideLayout206.xml"/><Relationship Id="rId9" Type="http://schemas.openxmlformats.org/officeDocument/2006/relationships/slideLayout" Target="../slideLayouts/slideLayout207.xml"/><Relationship Id="rId10" Type="http://schemas.openxmlformats.org/officeDocument/2006/relationships/slideLayout" Target="../slideLayouts/slideLayout208.xml"/><Relationship Id="rId11" Type="http://schemas.openxmlformats.org/officeDocument/2006/relationships/slideLayout" Target="../slideLayouts/slideLayout209.xml"/><Relationship Id="rId12" Type="http://schemas.openxmlformats.org/officeDocument/2006/relationships/slideLayout" Target="../slideLayouts/slideLayout210.xml"/><Relationship Id="rId13" Type="http://schemas.openxmlformats.org/officeDocument/2006/relationships/slideLayout" Target="../slideLayouts/slideLayout211.xml"/><Relationship Id="rId14" Type="http://schemas.openxmlformats.org/officeDocument/2006/relationships/slideLayout" Target="../slideLayouts/slideLayout212.xml"/><Relationship Id="rId15" Type="http://schemas.openxmlformats.org/officeDocument/2006/relationships/slideLayout" Target="../slideLayouts/slideLayout213.xml"/><Relationship Id="rId16" Type="http://schemas.openxmlformats.org/officeDocument/2006/relationships/slideLayout" Target="../slideLayouts/slideLayout214.xml"/><Relationship Id="rId17" Type="http://schemas.openxmlformats.org/officeDocument/2006/relationships/slideLayout" Target="../slideLayouts/slideLayout215.xml"/><Relationship Id="rId18" Type="http://schemas.openxmlformats.org/officeDocument/2006/relationships/slideLayout" Target="../slideLayouts/slideLayout216.xml"/><Relationship Id="rId19" Type="http://schemas.openxmlformats.org/officeDocument/2006/relationships/slideLayout" Target="../slideLayouts/slideLayout217.xml"/><Relationship Id="rId20" Type="http://schemas.openxmlformats.org/officeDocument/2006/relationships/slideLayout" Target="../slideLayouts/slideLayout218.xml"/><Relationship Id="rId21" Type="http://schemas.openxmlformats.org/officeDocument/2006/relationships/slideLayout" Target="../slideLayouts/slideLayout219.xml"/><Relationship Id="rId22" Type="http://schemas.openxmlformats.org/officeDocument/2006/relationships/slideLayout" Target="../slideLayouts/slideLayout220.xml"/><Relationship Id="rId23" Type="http://schemas.openxmlformats.org/officeDocument/2006/relationships/slideLayout" Target="../slideLayouts/slideLayout221.xml"/><Relationship Id="rId24" Type="http://schemas.openxmlformats.org/officeDocument/2006/relationships/slideLayout" Target="../slideLayouts/slideLayout222.xml"/><Relationship Id="rId25" Type="http://schemas.openxmlformats.org/officeDocument/2006/relationships/slideLayout" Target="../slideLayouts/slideLayout223.xml"/><Relationship Id="rId26" Type="http://schemas.openxmlformats.org/officeDocument/2006/relationships/slideLayout" Target="../slideLayouts/slideLayout224.xml"/><Relationship Id="rId27" Type="http://schemas.openxmlformats.org/officeDocument/2006/relationships/slideLayout" Target="../slideLayouts/slideLayout225.xml"/><Relationship Id="rId28" Type="http://schemas.openxmlformats.org/officeDocument/2006/relationships/slideLayout" Target="../slideLayouts/slideLayout226.xml"/><Relationship Id="rId29" Type="http://schemas.openxmlformats.org/officeDocument/2006/relationships/slideLayout" Target="../slideLayouts/slideLayout227.xml"/><Relationship Id="rId30" Type="http://schemas.openxmlformats.org/officeDocument/2006/relationships/slideLayout" Target="../slideLayouts/slideLayout228.xml"/><Relationship Id="rId31" Type="http://schemas.openxmlformats.org/officeDocument/2006/relationships/slideLayout" Target="../slideLayouts/slideLayout229.xml"/><Relationship Id="rId32" Type="http://schemas.openxmlformats.org/officeDocument/2006/relationships/slideLayout" Target="../slideLayouts/slideLayout230.xml"/><Relationship Id="rId33" Type="http://schemas.openxmlformats.org/officeDocument/2006/relationships/slideLayout" Target="../slideLayouts/slideLayout231.xml"/><Relationship Id="rId34" Type="http://schemas.openxmlformats.org/officeDocument/2006/relationships/slideLayout" Target="../slideLayouts/slideLayout232.xml"/><Relationship Id="rId35" Type="http://schemas.openxmlformats.org/officeDocument/2006/relationships/slideLayout" Target="../slideLayouts/slideLayout233.xml"/><Relationship Id="rId36" Type="http://schemas.openxmlformats.org/officeDocument/2006/relationships/slideLayout" Target="../slideLayouts/slideLayout234.xml"/><Relationship Id="rId37" Type="http://schemas.openxmlformats.org/officeDocument/2006/relationships/slideLayout" Target="../slideLayouts/slideLayout235.xml"/><Relationship Id="rId38" Type="http://schemas.openxmlformats.org/officeDocument/2006/relationships/slideLayout" Target="../slideLayouts/slideLayout236.xml"/><Relationship Id="rId39" Type="http://schemas.openxmlformats.org/officeDocument/2006/relationships/slideLayout" Target="../slideLayouts/slideLayout237.xml"/><Relationship Id="rId40" Type="http://schemas.openxmlformats.org/officeDocument/2006/relationships/slideLayout" Target="../slideLayouts/slideLayout238.xml"/><Relationship Id="rId4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39.xml"/><Relationship Id="rId2" Type="http://schemas.openxmlformats.org/officeDocument/2006/relationships/slideLayout" Target="../slideLayouts/slideLayout240.xml"/><Relationship Id="rId3" Type="http://schemas.openxmlformats.org/officeDocument/2006/relationships/slideLayout" Target="../slideLayouts/slideLayout241.xml"/><Relationship Id="rId4" Type="http://schemas.openxmlformats.org/officeDocument/2006/relationships/slideLayout" Target="../slideLayouts/slideLayout242.xml"/><Relationship Id="rId5" Type="http://schemas.openxmlformats.org/officeDocument/2006/relationships/slideLayout" Target="../slideLayouts/slideLayout243.xml"/><Relationship Id="rId6" Type="http://schemas.openxmlformats.org/officeDocument/2006/relationships/slideLayout" Target="../slideLayouts/slideLayout244.xml"/><Relationship Id="rId7" Type="http://schemas.openxmlformats.org/officeDocument/2006/relationships/slideLayout" Target="../slideLayouts/slideLayout245.xml"/><Relationship Id="rId8" Type="http://schemas.openxmlformats.org/officeDocument/2006/relationships/slideLayout" Target="../slideLayouts/slideLayout246.xml"/><Relationship Id="rId9" Type="http://schemas.openxmlformats.org/officeDocument/2006/relationships/slideLayout" Target="../slideLayouts/slideLayout247.xml"/><Relationship Id="rId10" Type="http://schemas.openxmlformats.org/officeDocument/2006/relationships/slideLayout" Target="../slideLayouts/slideLayout248.xml"/><Relationship Id="rId11" Type="http://schemas.openxmlformats.org/officeDocument/2006/relationships/slideLayout" Target="../slideLayouts/slideLayout249.xml"/><Relationship Id="rId12" Type="http://schemas.openxmlformats.org/officeDocument/2006/relationships/slideLayout" Target="../slideLayouts/slideLayout250.xml"/><Relationship Id="rId13" Type="http://schemas.openxmlformats.org/officeDocument/2006/relationships/slideLayout" Target="../slideLayouts/slideLayout251.xml"/><Relationship Id="rId14" Type="http://schemas.openxmlformats.org/officeDocument/2006/relationships/slideLayout" Target="../slideLayouts/slideLayout252.xml"/><Relationship Id="rId15" Type="http://schemas.openxmlformats.org/officeDocument/2006/relationships/slideLayout" Target="../slideLayouts/slideLayout253.xml"/><Relationship Id="rId16" Type="http://schemas.openxmlformats.org/officeDocument/2006/relationships/slideLayout" Target="../slideLayouts/slideLayout254.xml"/><Relationship Id="rId17" Type="http://schemas.openxmlformats.org/officeDocument/2006/relationships/slideLayout" Target="../slideLayouts/slideLayout255.xml"/><Relationship Id="rId18" Type="http://schemas.openxmlformats.org/officeDocument/2006/relationships/slideLayout" Target="../slideLayouts/slideLayout256.xml"/><Relationship Id="rId19" Type="http://schemas.openxmlformats.org/officeDocument/2006/relationships/slideLayout" Target="../slideLayouts/slideLayout257.xml"/><Relationship Id="rId20" Type="http://schemas.openxmlformats.org/officeDocument/2006/relationships/slideLayout" Target="../slideLayouts/slideLayout258.xml"/><Relationship Id="rId21" Type="http://schemas.openxmlformats.org/officeDocument/2006/relationships/slideLayout" Target="../slideLayouts/slideLayout259.xml"/><Relationship Id="rId22" Type="http://schemas.openxmlformats.org/officeDocument/2006/relationships/slideLayout" Target="../slideLayouts/slideLayout260.xml"/><Relationship Id="rId23" Type="http://schemas.openxmlformats.org/officeDocument/2006/relationships/slideLayout" Target="../slideLayouts/slideLayout261.xml"/><Relationship Id="rId24" Type="http://schemas.openxmlformats.org/officeDocument/2006/relationships/slideLayout" Target="../slideLayouts/slideLayout262.xml"/><Relationship Id="rId25" Type="http://schemas.openxmlformats.org/officeDocument/2006/relationships/slideLayout" Target="../slideLayouts/slideLayout263.xml"/><Relationship Id="rId26" Type="http://schemas.openxmlformats.org/officeDocument/2006/relationships/slideLayout" Target="../slideLayouts/slideLayout264.xml"/><Relationship Id="rId27" Type="http://schemas.openxmlformats.org/officeDocument/2006/relationships/slideLayout" Target="../slideLayouts/slideLayout265.xml"/><Relationship Id="rId28" Type="http://schemas.openxmlformats.org/officeDocument/2006/relationships/slideLayout" Target="../slideLayouts/slideLayout266.xml"/><Relationship Id="rId29" Type="http://schemas.openxmlformats.org/officeDocument/2006/relationships/slideLayout" Target="../slideLayouts/slideLayout267.xml"/><Relationship Id="rId30" Type="http://schemas.openxmlformats.org/officeDocument/2006/relationships/slideLayout" Target="../slideLayouts/slideLayout268.xml"/><Relationship Id="rId31" Type="http://schemas.openxmlformats.org/officeDocument/2006/relationships/slideLayout" Target="../slideLayouts/slideLayout269.xml"/><Relationship Id="rId32" Type="http://schemas.openxmlformats.org/officeDocument/2006/relationships/slideLayout" Target="../slideLayouts/slideLayout270.xml"/><Relationship Id="rId33" Type="http://schemas.openxmlformats.org/officeDocument/2006/relationships/slideLayout" Target="../slideLayouts/slideLayout271.xml"/><Relationship Id="rId34" Type="http://schemas.openxmlformats.org/officeDocument/2006/relationships/slideLayout" Target="../slideLayouts/slideLayout272.xml"/><Relationship Id="rId35" Type="http://schemas.openxmlformats.org/officeDocument/2006/relationships/slideLayout" Target="../slideLayouts/slideLayout273.xml"/><Relationship Id="rId36" Type="http://schemas.openxmlformats.org/officeDocument/2006/relationships/slideLayout" Target="../slideLayouts/slideLayout274.xml"/><Relationship Id="rId37" Type="http://schemas.openxmlformats.org/officeDocument/2006/relationships/slideLayout" Target="../slideLayouts/slideLayout275.xml"/><Relationship Id="rId38" Type="http://schemas.openxmlformats.org/officeDocument/2006/relationships/slideLayout" Target="../slideLayouts/slideLayout276.xml"/><Relationship Id="rId39" Type="http://schemas.openxmlformats.org/officeDocument/2006/relationships/slideLayout" Target="../slideLayouts/slideLayout277.xml"/><Relationship Id="rId40" Type="http://schemas.openxmlformats.org/officeDocument/2006/relationships/slideLayout" Target="../slideLayouts/slideLayout278.xml"/><Relationship Id="rId41" Type="http://schemas.openxmlformats.org/officeDocument/2006/relationships/slideLayout" Target="../slideLayouts/slideLayout279.xml"/><Relationship Id="rId42" Type="http://schemas.openxmlformats.org/officeDocument/2006/relationships/slideLayout" Target="../slideLayouts/slideLayout280.xml"/><Relationship Id="rId43" Type="http://schemas.openxmlformats.org/officeDocument/2006/relationships/theme" Target="../theme/theme10.xml"/><Relationship Id="rId44" Type="http://schemas.openxmlformats.org/officeDocument/2006/relationships/image" Target="../media/image14.emf"/></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1.xml"/><Relationship Id="rId2" Type="http://schemas.openxmlformats.org/officeDocument/2006/relationships/slideLayout" Target="../slideLayouts/slideLayout282.xml"/><Relationship Id="rId3" Type="http://schemas.openxmlformats.org/officeDocument/2006/relationships/slideLayout" Target="../slideLayouts/slideLayout283.xml"/><Relationship Id="rId4" Type="http://schemas.openxmlformats.org/officeDocument/2006/relationships/slideLayout" Target="../slideLayouts/slideLayout284.xml"/><Relationship Id="rId5" Type="http://schemas.openxmlformats.org/officeDocument/2006/relationships/slideLayout" Target="../slideLayouts/slideLayout285.xml"/><Relationship Id="rId6" Type="http://schemas.openxmlformats.org/officeDocument/2006/relationships/slideLayout" Target="../slideLayouts/slideLayout286.xml"/><Relationship Id="rId7" Type="http://schemas.openxmlformats.org/officeDocument/2006/relationships/slideLayout" Target="../slideLayouts/slideLayout287.xml"/><Relationship Id="rId8" Type="http://schemas.openxmlformats.org/officeDocument/2006/relationships/slideLayout" Target="../slideLayouts/slideLayout288.xml"/><Relationship Id="rId9" Type="http://schemas.openxmlformats.org/officeDocument/2006/relationships/slideLayout" Target="../slideLayouts/slideLayout289.xml"/><Relationship Id="rId10" Type="http://schemas.openxmlformats.org/officeDocument/2006/relationships/slideLayout" Target="../slideLayouts/slideLayout290.xml"/><Relationship Id="rId11" Type="http://schemas.openxmlformats.org/officeDocument/2006/relationships/slideLayout" Target="../slideLayouts/slideLayout291.xml"/><Relationship Id="rId12" Type="http://schemas.openxmlformats.org/officeDocument/2006/relationships/slideLayout" Target="../slideLayouts/slideLayout292.xml"/><Relationship Id="rId13" Type="http://schemas.openxmlformats.org/officeDocument/2006/relationships/slideLayout" Target="../slideLayouts/slideLayout293.xml"/><Relationship Id="rId14" Type="http://schemas.openxmlformats.org/officeDocument/2006/relationships/slideLayout" Target="../slideLayouts/slideLayout294.xml"/><Relationship Id="rId15" Type="http://schemas.openxmlformats.org/officeDocument/2006/relationships/slideLayout" Target="../slideLayouts/slideLayout295.xml"/><Relationship Id="rId16" Type="http://schemas.openxmlformats.org/officeDocument/2006/relationships/slideLayout" Target="../slideLayouts/slideLayout296.xml"/><Relationship Id="rId17" Type="http://schemas.openxmlformats.org/officeDocument/2006/relationships/slideLayout" Target="../slideLayouts/slideLayout297.xml"/><Relationship Id="rId18" Type="http://schemas.openxmlformats.org/officeDocument/2006/relationships/slideLayout" Target="../slideLayouts/slideLayout298.xml"/><Relationship Id="rId19" Type="http://schemas.openxmlformats.org/officeDocument/2006/relationships/slideLayout" Target="../slideLayouts/slideLayout299.xml"/><Relationship Id="rId20" Type="http://schemas.openxmlformats.org/officeDocument/2006/relationships/slideLayout" Target="../slideLayouts/slideLayout300.xml"/><Relationship Id="rId21" Type="http://schemas.openxmlformats.org/officeDocument/2006/relationships/slideLayout" Target="../slideLayouts/slideLayout301.xml"/><Relationship Id="rId22" Type="http://schemas.openxmlformats.org/officeDocument/2006/relationships/slideLayout" Target="../slideLayouts/slideLayout302.xml"/><Relationship Id="rId23" Type="http://schemas.openxmlformats.org/officeDocument/2006/relationships/slideLayout" Target="../slideLayouts/slideLayout303.xml"/><Relationship Id="rId24" Type="http://schemas.openxmlformats.org/officeDocument/2006/relationships/slideLayout" Target="../slideLayouts/slideLayout304.xml"/><Relationship Id="rId25" Type="http://schemas.openxmlformats.org/officeDocument/2006/relationships/slideLayout" Target="../slideLayouts/slideLayout305.xml"/><Relationship Id="rId26" Type="http://schemas.openxmlformats.org/officeDocument/2006/relationships/slideLayout" Target="../slideLayouts/slideLayout306.xml"/><Relationship Id="rId27" Type="http://schemas.openxmlformats.org/officeDocument/2006/relationships/slideLayout" Target="../slideLayouts/slideLayout307.xml"/><Relationship Id="rId28" Type="http://schemas.openxmlformats.org/officeDocument/2006/relationships/slideLayout" Target="../slideLayouts/slideLayout308.xml"/><Relationship Id="rId29" Type="http://schemas.openxmlformats.org/officeDocument/2006/relationships/slideLayout" Target="../slideLayouts/slideLayout309.xml"/><Relationship Id="rId30" Type="http://schemas.openxmlformats.org/officeDocument/2006/relationships/slideLayout" Target="../slideLayouts/slideLayout310.xml"/><Relationship Id="rId31" Type="http://schemas.openxmlformats.org/officeDocument/2006/relationships/slideLayout" Target="../slideLayouts/slideLayout311.xml"/><Relationship Id="rId32" Type="http://schemas.openxmlformats.org/officeDocument/2006/relationships/slideLayout" Target="../slideLayouts/slideLayout312.xml"/><Relationship Id="rId33" Type="http://schemas.openxmlformats.org/officeDocument/2006/relationships/slideLayout" Target="../slideLayouts/slideLayout313.xml"/><Relationship Id="rId34" Type="http://schemas.openxmlformats.org/officeDocument/2006/relationships/slideLayout" Target="../slideLayouts/slideLayout314.xml"/><Relationship Id="rId35" Type="http://schemas.openxmlformats.org/officeDocument/2006/relationships/slideLayout" Target="../slideLayouts/slideLayout315.xml"/><Relationship Id="rId36" Type="http://schemas.openxmlformats.org/officeDocument/2006/relationships/slideLayout" Target="../slideLayouts/slideLayout316.xml"/><Relationship Id="rId37" Type="http://schemas.openxmlformats.org/officeDocument/2006/relationships/slideLayout" Target="../slideLayouts/slideLayout317.xml"/><Relationship Id="rId38" Type="http://schemas.openxmlformats.org/officeDocument/2006/relationships/slideLayout" Target="../slideLayouts/slideLayout318.xml"/><Relationship Id="rId39" Type="http://schemas.openxmlformats.org/officeDocument/2006/relationships/slideLayout" Target="../slideLayouts/slideLayout319.xml"/><Relationship Id="rId40" Type="http://schemas.openxmlformats.org/officeDocument/2006/relationships/slideLayout" Target="../slideLayouts/slideLayout320.xml"/><Relationship Id="rId41" Type="http://schemas.openxmlformats.org/officeDocument/2006/relationships/theme" Target="../theme/theme11.xml"/><Relationship Id="rId42" Type="http://schemas.openxmlformats.org/officeDocument/2006/relationships/image" Target="../media/image14.emf"/></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321.xml"/><Relationship Id="rId2" Type="http://schemas.openxmlformats.org/officeDocument/2006/relationships/slideLayout" Target="../slideLayouts/slideLayout322.xml"/><Relationship Id="rId3" Type="http://schemas.openxmlformats.org/officeDocument/2006/relationships/slideLayout" Target="../slideLayouts/slideLayout323.xml"/><Relationship Id="rId4" Type="http://schemas.openxmlformats.org/officeDocument/2006/relationships/slideLayout" Target="../slideLayouts/slideLayout324.xml"/><Relationship Id="rId5" Type="http://schemas.openxmlformats.org/officeDocument/2006/relationships/slideLayout" Target="../slideLayouts/slideLayout325.xml"/><Relationship Id="rId6" Type="http://schemas.openxmlformats.org/officeDocument/2006/relationships/slideLayout" Target="../slideLayouts/slideLayout326.xml"/><Relationship Id="rId7" Type="http://schemas.openxmlformats.org/officeDocument/2006/relationships/slideLayout" Target="../slideLayouts/slideLayout327.xml"/><Relationship Id="rId8" Type="http://schemas.openxmlformats.org/officeDocument/2006/relationships/slideLayout" Target="../slideLayouts/slideLayout328.xml"/><Relationship Id="rId9" Type="http://schemas.openxmlformats.org/officeDocument/2006/relationships/slideLayout" Target="../slideLayouts/slideLayout329.xml"/><Relationship Id="rId10" Type="http://schemas.openxmlformats.org/officeDocument/2006/relationships/slideLayout" Target="../slideLayouts/slideLayout330.xml"/><Relationship Id="rId11" Type="http://schemas.openxmlformats.org/officeDocument/2006/relationships/slideLayout" Target="../slideLayouts/slideLayout331.xml"/><Relationship Id="rId12" Type="http://schemas.openxmlformats.org/officeDocument/2006/relationships/slideLayout" Target="../slideLayouts/slideLayout332.xml"/><Relationship Id="rId13" Type="http://schemas.openxmlformats.org/officeDocument/2006/relationships/slideLayout" Target="../slideLayouts/slideLayout333.xml"/><Relationship Id="rId14" Type="http://schemas.openxmlformats.org/officeDocument/2006/relationships/slideLayout" Target="../slideLayouts/slideLayout334.xml"/><Relationship Id="rId15" Type="http://schemas.openxmlformats.org/officeDocument/2006/relationships/slideLayout" Target="../slideLayouts/slideLayout335.xml"/><Relationship Id="rId16" Type="http://schemas.openxmlformats.org/officeDocument/2006/relationships/slideLayout" Target="../slideLayouts/slideLayout336.xml"/><Relationship Id="rId17" Type="http://schemas.openxmlformats.org/officeDocument/2006/relationships/slideLayout" Target="../slideLayouts/slideLayout337.xml"/><Relationship Id="rId18" Type="http://schemas.openxmlformats.org/officeDocument/2006/relationships/slideLayout" Target="../slideLayouts/slideLayout338.xml"/><Relationship Id="rId19" Type="http://schemas.openxmlformats.org/officeDocument/2006/relationships/slideLayout" Target="../slideLayouts/slideLayout339.xml"/><Relationship Id="rId20" Type="http://schemas.openxmlformats.org/officeDocument/2006/relationships/slideLayout" Target="../slideLayouts/slideLayout340.xml"/><Relationship Id="rId21" Type="http://schemas.openxmlformats.org/officeDocument/2006/relationships/slideLayout" Target="../slideLayouts/slideLayout341.xml"/><Relationship Id="rId22" Type="http://schemas.openxmlformats.org/officeDocument/2006/relationships/slideLayout" Target="../slideLayouts/slideLayout342.xml"/><Relationship Id="rId23" Type="http://schemas.openxmlformats.org/officeDocument/2006/relationships/slideLayout" Target="../slideLayouts/slideLayout343.xml"/><Relationship Id="rId24" Type="http://schemas.openxmlformats.org/officeDocument/2006/relationships/slideLayout" Target="../slideLayouts/slideLayout344.xml"/><Relationship Id="rId25" Type="http://schemas.openxmlformats.org/officeDocument/2006/relationships/slideLayout" Target="../slideLayouts/slideLayout345.xml"/><Relationship Id="rId26" Type="http://schemas.openxmlformats.org/officeDocument/2006/relationships/slideLayout" Target="../slideLayouts/slideLayout346.xml"/><Relationship Id="rId27" Type="http://schemas.openxmlformats.org/officeDocument/2006/relationships/slideLayout" Target="../slideLayouts/slideLayout347.xml"/><Relationship Id="rId28" Type="http://schemas.openxmlformats.org/officeDocument/2006/relationships/slideLayout" Target="../slideLayouts/slideLayout348.xml"/><Relationship Id="rId29" Type="http://schemas.openxmlformats.org/officeDocument/2006/relationships/slideLayout" Target="../slideLayouts/slideLayout349.xml"/><Relationship Id="rId30" Type="http://schemas.openxmlformats.org/officeDocument/2006/relationships/slideLayout" Target="../slideLayouts/slideLayout350.xml"/><Relationship Id="rId31" Type="http://schemas.openxmlformats.org/officeDocument/2006/relationships/slideLayout" Target="../slideLayouts/slideLayout351.xml"/><Relationship Id="rId32" Type="http://schemas.openxmlformats.org/officeDocument/2006/relationships/slideLayout" Target="../slideLayouts/slideLayout352.xml"/><Relationship Id="rId33" Type="http://schemas.openxmlformats.org/officeDocument/2006/relationships/theme" Target="../theme/theme12.xml"/><Relationship Id="rId34" Type="http://schemas.openxmlformats.org/officeDocument/2006/relationships/image" Target="../media/image1.svg"/><Relationship Id="rId35" Type="http://schemas.openxmlformats.org/officeDocument/2006/relationships/image" Target="../media/image2.png"/></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53.xml"/><Relationship Id="rId2" Type="http://schemas.openxmlformats.org/officeDocument/2006/relationships/slideLayout" Target="../slideLayouts/slideLayout354.xml"/><Relationship Id="rId3" Type="http://schemas.openxmlformats.org/officeDocument/2006/relationships/slideLayout" Target="../slideLayouts/slideLayout355.xml"/><Relationship Id="rId4" Type="http://schemas.openxmlformats.org/officeDocument/2006/relationships/slideLayout" Target="../slideLayouts/slideLayout356.xml"/><Relationship Id="rId5" Type="http://schemas.openxmlformats.org/officeDocument/2006/relationships/slideLayout" Target="../slideLayouts/slideLayout357.xml"/><Relationship Id="rId6" Type="http://schemas.openxmlformats.org/officeDocument/2006/relationships/slideLayout" Target="../slideLayouts/slideLayout358.xml"/><Relationship Id="rId7" Type="http://schemas.openxmlformats.org/officeDocument/2006/relationships/slideLayout" Target="../slideLayouts/slideLayout359.xml"/><Relationship Id="rId8" Type="http://schemas.openxmlformats.org/officeDocument/2006/relationships/slideLayout" Target="../slideLayouts/slideLayout360.xml"/><Relationship Id="rId9" Type="http://schemas.openxmlformats.org/officeDocument/2006/relationships/slideLayout" Target="../slideLayouts/slideLayout361.xml"/><Relationship Id="rId10" Type="http://schemas.openxmlformats.org/officeDocument/2006/relationships/slideLayout" Target="../slideLayouts/slideLayout362.xml"/><Relationship Id="rId11" Type="http://schemas.openxmlformats.org/officeDocument/2006/relationships/slideLayout" Target="../slideLayouts/slideLayout363.xml"/><Relationship Id="rId12" Type="http://schemas.openxmlformats.org/officeDocument/2006/relationships/slideLayout" Target="../slideLayouts/slideLayout364.xml"/><Relationship Id="rId13" Type="http://schemas.openxmlformats.org/officeDocument/2006/relationships/slideLayout" Target="../slideLayouts/slideLayout365.xml"/><Relationship Id="rId14" Type="http://schemas.openxmlformats.org/officeDocument/2006/relationships/slideLayout" Target="../slideLayouts/slideLayout366.xml"/><Relationship Id="rId15" Type="http://schemas.openxmlformats.org/officeDocument/2006/relationships/slideLayout" Target="../slideLayouts/slideLayout367.xml"/><Relationship Id="rId16" Type="http://schemas.openxmlformats.org/officeDocument/2006/relationships/slideLayout" Target="../slideLayouts/slideLayout368.xml"/><Relationship Id="rId17" Type="http://schemas.openxmlformats.org/officeDocument/2006/relationships/slideLayout" Target="../slideLayouts/slideLayout369.xml"/><Relationship Id="rId18" Type="http://schemas.openxmlformats.org/officeDocument/2006/relationships/slideLayout" Target="../slideLayouts/slideLayout370.xml"/><Relationship Id="rId19" Type="http://schemas.openxmlformats.org/officeDocument/2006/relationships/slideLayout" Target="../slideLayouts/slideLayout371.xml"/><Relationship Id="rId20" Type="http://schemas.openxmlformats.org/officeDocument/2006/relationships/slideLayout" Target="../slideLayouts/slideLayout372.xml"/><Relationship Id="rId21" Type="http://schemas.openxmlformats.org/officeDocument/2006/relationships/slideLayout" Target="../slideLayouts/slideLayout373.xml"/><Relationship Id="rId22" Type="http://schemas.openxmlformats.org/officeDocument/2006/relationships/slideLayout" Target="../slideLayouts/slideLayout374.xml"/><Relationship Id="rId23" Type="http://schemas.openxmlformats.org/officeDocument/2006/relationships/slideLayout" Target="../slideLayouts/slideLayout375.xml"/><Relationship Id="rId24" Type="http://schemas.openxmlformats.org/officeDocument/2006/relationships/slideLayout" Target="../slideLayouts/slideLayout376.xml"/><Relationship Id="rId25" Type="http://schemas.openxmlformats.org/officeDocument/2006/relationships/slideLayout" Target="../slideLayouts/slideLayout377.xml"/><Relationship Id="rId26" Type="http://schemas.openxmlformats.org/officeDocument/2006/relationships/slideLayout" Target="../slideLayouts/slideLayout378.xml"/><Relationship Id="rId27" Type="http://schemas.openxmlformats.org/officeDocument/2006/relationships/slideLayout" Target="../slideLayouts/slideLayout379.xml"/><Relationship Id="rId28" Type="http://schemas.openxmlformats.org/officeDocument/2006/relationships/slideLayout" Target="../slideLayouts/slideLayout380.xml"/><Relationship Id="rId29" Type="http://schemas.openxmlformats.org/officeDocument/2006/relationships/slideLayout" Target="../slideLayouts/slideLayout381.xml"/><Relationship Id="rId30" Type="http://schemas.openxmlformats.org/officeDocument/2006/relationships/slideLayout" Target="../slideLayouts/slideLayout382.xml"/><Relationship Id="rId31" Type="http://schemas.openxmlformats.org/officeDocument/2006/relationships/theme" Target="../theme/theme13.xml"/><Relationship Id="rId32" Type="http://schemas.openxmlformats.org/officeDocument/2006/relationships/image" Target="../media/image1.svg"/><Relationship Id="rId33"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ktiv Grotesk"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ktiv Grotesk"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ktiv Grotesk"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ktiv Grotesk"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ktiv Grotesk"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ktiv Grotesk"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r>
              <a:rPr sz="2000">
                <a:solidFill>
                  <a:srgbClr val="FFFFFF"/>
                </a:solidFill>
              </a:rPr>
              <a:t>How Rackspace CRA drives Azure-first outcomes, AMM funding eligibility, and structured co-sell</a:t>
            </a:r>
          </a:p>
        </p:txBody>
      </p:sp>
      <p:sp>
        <p:nvSpPr>
          <p:cNvPr id="3" name="Text Placeholder 2"/>
          <p:cNvSpPr>
            <a:spLocks noGrp="1"/>
          </p:cNvSpPr>
          <p:nvPr>
            <p:ph type="body" idx="13" sz="quarter"/>
          </p:nvPr>
        </p:nvSpPr>
        <p:spPr/>
        <p:txBody>
          <a:bodyPr wrap="square"/>
          <a:lstStyle/>
          <a:p>
            <a:r>
              <a:rPr sz="1400">
                <a:solidFill>
                  <a:srgbClr val="FFCCCC"/>
                </a:solidFill>
              </a:rPr>
              <a:t>Rackspace x Microsoft — Cloud Partner Alliance  |  [Date]</a:t>
            </a:r>
          </a:p>
        </p:txBody>
      </p:sp>
      <p:sp>
        <p:nvSpPr>
          <p:cNvPr id="4" name="Title 3"/>
          <p:cNvSpPr>
            <a:spLocks noGrp="1"/>
          </p:cNvSpPr>
          <p:nvPr>
            <p:ph type="title"/>
          </p:nvPr>
        </p:nvSpPr>
        <p:spPr/>
        <p:txBody>
          <a:bodyPr wrap="square"/>
          <a:lstStyle/>
          <a:p>
            <a:r>
              <a:rPr sz="3600" b="1">
                <a:solidFill>
                  <a:srgbClr val="FFFFFF"/>
                </a:solidFill>
              </a:rPr>
              <a:t>Cloud Readiness Accelerator</a:t>
            </a:r>
          </a:p>
        </p:txBody>
      </p:sp>
      <p:pic>
        <p:nvPicPr>
          <p:cNvPr id="5" name="Picture 4" descr="rackspace-logo-white.png"/>
          <p:cNvPicPr>
            <a:picLocks noChangeAspect="1"/>
          </p:cNvPicPr>
          <p:nvPr/>
        </p:nvPicPr>
        <p:blipFill>
          <a:blip r:embed="rId2"/>
          <a:stretch>
            <a:fillRect/>
          </a:stretch>
        </p:blipFill>
        <p:spPr>
          <a:xfrm>
            <a:off x="19446240" y="228600"/>
            <a:ext cx="4572000" cy="58365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THE GAP WE FILL: Microsoft SMART takes 15 minutes. For 50+ application estates with Oracle/SAP, it is top-of-funnel — not a decision-making tool. Rackspace CRA is what happens next.</a:t>
            </a:r>
          </a:p>
          <a:p>
            <a:pPr>
              <a:spcAft>
                <a:spcPts val="300"/>
              </a:spcAft>
            </a:pPr>
            <a:r>
              <a:rPr sz="1400"/>
              <a:t/>
            </a:r>
          </a:p>
          <a:p>
            <a:pPr>
              <a:spcAft>
                <a:spcPts val="300"/>
              </a:spcAft>
            </a:pPr>
            <a:r>
              <a:rPr sz="1400"/>
              <a:t>THE RACKSPACE ROLE: Independent trusted advisor. No hyperscaler quota. When data points to Azure — as it does for most Microsoft-heavy estates with AHB opportunity — customers receive a credible, evidence-based Azure recommendation.</a:t>
            </a:r>
          </a:p>
          <a:p>
            <a:pPr>
              <a:spcAft>
                <a:spcPts val="300"/>
              </a:spcAft>
            </a:pPr>
            <a:r>
              <a:rPr sz="1400"/>
              <a:t/>
            </a:r>
          </a:p>
          <a:p>
            <a:pPr>
              <a:spcAft>
                <a:spcPts val="300"/>
              </a:spcAft>
            </a:pPr>
            <a:r>
              <a:rPr sz="1400"/>
              <a:t>THE MICROSOFT VALUE: CRA-delivered assessments produce all documentation required for AMM programme funding eligibility. Every CRA engagement with an Azure recommendation is a pre-qualified AMM conversation.</a:t>
            </a:r>
          </a:p>
          <a:p>
            <a:pPr>
              <a:spcAft>
                <a:spcPts val="300"/>
              </a:spcAft>
            </a:pPr>
            <a:r>
              <a:rPr sz="1400"/>
              <a:t/>
            </a:r>
          </a:p>
          <a:p>
            <a:pPr>
              <a:spcAft>
                <a:spcPts val="300"/>
              </a:spcAft>
            </a:pPr>
            <a:r>
              <a:rPr sz="1400"/>
              <a:t>"SMART generates the lead. CRA qualifies it. AMM funds the migration. Rackspace delivers it."</a:t>
            </a:r>
          </a:p>
        </p:txBody>
      </p:sp>
      <p:sp>
        <p:nvSpPr>
          <p:cNvPr id="3" name="Title 2"/>
          <p:cNvSpPr>
            <a:spLocks noGrp="1"/>
          </p:cNvSpPr>
          <p:nvPr>
            <p:ph type="title"/>
          </p:nvPr>
        </p:nvSpPr>
        <p:spPr/>
        <p:txBody>
          <a:bodyPr wrap="square"/>
          <a:lstStyle/>
          <a:p>
            <a:r>
              <a:rPr sz="2400" b="1"/>
              <a:t>Every structured assessment is a co-sell opportunity waiting to be activated</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CRA phases map directly to Microsoft Cloud Adoption Framework (CAF) stages</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498304">
                <a:tc>
                  <a:txBody>
                    <a:bodyPr/>
                    <a:lstStyle/>
                    <a:p>
                      <a:r>
                        <a:rPr b="1" sz="1200">
                          <a:solidFill>
                            <a:srgbClr val="FFFFFF"/>
                          </a:solidFill>
                        </a:rPr>
                        <a:t>CAF Stage</a:t>
                      </a:r>
                    </a:p>
                  </a:txBody>
                  <a:tcPr>
                    <a:solidFill>
                      <a:srgbClr val="E31C3D"/>
                    </a:solidFill>
                  </a:tcPr>
                </a:tc>
                <a:tc>
                  <a:txBody>
                    <a:bodyPr/>
                    <a:lstStyle/>
                    <a:p>
                      <a:r>
                        <a:rPr b="1" sz="1200">
                          <a:solidFill>
                            <a:srgbClr val="FFFFFF"/>
                          </a:solidFill>
                        </a:rPr>
                        <a:t>CRA Phase</a:t>
                      </a:r>
                    </a:p>
                  </a:txBody>
                  <a:tcPr>
                    <a:solidFill>
                      <a:srgbClr val="E31C3D"/>
                    </a:solidFill>
                  </a:tcPr>
                </a:tc>
                <a:tc>
                  <a:txBody>
                    <a:bodyPr/>
                    <a:lstStyle/>
                    <a:p>
                      <a:r>
                        <a:rPr b="1" sz="1200">
                          <a:solidFill>
                            <a:srgbClr val="FFFFFF"/>
                          </a:solidFill>
                        </a:rPr>
                        <a:t>CRA Deliverables That Satisfy It</a:t>
                      </a:r>
                    </a:p>
                  </a:txBody>
                  <a:tcPr>
                    <a:solidFill>
                      <a:srgbClr val="E31C3D"/>
                    </a:solidFill>
                  </a:tcPr>
                </a:tc>
              </a:tr>
              <a:tr h="498304">
                <a:tc>
                  <a:txBody>
                    <a:bodyPr/>
                    <a:lstStyle/>
                    <a:p>
                      <a:r>
                        <a:rPr sz="1100"/>
                        <a:t>Strategy</a:t>
                      </a:r>
                    </a:p>
                  </a:txBody>
                  <a:tcPr>
                    <a:solidFill>
                      <a:srgbClr val="F2F2F2"/>
                    </a:solidFill>
                  </a:tcPr>
                </a:tc>
                <a:tc>
                  <a:txBody>
                    <a:bodyPr/>
                    <a:lstStyle/>
                    <a:p>
                      <a:r>
                        <a:rPr sz="1100"/>
                        <a:t>Pre-engagement scoping</a:t>
                      </a:r>
                    </a:p>
                  </a:txBody>
                  <a:tcPr>
                    <a:solidFill>
                      <a:srgbClr val="F2F2F2"/>
                    </a:solidFill>
                  </a:tcPr>
                </a:tc>
                <a:tc>
                  <a:txBody>
                    <a:bodyPr/>
                    <a:lstStyle/>
                    <a:p>
                      <a:r>
                        <a:rPr sz="1100"/>
                        <a:t>Business drivers workshop · scope statement · stakeholder alignment</a:t>
                      </a:r>
                    </a:p>
                  </a:txBody>
                  <a:tcPr>
                    <a:solidFill>
                      <a:srgbClr val="F2F2F2"/>
                    </a:solidFill>
                  </a:tcPr>
                </a:tc>
              </a:tr>
              <a:tr h="498304">
                <a:tc>
                  <a:txBody>
                    <a:bodyPr/>
                    <a:lstStyle/>
                    <a:p>
                      <a:r>
                        <a:rPr sz="1100"/>
                        <a:t>Plan</a:t>
                      </a:r>
                    </a:p>
                  </a:txBody>
                  <a:tcPr>
                    <a:solidFill>
                      <a:srgbClr val="FFFFFF"/>
                    </a:solidFill>
                  </a:tcPr>
                </a:tc>
                <a:tc>
                  <a:txBody>
                    <a:bodyPr/>
                    <a:lstStyle/>
                    <a:p>
                      <a:r>
                        <a:rPr sz="1100"/>
                        <a:t>Phase 1 Discovery + Phase 2 Analysis</a:t>
                      </a:r>
                    </a:p>
                  </a:txBody>
                  <a:tcPr>
                    <a:solidFill>
                      <a:srgbClr val="FFFFFF"/>
                    </a:solidFill>
                  </a:tcPr>
                </a:tc>
                <a:tc>
                  <a:txBody>
                    <a:bodyPr/>
                    <a:lstStyle/>
                    <a:p>
                      <a:r>
                        <a:rPr sz="1100"/>
                        <a:t>Application inventory · infrastructure profiling · 5-dimension readiness scores · dependency map</a:t>
                      </a:r>
                    </a:p>
                  </a:txBody>
                  <a:tcPr>
                    <a:solidFill>
                      <a:srgbClr val="FFFFFF"/>
                    </a:solidFill>
                  </a:tcPr>
                </a:tc>
              </a:tr>
              <a:tr h="498304">
                <a:tc>
                  <a:txBody>
                    <a:bodyPr/>
                    <a:lstStyle/>
                    <a:p>
                      <a:r>
                        <a:rPr sz="1100"/>
                        <a:t>Ready</a:t>
                      </a:r>
                    </a:p>
                  </a:txBody>
                  <a:tcPr>
                    <a:solidFill>
                      <a:srgbClr val="F2F2F2"/>
                    </a:solidFill>
                  </a:tcPr>
                </a:tc>
                <a:tc>
                  <a:txBody>
                    <a:bodyPr/>
                    <a:lstStyle/>
                    <a:p>
                      <a:r>
                        <a:rPr sz="1100"/>
                        <a:t>Phase 3 Evaluation</a:t>
                      </a:r>
                    </a:p>
                  </a:txBody>
                  <a:tcPr>
                    <a:solidFill>
                      <a:srgbClr val="F2F2F2"/>
                    </a:solidFill>
                  </a:tcPr>
                </a:tc>
                <a:tc>
                  <a:txBody>
                    <a:bodyPr/>
                    <a:lstStyle/>
                    <a:p>
                      <a:r>
                        <a:rPr sz="1100"/>
                        <a:t>Right-sizing recommendations · Azure architecture alignment · AHB model · AMM eligibility screen</a:t>
                      </a:r>
                    </a:p>
                  </a:txBody>
                  <a:tcPr>
                    <a:solidFill>
                      <a:srgbClr val="F2F2F2"/>
                    </a:solidFill>
                  </a:tcPr>
                </a:tc>
              </a:tr>
              <a:tr h="498304">
                <a:tc>
                  <a:txBody>
                    <a:bodyPr/>
                    <a:lstStyle/>
                    <a:p>
                      <a:r>
                        <a:rPr sz="1100"/>
                        <a:t>Migrate</a:t>
                      </a:r>
                    </a:p>
                  </a:txBody>
                  <a:tcPr>
                    <a:solidFill>
                      <a:srgbClr val="FFFFFF"/>
                    </a:solidFill>
                  </a:tcPr>
                </a:tc>
                <a:tc>
                  <a:txBody>
                    <a:bodyPr/>
                    <a:lstStyle/>
                    <a:p>
                      <a:r>
                        <a:rPr sz="1100"/>
                        <a:t>Phase 4 Planning</a:t>
                      </a:r>
                    </a:p>
                  </a:txBody>
                  <a:tcPr>
                    <a:solidFill>
                      <a:srgbClr val="FFFFFF"/>
                    </a:solidFill>
                  </a:tcPr>
                </a:tc>
                <a:tc>
                  <a:txBody>
                    <a:bodyPr/>
                    <a:lstStyle/>
                    <a:p>
                      <a:r>
                        <a:rPr sz="1100"/>
                        <a:t>Migration wave plan · Part 2 Entry Point · risk register · governance charter</a:t>
                      </a:r>
                    </a:p>
                  </a:txBody>
                  <a:tcPr>
                    <a:solidFill>
                      <a:srgbClr val="FFFFFF"/>
                    </a:solidFill>
                  </a:tcPr>
                </a:tc>
              </a:tr>
              <a:tr h="498304">
                <a:tc>
                  <a:txBody>
                    <a:bodyPr/>
                    <a:lstStyle/>
                    <a:p>
                      <a:r>
                        <a:rPr sz="1100"/>
                        <a:t>Govern</a:t>
                      </a:r>
                    </a:p>
                  </a:txBody>
                  <a:tcPr>
                    <a:solidFill>
                      <a:srgbClr val="F2F2F2"/>
                    </a:solidFill>
                  </a:tcPr>
                </a:tc>
                <a:tc>
                  <a:txBody>
                    <a:bodyPr/>
                    <a:lstStyle/>
                    <a:p>
                      <a:r>
                        <a:rPr sz="1100"/>
                        <a:t>Phase 4 Planning (governance output)</a:t>
                      </a:r>
                    </a:p>
                  </a:txBody>
                  <a:tcPr>
                    <a:solidFill>
                      <a:srgbClr val="F2F2F2"/>
                    </a:solidFill>
                  </a:tcPr>
                </a:tc>
                <a:tc>
                  <a:txBody>
                    <a:bodyPr/>
                    <a:lstStyle/>
                    <a:p>
                      <a:r>
                        <a:rPr sz="1100"/>
                        <a:t>Governance model · RACI · operating model design</a:t>
                      </a:r>
                    </a:p>
                  </a:txBody>
                  <a:tcPr>
                    <a:solidFill>
                      <a:srgbClr val="F2F2F2"/>
                    </a:solidFill>
                  </a:tcPr>
                </a:tc>
              </a:tr>
              <a:tr h="498310">
                <a:tc>
                  <a:txBody>
                    <a:bodyPr/>
                    <a:lstStyle/>
                    <a:p>
                      <a:r>
                        <a:rPr sz="1100"/>
                        <a:t>Manage</a:t>
                      </a:r>
                    </a:p>
                  </a:txBody>
                  <a:tcPr>
                    <a:solidFill>
                      <a:srgbClr val="FFFFFF"/>
                    </a:solidFill>
                  </a:tcPr>
                </a:tc>
                <a:tc>
                  <a:txBody>
                    <a:bodyPr/>
                    <a:lstStyle/>
                    <a:p>
                      <a:r>
                        <a:rPr sz="1100"/>
                        <a:t>Post-CRA (Part 2 operations)</a:t>
                      </a:r>
                    </a:p>
                  </a:txBody>
                  <a:tcPr>
                    <a:solidFill>
                      <a:srgbClr val="FFFFFF"/>
                    </a:solidFill>
                  </a:tcPr>
                </a:tc>
                <a:tc>
                  <a:txBody>
                    <a:bodyPr/>
                    <a:lstStyle/>
                    <a:p>
                      <a:r>
                        <a:rPr sz="1100"/>
                        <a:t>Baseline for ongoing managed services handoff</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CRA produces every artefact required for AMM programme eligibility</a:t>
            </a:r>
          </a:p>
        </p:txBody>
      </p:sp>
      <p:sp>
        <p:nvSpPr>
          <p:cNvPr id="4" name="Text Placeholder 3"/>
          <p:cNvSpPr>
            <a:spLocks noGrp="1"/>
          </p:cNvSpPr>
          <p:nvPr>
            <p:ph type="body" idx="13" sz="quarter"/>
          </p:nvPr>
        </p:nvSpPr>
        <p:spPr/>
        <p:txBody>
          <a:bodyPr wrap="square"/>
          <a:lstStyle/>
          <a:p>
            <a:r>
              <a:rPr sz="1300">
                <a:solidFill>
                  <a:srgbClr val="333333"/>
                </a:solidFill>
              </a:rPr>
              <a:t>A CRA-delivered assessment does not require additional documentation to support an AMM funding request. No post-assessment rework.</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498304">
                <a:tc>
                  <a:txBody>
                    <a:bodyPr/>
                    <a:lstStyle/>
                    <a:p>
                      <a:r>
                        <a:rPr b="1" sz="1200">
                          <a:solidFill>
                            <a:srgbClr val="FFFFFF"/>
                          </a:solidFill>
                        </a:rPr>
                        <a:t>AMM Requirement</a:t>
                      </a:r>
                    </a:p>
                  </a:txBody>
                  <a:tcPr>
                    <a:solidFill>
                      <a:srgbClr val="E31C3D"/>
                    </a:solidFill>
                  </a:tcPr>
                </a:tc>
                <a:tc>
                  <a:txBody>
                    <a:bodyPr/>
                    <a:lstStyle/>
                    <a:p>
                      <a:r>
                        <a:rPr b="1" sz="1200">
                          <a:solidFill>
                            <a:srgbClr val="FFFFFF"/>
                          </a:solidFill>
                        </a:rPr>
                        <a:t>CRA Output</a:t>
                      </a:r>
                    </a:p>
                  </a:txBody>
                  <a:tcPr>
                    <a:solidFill>
                      <a:srgbClr val="E31C3D"/>
                    </a:solidFill>
                  </a:tcPr>
                </a:tc>
                <a:tc>
                  <a:txBody>
                    <a:bodyPr/>
                    <a:lstStyle/>
                    <a:p>
                      <a:r>
                        <a:rPr b="1" sz="1200">
                          <a:solidFill>
                            <a:srgbClr val="FFFFFF"/>
                          </a:solidFill>
                        </a:rPr>
                        <a:t>CRA Template</a:t>
                      </a:r>
                    </a:p>
                  </a:txBody>
                  <a:tcPr>
                    <a:solidFill>
                      <a:srgbClr val="E31C3D"/>
                    </a:solidFill>
                  </a:tcPr>
                </a:tc>
              </a:tr>
              <a:tr h="498304">
                <a:tc>
                  <a:txBody>
                    <a:bodyPr/>
                    <a:lstStyle/>
                    <a:p>
                      <a:r>
                        <a:rPr sz="1100"/>
                        <a:t>Documented assessment methodology</a:t>
                      </a:r>
                    </a:p>
                  </a:txBody>
                  <a:tcPr>
                    <a:solidFill>
                      <a:srgbClr val="F2F2F2"/>
                    </a:solidFill>
                  </a:tcPr>
                </a:tc>
                <a:tc>
                  <a:txBody>
                    <a:bodyPr/>
                    <a:lstStyle/>
                    <a:p>
                      <a:r>
                        <a:rPr sz="1100"/>
                        <a:t>CRA METHODOLOGY.md + phase guides</a:t>
                      </a:r>
                    </a:p>
                  </a:txBody>
                  <a:tcPr>
                    <a:solidFill>
                      <a:srgbClr val="F2F2F2"/>
                    </a:solidFill>
                  </a:tcPr>
                </a:tc>
                <a:tc>
                  <a:txBody>
                    <a:bodyPr/>
                    <a:lstStyle/>
                    <a:p>
                      <a:r>
                        <a:rPr sz="1100"/>
                        <a:t>docs/METHODOLOGY.md</a:t>
                      </a:r>
                    </a:p>
                  </a:txBody>
                  <a:tcPr>
                    <a:solidFill>
                      <a:srgbClr val="F2F2F2"/>
                    </a:solidFill>
                  </a:tcPr>
                </a:tc>
              </a:tr>
              <a:tr h="498304">
                <a:tc>
                  <a:txBody>
                    <a:bodyPr/>
                    <a:lstStyle/>
                    <a:p>
                      <a:r>
                        <a:rPr sz="1100"/>
                        <a:t>Application and infrastructure inventory</a:t>
                      </a:r>
                    </a:p>
                  </a:txBody>
                  <a:tcPr>
                    <a:solidFill>
                      <a:srgbClr val="FFFFFF"/>
                    </a:solidFill>
                  </a:tcPr>
                </a:tc>
                <a:tc>
                  <a:txBody>
                    <a:bodyPr/>
                    <a:lstStyle/>
                    <a:p>
                      <a:r>
                        <a:rPr sz="1100"/>
                        <a:t>Application inventory + Infrastructure profiling</a:t>
                      </a:r>
                    </a:p>
                  </a:txBody>
                  <a:tcPr>
                    <a:solidFill>
                      <a:srgbClr val="FFFFFF"/>
                    </a:solidFill>
                  </a:tcPr>
                </a:tc>
                <a:tc>
                  <a:txBody>
                    <a:bodyPr/>
                    <a:lstStyle/>
                    <a:p>
                      <a:r>
                        <a:rPr sz="1100"/>
                        <a:t>application-scoping-profiling.xlsx + infrastructure-profiling.xlsx</a:t>
                      </a:r>
                    </a:p>
                  </a:txBody>
                  <a:tcPr>
                    <a:solidFill>
                      <a:srgbClr val="FFFFFF"/>
                    </a:solidFill>
                  </a:tcPr>
                </a:tc>
              </a:tr>
              <a:tr h="498304">
                <a:tc>
                  <a:txBody>
                    <a:bodyPr/>
                    <a:lstStyle/>
                    <a:p>
                      <a:r>
                        <a:rPr sz="1100"/>
                        <a:t>Multi-dimensional readiness assessment</a:t>
                      </a:r>
                    </a:p>
                  </a:txBody>
                  <a:tcPr>
                    <a:solidFill>
                      <a:srgbClr val="F2F2F2"/>
                    </a:solidFill>
                  </a:tcPr>
                </a:tc>
                <a:tc>
                  <a:txBody>
                    <a:bodyPr/>
                    <a:lstStyle/>
                    <a:p>
                      <a:r>
                        <a:rPr sz="1100"/>
                        <a:t>5-dimension cloud readiness scores per application</a:t>
                      </a:r>
                    </a:p>
                  </a:txBody>
                  <a:tcPr>
                    <a:solidFill>
                      <a:srgbClr val="F2F2F2"/>
                    </a:solidFill>
                  </a:tcPr>
                </a:tc>
                <a:tc>
                  <a:txBody>
                    <a:bodyPr/>
                    <a:lstStyle/>
                    <a:p>
                      <a:r>
                        <a:rPr sz="1100"/>
                        <a:t>cloud-readiness-scoring-v2.xlsx</a:t>
                      </a:r>
                    </a:p>
                  </a:txBody>
                  <a:tcPr>
                    <a:solidFill>
                      <a:srgbClr val="F2F2F2"/>
                    </a:solidFill>
                  </a:tcPr>
                </a:tc>
              </a:tr>
              <a:tr h="498304">
                <a:tc>
                  <a:txBody>
                    <a:bodyPr/>
                    <a:lstStyle/>
                    <a:p>
                      <a:r>
                        <a:rPr sz="1100"/>
                        <a:t>TCO / ROI analysis</a:t>
                      </a:r>
                    </a:p>
                  </a:txBody>
                  <a:tcPr>
                    <a:solidFill>
                      <a:srgbClr val="FFFFFF"/>
                    </a:solidFill>
                  </a:tcPr>
                </a:tc>
                <a:tc>
                  <a:txBody>
                    <a:bodyPr/>
                    <a:lstStyle/>
                    <a:p>
                      <a:r>
                        <a:rPr sz="1100"/>
                        <a:t>7-layer TCO: Azure, AWS, GCP comparison</a:t>
                      </a:r>
                    </a:p>
                  </a:txBody>
                  <a:tcPr>
                    <a:solidFill>
                      <a:srgbClr val="FFFFFF"/>
                    </a:solidFill>
                  </a:tcPr>
                </a:tc>
                <a:tc>
                  <a:txBody>
                    <a:bodyPr/>
                    <a:lstStyle/>
                    <a:p>
                      <a:r>
                        <a:rPr sz="1100"/>
                        <a:t>business-case-tco-roi.xlsx</a:t>
                      </a:r>
                    </a:p>
                  </a:txBody>
                  <a:tcPr>
                    <a:solidFill>
                      <a:srgbClr val="FFFFFF"/>
                    </a:solidFill>
                  </a:tcPr>
                </a:tc>
              </a:tr>
              <a:tr h="498304">
                <a:tc>
                  <a:txBody>
                    <a:bodyPr/>
                    <a:lstStyle/>
                    <a:p>
                      <a:r>
                        <a:rPr sz="1100"/>
                        <a:t>Azure as primary recommendation</a:t>
                      </a:r>
                    </a:p>
                  </a:txBody>
                  <a:tcPr>
                    <a:solidFill>
                      <a:srgbClr val="F2F2F2"/>
                    </a:solidFill>
                  </a:tcPr>
                </a:tc>
                <a:tc>
                  <a:txBody>
                    <a:bodyPr/>
                    <a:lstStyle/>
                    <a:p>
                      <a:r>
                        <a:rPr sz="1100"/>
                        <a:t>Hyperscaler decision matrix + assessment report</a:t>
                      </a:r>
                    </a:p>
                  </a:txBody>
                  <a:tcPr>
                    <a:solidFill>
                      <a:srgbClr val="F2F2F2"/>
                    </a:solidFill>
                  </a:tcPr>
                </a:tc>
                <a:tc>
                  <a:txBody>
                    <a:bodyPr/>
                    <a:lstStyle/>
                    <a:p>
                      <a:r>
                        <a:rPr sz="1100"/>
                        <a:t>hyperscaler-decision-matrix.xlsx + report</a:t>
                      </a:r>
                    </a:p>
                  </a:txBody>
                  <a:tcPr>
                    <a:solidFill>
                      <a:srgbClr val="F2F2F2"/>
                    </a:solidFill>
                  </a:tcPr>
                </a:tc>
              </a:tr>
              <a:tr h="498310">
                <a:tc>
                  <a:txBody>
                    <a:bodyPr/>
                    <a:lstStyle/>
                    <a:p>
                      <a:r>
                        <a:rPr sz="1100"/>
                        <a:t>Migration wave plan</a:t>
                      </a:r>
                    </a:p>
                  </a:txBody>
                  <a:tcPr>
                    <a:solidFill>
                      <a:srgbClr val="FFFFFF"/>
                    </a:solidFill>
                  </a:tcPr>
                </a:tc>
                <a:tc>
                  <a:txBody>
                    <a:bodyPr/>
                    <a:lstStyle/>
                    <a:p>
                      <a:r>
                        <a:rPr sz="1100"/>
                        <a:t>Sequenced application migration plan</a:t>
                      </a:r>
                    </a:p>
                  </a:txBody>
                  <a:tcPr>
                    <a:solidFill>
                      <a:srgbClr val="FFFFFF"/>
                    </a:solidFill>
                  </a:tcPr>
                </a:tc>
                <a:tc>
                  <a:txBody>
                    <a:bodyPr/>
                    <a:lstStyle/>
                    <a:p>
                      <a:r>
                        <a:rPr sz="1100"/>
                        <a:t>migration-wave-planner.xlsx</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Windows Server Standard/Datacenter: 15–40% VM cost reduction (requires active Software Assurance)</a:t>
            </a:r>
          </a:p>
          <a:p>
            <a:pPr>
              <a:spcAft>
                <a:spcPts val="300"/>
              </a:spcAft>
            </a:pPr>
            <a:r>
              <a:rPr sz="1400"/>
              <a:t>SQL Server Standard: ~70% cost reduction per core (requires active SA)</a:t>
            </a:r>
          </a:p>
          <a:p>
            <a:pPr>
              <a:spcAft>
                <a:spcPts val="300"/>
              </a:spcAft>
            </a:pPr>
            <a:r>
              <a:rPr sz="1400"/>
              <a:t>SQL Server Enterprise: ~70% cost reduction per core (requires active SA)</a:t>
            </a:r>
          </a:p>
          <a:p>
            <a:pPr>
              <a:spcAft>
                <a:spcPts val="300"/>
              </a:spcAft>
            </a:pPr>
            <a:r>
              <a:rPr sz="1400"/>
              <a:t/>
            </a:r>
          </a:p>
          <a:p>
            <a:pPr>
              <a:spcAft>
                <a:spcPts val="300"/>
              </a:spcAft>
            </a:pPr>
            <a:r>
              <a:rPr sz="1400"/>
              <a:t>HOW CRA MODELS AHB:</a:t>
            </a:r>
          </a:p>
          <a:p>
            <a:pPr>
              <a:spcAft>
                <a:spcPts val="300"/>
              </a:spcAft>
            </a:pPr>
            <a:r>
              <a:rPr sz="1400"/>
              <a:t>  Phase 1: Infrastructure profiling captures all Windows Server and SQL Server versions and licence types</a:t>
            </a:r>
          </a:p>
          <a:p>
            <a:pPr>
              <a:spcAft>
                <a:spcPts val="300"/>
              </a:spcAft>
            </a:pPr>
            <a:r>
              <a:rPr sz="1400"/>
              <a:t>  Phase 3: AHB eligibility screened — requires active SA confirmation from customer</a:t>
            </a:r>
          </a:p>
          <a:p>
            <a:pPr>
              <a:spcAft>
                <a:spcPts val="300"/>
              </a:spcAft>
            </a:pPr>
            <a:r>
              <a:rPr sz="1400"/>
              <a:t>  TCO Licensing Overlay tab: separate rows for PAYG vs AHB scenarios per VM type</a:t>
            </a:r>
          </a:p>
          <a:p>
            <a:pPr>
              <a:spcAft>
                <a:spcPts val="300"/>
              </a:spcAft>
            </a:pPr>
            <a:r>
              <a:rPr sz="1400"/>
              <a:t/>
            </a:r>
          </a:p>
          <a:p>
            <a:pPr>
              <a:spcAft>
                <a:spcPts val="300"/>
              </a:spcAft>
            </a:pPr>
            <a:r>
              <a:rPr sz="1400"/>
              <a:t>IMPORTANT: AHB saving only available in Azure. For Microsoft-heavy estates, this creates a structural cost advantage for Azure in the TCO.</a:t>
            </a:r>
          </a:p>
          <a:p>
            <a:pPr>
              <a:spcAft>
                <a:spcPts val="300"/>
              </a:spcAft>
            </a:pPr>
            <a:r>
              <a:rPr sz="1400"/>
              <a:t>SA status confirmation: at Phase 1 scoping — not Phase 3.</a:t>
            </a:r>
          </a:p>
        </p:txBody>
      </p:sp>
      <p:sp>
        <p:nvSpPr>
          <p:cNvPr id="3" name="Title 2"/>
          <p:cNvSpPr>
            <a:spLocks noGrp="1"/>
          </p:cNvSpPr>
          <p:nvPr>
            <p:ph type="title"/>
          </p:nvPr>
        </p:nvSpPr>
        <p:spPr/>
        <p:txBody>
          <a:bodyPr wrap="square"/>
          <a:lstStyle/>
          <a:p>
            <a:r>
              <a:rPr sz="2400" b="1"/>
              <a:t>Azure Hybrid Benefit — modelled explicitly, not forgotten</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SMART to CRA handoff — step by step</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4290060"/>
                <a:gridCol w="4290060"/>
                <a:gridCol w="4290060"/>
                <a:gridCol w="4290060"/>
              </a:tblGrid>
              <a:tr h="387570">
                <a:tc>
                  <a:txBody>
                    <a:bodyPr/>
                    <a:lstStyle/>
                    <a:p>
                      <a:r>
                        <a:rPr b="1" sz="1200">
                          <a:solidFill>
                            <a:srgbClr val="FFFFFF"/>
                          </a:solidFill>
                        </a:rPr>
                        <a:t>Step</a:t>
                      </a:r>
                    </a:p>
                  </a:txBody>
                  <a:tcPr>
                    <a:solidFill>
                      <a:srgbClr val="E31C3D"/>
                    </a:solidFill>
                  </a:tcPr>
                </a:tc>
                <a:tc>
                  <a:txBody>
                    <a:bodyPr/>
                    <a:lstStyle/>
                    <a:p>
                      <a:r>
                        <a:rPr b="1" sz="1200">
                          <a:solidFill>
                            <a:srgbClr val="FFFFFF"/>
                          </a:solidFill>
                        </a:rPr>
                        <a:t>Action</a:t>
                      </a:r>
                    </a:p>
                  </a:txBody>
                  <a:tcPr>
                    <a:solidFill>
                      <a:srgbClr val="E31C3D"/>
                    </a:solidFill>
                  </a:tcPr>
                </a:tc>
                <a:tc>
                  <a:txBody>
                    <a:bodyPr/>
                    <a:lstStyle/>
                    <a:p>
                      <a:r>
                        <a:rPr b="1" sz="1200">
                          <a:solidFill>
                            <a:srgbClr val="FFFFFF"/>
                          </a:solidFill>
                        </a:rPr>
                        <a:t>Owner</a:t>
                      </a:r>
                    </a:p>
                  </a:txBody>
                  <a:tcPr>
                    <a:solidFill>
                      <a:srgbClr val="E31C3D"/>
                    </a:solidFill>
                  </a:tcPr>
                </a:tc>
                <a:tc>
                  <a:txBody>
                    <a:bodyPr/>
                    <a:lstStyle/>
                    <a:p>
                      <a:r>
                        <a:rPr b="1" sz="1200">
                          <a:solidFill>
                            <a:srgbClr val="FFFFFF"/>
                          </a:solidFill>
                        </a:rPr>
                        <a:t>Timing</a:t>
                      </a:r>
                    </a:p>
                  </a:txBody>
                  <a:tcPr>
                    <a:solidFill>
                      <a:srgbClr val="E31C3D"/>
                    </a:solidFill>
                  </a:tcPr>
                </a:tc>
              </a:tr>
              <a:tr h="387570">
                <a:tc>
                  <a:txBody>
                    <a:bodyPr/>
                    <a:lstStyle/>
                    <a:p>
                      <a:r>
                        <a:rPr sz="1100"/>
                        <a:t>1</a:t>
                      </a:r>
                    </a:p>
                  </a:txBody>
                  <a:tcPr>
                    <a:solidFill>
                      <a:srgbClr val="F2F2F2"/>
                    </a:solidFill>
                  </a:tcPr>
                </a:tc>
                <a:tc>
                  <a:txBody>
                    <a:bodyPr/>
                    <a:lstStyle/>
                    <a:p>
                      <a:r>
                        <a:rPr sz="1100"/>
                        <a:t>Customer completes Microsoft SMART</a:t>
                      </a:r>
                    </a:p>
                  </a:txBody>
                  <a:tcPr>
                    <a:solidFill>
                      <a:srgbClr val="F2F2F2"/>
                    </a:solidFill>
                  </a:tcPr>
                </a:tc>
                <a:tc>
                  <a:txBody>
                    <a:bodyPr/>
                    <a:lstStyle/>
                    <a:p>
                      <a:r>
                        <a:rPr sz="1100"/>
                        <a:t>Customer (Microsoft SE facilitated)</a:t>
                      </a:r>
                    </a:p>
                  </a:txBody>
                  <a:tcPr>
                    <a:solidFill>
                      <a:srgbClr val="F2F2F2"/>
                    </a:solidFill>
                  </a:tcPr>
                </a:tc>
                <a:tc>
                  <a:txBody>
                    <a:bodyPr/>
                    <a:lstStyle/>
                    <a:p>
                      <a:r>
                        <a:rPr sz="1100"/>
                        <a:t>Pre-engagement</a:t>
                      </a:r>
                    </a:p>
                  </a:txBody>
                  <a:tcPr>
                    <a:solidFill>
                      <a:srgbClr val="F2F2F2"/>
                    </a:solidFill>
                  </a:tcPr>
                </a:tc>
              </a:tr>
              <a:tr h="387570">
                <a:tc>
                  <a:txBody>
                    <a:bodyPr/>
                    <a:lstStyle/>
                    <a:p>
                      <a:r>
                        <a:rPr sz="1100"/>
                        <a:t>2</a:t>
                      </a:r>
                    </a:p>
                  </a:txBody>
                  <a:tcPr>
                    <a:solidFill>
                      <a:srgbClr val="FFFFFF"/>
                    </a:solidFill>
                  </a:tcPr>
                </a:tc>
                <a:tc>
                  <a:txBody>
                    <a:bodyPr/>
                    <a:lstStyle/>
                    <a:p>
                      <a:r>
                        <a:rPr sz="1100"/>
                        <a:t>SMART score Amber or below → CRA trigger</a:t>
                      </a:r>
                    </a:p>
                  </a:txBody>
                  <a:tcPr>
                    <a:solidFill>
                      <a:srgbClr val="FFFFFF"/>
                    </a:solidFill>
                  </a:tcPr>
                </a:tc>
                <a:tc>
                  <a:txBody>
                    <a:bodyPr/>
                    <a:lstStyle/>
                    <a:p>
                      <a:r>
                        <a:rPr sz="1100"/>
                        <a:t>Microsoft SE + Rackspace Pre-Sales</a:t>
                      </a:r>
                    </a:p>
                  </a:txBody>
                  <a:tcPr>
                    <a:solidFill>
                      <a:srgbClr val="FFFFFF"/>
                    </a:solidFill>
                  </a:tcPr>
                </a:tc>
                <a:tc>
                  <a:txBody>
                    <a:bodyPr/>
                    <a:lstStyle/>
                    <a:p>
                      <a:r>
                        <a:rPr sz="1100"/>
                        <a:t>Within 1 week of SMART result</a:t>
                      </a:r>
                    </a:p>
                  </a:txBody>
                  <a:tcPr>
                    <a:solidFill>
                      <a:srgbClr val="FFFFFF"/>
                    </a:solidFill>
                  </a:tcPr>
                </a:tc>
              </a:tr>
              <a:tr h="387570">
                <a:tc>
                  <a:txBody>
                    <a:bodyPr/>
                    <a:lstStyle/>
                    <a:p>
                      <a:r>
                        <a:rPr sz="1100"/>
                        <a:t>3</a:t>
                      </a:r>
                    </a:p>
                  </a:txBody>
                  <a:tcPr>
                    <a:solidFill>
                      <a:srgbClr val="F2F2F2"/>
                    </a:solidFill>
                  </a:tcPr>
                </a:tc>
                <a:tc>
                  <a:txBody>
                    <a:bodyPr/>
                    <a:lstStyle/>
                    <a:p>
                      <a:r>
                        <a:rPr sz="1100"/>
                        <a:t>Rackspace scoping call (1 hr)</a:t>
                      </a:r>
                    </a:p>
                  </a:txBody>
                  <a:tcPr>
                    <a:solidFill>
                      <a:srgbClr val="F2F2F2"/>
                    </a:solidFill>
                  </a:tcPr>
                </a:tc>
                <a:tc>
                  <a:txBody>
                    <a:bodyPr/>
                    <a:lstStyle/>
                    <a:p>
                      <a:r>
                        <a:rPr sz="1100"/>
                        <a:t>Rackspace Pre-Sales Architect</a:t>
                      </a:r>
                    </a:p>
                  </a:txBody>
                  <a:tcPr>
                    <a:solidFill>
                      <a:srgbClr val="F2F2F2"/>
                    </a:solidFill>
                  </a:tcPr>
                </a:tc>
                <a:tc>
                  <a:txBody>
                    <a:bodyPr/>
                    <a:lstStyle/>
                    <a:p>
                      <a:r>
                        <a:rPr sz="1100"/>
                        <a:t>Within 1 week of SMART result</a:t>
                      </a:r>
                    </a:p>
                  </a:txBody>
                  <a:tcPr>
                    <a:solidFill>
                      <a:srgbClr val="F2F2F2"/>
                    </a:solidFill>
                  </a:tcPr>
                </a:tc>
              </a:tr>
              <a:tr h="387570">
                <a:tc>
                  <a:txBody>
                    <a:bodyPr/>
                    <a:lstStyle/>
                    <a:p>
                      <a:r>
                        <a:rPr sz="1100"/>
                        <a:t>4</a:t>
                      </a:r>
                    </a:p>
                  </a:txBody>
                  <a:tcPr>
                    <a:solidFill>
                      <a:srgbClr val="FFFFFF"/>
                    </a:solidFill>
                  </a:tcPr>
                </a:tc>
                <a:tc>
                  <a:txBody>
                    <a:bodyPr/>
                    <a:lstStyle/>
                    <a:p>
                      <a:r>
                        <a:rPr sz="1100"/>
                        <a:t>CRA scoping proposal produced</a:t>
                      </a:r>
                    </a:p>
                  </a:txBody>
                  <a:tcPr>
                    <a:solidFill>
                      <a:srgbClr val="FFFFFF"/>
                    </a:solidFill>
                  </a:tcPr>
                </a:tc>
                <a:tc>
                  <a:txBody>
                    <a:bodyPr/>
                    <a:lstStyle/>
                    <a:p>
                      <a:r>
                        <a:rPr sz="1100"/>
                        <a:t>Rackspace Pre-Sales</a:t>
                      </a:r>
                    </a:p>
                  </a:txBody>
                  <a:tcPr>
                    <a:solidFill>
                      <a:srgbClr val="FFFFFF"/>
                    </a:solidFill>
                  </a:tcPr>
                </a:tc>
                <a:tc>
                  <a:txBody>
                    <a:bodyPr/>
                    <a:lstStyle/>
                    <a:p>
                      <a:r>
                        <a:rPr sz="1100"/>
                        <a:t>Within 5 business days</a:t>
                      </a:r>
                    </a:p>
                  </a:txBody>
                  <a:tcPr>
                    <a:solidFill>
                      <a:srgbClr val="FFFFFF"/>
                    </a:solidFill>
                  </a:tcPr>
                </a:tc>
              </a:tr>
              <a:tr h="387570">
                <a:tc>
                  <a:txBody>
                    <a:bodyPr/>
                    <a:lstStyle/>
                    <a:p>
                      <a:r>
                        <a:rPr sz="1100"/>
                        <a:t>5</a:t>
                      </a:r>
                    </a:p>
                  </a:txBody>
                  <a:tcPr>
                    <a:solidFill>
                      <a:srgbClr val="F2F2F2"/>
                    </a:solidFill>
                  </a:tcPr>
                </a:tc>
                <a:tc>
                  <a:txBody>
                    <a:bodyPr/>
                    <a:lstStyle/>
                    <a:p>
                      <a:r>
                        <a:rPr sz="1100"/>
                        <a:t>Microsoft SE provides warm introduction to customer</a:t>
                      </a:r>
                    </a:p>
                  </a:txBody>
                  <a:tcPr>
                    <a:solidFill>
                      <a:srgbClr val="F2F2F2"/>
                    </a:solidFill>
                  </a:tcPr>
                </a:tc>
                <a:tc>
                  <a:txBody>
                    <a:bodyPr/>
                    <a:lstStyle/>
                    <a:p>
                      <a:r>
                        <a:rPr sz="1100"/>
                        <a:t>Microsoft SE</a:t>
                      </a:r>
                    </a:p>
                  </a:txBody>
                  <a:tcPr>
                    <a:solidFill>
                      <a:srgbClr val="F2F2F2"/>
                    </a:solidFill>
                  </a:tcPr>
                </a:tc>
                <a:tc>
                  <a:txBody>
                    <a:bodyPr/>
                    <a:lstStyle/>
                    <a:p>
                      <a:r>
                        <a:rPr sz="1100"/>
                        <a:t>With scoping proposal delivery</a:t>
                      </a:r>
                    </a:p>
                  </a:txBody>
                  <a:tcPr>
                    <a:solidFill>
                      <a:srgbClr val="F2F2F2"/>
                    </a:solidFill>
                  </a:tcPr>
                </a:tc>
              </a:tr>
              <a:tr h="387570">
                <a:tc>
                  <a:txBody>
                    <a:bodyPr/>
                    <a:lstStyle/>
                    <a:p>
                      <a:r>
                        <a:rPr sz="1100"/>
                        <a:t>6</a:t>
                      </a:r>
                    </a:p>
                  </a:txBody>
                  <a:tcPr>
                    <a:solidFill>
                      <a:srgbClr val="FFFFFF"/>
                    </a:solidFill>
                  </a:tcPr>
                </a:tc>
                <a:tc>
                  <a:txBody>
                    <a:bodyPr/>
                    <a:lstStyle/>
                    <a:p>
                      <a:r>
                        <a:rPr sz="1100"/>
                        <a:t>SOW signed → CRA begins</a:t>
                      </a:r>
                    </a:p>
                  </a:txBody>
                  <a:tcPr>
                    <a:solidFill>
                      <a:srgbClr val="FFFFFF"/>
                    </a:solidFill>
                  </a:tcPr>
                </a:tc>
                <a:tc>
                  <a:txBody>
                    <a:bodyPr/>
                    <a:lstStyle/>
                    <a:p>
                      <a:r>
                        <a:rPr sz="1100"/>
                        <a:t>Customer + Rackspace</a:t>
                      </a:r>
                    </a:p>
                  </a:txBody>
                  <a:tcPr>
                    <a:solidFill>
                      <a:srgbClr val="FFFFFF"/>
                    </a:solidFill>
                  </a:tcPr>
                </a:tc>
                <a:tc>
                  <a:txBody>
                    <a:bodyPr/>
                    <a:lstStyle/>
                    <a:p>
                      <a:r>
                        <a:rPr sz="1100"/>
                        <a:t>Week 0</a:t>
                      </a:r>
                    </a:p>
                  </a:txBody>
                  <a:tcPr>
                    <a:solidFill>
                      <a:srgbClr val="FFFFFF"/>
                    </a:solidFill>
                  </a:tcPr>
                </a:tc>
              </a:tr>
              <a:tr h="387570">
                <a:tc>
                  <a:txBody>
                    <a:bodyPr/>
                    <a:lstStyle/>
                    <a:p>
                      <a:r>
                        <a:rPr sz="1100"/>
                        <a:t>7</a:t>
                      </a:r>
                    </a:p>
                  </a:txBody>
                  <a:tcPr>
                    <a:solidFill>
                      <a:srgbClr val="F2F2F2"/>
                    </a:solidFill>
                  </a:tcPr>
                </a:tc>
                <a:tc>
                  <a:txBody>
                    <a:bodyPr/>
                    <a:lstStyle/>
                    <a:p>
                      <a:r>
                        <a:rPr sz="1100"/>
                        <a:t>Alliance Manager pre-registers AMM opportunity in MSPP</a:t>
                      </a:r>
                    </a:p>
                  </a:txBody>
                  <a:tcPr>
                    <a:solidFill>
                      <a:srgbClr val="F2F2F2"/>
                    </a:solidFill>
                  </a:tcPr>
                </a:tc>
                <a:tc>
                  <a:txBody>
                    <a:bodyPr/>
                    <a:lstStyle/>
                    <a:p>
                      <a:r>
                        <a:rPr sz="1100"/>
                        <a:t>Rackspace Alliance Manager</a:t>
                      </a:r>
                    </a:p>
                  </a:txBody>
                  <a:tcPr>
                    <a:solidFill>
                      <a:srgbClr val="F2F2F2"/>
                    </a:solidFill>
                  </a:tcPr>
                </a:tc>
                <a:tc>
                  <a:txBody>
                    <a:bodyPr/>
                    <a:lstStyle/>
                    <a:p>
                      <a:r>
                        <a:rPr sz="1100"/>
                        <a:t>Day 1</a:t>
                      </a:r>
                    </a:p>
                  </a:txBody>
                  <a:tcPr>
                    <a:solidFill>
                      <a:srgbClr val="F2F2F2"/>
                    </a:solidFill>
                  </a:tcPr>
                </a:tc>
              </a:tr>
              <a:tr h="387574">
                <a:tc>
                  <a:txBody>
                    <a:bodyPr/>
                    <a:lstStyle/>
                    <a:p>
                      <a:r>
                        <a:rPr sz="1100"/>
                        <a:t>8</a:t>
                      </a:r>
                    </a:p>
                  </a:txBody>
                  <a:tcPr>
                    <a:solidFill>
                      <a:srgbClr val="FFFFFF"/>
                    </a:solidFill>
                  </a:tcPr>
                </a:tc>
                <a:tc>
                  <a:txBody>
                    <a:bodyPr/>
                    <a:lstStyle/>
                    <a:p>
                      <a:r>
                        <a:rPr sz="1100"/>
                        <a:t>Microsoft PDM acknowledges co-sell in MSPP</a:t>
                      </a:r>
                    </a:p>
                  </a:txBody>
                  <a:tcPr>
                    <a:solidFill>
                      <a:srgbClr val="FFFFFF"/>
                    </a:solidFill>
                  </a:tcPr>
                </a:tc>
                <a:tc>
                  <a:txBody>
                    <a:bodyPr/>
                    <a:lstStyle/>
                    <a:p>
                      <a:r>
                        <a:rPr sz="1100"/>
                        <a:t>Microsoft PDM</a:t>
                      </a:r>
                    </a:p>
                  </a:txBody>
                  <a:tcPr>
                    <a:solidFill>
                      <a:srgbClr val="FFFFFF"/>
                    </a:solidFill>
                  </a:tcPr>
                </a:tc>
                <a:tc>
                  <a:txBody>
                    <a:bodyPr/>
                    <a:lstStyle/>
                    <a:p>
                      <a:r>
                        <a:rPr sz="1100"/>
                        <a:t>Week 1</a:t>
                      </a:r>
                    </a:p>
                  </a:txBody>
                  <a:tcPr>
                    <a:solidFill>
                      <a:srgbClr val="FFFFFF"/>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Microsoft provides ESU for Windows Server 2012/R2 and SQL Server 2012/2014 FREE in Azure.</a:t>
            </a:r>
          </a:p>
          <a:p>
            <a:pPr>
              <a:spcAft>
                <a:spcPts val="300"/>
              </a:spcAft>
            </a:pPr>
            <a:r>
              <a:rPr sz="1400"/>
              <a:t>Running same EoL OS on AWS or GCP: customer must purchase ESU from Microsoft.</a:t>
            </a:r>
          </a:p>
          <a:p>
            <a:pPr>
              <a:spcAft>
                <a:spcPts val="300"/>
              </a:spcAft>
            </a:pPr>
            <a:r>
              <a:rPr sz="1400"/>
              <a:t/>
            </a:r>
          </a:p>
          <a:p>
            <a:pPr>
              <a:spcAft>
                <a:spcPts val="300"/>
              </a:spcAft>
            </a:pPr>
            <a:r>
              <a:rPr sz="1400"/>
              <a:t>TCO impact — 200 EoL servers over 3 years:</a:t>
            </a:r>
          </a:p>
          <a:p>
            <a:pPr>
              <a:spcAft>
                <a:spcPts val="300"/>
              </a:spcAft>
            </a:pPr>
            <a:r>
              <a:rPr sz="1400"/>
              <a:t>  Azure ESU cost: £0 (included in Azure)</a:t>
            </a:r>
          </a:p>
          <a:p>
            <a:pPr>
              <a:spcAft>
                <a:spcPts val="300"/>
              </a:spcAft>
            </a:pPr>
            <a:r>
              <a:rPr sz="1400"/>
              <a:t>  AWS or GCP ESU cost: £60K–£120K additional cost (paid to Microsoft)</a:t>
            </a:r>
          </a:p>
          <a:p>
            <a:pPr>
              <a:spcAft>
                <a:spcPts val="300"/>
              </a:spcAft>
            </a:pPr>
            <a:r>
              <a:rPr sz="1400"/>
              <a:t/>
            </a:r>
          </a:p>
          <a:p>
            <a:pPr>
              <a:spcAft>
                <a:spcPts val="300"/>
              </a:spcAft>
            </a:pPr>
            <a:r>
              <a:rPr sz="1400"/>
              <a:t>This is a legitimate Azure cost advantage that belongs in the TCO Licensing Overlay tab.</a:t>
            </a:r>
          </a:p>
          <a:p>
            <a:pPr>
              <a:spcAft>
                <a:spcPts val="300"/>
              </a:spcAft>
            </a:pPr>
            <a:r>
              <a:rPr sz="1400"/>
              <a:t/>
            </a:r>
          </a:p>
          <a:p>
            <a:pPr>
              <a:spcAft>
                <a:spcPts val="300"/>
              </a:spcAft>
            </a:pPr>
            <a:r>
              <a:rPr sz="1400"/>
              <a:t>Partner message: 'If your customer has Windows Server 2012 in their estate, Azure is structurally cheaper than AWS or GCP for those workloads — before you even include AHB.'</a:t>
            </a:r>
          </a:p>
        </p:txBody>
      </p:sp>
      <p:sp>
        <p:nvSpPr>
          <p:cNvPr id="3" name="Title 2"/>
          <p:cNvSpPr>
            <a:spLocks noGrp="1"/>
          </p:cNvSpPr>
          <p:nvPr>
            <p:ph type="title"/>
          </p:nvPr>
        </p:nvSpPr>
        <p:spPr/>
        <p:txBody>
          <a:bodyPr wrap="square"/>
          <a:lstStyle/>
          <a:p>
            <a:r>
              <a:rPr sz="2400" b="1"/>
              <a:t>Extended Security Updates — the Azure cost advantage that gets missed</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1. Criteria weights agreed in WRITING by customer BEFORE scoring begins</a:t>
            </a:r>
          </a:p>
          <a:p>
            <a:pPr>
              <a:spcAft>
                <a:spcPts val="300"/>
              </a:spcAft>
            </a:pPr>
            <a:r>
              <a:rPr sz="1400"/>
              <a:t>2. All three clouds scored with equal rigour — AWS and GCP at the same depth as Azure</a:t>
            </a:r>
          </a:p>
          <a:p>
            <a:pPr>
              <a:spcAft>
                <a:spcPts val="300"/>
              </a:spcAft>
            </a:pPr>
            <a:r>
              <a:rPr sz="1400"/>
              <a:t>3. Every score has a documented evidence reference</a:t>
            </a:r>
          </a:p>
          <a:p>
            <a:pPr>
              <a:spcAft>
                <a:spcPts val="300"/>
              </a:spcAft>
            </a:pPr>
            <a:r>
              <a:rPr sz="1400"/>
              <a:t>4. Recommendation slide follows the evidence slides — NEVER precedes them</a:t>
            </a:r>
          </a:p>
          <a:p>
            <a:pPr>
              <a:spcAft>
                <a:spcPts val="300"/>
              </a:spcAft>
            </a:pPr>
            <a:r>
              <a:rPr sz="1400"/>
              <a:t>5. All three hyperscaler SEs are invited to the Phase 3 playback (standard practice)</a:t>
            </a:r>
          </a:p>
          <a:p>
            <a:pPr>
              <a:spcAft>
                <a:spcPts val="300"/>
              </a:spcAft>
            </a:pPr>
            <a:r>
              <a:rPr sz="1400"/>
              <a:t/>
            </a:r>
          </a:p>
          <a:p>
            <a:pPr>
              <a:spcAft>
                <a:spcPts val="300"/>
              </a:spcAft>
            </a:pPr>
            <a:r>
              <a:rPr sz="1400"/>
              <a:t>When all three hyperscalers are in the room and the recommendation still points to Azure — the Azure recommendation becomes unassailable.</a:t>
            </a:r>
          </a:p>
          <a:p>
            <a:pPr>
              <a:spcAft>
                <a:spcPts val="300"/>
              </a:spcAft>
            </a:pPr>
            <a:r>
              <a:rPr sz="1400"/>
              <a:t/>
            </a:r>
          </a:p>
          <a:p>
            <a:pPr>
              <a:spcAft>
                <a:spcPts val="300"/>
              </a:spcAft>
            </a:pPr>
            <a:r>
              <a:rPr sz="1400"/>
              <a:t>A CRA-delivered Azure recommendation is defensible to the customer's board, their procurement team, and any internal challenge from AWS or GCP advocates.</a:t>
            </a:r>
          </a:p>
        </p:txBody>
      </p:sp>
      <p:sp>
        <p:nvSpPr>
          <p:cNvPr id="3" name="Title 2"/>
          <p:cNvSpPr>
            <a:spLocks noGrp="1"/>
          </p:cNvSpPr>
          <p:nvPr>
            <p:ph type="title"/>
          </p:nvPr>
        </p:nvSpPr>
        <p:spPr/>
        <p:txBody>
          <a:bodyPr wrap="square"/>
          <a:lstStyle/>
          <a:p>
            <a:r>
              <a:rPr sz="2400" b="1"/>
              <a:t>How Rackspace ensures Azure recommendations are credible and defensible</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Microsoft actions that maximise CRA co-sell success</a:t>
            </a:r>
          </a:p>
        </p:txBody>
      </p:sp>
      <p:sp>
        <p:nvSpPr>
          <p:cNvPr id="4" name="Text Placeholder 3"/>
          <p:cNvSpPr>
            <a:spLocks noGrp="1"/>
          </p:cNvSpPr>
          <p:nvPr>
            <p:ph type="body" idx="13" sz="quarter"/>
          </p:nvPr>
        </p:nvSpPr>
        <p:spPr/>
        <p:txBody>
          <a:bodyPr/>
          <a:lstStyle/>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436016">
                <a:tc>
                  <a:txBody>
                    <a:bodyPr/>
                    <a:lstStyle/>
                    <a:p>
                      <a:r>
                        <a:rPr b="1" sz="1200">
                          <a:solidFill>
                            <a:srgbClr val="FFFFFF"/>
                          </a:solidFill>
                        </a:rPr>
                        <a:t>Action</a:t>
                      </a:r>
                    </a:p>
                  </a:txBody>
                  <a:tcPr>
                    <a:solidFill>
                      <a:srgbClr val="E31C3D"/>
                    </a:solidFill>
                  </a:tcPr>
                </a:tc>
                <a:tc>
                  <a:txBody>
                    <a:bodyPr/>
                    <a:lstStyle/>
                    <a:p>
                      <a:r>
                        <a:rPr b="1" sz="1200">
                          <a:solidFill>
                            <a:srgbClr val="FFFFFF"/>
                          </a:solidFill>
                        </a:rPr>
                        <a:t>When</a:t>
                      </a:r>
                    </a:p>
                  </a:txBody>
                  <a:tcPr>
                    <a:solidFill>
                      <a:srgbClr val="E31C3D"/>
                    </a:solidFill>
                  </a:tcPr>
                </a:tc>
                <a:tc>
                  <a:txBody>
                    <a:bodyPr/>
                    <a:lstStyle/>
                    <a:p>
                      <a:r>
                        <a:rPr b="1" sz="1200">
                          <a:solidFill>
                            <a:srgbClr val="FFFFFF"/>
                          </a:solidFill>
                        </a:rPr>
                        <a:t>Why</a:t>
                      </a:r>
                    </a:p>
                  </a:txBody>
                  <a:tcPr>
                    <a:solidFill>
                      <a:srgbClr val="E31C3D"/>
                    </a:solidFill>
                  </a:tcPr>
                </a:tc>
              </a:tr>
              <a:tr h="436016">
                <a:tc>
                  <a:txBody>
                    <a:bodyPr/>
                    <a:lstStyle/>
                    <a:p>
                      <a:r>
                        <a:rPr sz="1100"/>
                        <a:t>Refer SMART Amber/Red customers to Rackspace</a:t>
                      </a:r>
                    </a:p>
                  </a:txBody>
                  <a:tcPr>
                    <a:solidFill>
                      <a:srgbClr val="F2F2F2"/>
                    </a:solidFill>
                  </a:tcPr>
                </a:tc>
                <a:tc>
                  <a:txBody>
                    <a:bodyPr/>
                    <a:lstStyle/>
                    <a:p>
                      <a:r>
                        <a:rPr sz="1100"/>
                        <a:t>Immediately after SMART result</a:t>
                      </a:r>
                    </a:p>
                  </a:txBody>
                  <a:tcPr>
                    <a:solidFill>
                      <a:srgbClr val="F2F2F2"/>
                    </a:solidFill>
                  </a:tcPr>
                </a:tc>
                <a:tc>
                  <a:txBody>
                    <a:bodyPr/>
                    <a:lstStyle/>
                    <a:p>
                      <a:r>
                        <a:rPr sz="1100"/>
                        <a:t>Top-of-funnel lead generation for CRA</a:t>
                      </a:r>
                    </a:p>
                  </a:txBody>
                  <a:tcPr>
                    <a:solidFill>
                      <a:srgbClr val="F2F2F2"/>
                    </a:solidFill>
                  </a:tcPr>
                </a:tc>
              </a:tr>
              <a:tr h="436016">
                <a:tc>
                  <a:txBody>
                    <a:bodyPr/>
                    <a:lstStyle/>
                    <a:p>
                      <a:r>
                        <a:rPr sz="1100"/>
                        <a:t>Provide warm introduction (not cold email)</a:t>
                      </a:r>
                    </a:p>
                  </a:txBody>
                  <a:tcPr>
                    <a:solidFill>
                      <a:srgbClr val="FFFFFF"/>
                    </a:solidFill>
                  </a:tcPr>
                </a:tc>
                <a:tc>
                  <a:txBody>
                    <a:bodyPr/>
                    <a:lstStyle/>
                    <a:p>
                      <a:r>
                        <a:rPr sz="1100"/>
                        <a:t>Before Rackspace scoping call</a:t>
                      </a:r>
                    </a:p>
                  </a:txBody>
                  <a:tcPr>
                    <a:solidFill>
                      <a:srgbClr val="FFFFFF"/>
                    </a:solidFill>
                  </a:tcPr>
                </a:tc>
                <a:tc>
                  <a:txBody>
                    <a:bodyPr/>
                    <a:lstStyle/>
                    <a:p>
                      <a:r>
                        <a:rPr sz="1100"/>
                        <a:t>Establishes Rackspace independence and credibility</a:t>
                      </a:r>
                    </a:p>
                  </a:txBody>
                  <a:tcPr>
                    <a:solidFill>
                      <a:srgbClr val="FFFFFF"/>
                    </a:solidFill>
                  </a:tcPr>
                </a:tc>
              </a:tr>
              <a:tr h="436016">
                <a:tc>
                  <a:txBody>
                    <a:bodyPr/>
                    <a:lstStyle/>
                    <a:p>
                      <a:r>
                        <a:rPr sz="1100"/>
                        <a:t>Confirm SA status for AHB eligibility</a:t>
                      </a:r>
                    </a:p>
                  </a:txBody>
                  <a:tcPr>
                    <a:solidFill>
                      <a:srgbClr val="F2F2F2"/>
                    </a:solidFill>
                  </a:tcPr>
                </a:tc>
                <a:tc>
                  <a:txBody>
                    <a:bodyPr/>
                    <a:lstStyle/>
                    <a:p>
                      <a:r>
                        <a:rPr sz="1100"/>
                        <a:t>At scoping workshop</a:t>
                      </a:r>
                    </a:p>
                  </a:txBody>
                  <a:tcPr>
                    <a:solidFill>
                      <a:srgbClr val="F2F2F2"/>
                    </a:solidFill>
                  </a:tcPr>
                </a:tc>
                <a:tc>
                  <a:txBody>
                    <a:bodyPr/>
                    <a:lstStyle/>
                    <a:p>
                      <a:r>
                        <a:rPr sz="1100"/>
                        <a:t>Enables accurate TCO modelling in Phase 3</a:t>
                      </a:r>
                    </a:p>
                  </a:txBody>
                  <a:tcPr>
                    <a:solidFill>
                      <a:srgbClr val="F2F2F2"/>
                    </a:solidFill>
                  </a:tcPr>
                </a:tc>
              </a:tr>
              <a:tr h="436016">
                <a:tc>
                  <a:txBody>
                    <a:bodyPr/>
                    <a:lstStyle/>
                    <a:p>
                      <a:r>
                        <a:rPr sz="1100"/>
                        <a:t>Acknowledge AMM deal registration in MSPP</a:t>
                      </a:r>
                    </a:p>
                  </a:txBody>
                  <a:tcPr>
                    <a:solidFill>
                      <a:srgbClr val="FFFFFF"/>
                    </a:solidFill>
                  </a:tcPr>
                </a:tc>
                <a:tc>
                  <a:txBody>
                    <a:bodyPr/>
                    <a:lstStyle/>
                    <a:p>
                      <a:r>
                        <a:rPr sz="1100"/>
                        <a:t>Phase 1 Week 1</a:t>
                      </a:r>
                    </a:p>
                  </a:txBody>
                  <a:tcPr>
                    <a:solidFill>
                      <a:srgbClr val="FFFFFF"/>
                    </a:solidFill>
                  </a:tcPr>
                </a:tc>
                <a:tc>
                  <a:txBody>
                    <a:bodyPr/>
                    <a:lstStyle/>
                    <a:p>
                      <a:r>
                        <a:rPr sz="1100"/>
                        <a:t>Required for AMM funding eligibility</a:t>
                      </a:r>
                    </a:p>
                  </a:txBody>
                  <a:tcPr>
                    <a:solidFill>
                      <a:srgbClr val="FFFFFF"/>
                    </a:solidFill>
                  </a:tcPr>
                </a:tc>
              </a:tr>
              <a:tr h="436016">
                <a:tc>
                  <a:txBody>
                    <a:bodyPr/>
                    <a:lstStyle/>
                    <a:p>
                      <a:r>
                        <a:rPr sz="1100"/>
                        <a:t>Provide AMM programme guidance for this account</a:t>
                      </a:r>
                    </a:p>
                  </a:txBody>
                  <a:tcPr>
                    <a:solidFill>
                      <a:srgbClr val="F2F2F2"/>
                    </a:solidFill>
                  </a:tcPr>
                </a:tc>
                <a:tc>
                  <a:txBody>
                    <a:bodyPr/>
                    <a:lstStyle/>
                    <a:p>
                      <a:r>
                        <a:rPr sz="1100"/>
                        <a:t>Phase 1 Week 1–2</a:t>
                      </a:r>
                    </a:p>
                  </a:txBody>
                  <a:tcPr>
                    <a:solidFill>
                      <a:srgbClr val="F2F2F2"/>
                    </a:solidFill>
                  </a:tcPr>
                </a:tc>
                <a:tc>
                  <a:txBody>
                    <a:bodyPr/>
                    <a:lstStyle/>
                    <a:p>
                      <a:r>
                        <a:rPr sz="1100"/>
                        <a:t>Confirms funding tier and programme requirements</a:t>
                      </a:r>
                    </a:p>
                  </a:txBody>
                  <a:tcPr>
                    <a:solidFill>
                      <a:srgbClr val="F2F2F2"/>
                    </a:solidFill>
                  </a:tcPr>
                </a:tc>
              </a:tr>
              <a:tr h="436016">
                <a:tc>
                  <a:txBody>
                    <a:bodyPr/>
                    <a:lstStyle/>
                    <a:p>
                      <a:r>
                        <a:rPr sz="1100"/>
                        <a:t>Attend Phase 3 playback (recommended)</a:t>
                      </a:r>
                    </a:p>
                  </a:txBody>
                  <a:tcPr>
                    <a:solidFill>
                      <a:srgbClr val="FFFFFF"/>
                    </a:solidFill>
                  </a:tcPr>
                </a:tc>
                <a:tc>
                  <a:txBody>
                    <a:bodyPr/>
                    <a:lstStyle/>
                    <a:p>
                      <a:r>
                        <a:rPr sz="1100"/>
                        <a:t>Phase 3 Week 14</a:t>
                      </a:r>
                    </a:p>
                  </a:txBody>
                  <a:tcPr>
                    <a:solidFill>
                      <a:srgbClr val="FFFFFF"/>
                    </a:solidFill>
                  </a:tcPr>
                </a:tc>
                <a:tc>
                  <a:txBody>
                    <a:bodyPr/>
                    <a:lstStyle/>
                    <a:p>
                      <a:r>
                        <a:rPr sz="1100"/>
                        <a:t>Shows co-sell alignment; strengthens Azure recommendation credibility</a:t>
                      </a:r>
                    </a:p>
                  </a:txBody>
                  <a:tcPr>
                    <a:solidFill>
                      <a:srgbClr val="FFFFFF"/>
                    </a:solidFill>
                  </a:tcPr>
                </a:tc>
              </a:tr>
              <a:tr h="436022">
                <a:tc>
                  <a:txBody>
                    <a:bodyPr/>
                    <a:lstStyle/>
                    <a:p>
                      <a:r>
                        <a:rPr sz="1100"/>
                        <a:t>Support AMM funding application</a:t>
                      </a:r>
                    </a:p>
                  </a:txBody>
                  <a:tcPr>
                    <a:solidFill>
                      <a:srgbClr val="F2F2F2"/>
                    </a:solidFill>
                  </a:tcPr>
                </a:tc>
                <a:tc>
                  <a:txBody>
                    <a:bodyPr/>
                    <a:lstStyle/>
                    <a:p>
                      <a:r>
                        <a:rPr sz="1100"/>
                        <a:t>Phase 3 Week 14–16</a:t>
                      </a:r>
                    </a:p>
                  </a:txBody>
                  <a:tcPr>
                    <a:solidFill>
                      <a:srgbClr val="F2F2F2"/>
                    </a:solidFill>
                  </a:tcPr>
                </a:tc>
                <a:tc>
                  <a:txBody>
                    <a:bodyPr/>
                    <a:lstStyle/>
                    <a:p>
                      <a:r>
                        <a:rPr sz="1100"/>
                        <a:t>Submits funding request once Azure recommendation is confirmed</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wrap="square"/>
          <a:lstStyle/>
          <a:p>
            <a:pPr>
              <a:spcAft>
                <a:spcPts val="300"/>
              </a:spcAft>
            </a:pPr>
            <a:r>
              <a:rPr sz="1400"/>
              <a:t>Azure-specific governance outputs from CRA Phase 2:</a:t>
            </a:r>
          </a:p>
          <a:p>
            <a:pPr>
              <a:spcAft>
                <a:spcPts val="300"/>
              </a:spcAft>
            </a:pPr>
            <a:r>
              <a:rPr sz="1400"/>
              <a:t>  Identity &amp; Access Management  →  Azure Active Directory (Entra ID) design · RBAC model for subscriptions</a:t>
            </a:r>
          </a:p>
          <a:p>
            <a:pPr>
              <a:spcAft>
                <a:spcPts val="300"/>
              </a:spcAft>
            </a:pPr>
            <a:r>
              <a:rPr sz="1400"/>
              <a:t>  Security &amp; Compliance  →  Defender for Cloud readiness · Microsoft Sentinel integration</a:t>
            </a:r>
          </a:p>
          <a:p>
            <a:pPr>
              <a:spcAft>
                <a:spcPts val="300"/>
              </a:spcAft>
            </a:pPr>
            <a:r>
              <a:rPr sz="1400"/>
              <a:t>  Change &amp; Release Management  →  Azure DevOps / GitHub Actions for cloud pipelines</a:t>
            </a:r>
          </a:p>
          <a:p>
            <a:pPr>
              <a:spcAft>
                <a:spcPts val="300"/>
              </a:spcAft>
            </a:pPr>
            <a:r>
              <a:rPr sz="1400"/>
              <a:t>  Monitoring &amp; Observability  →  Azure Monitor / Log Analytics workspace design</a:t>
            </a:r>
          </a:p>
          <a:p>
            <a:pPr>
              <a:spcAft>
                <a:spcPts val="300"/>
              </a:spcAft>
            </a:pPr>
            <a:r>
              <a:rPr sz="1400"/>
              <a:t>  Cost Management (FinOps)  →  Azure Cost Management + Billing · tagging strategy for chargeback</a:t>
            </a:r>
          </a:p>
          <a:p>
            <a:pPr>
              <a:spcAft>
                <a:spcPts val="300"/>
              </a:spcAft>
            </a:pPr>
            <a:r>
              <a:rPr sz="1400"/>
              <a:t>  Operations Readiness  →  Azure Update Manager · Azure Automation baseline</a:t>
            </a:r>
          </a:p>
          <a:p>
            <a:pPr>
              <a:spcAft>
                <a:spcPts val="300"/>
              </a:spcAft>
            </a:pPr>
            <a:r>
              <a:rPr sz="1400"/>
              <a:t/>
            </a:r>
          </a:p>
          <a:p>
            <a:pPr>
              <a:spcAft>
                <a:spcPts val="300"/>
              </a:spcAft>
            </a:pPr>
            <a:r>
              <a:rPr sz="1400"/>
              <a:t>KEY MESSAGE: The CRA governance baseline directly informs the Azure Landing Zone design.</a:t>
            </a:r>
          </a:p>
          <a:p>
            <a:pPr>
              <a:spcAft>
                <a:spcPts val="300"/>
              </a:spcAft>
            </a:pPr>
            <a:r>
              <a:rPr sz="1400"/>
              <a:t>STU architects can take CRA governance output and directly begin landing zone design without running a separate assessment.</a:t>
            </a:r>
          </a:p>
        </p:txBody>
      </p:sp>
      <p:sp>
        <p:nvSpPr>
          <p:cNvPr id="3" name="Title 2"/>
          <p:cNvSpPr>
            <a:spLocks noGrp="1"/>
          </p:cNvSpPr>
          <p:nvPr>
            <p:ph type="title"/>
          </p:nvPr>
        </p:nvSpPr>
        <p:spPr/>
        <p:txBody>
          <a:bodyPr wrap="square"/>
          <a:lstStyle/>
          <a:p>
            <a:r>
              <a:rPr sz="2400" b="1"/>
              <a:t>Phase 2 governance assessment prepares customer for Azure Landing Zone design</a:t>
            </a:r>
          </a:p>
        </p:txBody>
      </p:sp>
      <p:pic>
        <p:nvPicPr>
          <p:cNvPr id="4" name="Picture 3"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200" b="1"/>
              <a:t>Three ways to activate a Rackspace CRA opportunity with Microsoft</a:t>
            </a:r>
          </a:p>
        </p:txBody>
      </p:sp>
      <p:sp>
        <p:nvSpPr>
          <p:cNvPr id="4" name="Text Placeholder 3"/>
          <p:cNvSpPr>
            <a:spLocks noGrp="1"/>
          </p:cNvSpPr>
          <p:nvPr>
            <p:ph type="body" idx="13" sz="quarter"/>
          </p:nvPr>
        </p:nvSpPr>
        <p:spPr/>
        <p:txBody>
          <a:bodyPr wrap="square"/>
          <a:lstStyle/>
          <a:p>
            <a:r>
              <a:rPr sz="1300">
                <a:solidFill>
                  <a:srgbClr val="333333"/>
                </a:solidFill>
              </a:rPr>
              <a:t>"Schedule a 30-minute technical briefing between Rackspace Alliance Architecture and Microsoft STU to validate CRA against CAF and AMM requirements. This is the one session that unlocks co-sell activation."</a:t>
            </a:r>
          </a:p>
        </p:txBody>
      </p:sp>
      <p:graphicFrame>
        <p:nvGraphicFramePr>
          <p:cNvPr id="5" name="Table 4"/>
          <p:cNvGraphicFramePr>
            <a:graphicFrameLocks noGrp="1"/>
          </p:cNvGraphicFramePr>
          <p:nvPr/>
        </p:nvGraphicFramePr>
        <p:xfrm>
          <a:off x="6477000" y="2777164"/>
          <a:ext cx="17160240" cy="3488134"/>
        </p:xfrm>
        <a:graphic>
          <a:graphicData uri="http://schemas.openxmlformats.org/drawingml/2006/table">
            <a:tbl>
              <a:tblPr firstRow="1" bandRow="1">
                <a:tableStyleId>{5C22544A-7EE6-4342-B048-85BDC9FD1C3A}</a:tableStyleId>
              </a:tblPr>
              <a:tblGrid>
                <a:gridCol w="5720080"/>
                <a:gridCol w="5720080"/>
                <a:gridCol w="5720080"/>
              </a:tblGrid>
              <a:tr h="872033">
                <a:tc>
                  <a:txBody>
                    <a:bodyPr/>
                    <a:lstStyle/>
                    <a:p>
                      <a:r>
                        <a:rPr b="1" sz="1200">
                          <a:solidFill>
                            <a:srgbClr val="FFFFFF"/>
                          </a:solidFill>
                        </a:rPr>
                        <a:t>Path</a:t>
                      </a:r>
                    </a:p>
                  </a:txBody>
                  <a:tcPr>
                    <a:solidFill>
                      <a:srgbClr val="E31C3D"/>
                    </a:solidFill>
                  </a:tcPr>
                </a:tc>
                <a:tc>
                  <a:txBody>
                    <a:bodyPr/>
                    <a:lstStyle/>
                    <a:p>
                      <a:r>
                        <a:rPr b="1" sz="1200">
                          <a:solidFill>
                            <a:srgbClr val="FFFFFF"/>
                          </a:solidFill>
                        </a:rPr>
                        <a:t>Trigger</a:t>
                      </a:r>
                    </a:p>
                  </a:txBody>
                  <a:tcPr>
                    <a:solidFill>
                      <a:srgbClr val="E31C3D"/>
                    </a:solidFill>
                  </a:tcPr>
                </a:tc>
                <a:tc>
                  <a:txBody>
                    <a:bodyPr/>
                    <a:lstStyle/>
                    <a:p>
                      <a:r>
                        <a:rPr b="1" sz="1200">
                          <a:solidFill>
                            <a:srgbClr val="FFFFFF"/>
                          </a:solidFill>
                        </a:rPr>
                        <a:t>First Action</a:t>
                      </a:r>
                    </a:p>
                  </a:txBody>
                  <a:tcPr>
                    <a:solidFill>
                      <a:srgbClr val="E31C3D"/>
                    </a:solidFill>
                  </a:tcPr>
                </a:tc>
              </a:tr>
              <a:tr h="872033">
                <a:tc>
                  <a:txBody>
                    <a:bodyPr/>
                    <a:lstStyle/>
                    <a:p>
                      <a:r>
                        <a:rPr sz="1100"/>
                        <a:t>1. SMART Referral</a:t>
                      </a:r>
                    </a:p>
                  </a:txBody>
                  <a:tcPr>
                    <a:solidFill>
                      <a:srgbClr val="F2F2F2"/>
                    </a:solidFill>
                  </a:tcPr>
                </a:tc>
                <a:tc>
                  <a:txBody>
                    <a:bodyPr/>
                    <a:lstStyle/>
                    <a:p>
                      <a:r>
                        <a:rPr sz="1100"/>
                        <a:t>Microsoft SE completes SMART · score is Amber/Red</a:t>
                      </a:r>
                    </a:p>
                  </a:txBody>
                  <a:tcPr>
                    <a:solidFill>
                      <a:srgbClr val="F2F2F2"/>
                    </a:solidFill>
                  </a:tcPr>
                </a:tc>
                <a:tc>
                  <a:txBody>
                    <a:bodyPr/>
                    <a:lstStyle/>
                    <a:p>
                      <a:r>
                        <a:rPr sz="1100"/>
                        <a:t>SE refers to Rackspace Pre-Sales for CRA scoping call</a:t>
                      </a:r>
                    </a:p>
                  </a:txBody>
                  <a:tcPr>
                    <a:solidFill>
                      <a:srgbClr val="F2F2F2"/>
                    </a:solidFill>
                  </a:tcPr>
                </a:tc>
              </a:tr>
              <a:tr h="872033">
                <a:tc>
                  <a:txBody>
                    <a:bodyPr/>
                    <a:lstStyle/>
                    <a:p>
                      <a:r>
                        <a:rPr sz="1100"/>
                        <a:t>2. Joint Pipeline Review</a:t>
                      </a:r>
                    </a:p>
                  </a:txBody>
                  <a:tcPr>
                    <a:solidFill>
                      <a:srgbClr val="FFFFFF"/>
                    </a:solidFill>
                  </a:tcPr>
                </a:tc>
                <a:tc>
                  <a:txBody>
                    <a:bodyPr/>
                    <a:lstStyle/>
                    <a:p>
                      <a:r>
                        <a:rPr sz="1100"/>
                        <a:t>Monthly Rackspace + Microsoft PDM pipeline review</a:t>
                      </a:r>
                    </a:p>
                  </a:txBody>
                  <a:tcPr>
                    <a:solidFill>
                      <a:srgbClr val="FFFFFF"/>
                    </a:solidFill>
                  </a:tcPr>
                </a:tc>
                <a:tc>
                  <a:txBody>
                    <a:bodyPr/>
                    <a:lstStyle/>
                    <a:p>
                      <a:r>
                        <a:rPr sz="1100"/>
                        <a:t>Identify accounts where formal assessment accelerates Azure commitment</a:t>
                      </a:r>
                    </a:p>
                  </a:txBody>
                  <a:tcPr>
                    <a:solidFill>
                      <a:srgbClr val="FFFFFF"/>
                    </a:solidFill>
                  </a:tcPr>
                </a:tc>
              </a:tr>
              <a:tr h="872035">
                <a:tc>
                  <a:txBody>
                    <a:bodyPr/>
                    <a:lstStyle/>
                    <a:p>
                      <a:r>
                        <a:rPr sz="1100"/>
                        <a:t>3. Inbound from Customer</a:t>
                      </a:r>
                    </a:p>
                  </a:txBody>
                  <a:tcPr>
                    <a:solidFill>
                      <a:srgbClr val="F2F2F2"/>
                    </a:solidFill>
                  </a:tcPr>
                </a:tc>
                <a:tc>
                  <a:txBody>
                    <a:bodyPr/>
                    <a:lstStyle/>
                    <a:p>
                      <a:r>
                        <a:rPr sz="1100"/>
                        <a:t>Customer approaches Microsoft directly for cloud readiness help</a:t>
                      </a:r>
                    </a:p>
                  </a:txBody>
                  <a:tcPr>
                    <a:solidFill>
                      <a:srgbClr val="F2F2F2"/>
                    </a:solidFill>
                  </a:tcPr>
                </a:tc>
                <a:tc>
                  <a:txBody>
                    <a:bodyPr/>
                    <a:lstStyle/>
                    <a:p>
                      <a:r>
                        <a:rPr sz="1100"/>
                        <a:t>Microsoft SE recommends Rackspace CRA · warm introduction email</a:t>
                      </a:r>
                    </a:p>
                  </a:txBody>
                  <a:tcPr>
                    <a:solidFill>
                      <a:srgbClr val="F2F2F2"/>
                    </a:solidFill>
                  </a:tcPr>
                </a:tc>
              </a:tr>
            </a:tbl>
          </a:graphicData>
        </a:graphic>
      </p:graphicFrame>
      <p:pic>
        <p:nvPicPr>
          <p:cNvPr id="6" name="Picture 5" descr="image.png"/>
          <p:cNvPicPr>
            <a:picLocks noChangeAspect="1"/>
          </p:cNvPicPr>
          <p:nvPr/>
        </p:nvPicPr>
        <p:blipFill>
          <a:blip r:embed="rId2"/>
          <a:stretch>
            <a:fillRect/>
          </a:stretch>
        </p:blipFill>
        <p:spPr>
          <a:xfrm>
            <a:off x="658368" y="13287011"/>
            <a:ext cx="2286000" cy="291829"/>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4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31C3D"/>
      </a:dk2>
      <a:lt2>
        <a:srgbClr val="C40023"/>
      </a:lt2>
      <a:accent1>
        <a:srgbClr val="FFDEDF"/>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6" ma:contentTypeDescription="Create a new document." ma:contentTypeScope="" ma:versionID="bce43857724608d39763b478dc4c9a1d">
  <xsd:schema xmlns:xsd="http://www.w3.org/2001/XMLSchema" xmlns:xs="http://www.w3.org/2001/XMLSchema" xmlns:p="http://schemas.microsoft.com/office/2006/metadata/properties" xmlns:ns1="http://schemas.microsoft.com/sharepoint/v3" xmlns:ns2="236d467e-fe90-4ae0-9fe2-011d77897820" xmlns:ns3="4544b03d-ed08-46e1-a5f8-632fc735be33" targetNamespace="http://schemas.microsoft.com/office/2006/metadata/properties" ma:root="true" ma:fieldsID="1b16391487ab9acfbea2741ef6c7ba04" ns1:_="" ns2:_="" ns3:_="">
    <xsd:import namespace="http://schemas.microsoft.com/sharepoint/v3"/>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2.xml><?xml version="1.0" encoding="utf-8"?>
<ds:datastoreItem xmlns:ds="http://schemas.openxmlformats.org/officeDocument/2006/customXml" ds:itemID="{545E54FE-1271-4B25-A017-622AE12E6FD6}">
  <ds:schemaRefs>
    <ds:schemaRef ds:uri="236d467e-fe90-4ae0-9fe2-011d77897820"/>
    <ds:schemaRef ds:uri="4544b03d-ed08-46e1-a5f8-632fc735be3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EB10C38-747A-426A-9ECB-4DD70A9AF124}"/>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58</Slides>
  <Notes>29</Notes>
  <HiddenSlides>0</HiddenSlides>
  <ScaleCrop>false</ScaleCrop>
  <HeadingPairs>
    <vt:vector size="4" baseType="variant">
      <vt:variant>
        <vt:lpstr>Theme</vt:lpstr>
      </vt:variant>
      <vt:variant>
        <vt:i4>13</vt:i4>
      </vt:variant>
      <vt:variant>
        <vt:lpstr>Slide Titles</vt:lpstr>
      </vt:variant>
      <vt:variant>
        <vt:i4>58</vt:i4>
      </vt:variant>
    </vt:vector>
  </HeadingPairs>
  <TitlesOfParts>
    <vt:vector size="71" baseType="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PowerPoint Presentation</vt:lpstr>
      <vt:lpstr>The case for acting now</vt:lpstr>
      <vt:lpstr>PowerPoint Presentation</vt:lpstr>
      <vt:lpstr>DMG’s Global Presence</vt:lpstr>
      <vt:lpstr>PowerPoint Presentation</vt:lpstr>
      <vt:lpstr>Application landscape </vt:lpstr>
      <vt:lpstr>Application Profiling Workshop findings</vt:lpstr>
      <vt:lpstr>Discovery and data gaps</vt:lpstr>
      <vt:lpstr>PowerPoint Presentation</vt:lpstr>
      <vt:lpstr>PowerPoint Presentation</vt:lpstr>
      <vt:lpstr>Key Takeaways</vt:lpstr>
      <vt:lpstr>PowerPoint Presentation</vt:lpstr>
      <vt:lpstr>PowerPoint Presentation</vt:lpstr>
      <vt:lpstr>PowerPoint Presentation</vt:lpstr>
      <vt:lpstr>PowerPoint Presentation</vt:lpstr>
      <vt:lpstr>Technical constraints</vt:lpstr>
      <vt:lpstr>AWS Business Fit</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PowerPoint Presentation</vt:lpstr>
      <vt:lpstr>Migration cohorts</vt:lpstr>
      <vt:lpstr>Co-migration groups</vt:lpstr>
      <vt:lpstr>What you need to do now</vt:lpstr>
      <vt:lpstr>Part 2 entry point</vt:lpstr>
      <vt:lpstr>Approach to CRA Phase 2</vt:lpstr>
      <vt:lpstr>Cloud Readiness Assessment Phase II</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revision>1</cp:revision>
  <dcterms:created xsi:type="dcterms:W3CDTF">2018-11-07T18:59:03Z</dcterms:created>
  <dcterms:modified xsi:type="dcterms:W3CDTF">2026-04-27T17:29:07Z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