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11.svg" ContentType="image/svg+xml"/>
  <Override PartName="/ppt/media/image12.svg" ContentType="image/svg+xml"/>
  <Override PartName="/ppt/media/image13.svg" ContentType="image/svg+xml"/>
  <Override PartName="/ppt/media/image15.svg" ContentType="image/svg+xml"/>
  <Override PartName="/ppt/media/image18.svg" ContentType="image/svg+xml"/>
  <Override PartName="/ppt/media/image27.svg" ContentType="image/svg+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3" r:id="rId4"/>
    <p:sldMasterId id="2147484107" r:id="rId5"/>
    <p:sldMasterId id="2147484163" r:id="rId6"/>
    <p:sldMasterId id="2147484375" r:id="rId7"/>
    <p:sldMasterId id="2147484405" r:id="rId8"/>
    <p:sldMasterId id="2147484435" r:id="rId9"/>
    <p:sldMasterId id="2147484481" r:id="rId10"/>
    <p:sldMasterId id="2147484513" r:id="rId11"/>
    <p:sldMasterId id="2147484530" r:id="rId12"/>
    <p:sldMasterId id="2147484602" r:id="rId13"/>
    <p:sldMasterId id="2147484660" r:id="rId14"/>
    <p:sldMasterId id="2147484704" r:id="rId15"/>
    <p:sldMasterId id="2147484738" r:id="rId16"/>
  </p:sldMasterIdLst>
  <p:notesMasterIdLst>
    <p:notesMasterId r:id="rId75"/>
  </p:notesMasterIdLst>
  <p:handoutMasterIdLst>
    <p:handoutMasterId r:id="rId76"/>
  </p:handoutMasterIdLst>
  <p:sldIdLst>
    <p:sldId id="256" r:id="rId27"/>
    <p:sldId id="257" r:id="rId28"/>
    <p:sldId id="258" r:id="rId29"/>
    <p:sldId id="259" r:id="rId30"/>
    <p:sldId id="260" r:id="rId31"/>
    <p:sldId id="261" r:id="rId32"/>
    <p:sldId id="262" r:id="rId33"/>
    <p:sldId id="263" r:id="rId34"/>
    <p:sldId id="264" r:id="rId35"/>
    <p:sldId id="265" r:id="rId36"/>
    <p:sldId id="266" r:id="rId37"/>
    <p:sldId id="267" r:id="rId38"/>
  </p:sldIdLst>
  <p:sldSz cx="24384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D61A069-7D16-4269-866C-031499F67833}">
          <p14:sldIdLst>
            <p14:sldId id="257"/>
            <p14:sldId id="300"/>
            <p14:sldId id="2147483644"/>
            <p14:sldId id="276"/>
            <p14:sldId id="307"/>
            <p14:sldId id="279"/>
            <p14:sldId id="280"/>
            <p14:sldId id="304"/>
            <p14:sldId id="2147478929"/>
            <p14:sldId id="2147483647"/>
            <p14:sldId id="278"/>
            <p14:sldId id="263"/>
            <p14:sldId id="273"/>
            <p14:sldId id="274"/>
            <p14:sldId id="264"/>
            <p14:sldId id="284"/>
            <p14:sldId id="262"/>
            <p14:sldId id="269"/>
            <p14:sldId id="258"/>
            <p14:sldId id="289"/>
            <p14:sldId id="294"/>
            <p14:sldId id="291"/>
            <p14:sldId id="301"/>
            <p14:sldId id="272"/>
            <p14:sldId id="305"/>
            <p14:sldId id="260"/>
            <p14:sldId id="266"/>
            <p14:sldId id="268"/>
            <p14:sldId id="259"/>
            <p14:sldId id="267"/>
            <p14:sldId id="308"/>
            <p14:sldId id="256"/>
            <p14:sldId id="265"/>
            <p14:sldId id="288"/>
            <p14:sldId id="281"/>
            <p14:sldId id="287"/>
            <p14:sldId id="309"/>
            <p14:sldId id="270"/>
            <p14:sldId id="295"/>
            <p14:sldId id="275"/>
            <p14:sldId id="261"/>
            <p14:sldId id="292"/>
            <p14:sldId id="293"/>
            <p14:sldId id="271"/>
            <p14:sldId id="277"/>
            <p14:sldId id="282"/>
            <p14:sldId id="296"/>
            <p14:sldId id="297"/>
            <p14:sldId id="283"/>
            <p14:sldId id="310"/>
            <p14:sldId id="285"/>
            <p14:sldId id="290"/>
            <p14:sldId id="298"/>
            <p14:sldId id="299"/>
            <p14:sldId id="302"/>
            <p14:sldId id="306"/>
            <p14:sldId id="303"/>
            <p14:sldId id="28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2CFAD03-C1D1-6FC9-E855-8005EE1C9A07}" name="Scott Beckford" initials="SB" userId="S::scott.beckford@rackspace.com::97f88ce4-fa8b-4163-b87d-92edb22d088f" providerId="AD"/>
  <p188:author id="{E8978822-E693-3C50-0FF3-6484C5E26D79}" name="Matthew Wright" initials="MW" userId="S::matthew.wright@rackspace.com::0d3ab189-59d5-47dc-8275-9fbc0b028d65" providerId="AD"/>
  <p188:author id="{EFE7A935-1A5E-1AD6-433E-A89DB6DE14E7}" name="Rashid Anwar Cheema" initials="RA" userId="S::rashid.anwarcheema@rackspace.com::93d5814b-5360-4dda-8d6a-3ba5986ce66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shley Miesner" initials="AM" lastIdx="5" clrIdx="0">
    <p:extLst>
      <p:ext uri="{19B8F6BF-5375-455C-9EA6-DF929625EA0E}">
        <p15:presenceInfo xmlns:p15="http://schemas.microsoft.com/office/powerpoint/2012/main" userId="ad8e07fa54b49bda" providerId="Windows Live"/>
      </p:ext>
    </p:extLst>
  </p:cmAuthor>
  <p:cmAuthor id="2" name="Abi Watson" initials="AW" lastIdx="6" clrIdx="1">
    <p:extLst>
      <p:ext uri="{19B8F6BF-5375-455C-9EA6-DF929625EA0E}">
        <p15:presenceInfo xmlns:p15="http://schemas.microsoft.com/office/powerpoint/2012/main" userId="S::abi.watson@rackspace.co.uk::cbd6f91d-7bfe-46bf-bc79-2b67dca856ba" providerId="AD"/>
      </p:ext>
    </p:extLst>
  </p:cmAuthor>
  <p:cmAuthor id="3" name="Adam Evans" initials="AE" lastIdx="1" clrIdx="2">
    <p:extLst>
      <p:ext uri="{19B8F6BF-5375-455C-9EA6-DF929625EA0E}">
        <p15:presenceInfo xmlns:p15="http://schemas.microsoft.com/office/powerpoint/2012/main" userId="S::Adam.Evans@rackspace.co.uk::9762edaf-6122-415d-b47d-f06fb146bf0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B0F0"/>
    <a:srgbClr val="00BEBC"/>
    <a:srgbClr val="0059C8"/>
    <a:srgbClr val="95008A"/>
    <a:srgbClr val="E57100"/>
    <a:srgbClr val="222E63"/>
    <a:srgbClr val="0070C0"/>
    <a:srgbClr val="005F5E"/>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143745-55B7-48D2-95C2-00D409018318}" v="1609" dt="2026-04-27T15:00:05.418"/>
    <p1510:client id="{1FCF7E06-240E-1343-A1E5-871FE010CEB6}" v="10591" dt="2026-04-27T16:59:03.903"/>
    <p1510:client id="{AD96EFEE-CE80-4130-85D5-36991E656D5E}" v="2030" dt="2026-04-27T14:59:41.154"/>
    <p1510:client id="{CBB4B3C3-50FB-7647-4991-79FF7AD7BAD1}" v="1336" dt="2026-04-27T10:33:21.521"/>
    <p1510:client id="{E24F86AB-7FEB-FB4E-8BBB-DADA19CC334D}" v="235" dt="2026-04-27T15:27:07.569"/>
    <p1510:client id="{F1DC32E6-CB85-4111-BB42-A9E1F057CE70}" v="993" dt="2026-04-27T17:28:29.3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Master" Target="slideMasters/slideMaster7.xml"/><Relationship Id="rId11" Type="http://schemas.openxmlformats.org/officeDocument/2006/relationships/slideMaster" Target="slideMasters/slideMaster8.xml"/><Relationship Id="rId12" Type="http://schemas.openxmlformats.org/officeDocument/2006/relationships/slideMaster" Target="slideMasters/slideMaster9.xml"/><Relationship Id="rId13" Type="http://schemas.openxmlformats.org/officeDocument/2006/relationships/slideMaster" Target="slideMasters/slideMaster10.xml"/><Relationship Id="rId14" Type="http://schemas.openxmlformats.org/officeDocument/2006/relationships/slideMaster" Target="slideMasters/slideMaster11.xml"/><Relationship Id="rId15" Type="http://schemas.openxmlformats.org/officeDocument/2006/relationships/slideMaster" Target="slideMasters/slideMaster12.xml"/><Relationship Id="rId16" Type="http://schemas.openxmlformats.org/officeDocument/2006/relationships/slideMaster" Target="slideMasters/slideMaster13.xml"/><Relationship Id="rId27" Type="http://schemas.openxmlformats.org/officeDocument/2006/relationships/slide" Target="slides/slide1.xml"/><Relationship Id="rId28" Type="http://schemas.openxmlformats.org/officeDocument/2006/relationships/slide" Target="slides/slide2.xml"/><Relationship Id="rId29" Type="http://schemas.openxmlformats.org/officeDocument/2006/relationships/slide" Target="slides/slide3.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75" Type="http://schemas.openxmlformats.org/officeDocument/2006/relationships/notesMaster" Target="notesMasters/notesMaster1.xml"/><Relationship Id="rId76" Type="http://schemas.openxmlformats.org/officeDocument/2006/relationships/handoutMaster" Target="handoutMasters/handoutMaster1.xml"/><Relationship Id="rId77" Type="http://schemas.openxmlformats.org/officeDocument/2006/relationships/commentAuthors" Target="commentAuthors.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 Id="rId82" Type="http://schemas.microsoft.com/office/2016/11/relationships/changesInfo" Target="changesInfos/changesInfo1.xml"/><Relationship Id="rId83" Type="http://schemas.microsoft.com/office/2015/10/relationships/revisionInfo" Target="revisionInfo.xml"/><Relationship Id="rId8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 Kuhle" userId="f27db36f-182d-4640-b8bc-06fe9dbef6f4" providerId="ADAL" clId="{29BB509D-7FDE-5A07-AB8B-9AEC61666677}"/>
    <pc:docChg chg="custSel modSld">
      <pc:chgData name="Nick Kuhle" userId="f27db36f-182d-4640-b8bc-06fe9dbef6f4" providerId="ADAL" clId="{29BB509D-7FDE-5A07-AB8B-9AEC61666677}" dt="2026-04-27T15:27:07.569" v="234" actId="5793"/>
      <pc:docMkLst>
        <pc:docMk/>
      </pc:docMkLst>
      <pc:sldChg chg="modSp mod">
        <pc:chgData name="Nick Kuhle" userId="f27db36f-182d-4640-b8bc-06fe9dbef6f4" providerId="ADAL" clId="{29BB509D-7FDE-5A07-AB8B-9AEC61666677}" dt="2026-04-27T15:27:07.569" v="234" actId="5793"/>
        <pc:sldMkLst>
          <pc:docMk/>
          <pc:sldMk cId="920250159" sldId="263"/>
        </pc:sldMkLst>
        <pc:spChg chg="mod">
          <ac:chgData name="Nick Kuhle" userId="f27db36f-182d-4640-b8bc-06fe9dbef6f4" providerId="ADAL" clId="{29BB509D-7FDE-5A07-AB8B-9AEC61666677}" dt="2026-04-27T15:27:07.569" v="234" actId="5793"/>
          <ac:spMkLst>
            <pc:docMk/>
            <pc:sldMk cId="920250159" sldId="263"/>
            <ac:spMk id="7" creationId="{FE2DB053-C94B-762C-2A67-12C4EF24D66D}"/>
          </ac:spMkLst>
        </pc:spChg>
      </pc:sldChg>
      <pc:sldChg chg="modSp mod">
        <pc:chgData name="Nick Kuhle" userId="f27db36f-182d-4640-b8bc-06fe9dbef6f4" providerId="ADAL" clId="{29BB509D-7FDE-5A07-AB8B-9AEC61666677}" dt="2026-04-27T15:24:37.272" v="221" actId="20577"/>
        <pc:sldMkLst>
          <pc:docMk/>
          <pc:sldMk cId="1501131436" sldId="276"/>
        </pc:sldMkLst>
        <pc:spChg chg="mod">
          <ac:chgData name="Nick Kuhle" userId="f27db36f-182d-4640-b8bc-06fe9dbef6f4" providerId="ADAL" clId="{29BB509D-7FDE-5A07-AB8B-9AEC61666677}" dt="2026-04-27T15:24:37.272" v="221" actId="20577"/>
          <ac:spMkLst>
            <pc:docMk/>
            <pc:sldMk cId="1501131436" sldId="276"/>
            <ac:spMk id="7" creationId="{0F49FBC7-B939-C8C7-0AFB-C344129424B2}"/>
          </ac:spMkLst>
        </pc:spChg>
      </pc:sldChg>
      <pc:sldChg chg="modSp">
        <pc:chgData name="Nick Kuhle" userId="f27db36f-182d-4640-b8bc-06fe9dbef6f4" providerId="ADAL" clId="{29BB509D-7FDE-5A07-AB8B-9AEC61666677}" dt="2026-04-27T12:14:08.383" v="56" actId="13926"/>
        <pc:sldMkLst>
          <pc:docMk/>
          <pc:sldMk cId="278784179" sldId="277"/>
        </pc:sldMkLst>
        <pc:graphicFrameChg chg="mod">
          <ac:chgData name="Nick Kuhle" userId="f27db36f-182d-4640-b8bc-06fe9dbef6f4" providerId="ADAL" clId="{29BB509D-7FDE-5A07-AB8B-9AEC61666677}" dt="2026-04-27T12:14:08.383" v="56" actId="13926"/>
          <ac:graphicFrameMkLst>
            <pc:docMk/>
            <pc:sldMk cId="278784179" sldId="277"/>
            <ac:graphicFrameMk id="92" creationId="{91E2D2B3-D579-E6F3-BA2D-5A316438FA45}"/>
          </ac:graphicFrameMkLst>
        </pc:graphicFrameChg>
      </pc:sldChg>
      <pc:sldChg chg="modSp mod">
        <pc:chgData name="Nick Kuhle" userId="f27db36f-182d-4640-b8bc-06fe9dbef6f4" providerId="ADAL" clId="{29BB509D-7FDE-5A07-AB8B-9AEC61666677}" dt="2026-04-27T15:26:42.536" v="230" actId="20577"/>
        <pc:sldMkLst>
          <pc:docMk/>
          <pc:sldMk cId="2612447691" sldId="280"/>
        </pc:sldMkLst>
        <pc:spChg chg="mod">
          <ac:chgData name="Nick Kuhle" userId="f27db36f-182d-4640-b8bc-06fe9dbef6f4" providerId="ADAL" clId="{29BB509D-7FDE-5A07-AB8B-9AEC61666677}" dt="2026-04-27T15:26:42.536" v="230" actId="20577"/>
          <ac:spMkLst>
            <pc:docMk/>
            <pc:sldMk cId="2612447691" sldId="280"/>
            <ac:spMk id="32" creationId="{94FBFF31-2426-C8B3-CDB1-E19951A601B1}"/>
          </ac:spMkLst>
        </pc:spChg>
      </pc:sldChg>
      <pc:sldChg chg="modSp mod">
        <pc:chgData name="Nick Kuhle" userId="f27db36f-182d-4640-b8bc-06fe9dbef6f4" providerId="ADAL" clId="{29BB509D-7FDE-5A07-AB8B-9AEC61666677}" dt="2026-04-27T15:19:10.958" v="124" actId="20577"/>
        <pc:sldMkLst>
          <pc:docMk/>
          <pc:sldMk cId="2479156540" sldId="281"/>
        </pc:sldMkLst>
        <pc:spChg chg="mod">
          <ac:chgData name="Nick Kuhle" userId="f27db36f-182d-4640-b8bc-06fe9dbef6f4" providerId="ADAL" clId="{29BB509D-7FDE-5A07-AB8B-9AEC61666677}" dt="2026-04-27T15:19:10.958" v="124" actId="20577"/>
          <ac:spMkLst>
            <pc:docMk/>
            <pc:sldMk cId="2479156540" sldId="281"/>
            <ac:spMk id="2" creationId="{3D268BF7-5EA0-5DAE-BD29-23FAE4C50889}"/>
          </ac:spMkLst>
        </pc:spChg>
      </pc:sldChg>
      <pc:sldChg chg="modSp mod">
        <pc:chgData name="Nick Kuhle" userId="f27db36f-182d-4640-b8bc-06fe9dbef6f4" providerId="ADAL" clId="{29BB509D-7FDE-5A07-AB8B-9AEC61666677}" dt="2026-04-27T12:23:13.196" v="60" actId="20577"/>
        <pc:sldMkLst>
          <pc:docMk/>
          <pc:sldMk cId="1410413230" sldId="292"/>
        </pc:sldMkLst>
        <pc:spChg chg="mod">
          <ac:chgData name="Nick Kuhle" userId="f27db36f-182d-4640-b8bc-06fe9dbef6f4" providerId="ADAL" clId="{29BB509D-7FDE-5A07-AB8B-9AEC61666677}" dt="2026-04-27T12:23:13.196" v="60" actId="20577"/>
          <ac:spMkLst>
            <pc:docMk/>
            <pc:sldMk cId="1410413230" sldId="292"/>
            <ac:spMk id="2" creationId="{C77ED39A-7E0C-39E3-FDBA-A3776383E8EC}"/>
          </ac:spMkLst>
        </pc:spChg>
      </pc:sldChg>
      <pc:sldChg chg="addSp modSp mod">
        <pc:chgData name="Nick Kuhle" userId="f27db36f-182d-4640-b8bc-06fe9dbef6f4" providerId="ADAL" clId="{29BB509D-7FDE-5A07-AB8B-9AEC61666677}" dt="2026-04-27T12:24:19.577" v="117" actId="20577"/>
        <pc:sldMkLst>
          <pc:docMk/>
          <pc:sldMk cId="4211202604" sldId="296"/>
        </pc:sldMkLst>
        <pc:spChg chg="add mod">
          <ac:chgData name="Nick Kuhle" userId="f27db36f-182d-4640-b8bc-06fe9dbef6f4" providerId="ADAL" clId="{29BB509D-7FDE-5A07-AB8B-9AEC61666677}" dt="2026-04-27T12:24:19.577" v="117" actId="20577"/>
          <ac:spMkLst>
            <pc:docMk/>
            <pc:sldMk cId="4211202604" sldId="296"/>
            <ac:spMk id="2" creationId="{E3C5F179-C39A-D0BC-3541-DCC8D9F1660B}"/>
          </ac:spMkLst>
        </pc:spChg>
      </pc:sldChg>
      <pc:sldChg chg="addSp modSp mod">
        <pc:chgData name="Nick Kuhle" userId="f27db36f-182d-4640-b8bc-06fe9dbef6f4" providerId="ADAL" clId="{29BB509D-7FDE-5A07-AB8B-9AEC61666677}" dt="2026-04-27T15:22:47.268" v="214" actId="207"/>
        <pc:sldMkLst>
          <pc:docMk/>
          <pc:sldMk cId="3817690726" sldId="300"/>
        </pc:sldMkLst>
        <pc:spChg chg="add mod">
          <ac:chgData name="Nick Kuhle" userId="f27db36f-182d-4640-b8bc-06fe9dbef6f4" providerId="ADAL" clId="{29BB509D-7FDE-5A07-AB8B-9AEC61666677}" dt="2026-04-27T15:22:47.268" v="214" actId="207"/>
          <ac:spMkLst>
            <pc:docMk/>
            <pc:sldMk cId="3817690726" sldId="300"/>
            <ac:spMk id="3" creationId="{2F99AD28-6C78-CA97-36FB-EC5B8C45D4D2}"/>
          </ac:spMkLst>
        </pc:spChg>
      </pc:sldChg>
    </pc:docChg>
  </pc:docChgLst>
  <pc:docChgLst>
    <pc:chgData name="Anshuman Nath" userId="S::anshuman.nath@rackspace.com::c05c3c85-26fd-4b59-8932-a76e100e8883" providerId="AD" clId="Web-{2831069D-04EE-8039-C50E-B0DAEF8E5787}"/>
    <pc:docChg chg="modSld">
      <pc:chgData name="Anshuman Nath" userId="S::anshuman.nath@rackspace.com::c05c3c85-26fd-4b59-8932-a76e100e8883" providerId="AD" clId="Web-{2831069D-04EE-8039-C50E-B0DAEF8E5787}" dt="2026-04-24T16:48:57.900" v="2"/>
      <pc:docMkLst>
        <pc:docMk/>
      </pc:docMkLst>
      <pc:sldChg chg="modSp">
        <pc:chgData name="Anshuman Nath" userId="S::anshuman.nath@rackspace.com::c05c3c85-26fd-4b59-8932-a76e100e8883" providerId="AD" clId="Web-{2831069D-04EE-8039-C50E-B0DAEF8E5787}" dt="2026-04-24T16:48:57.900" v="2"/>
        <pc:sldMkLst>
          <pc:docMk/>
          <pc:sldMk cId="3674622965" sldId="287"/>
        </pc:sldMkLst>
        <pc:graphicFrameChg chg="mod modGraphic">
          <ac:chgData name="Anshuman Nath" userId="S::anshuman.nath@rackspace.com::c05c3c85-26fd-4b59-8932-a76e100e8883" providerId="AD" clId="Web-{2831069D-04EE-8039-C50E-B0DAEF8E5787}" dt="2026-04-24T16:48:57.900" v="2"/>
          <ac:graphicFrameMkLst>
            <pc:docMk/>
            <pc:sldMk cId="3674622965" sldId="287"/>
            <ac:graphicFrameMk id="3" creationId="{18937DF5-DD1F-DF1B-BEC8-C5F931E0328F}"/>
          </ac:graphicFrameMkLst>
        </pc:graphicFrameChg>
      </pc:sldChg>
    </pc:docChg>
  </pc:docChgLst>
  <pc:docChgLst>
    <pc:chgData name="Vikram Somani" userId="S::vikram.somani@rackspace.com::1b5d53ca-beee-4594-a092-5aed354a342d" providerId="AD" clId="Web-{CBB4B3C3-50FB-7647-4991-79FF7AD7BAD1}"/>
    <pc:docChg chg="modSld sldOrd">
      <pc:chgData name="Vikram Somani" userId="S::vikram.somani@rackspace.com::1b5d53ca-beee-4594-a092-5aed354a342d" providerId="AD" clId="Web-{CBB4B3C3-50FB-7647-4991-79FF7AD7BAD1}" dt="2026-04-27T10:33:17.958" v="1203"/>
      <pc:docMkLst>
        <pc:docMk/>
      </pc:docMkLst>
      <pc:sldChg chg="modSp">
        <pc:chgData name="Vikram Somani" userId="S::vikram.somani@rackspace.com::1b5d53ca-beee-4594-a092-5aed354a342d" providerId="AD" clId="Web-{CBB4B3C3-50FB-7647-4991-79FF7AD7BAD1}" dt="2026-04-27T06:39:28.735" v="293" actId="20577"/>
        <pc:sldMkLst>
          <pc:docMk/>
          <pc:sldMk cId="686612715" sldId="270"/>
        </pc:sldMkLst>
        <pc:spChg chg="mod">
          <ac:chgData name="Vikram Somani" userId="S::vikram.somani@rackspace.com::1b5d53ca-beee-4594-a092-5aed354a342d" providerId="AD" clId="Web-{CBB4B3C3-50FB-7647-4991-79FF7AD7BAD1}" dt="2026-04-27T06:39:28.735" v="293" actId="20577"/>
          <ac:spMkLst>
            <pc:docMk/>
            <pc:sldMk cId="686612715" sldId="270"/>
            <ac:spMk id="18" creationId="{DBEF160F-8C1C-156D-03E1-11299B7CB912}"/>
          </ac:spMkLst>
        </pc:spChg>
      </pc:sldChg>
      <pc:sldChg chg="modSp">
        <pc:chgData name="Vikram Somani" userId="S::vikram.somani@rackspace.com::1b5d53ca-beee-4594-a092-5aed354a342d" providerId="AD" clId="Web-{CBB4B3C3-50FB-7647-4991-79FF7AD7BAD1}" dt="2026-04-27T06:44:53.816" v="318"/>
        <pc:sldMkLst>
          <pc:docMk/>
          <pc:sldMk cId="2183228781" sldId="272"/>
        </pc:sldMkLst>
        <pc:spChg chg="mod">
          <ac:chgData name="Vikram Somani" userId="S::vikram.somani@rackspace.com::1b5d53ca-beee-4594-a092-5aed354a342d" providerId="AD" clId="Web-{CBB4B3C3-50FB-7647-4991-79FF7AD7BAD1}" dt="2026-04-27T06:44:40.035" v="316" actId="1076"/>
          <ac:spMkLst>
            <pc:docMk/>
            <pc:sldMk cId="2183228781" sldId="272"/>
            <ac:spMk id="13" creationId="{AA1001CF-DADD-075D-1920-0E72970B48B1}"/>
          </ac:spMkLst>
        </pc:spChg>
        <pc:grpChg chg="mod">
          <ac:chgData name="Vikram Somani" userId="S::vikram.somani@rackspace.com::1b5d53ca-beee-4594-a092-5aed354a342d" providerId="AD" clId="Web-{CBB4B3C3-50FB-7647-4991-79FF7AD7BAD1}" dt="2026-04-27T06:44:04.597" v="314" actId="14100"/>
          <ac:grpSpMkLst>
            <pc:docMk/>
            <pc:sldMk cId="2183228781" sldId="272"/>
            <ac:grpSpMk id="3" creationId="{824CD360-3A4A-CDB7-9F7C-88F19624B966}"/>
          </ac:grpSpMkLst>
        </pc:grpChg>
        <pc:picChg chg="mod modCrop">
          <ac:chgData name="Vikram Somani" userId="S::vikram.somani@rackspace.com::1b5d53ca-beee-4594-a092-5aed354a342d" providerId="AD" clId="Web-{CBB4B3C3-50FB-7647-4991-79FF7AD7BAD1}" dt="2026-04-27T06:44:53.816" v="318"/>
          <ac:picMkLst>
            <pc:docMk/>
            <pc:sldMk cId="2183228781" sldId="272"/>
            <ac:picMk id="14" creationId="{F341D167-7D46-E7AA-B4E4-55F47D3C3E70}"/>
          </ac:picMkLst>
        </pc:picChg>
      </pc:sldChg>
      <pc:sldChg chg="modSp">
        <pc:chgData name="Vikram Somani" userId="S::vikram.somani@rackspace.com::1b5d53ca-beee-4594-a092-5aed354a342d" providerId="AD" clId="Web-{CBB4B3C3-50FB-7647-4991-79FF7AD7BAD1}" dt="2026-04-27T06:29:41.481" v="1" actId="14100"/>
        <pc:sldMkLst>
          <pc:docMk/>
          <pc:sldMk cId="483845317" sldId="279"/>
        </pc:sldMkLst>
        <pc:spChg chg="mod">
          <ac:chgData name="Vikram Somani" userId="S::vikram.somani@rackspace.com::1b5d53ca-beee-4594-a092-5aed354a342d" providerId="AD" clId="Web-{CBB4B3C3-50FB-7647-4991-79FF7AD7BAD1}" dt="2026-04-27T06:29:41.481" v="1" actId="14100"/>
          <ac:spMkLst>
            <pc:docMk/>
            <pc:sldMk cId="483845317" sldId="279"/>
            <ac:spMk id="6" creationId="{354FA8DB-1B72-3A09-FC03-8E9E1BFA6B72}"/>
          </ac:spMkLst>
        </pc:spChg>
      </pc:sldChg>
      <pc:sldChg chg="modSp">
        <pc:chgData name="Vikram Somani" userId="S::vikram.somani@rackspace.com::1b5d53ca-beee-4594-a092-5aed354a342d" providerId="AD" clId="Web-{CBB4B3C3-50FB-7647-4991-79FF7AD7BAD1}" dt="2026-04-27T06:29:58.481" v="3" actId="14100"/>
        <pc:sldMkLst>
          <pc:docMk/>
          <pc:sldMk cId="2612447691" sldId="280"/>
        </pc:sldMkLst>
        <pc:spChg chg="mod">
          <ac:chgData name="Vikram Somani" userId="S::vikram.somani@rackspace.com::1b5d53ca-beee-4594-a092-5aed354a342d" providerId="AD" clId="Web-{CBB4B3C3-50FB-7647-4991-79FF7AD7BAD1}" dt="2026-04-27T06:29:58.481" v="3" actId="14100"/>
          <ac:spMkLst>
            <pc:docMk/>
            <pc:sldMk cId="2612447691" sldId="280"/>
            <ac:spMk id="3" creationId="{978A4662-A97E-CABF-4174-13351A59134F}"/>
          </ac:spMkLst>
        </pc:spChg>
      </pc:sldChg>
      <pc:sldChg chg="modSp">
        <pc:chgData name="Vikram Somani" userId="S::vikram.somani@rackspace.com::1b5d53ca-beee-4594-a092-5aed354a342d" providerId="AD" clId="Web-{CBB4B3C3-50FB-7647-4991-79FF7AD7BAD1}" dt="2026-04-27T10:33:17.958" v="1203"/>
        <pc:sldMkLst>
          <pc:docMk/>
          <pc:sldMk cId="3718290946" sldId="288"/>
        </pc:sldMkLst>
        <pc:graphicFrameChg chg="mod modGraphic">
          <ac:chgData name="Vikram Somani" userId="S::vikram.somani@rackspace.com::1b5d53ca-beee-4594-a092-5aed354a342d" providerId="AD" clId="Web-{CBB4B3C3-50FB-7647-4991-79FF7AD7BAD1}" dt="2026-04-27T10:33:17.958" v="1203"/>
          <ac:graphicFrameMkLst>
            <pc:docMk/>
            <pc:sldMk cId="3718290946" sldId="288"/>
            <ac:graphicFrameMk id="6" creationId="{DFEAFBD0-B91A-6083-759D-B32598539DD2}"/>
          </ac:graphicFrameMkLst>
        </pc:graphicFrameChg>
      </pc:sldChg>
      <pc:sldChg chg="modSp">
        <pc:chgData name="Vikram Somani" userId="S::vikram.somani@rackspace.com::1b5d53ca-beee-4594-a092-5aed354a342d" providerId="AD" clId="Web-{CBB4B3C3-50FB-7647-4991-79FF7AD7BAD1}" dt="2026-04-27T06:41:46.845" v="305" actId="20577"/>
        <pc:sldMkLst>
          <pc:docMk/>
          <pc:sldMk cId="2961218594" sldId="290"/>
        </pc:sldMkLst>
        <pc:spChg chg="mod">
          <ac:chgData name="Vikram Somani" userId="S::vikram.somani@rackspace.com::1b5d53ca-beee-4594-a092-5aed354a342d" providerId="AD" clId="Web-{CBB4B3C3-50FB-7647-4991-79FF7AD7BAD1}" dt="2026-04-27T06:41:42.080" v="303" actId="20577"/>
          <ac:spMkLst>
            <pc:docMk/>
            <pc:sldMk cId="2961218594" sldId="290"/>
            <ac:spMk id="2" creationId="{D1AE85BF-0870-686A-9C6D-DA40CBE782A1}"/>
          </ac:spMkLst>
        </pc:spChg>
        <pc:spChg chg="mod">
          <ac:chgData name="Vikram Somani" userId="S::vikram.somani@rackspace.com::1b5d53ca-beee-4594-a092-5aed354a342d" providerId="AD" clId="Web-{CBB4B3C3-50FB-7647-4991-79FF7AD7BAD1}" dt="2026-04-27T06:41:46.845" v="305" actId="20577"/>
          <ac:spMkLst>
            <pc:docMk/>
            <pc:sldMk cId="2961218594" sldId="290"/>
            <ac:spMk id="6" creationId="{B9C95ECD-5ACA-A985-AA1A-C8346EAA8578}"/>
          </ac:spMkLst>
        </pc:spChg>
      </pc:sldChg>
      <pc:sldChg chg="ord">
        <pc:chgData name="Vikram Somani" userId="S::vikram.somani@rackspace.com::1b5d53ca-beee-4594-a092-5aed354a342d" providerId="AD" clId="Web-{CBB4B3C3-50FB-7647-4991-79FF7AD7BAD1}" dt="2026-04-27T06:46:24.692" v="319"/>
        <pc:sldMkLst>
          <pc:docMk/>
          <pc:sldMk cId="3187314457" sldId="299"/>
        </pc:sldMkLst>
      </pc:sldChg>
    </pc:docChg>
  </pc:docChgLst>
  <pc:docChgLst>
    <pc:chgData name="Matthew Wright" userId="0d3ab189-59d5-47dc-8275-9fbc0b028d65" providerId="ADAL" clId="{0BBBD80D-67B7-4BD4-85F5-752FFF4CAD6B}"/>
    <pc:docChg chg="undo custSel addSld delSld modSld sldOrd modSection">
      <pc:chgData name="Matthew Wright" userId="0d3ab189-59d5-47dc-8275-9fbc0b028d65" providerId="ADAL" clId="{0BBBD80D-67B7-4BD4-85F5-752FFF4CAD6B}" dt="2026-04-27T17:28:29.321" v="2530" actId="14100"/>
      <pc:docMkLst>
        <pc:docMk/>
      </pc:docMkLst>
      <pc:sldChg chg="addSp modSp mod">
        <pc:chgData name="Matthew Wright" userId="0d3ab189-59d5-47dc-8275-9fbc0b028d65" providerId="ADAL" clId="{0BBBD80D-67B7-4BD4-85F5-752FFF4CAD6B}" dt="2026-04-24T21:00:27.186" v="547" actId="6549"/>
        <pc:sldMkLst>
          <pc:docMk/>
          <pc:sldMk cId="1607316324" sldId="257"/>
        </pc:sldMkLst>
        <pc:spChg chg="mod">
          <ac:chgData name="Matthew Wright" userId="0d3ab189-59d5-47dc-8275-9fbc0b028d65" providerId="ADAL" clId="{0BBBD80D-67B7-4BD4-85F5-752FFF4CAD6B}" dt="2026-04-24T21:00:27.186" v="547" actId="6549"/>
          <ac:spMkLst>
            <pc:docMk/>
            <pc:sldMk cId="1607316324" sldId="257"/>
            <ac:spMk id="7" creationId="{C025BC2F-6F2A-8421-D263-916FA05BF815}"/>
          </ac:spMkLst>
        </pc:spChg>
      </pc:sldChg>
      <pc:sldChg chg="modSp mod">
        <pc:chgData name="Matthew Wright" userId="0d3ab189-59d5-47dc-8275-9fbc0b028d65" providerId="ADAL" clId="{0BBBD80D-67B7-4BD4-85F5-752FFF4CAD6B}" dt="2026-04-24T22:26:27.318" v="1057" actId="12788"/>
        <pc:sldMkLst>
          <pc:docMk/>
          <pc:sldMk cId="920250159" sldId="263"/>
        </pc:sldMkLst>
        <pc:spChg chg="mod">
          <ac:chgData name="Matthew Wright" userId="0d3ab189-59d5-47dc-8275-9fbc0b028d65" providerId="ADAL" clId="{0BBBD80D-67B7-4BD4-85F5-752FFF4CAD6B}" dt="2026-04-24T22:26:27.318" v="1057" actId="12788"/>
          <ac:spMkLst>
            <pc:docMk/>
            <pc:sldMk cId="920250159" sldId="263"/>
            <ac:spMk id="5" creationId="{82D513FF-B00A-40DF-129C-A0FFB6386A35}"/>
          </ac:spMkLst>
        </pc:spChg>
        <pc:spChg chg="mod">
          <ac:chgData name="Matthew Wright" userId="0d3ab189-59d5-47dc-8275-9fbc0b028d65" providerId="ADAL" clId="{0BBBD80D-67B7-4BD4-85F5-752FFF4CAD6B}" dt="2026-04-24T22:26:27.318" v="1057" actId="12788"/>
          <ac:spMkLst>
            <pc:docMk/>
            <pc:sldMk cId="920250159" sldId="263"/>
            <ac:spMk id="10" creationId="{2F2D2127-655F-F591-733D-E01168C47954}"/>
          </ac:spMkLst>
        </pc:spChg>
        <pc:spChg chg="mod">
          <ac:chgData name="Matthew Wright" userId="0d3ab189-59d5-47dc-8275-9fbc0b028d65" providerId="ADAL" clId="{0BBBD80D-67B7-4BD4-85F5-752FFF4CAD6B}" dt="2026-04-24T22:26:27.318" v="1057" actId="12788"/>
          <ac:spMkLst>
            <pc:docMk/>
            <pc:sldMk cId="920250159" sldId="263"/>
            <ac:spMk id="11" creationId="{217EB05A-69A4-D326-A73A-21567D369B1C}"/>
          </ac:spMkLst>
        </pc:spChg>
      </pc:sldChg>
      <pc:sldChg chg="delSp modSp add mod">
        <pc:chgData name="Matthew Wright" userId="0d3ab189-59d5-47dc-8275-9fbc0b028d65" providerId="ADAL" clId="{0BBBD80D-67B7-4BD4-85F5-752FFF4CAD6B}" dt="2026-04-24T22:25:41.725" v="1044" actId="12788"/>
        <pc:sldMkLst>
          <pc:docMk/>
          <pc:sldMk cId="1097977507" sldId="265"/>
        </pc:sldMkLst>
      </pc:sldChg>
      <pc:sldChg chg="modSp add mod">
        <pc:chgData name="Matthew Wright" userId="0d3ab189-59d5-47dc-8275-9fbc0b028d65" providerId="ADAL" clId="{0BBBD80D-67B7-4BD4-85F5-752FFF4CAD6B}" dt="2026-04-27T11:22:11.988" v="2354" actId="20577"/>
        <pc:sldMkLst>
          <pc:docMk/>
          <pc:sldMk cId="1748632641" sldId="267"/>
        </pc:sldMkLst>
        <pc:spChg chg="mod">
          <ac:chgData name="Matthew Wright" userId="0d3ab189-59d5-47dc-8275-9fbc0b028d65" providerId="ADAL" clId="{0BBBD80D-67B7-4BD4-85F5-752FFF4CAD6B}" dt="2026-04-24T22:25:22.343" v="1039"/>
          <ac:spMkLst>
            <pc:docMk/>
            <pc:sldMk cId="1748632641" sldId="267"/>
            <ac:spMk id="5" creationId="{49B48473-C0F9-3100-D80C-F19F0DF19BD7}"/>
          </ac:spMkLst>
        </pc:spChg>
        <pc:spChg chg="mod">
          <ac:chgData name="Matthew Wright" userId="0d3ab189-59d5-47dc-8275-9fbc0b028d65" providerId="ADAL" clId="{0BBBD80D-67B7-4BD4-85F5-752FFF4CAD6B}" dt="2026-04-27T11:22:11.988" v="2354" actId="20577"/>
          <ac:spMkLst>
            <pc:docMk/>
            <pc:sldMk cId="1748632641" sldId="267"/>
            <ac:spMk id="6" creationId="{9B582F84-8075-BA1E-994A-7559FBAD14C6}"/>
          </ac:spMkLst>
        </pc:spChg>
        <pc:spChg chg="mod">
          <ac:chgData name="Matthew Wright" userId="0d3ab189-59d5-47dc-8275-9fbc0b028d65" providerId="ADAL" clId="{0BBBD80D-67B7-4BD4-85F5-752FFF4CAD6B}" dt="2026-04-24T22:25:28.965" v="1041" actId="122"/>
          <ac:spMkLst>
            <pc:docMk/>
            <pc:sldMk cId="1748632641" sldId="267"/>
            <ac:spMk id="10" creationId="{A0BCA0D2-2FF2-9541-8B80-A50A090264BD}"/>
          </ac:spMkLst>
        </pc:spChg>
      </pc:sldChg>
      <pc:sldChg chg="modSp">
        <pc:chgData name="Matthew Wright" userId="0d3ab189-59d5-47dc-8275-9fbc0b028d65" providerId="ADAL" clId="{0BBBD80D-67B7-4BD4-85F5-752FFF4CAD6B}" dt="2026-04-26T21:33:43.350" v="1315" actId="1076"/>
        <pc:sldMkLst>
          <pc:docMk/>
          <pc:sldMk cId="1692466608" sldId="268"/>
        </pc:sldMkLst>
        <pc:spChg chg="mod">
          <ac:chgData name="Matthew Wright" userId="0d3ab189-59d5-47dc-8275-9fbc0b028d65" providerId="ADAL" clId="{0BBBD80D-67B7-4BD4-85F5-752FFF4CAD6B}" dt="2026-04-26T21:33:43.350" v="1315" actId="1076"/>
          <ac:spMkLst>
            <pc:docMk/>
            <pc:sldMk cId="1692466608" sldId="268"/>
            <ac:spMk id="7" creationId="{DE7B44DA-81F3-178E-AF4B-06827457572D}"/>
          </ac:spMkLst>
        </pc:spChg>
        <pc:spChg chg="mod">
          <ac:chgData name="Matthew Wright" userId="0d3ab189-59d5-47dc-8275-9fbc0b028d65" providerId="ADAL" clId="{0BBBD80D-67B7-4BD4-85F5-752FFF4CAD6B}" dt="2026-04-26T21:33:43.350" v="1315" actId="1076"/>
          <ac:spMkLst>
            <pc:docMk/>
            <pc:sldMk cId="1692466608" sldId="268"/>
            <ac:spMk id="8" creationId="{6E9343AF-1A28-7FF6-5FF1-C31C015D79C7}"/>
          </ac:spMkLst>
        </pc:spChg>
        <pc:spChg chg="mod">
          <ac:chgData name="Matthew Wright" userId="0d3ab189-59d5-47dc-8275-9fbc0b028d65" providerId="ADAL" clId="{0BBBD80D-67B7-4BD4-85F5-752FFF4CAD6B}" dt="2026-04-26T21:33:43.350" v="1315" actId="1076"/>
          <ac:spMkLst>
            <pc:docMk/>
            <pc:sldMk cId="1692466608" sldId="268"/>
            <ac:spMk id="9" creationId="{B9E6B41B-0856-E0CF-9906-8ED6C8773124}"/>
          </ac:spMkLst>
        </pc:spChg>
        <pc:spChg chg="mod">
          <ac:chgData name="Matthew Wright" userId="0d3ab189-59d5-47dc-8275-9fbc0b028d65" providerId="ADAL" clId="{0BBBD80D-67B7-4BD4-85F5-752FFF4CAD6B}" dt="2026-04-26T21:33:43.350" v="1315" actId="1076"/>
          <ac:spMkLst>
            <pc:docMk/>
            <pc:sldMk cId="1692466608" sldId="268"/>
            <ac:spMk id="10" creationId="{6AC559A2-12A5-9C48-EF95-1D0406C6AC28}"/>
          </ac:spMkLst>
        </pc:spChg>
        <pc:grpChg chg="mod">
          <ac:chgData name="Matthew Wright" userId="0d3ab189-59d5-47dc-8275-9fbc0b028d65" providerId="ADAL" clId="{0BBBD80D-67B7-4BD4-85F5-752FFF4CAD6B}" dt="2026-04-26T21:33:43.350" v="1315" actId="1076"/>
          <ac:grpSpMkLst>
            <pc:docMk/>
            <pc:sldMk cId="1692466608" sldId="268"/>
            <ac:grpSpMk id="11" creationId="{FBFB324B-5049-A1B5-6349-56883A670BAD}"/>
          </ac:grpSpMkLst>
        </pc:grpChg>
        <pc:picChg chg="mod">
          <ac:chgData name="Matthew Wright" userId="0d3ab189-59d5-47dc-8275-9fbc0b028d65" providerId="ADAL" clId="{0BBBD80D-67B7-4BD4-85F5-752FFF4CAD6B}" dt="2026-04-26T21:33:43.350" v="1315" actId="1076"/>
          <ac:picMkLst>
            <pc:docMk/>
            <pc:sldMk cId="1692466608" sldId="268"/>
            <ac:picMk id="2050" creationId="{D7E07952-CC33-08EA-E3AC-08D82DFC23B0}"/>
          </ac:picMkLst>
        </pc:picChg>
      </pc:sldChg>
      <pc:sldChg chg="modSp mod">
        <pc:chgData name="Matthew Wright" userId="0d3ab189-59d5-47dc-8275-9fbc0b028d65" providerId="ADAL" clId="{0BBBD80D-67B7-4BD4-85F5-752FFF4CAD6B}" dt="2026-04-27T11:21:56.719" v="2336" actId="20577"/>
        <pc:sldMkLst>
          <pc:docMk/>
          <pc:sldMk cId="686612715" sldId="270"/>
        </pc:sldMkLst>
        <pc:spChg chg="mod">
          <ac:chgData name="Matthew Wright" userId="0d3ab189-59d5-47dc-8275-9fbc0b028d65" providerId="ADAL" clId="{0BBBD80D-67B7-4BD4-85F5-752FFF4CAD6B}" dt="2026-04-27T11:21:56.719" v="2336" actId="20577"/>
          <ac:spMkLst>
            <pc:docMk/>
            <pc:sldMk cId="686612715" sldId="270"/>
            <ac:spMk id="11" creationId="{E1907E8D-B628-F175-3FEB-B9BB65AFB266}"/>
          </ac:spMkLst>
        </pc:spChg>
        <pc:graphicFrameChg chg="mod modGraphic">
          <ac:chgData name="Matthew Wright" userId="0d3ab189-59d5-47dc-8275-9fbc0b028d65" providerId="ADAL" clId="{0BBBD80D-67B7-4BD4-85F5-752FFF4CAD6B}" dt="2026-04-27T00:06:10.539" v="1642"/>
          <ac:graphicFrameMkLst>
            <pc:docMk/>
            <pc:sldMk cId="686612715" sldId="270"/>
            <ac:graphicFrameMk id="20" creationId="{B41B91A8-2F4A-AECE-3B4A-D12DC615055C}"/>
          </ac:graphicFrameMkLst>
        </pc:graphicFrameChg>
      </pc:sldChg>
      <pc:sldChg chg="modSp mod">
        <pc:chgData name="Matthew Wright" userId="0d3ab189-59d5-47dc-8275-9fbc0b028d65" providerId="ADAL" clId="{0BBBD80D-67B7-4BD4-85F5-752FFF4CAD6B}" dt="2026-04-24T22:26:18.760" v="1054" actId="242"/>
        <pc:sldMkLst>
          <pc:docMk/>
          <pc:sldMk cId="3422648836" sldId="273"/>
        </pc:sldMkLst>
        <pc:spChg chg="mod">
          <ac:chgData name="Matthew Wright" userId="0d3ab189-59d5-47dc-8275-9fbc0b028d65" providerId="ADAL" clId="{0BBBD80D-67B7-4BD4-85F5-752FFF4CAD6B}" dt="2026-04-24T22:26:18.760" v="1054" actId="242"/>
          <ac:spMkLst>
            <pc:docMk/>
            <pc:sldMk cId="3422648836" sldId="273"/>
            <ac:spMk id="5" creationId="{C0AFC1E8-80C3-1FEA-E817-5BCA167A11AE}"/>
          </ac:spMkLst>
        </pc:spChg>
        <pc:spChg chg="mod">
          <ac:chgData name="Matthew Wright" userId="0d3ab189-59d5-47dc-8275-9fbc0b028d65" providerId="ADAL" clId="{0BBBD80D-67B7-4BD4-85F5-752FFF4CAD6B}" dt="2026-04-24T22:26:18.760" v="1054" actId="242"/>
          <ac:spMkLst>
            <pc:docMk/>
            <pc:sldMk cId="3422648836" sldId="273"/>
            <ac:spMk id="10" creationId="{10A5E33C-0BFA-EC8A-D7F8-5970D7504587}"/>
          </ac:spMkLst>
        </pc:spChg>
        <pc:spChg chg="mod">
          <ac:chgData name="Matthew Wright" userId="0d3ab189-59d5-47dc-8275-9fbc0b028d65" providerId="ADAL" clId="{0BBBD80D-67B7-4BD4-85F5-752FFF4CAD6B}" dt="2026-04-24T22:26:18.760" v="1054" actId="242"/>
          <ac:spMkLst>
            <pc:docMk/>
            <pc:sldMk cId="3422648836" sldId="273"/>
            <ac:spMk id="11" creationId="{140124A3-55D8-62A8-116D-F78B1CC5F528}"/>
          </ac:spMkLst>
        </pc:spChg>
      </pc:sldChg>
      <pc:sldChg chg="modSp mod">
        <pc:chgData name="Matthew Wright" userId="0d3ab189-59d5-47dc-8275-9fbc0b028d65" providerId="ADAL" clId="{0BBBD80D-67B7-4BD4-85F5-752FFF4CAD6B}" dt="2026-04-24T22:25:54.121" v="1047" actId="242"/>
        <pc:sldMkLst>
          <pc:docMk/>
          <pc:sldMk cId="1101885496" sldId="274"/>
        </pc:sldMkLst>
        <pc:spChg chg="mod">
          <ac:chgData name="Matthew Wright" userId="0d3ab189-59d5-47dc-8275-9fbc0b028d65" providerId="ADAL" clId="{0BBBD80D-67B7-4BD4-85F5-752FFF4CAD6B}" dt="2026-04-24T22:25:54.121" v="1047" actId="242"/>
          <ac:spMkLst>
            <pc:docMk/>
            <pc:sldMk cId="1101885496" sldId="274"/>
            <ac:spMk id="5" creationId="{22EC0FDB-92C4-2562-4312-1B91EDEF0FF1}"/>
          </ac:spMkLst>
        </pc:spChg>
        <pc:spChg chg="mod">
          <ac:chgData name="Matthew Wright" userId="0d3ab189-59d5-47dc-8275-9fbc0b028d65" providerId="ADAL" clId="{0BBBD80D-67B7-4BD4-85F5-752FFF4CAD6B}" dt="2026-04-24T22:25:54.121" v="1047" actId="242"/>
          <ac:spMkLst>
            <pc:docMk/>
            <pc:sldMk cId="1101885496" sldId="274"/>
            <ac:spMk id="10" creationId="{446ED16C-C1C2-BAB0-FB43-81EBD1ACAF18}"/>
          </ac:spMkLst>
        </pc:spChg>
        <pc:spChg chg="mod">
          <ac:chgData name="Matthew Wright" userId="0d3ab189-59d5-47dc-8275-9fbc0b028d65" providerId="ADAL" clId="{0BBBD80D-67B7-4BD4-85F5-752FFF4CAD6B}" dt="2026-04-24T22:25:54.121" v="1047" actId="242"/>
          <ac:spMkLst>
            <pc:docMk/>
            <pc:sldMk cId="1101885496" sldId="274"/>
            <ac:spMk id="11" creationId="{A0001C9D-A988-EF47-7F87-621498DD55BC}"/>
          </ac:spMkLst>
        </pc:spChg>
      </pc:sldChg>
      <pc:sldChg chg="addSp modSp mod">
        <pc:chgData name="Matthew Wright" userId="0d3ab189-59d5-47dc-8275-9fbc0b028d65" providerId="ADAL" clId="{0BBBD80D-67B7-4BD4-85F5-752FFF4CAD6B}" dt="2026-04-27T17:28:29.321" v="2530" actId="14100"/>
        <pc:sldMkLst>
          <pc:docMk/>
          <pc:sldMk cId="2464234247" sldId="275"/>
        </pc:sldMkLst>
        <pc:spChg chg="add mod">
          <ac:chgData name="Matthew Wright" userId="0d3ab189-59d5-47dc-8275-9fbc0b028d65" providerId="ADAL" clId="{0BBBD80D-67B7-4BD4-85F5-752FFF4CAD6B}" dt="2026-04-27T17:28:29.321" v="2530" actId="14100"/>
          <ac:spMkLst>
            <pc:docMk/>
            <pc:sldMk cId="2464234247" sldId="275"/>
            <ac:spMk id="10" creationId="{454D38BA-C297-CCCE-FF24-8F6029B0C45F}"/>
          </ac:spMkLst>
        </pc:spChg>
      </pc:sldChg>
      <pc:sldChg chg="addSp delSp modSp mod ord delAnim modAnim">
        <pc:chgData name="Matthew Wright" userId="0d3ab189-59d5-47dc-8275-9fbc0b028d65" providerId="ADAL" clId="{0BBBD80D-67B7-4BD4-85F5-752FFF4CAD6B}" dt="2026-04-24T21:26:13.672" v="803" actId="20577"/>
        <pc:sldMkLst>
          <pc:docMk/>
          <pc:sldMk cId="1501131436" sldId="276"/>
        </pc:sldMkLst>
        <pc:spChg chg="add mod">
          <ac:chgData name="Matthew Wright" userId="0d3ab189-59d5-47dc-8275-9fbc0b028d65" providerId="ADAL" clId="{0BBBD80D-67B7-4BD4-85F5-752FFF4CAD6B}" dt="2026-04-24T21:21:49.751" v="721"/>
          <ac:spMkLst>
            <pc:docMk/>
            <pc:sldMk cId="1501131436" sldId="276"/>
            <ac:spMk id="10" creationId="{8DB83E1D-32A4-5CC2-01F5-208E0A34306B}"/>
          </ac:spMkLst>
        </pc:spChg>
      </pc:sldChg>
      <pc:sldChg chg="addSp delSp modSp add mod delAnim">
        <pc:chgData name="Matthew Wright" userId="0d3ab189-59d5-47dc-8275-9fbc0b028d65" providerId="ADAL" clId="{0BBBD80D-67B7-4BD4-85F5-752FFF4CAD6B}" dt="2026-04-24T21:35:37.759" v="827" actId="1076"/>
        <pc:sldMkLst>
          <pc:docMk/>
          <pc:sldMk cId="483845317" sldId="279"/>
        </pc:sldMkLst>
        <pc:spChg chg="mod">
          <ac:chgData name="Matthew Wright" userId="0d3ab189-59d5-47dc-8275-9fbc0b028d65" providerId="ADAL" clId="{0BBBD80D-67B7-4BD4-85F5-752FFF4CAD6B}" dt="2026-04-24T21:24:04.287" v="797" actId="20577"/>
          <ac:spMkLst>
            <pc:docMk/>
            <pc:sldMk cId="483845317" sldId="279"/>
            <ac:spMk id="4" creationId="{01706005-CBDB-2C90-A769-B50096904A82}"/>
          </ac:spMkLst>
        </pc:spChg>
        <pc:spChg chg="add mod">
          <ac:chgData name="Matthew Wright" userId="0d3ab189-59d5-47dc-8275-9fbc0b028d65" providerId="ADAL" clId="{0BBBD80D-67B7-4BD4-85F5-752FFF4CAD6B}" dt="2026-04-24T21:35:37.759" v="827" actId="1076"/>
          <ac:spMkLst>
            <pc:docMk/>
            <pc:sldMk cId="483845317" sldId="279"/>
            <ac:spMk id="6" creationId="{354FA8DB-1B72-3A09-FC03-8E9E1BFA6B72}"/>
          </ac:spMkLst>
        </pc:spChg>
      </pc:sldChg>
      <pc:sldChg chg="addSp modSp mod">
        <pc:chgData name="Matthew Wright" userId="0d3ab189-59d5-47dc-8275-9fbc0b028d65" providerId="ADAL" clId="{0BBBD80D-67B7-4BD4-85F5-752FFF4CAD6B}" dt="2026-04-24T21:15:45.174" v="598" actId="113"/>
        <pc:sldMkLst>
          <pc:docMk/>
          <pc:sldMk cId="2612447691" sldId="280"/>
        </pc:sldMkLst>
        <pc:spChg chg="mod">
          <ac:chgData name="Matthew Wright" userId="0d3ab189-59d5-47dc-8275-9fbc0b028d65" providerId="ADAL" clId="{0BBBD80D-67B7-4BD4-85F5-752FFF4CAD6B}" dt="2026-04-24T21:15:45.174" v="598" actId="113"/>
          <ac:spMkLst>
            <pc:docMk/>
            <pc:sldMk cId="2612447691" sldId="280"/>
            <ac:spMk id="3" creationId="{978A4662-A97E-CABF-4174-13351A59134F}"/>
          </ac:spMkLst>
        </pc:spChg>
        <pc:spChg chg="mod">
          <ac:chgData name="Matthew Wright" userId="0d3ab189-59d5-47dc-8275-9fbc0b028d65" providerId="ADAL" clId="{0BBBD80D-67B7-4BD4-85F5-752FFF4CAD6B}" dt="2026-04-24T20:48:44.668" v="507" actId="20577"/>
          <ac:spMkLst>
            <pc:docMk/>
            <pc:sldMk cId="2612447691" sldId="280"/>
            <ac:spMk id="4" creationId="{19060D72-9180-46BD-B82D-F1C6BC1DAFF1}"/>
          </ac:spMkLst>
        </pc:spChg>
      </pc:sldChg>
      <pc:sldChg chg="modSp del mod">
        <pc:chgData name="Matthew Wright" userId="0d3ab189-59d5-47dc-8275-9fbc0b028d65" providerId="ADAL" clId="{0BBBD80D-67B7-4BD4-85F5-752FFF4CAD6B}" dt="2026-04-27T09:13:48.157" v="1752" actId="47"/>
        <pc:sldMkLst>
          <pc:docMk/>
          <pc:sldMk cId="1716175818" sldId="281"/>
        </pc:sldMkLst>
      </pc:sldChg>
      <pc:sldChg chg="modSp mod">
        <pc:chgData name="Matthew Wright" userId="0d3ab189-59d5-47dc-8275-9fbc0b028d65" providerId="ADAL" clId="{0BBBD80D-67B7-4BD4-85F5-752FFF4CAD6B}" dt="2026-04-23T08:37:09.851" v="3" actId="20577"/>
        <pc:sldMkLst>
          <pc:docMk/>
          <pc:sldMk cId="4240702355" sldId="283"/>
        </pc:sldMkLst>
        <pc:spChg chg="mod">
          <ac:chgData name="Matthew Wright" userId="0d3ab189-59d5-47dc-8275-9fbc0b028d65" providerId="ADAL" clId="{0BBBD80D-67B7-4BD4-85F5-752FFF4CAD6B}" dt="2026-04-23T08:37:09.851" v="3" actId="20577"/>
          <ac:spMkLst>
            <pc:docMk/>
            <pc:sldMk cId="4240702355" sldId="283"/>
            <ac:spMk id="3" creationId="{EAE1DFF3-C252-F86B-085F-D8DA7CDD85D1}"/>
          </ac:spMkLst>
        </pc:spChg>
      </pc:sldChg>
      <pc:sldChg chg="addSp delSp modSp add mod">
        <pc:chgData name="Matthew Wright" userId="0d3ab189-59d5-47dc-8275-9fbc0b028d65" providerId="ADAL" clId="{0BBBD80D-67B7-4BD4-85F5-752FFF4CAD6B}" dt="2026-04-24T22:27:00.650" v="1064" actId="12"/>
        <pc:sldMkLst>
          <pc:docMk/>
          <pc:sldMk cId="954823635" sldId="284"/>
        </pc:sldMkLst>
        <pc:spChg chg="add mod">
          <ac:chgData name="Matthew Wright" userId="0d3ab189-59d5-47dc-8275-9fbc0b028d65" providerId="ADAL" clId="{0BBBD80D-67B7-4BD4-85F5-752FFF4CAD6B}" dt="2026-04-24T22:27:00.650" v="1064" actId="12"/>
          <ac:spMkLst>
            <pc:docMk/>
            <pc:sldMk cId="954823635" sldId="284"/>
            <ac:spMk id="2" creationId="{9DD41177-087D-60A0-513D-BBE5EB9888B9}"/>
          </ac:spMkLst>
        </pc:spChg>
        <pc:spChg chg="mod">
          <ac:chgData name="Matthew Wright" userId="0d3ab189-59d5-47dc-8275-9fbc0b028d65" providerId="ADAL" clId="{0BBBD80D-67B7-4BD4-85F5-752FFF4CAD6B}" dt="2026-04-24T22:26:08.842" v="1051" actId="12788"/>
          <ac:spMkLst>
            <pc:docMk/>
            <pc:sldMk cId="954823635" sldId="284"/>
            <ac:spMk id="5" creationId="{EE7C44B1-04F3-C772-276F-F693E62C122D}"/>
          </ac:spMkLst>
        </pc:spChg>
        <pc:spChg chg="mod">
          <ac:chgData name="Matthew Wright" userId="0d3ab189-59d5-47dc-8275-9fbc0b028d65" providerId="ADAL" clId="{0BBBD80D-67B7-4BD4-85F5-752FFF4CAD6B}" dt="2026-04-24T21:38:54.579" v="840" actId="27636"/>
          <ac:spMkLst>
            <pc:docMk/>
            <pc:sldMk cId="954823635" sldId="284"/>
            <ac:spMk id="11" creationId="{D33EC3EB-83D5-A31C-4E49-8CC88D9E3AF3}"/>
          </ac:spMkLst>
        </pc:spChg>
      </pc:sldChg>
      <pc:sldChg chg="modSp add mod">
        <pc:chgData name="Matthew Wright" userId="0d3ab189-59d5-47dc-8275-9fbc0b028d65" providerId="ADAL" clId="{0BBBD80D-67B7-4BD4-85F5-752FFF4CAD6B}" dt="2026-04-26T21:20:00.269" v="1313"/>
        <pc:sldMkLst>
          <pc:docMk/>
          <pc:sldMk cId="479837967" sldId="285"/>
        </pc:sldMkLst>
        <pc:spChg chg="mod">
          <ac:chgData name="Matthew Wright" userId="0d3ab189-59d5-47dc-8275-9fbc0b028d65" providerId="ADAL" clId="{0BBBD80D-67B7-4BD4-85F5-752FFF4CAD6B}" dt="2026-04-26T21:20:00.269" v="1313"/>
          <ac:spMkLst>
            <pc:docMk/>
            <pc:sldMk cId="479837967" sldId="285"/>
            <ac:spMk id="6" creationId="{29441D17-5B5E-40C0-AB9C-ED7E0B812BAF}"/>
          </ac:spMkLst>
        </pc:spChg>
      </pc:sldChg>
      <pc:sldChg chg="modSp mod">
        <pc:chgData name="Matthew Wright" userId="0d3ab189-59d5-47dc-8275-9fbc0b028d65" providerId="ADAL" clId="{0BBBD80D-67B7-4BD4-85F5-752FFF4CAD6B}" dt="2026-04-27T14:57:56.045" v="2365" actId="13926"/>
        <pc:sldMkLst>
          <pc:docMk/>
          <pc:sldMk cId="591297672" sldId="288"/>
        </pc:sldMkLst>
        <pc:graphicFrameChg chg="modGraphic">
          <ac:chgData name="Matthew Wright" userId="0d3ab189-59d5-47dc-8275-9fbc0b028d65" providerId="ADAL" clId="{0BBBD80D-67B7-4BD4-85F5-752FFF4CAD6B}" dt="2026-04-27T14:57:56.045" v="2365" actId="13926"/>
          <ac:graphicFrameMkLst>
            <pc:docMk/>
            <pc:sldMk cId="591297672" sldId="288"/>
            <ac:graphicFrameMk id="6" creationId="{DFEAFBD0-B91A-6083-759D-B32598539DD2}"/>
          </ac:graphicFrameMkLst>
        </pc:graphicFrameChg>
      </pc:sldChg>
      <pc:sldChg chg="modSp mod">
        <pc:chgData name="Matthew Wright" userId="0d3ab189-59d5-47dc-8275-9fbc0b028d65" providerId="ADAL" clId="{0BBBD80D-67B7-4BD4-85F5-752FFF4CAD6B}" dt="2026-04-27T07:37:44.143" v="1644" actId="20577"/>
        <pc:sldMkLst>
          <pc:docMk/>
          <pc:sldMk cId="3718290946" sldId="288"/>
        </pc:sldMkLst>
        <pc:graphicFrameChg chg="modGraphic">
          <ac:chgData name="Matthew Wright" userId="0d3ab189-59d5-47dc-8275-9fbc0b028d65" providerId="ADAL" clId="{0BBBD80D-67B7-4BD4-85F5-752FFF4CAD6B}" dt="2026-04-27T07:37:44.143" v="1644" actId="20577"/>
          <ac:graphicFrameMkLst>
            <pc:docMk/>
            <pc:sldMk cId="3718290946" sldId="288"/>
            <ac:graphicFrameMk id="6" creationId="{DFEAFBD0-B91A-6083-759D-B32598539DD2}"/>
          </ac:graphicFrameMkLst>
        </pc:graphicFrameChg>
      </pc:sldChg>
      <pc:sldChg chg="modSp new mod ord">
        <pc:chgData name="Matthew Wright" userId="0d3ab189-59d5-47dc-8275-9fbc0b028d65" providerId="ADAL" clId="{0BBBD80D-67B7-4BD4-85F5-752FFF4CAD6B}" dt="2026-04-24T22:08:24.815" v="915" actId="20577"/>
        <pc:sldMkLst>
          <pc:docMk/>
          <pc:sldMk cId="1577834913" sldId="289"/>
        </pc:sldMkLst>
        <pc:spChg chg="mod">
          <ac:chgData name="Matthew Wright" userId="0d3ab189-59d5-47dc-8275-9fbc0b028d65" providerId="ADAL" clId="{0BBBD80D-67B7-4BD4-85F5-752FFF4CAD6B}" dt="2026-04-24T22:08:24.815" v="915" actId="20577"/>
          <ac:spMkLst>
            <pc:docMk/>
            <pc:sldMk cId="1577834913" sldId="289"/>
            <ac:spMk id="2" creationId="{28465375-A961-7714-5956-809E3B8349E6}"/>
          </ac:spMkLst>
        </pc:spChg>
        <pc:spChg chg="mod">
          <ac:chgData name="Matthew Wright" userId="0d3ab189-59d5-47dc-8275-9fbc0b028d65" providerId="ADAL" clId="{0BBBD80D-67B7-4BD4-85F5-752FFF4CAD6B}" dt="2026-04-24T22:06:06.274" v="890" actId="20577"/>
          <ac:spMkLst>
            <pc:docMk/>
            <pc:sldMk cId="1577834913" sldId="289"/>
            <ac:spMk id="3" creationId="{7287083A-3D1B-3AEC-5195-8F741B868695}"/>
          </ac:spMkLst>
        </pc:spChg>
      </pc:sldChg>
      <pc:sldChg chg="addSp modSp add mod">
        <pc:chgData name="Matthew Wright" userId="0d3ab189-59d5-47dc-8275-9fbc0b028d65" providerId="ADAL" clId="{0BBBD80D-67B7-4BD4-85F5-752FFF4CAD6B}" dt="2026-04-27T11:21:28.723" v="2316" actId="20577"/>
        <pc:sldMkLst>
          <pc:docMk/>
          <pc:sldMk cId="2961218594" sldId="290"/>
        </pc:sldMkLst>
        <pc:spChg chg="add mod">
          <ac:chgData name="Matthew Wright" userId="0d3ab189-59d5-47dc-8275-9fbc0b028d65" providerId="ADAL" clId="{0BBBD80D-67B7-4BD4-85F5-752FFF4CAD6B}" dt="2026-04-27T11:21:28.723" v="2316" actId="20577"/>
          <ac:spMkLst>
            <pc:docMk/>
            <pc:sldMk cId="2961218594" sldId="290"/>
            <ac:spMk id="2" creationId="{D1AE85BF-0870-686A-9C6D-DA40CBE782A1}"/>
          </ac:spMkLst>
        </pc:spChg>
        <pc:spChg chg="mod">
          <ac:chgData name="Matthew Wright" userId="0d3ab189-59d5-47dc-8275-9fbc0b028d65" providerId="ADAL" clId="{0BBBD80D-67B7-4BD4-85F5-752FFF4CAD6B}" dt="2026-04-26T21:20:00.269" v="1313"/>
          <ac:spMkLst>
            <pc:docMk/>
            <pc:sldMk cId="2961218594" sldId="290"/>
            <ac:spMk id="6" creationId="{B9C95ECD-5ACA-A985-AA1A-C8346EAA8578}"/>
          </ac:spMkLst>
        </pc:spChg>
      </pc:sldChg>
      <pc:sldChg chg="addSp delSp modSp add mod ord">
        <pc:chgData name="Matthew Wright" userId="0d3ab189-59d5-47dc-8275-9fbc0b028d65" providerId="ADAL" clId="{0BBBD80D-67B7-4BD4-85F5-752FFF4CAD6B}" dt="2026-04-27T11:21:01.538" v="2307" actId="20577"/>
        <pc:sldMkLst>
          <pc:docMk/>
          <pc:sldMk cId="1620268937" sldId="291"/>
        </pc:sldMkLst>
        <pc:spChg chg="mod">
          <ac:chgData name="Matthew Wright" userId="0d3ab189-59d5-47dc-8275-9fbc0b028d65" providerId="ADAL" clId="{0BBBD80D-67B7-4BD4-85F5-752FFF4CAD6B}" dt="2026-04-24T22:12:22.773" v="955"/>
          <ac:spMkLst>
            <pc:docMk/>
            <pc:sldMk cId="1620268937" sldId="291"/>
            <ac:spMk id="3" creationId="{5DA39FDD-DFD1-4323-C6D1-CA1E2F708BB9}"/>
          </ac:spMkLst>
        </pc:spChg>
        <pc:spChg chg="add mod">
          <ac:chgData name="Matthew Wright" userId="0d3ab189-59d5-47dc-8275-9fbc0b028d65" providerId="ADAL" clId="{0BBBD80D-67B7-4BD4-85F5-752FFF4CAD6B}" dt="2026-04-26T23:58:15.276" v="1325" actId="554"/>
          <ac:spMkLst>
            <pc:docMk/>
            <pc:sldMk cId="1620268937" sldId="291"/>
            <ac:spMk id="7" creationId="{BF387EBF-88D2-082D-F0FD-9CA5ABC0F945}"/>
          </ac:spMkLst>
        </pc:spChg>
        <pc:spChg chg="add mod">
          <ac:chgData name="Matthew Wright" userId="0d3ab189-59d5-47dc-8275-9fbc0b028d65" providerId="ADAL" clId="{0BBBD80D-67B7-4BD4-85F5-752FFF4CAD6B}" dt="2026-04-27T11:21:01.538" v="2307" actId="20577"/>
          <ac:spMkLst>
            <pc:docMk/>
            <pc:sldMk cId="1620268937" sldId="291"/>
            <ac:spMk id="8" creationId="{431BDF87-4EFA-497B-F5EA-F805C88273C2}"/>
          </ac:spMkLst>
        </pc:spChg>
      </pc:sldChg>
      <pc:sldChg chg="modSp add mod">
        <pc:chgData name="Matthew Wright" userId="0d3ab189-59d5-47dc-8275-9fbc0b028d65" providerId="ADAL" clId="{0BBBD80D-67B7-4BD4-85F5-752FFF4CAD6B}" dt="2026-04-24T22:30:53.883" v="1114" actId="5793"/>
        <pc:sldMkLst>
          <pc:docMk/>
          <pc:sldMk cId="1410413230" sldId="292"/>
        </pc:sldMkLst>
        <pc:spChg chg="mod">
          <ac:chgData name="Matthew Wright" userId="0d3ab189-59d5-47dc-8275-9fbc0b028d65" providerId="ADAL" clId="{0BBBD80D-67B7-4BD4-85F5-752FFF4CAD6B}" dt="2026-04-24T22:30:21.705" v="1105"/>
          <ac:spMkLst>
            <pc:docMk/>
            <pc:sldMk cId="1410413230" sldId="292"/>
            <ac:spMk id="5" creationId="{8F8FE1E0-BE6B-5CD7-6A97-344197DA7E54}"/>
          </ac:spMkLst>
        </pc:spChg>
        <pc:spChg chg="mod">
          <ac:chgData name="Matthew Wright" userId="0d3ab189-59d5-47dc-8275-9fbc0b028d65" providerId="ADAL" clId="{0BBBD80D-67B7-4BD4-85F5-752FFF4CAD6B}" dt="2026-04-24T22:30:53.883" v="1114" actId="5793"/>
          <ac:spMkLst>
            <pc:docMk/>
            <pc:sldMk cId="1410413230" sldId="292"/>
            <ac:spMk id="6" creationId="{EB7ADBED-5845-2955-16AA-D4BD4328EC82}"/>
          </ac:spMkLst>
        </pc:spChg>
        <pc:spChg chg="mod">
          <ac:chgData name="Matthew Wright" userId="0d3ab189-59d5-47dc-8275-9fbc0b028d65" providerId="ADAL" clId="{0BBBD80D-67B7-4BD4-85F5-752FFF4CAD6B}" dt="2026-04-24T22:30:26.830" v="1106"/>
          <ac:spMkLst>
            <pc:docMk/>
            <pc:sldMk cId="1410413230" sldId="292"/>
            <ac:spMk id="10" creationId="{4E65BEEF-32F8-0D83-D953-FAE80AAA90F0}"/>
          </ac:spMkLst>
        </pc:spChg>
      </pc:sldChg>
      <pc:sldChg chg="addSp delSp modSp add mod">
        <pc:chgData name="Matthew Wright" userId="0d3ab189-59d5-47dc-8275-9fbc0b028d65" providerId="ADAL" clId="{0BBBD80D-67B7-4BD4-85F5-752FFF4CAD6B}" dt="2026-04-24T22:32:30.568" v="1157" actId="1076"/>
        <pc:sldMkLst>
          <pc:docMk/>
          <pc:sldMk cId="2246743065" sldId="293"/>
        </pc:sldMkLst>
        <pc:spChg chg="add mod">
          <ac:chgData name="Matthew Wright" userId="0d3ab189-59d5-47dc-8275-9fbc0b028d65" providerId="ADAL" clId="{0BBBD80D-67B7-4BD4-85F5-752FFF4CAD6B}" dt="2026-04-24T22:32:30.568" v="1157" actId="1076"/>
          <ac:spMkLst>
            <pc:docMk/>
            <pc:sldMk cId="2246743065" sldId="293"/>
            <ac:spMk id="2" creationId="{C193EC8B-1C23-D119-528E-F70FE180230A}"/>
          </ac:spMkLst>
        </pc:spChg>
        <pc:spChg chg="add mod">
          <ac:chgData name="Matthew Wright" userId="0d3ab189-59d5-47dc-8275-9fbc0b028d65" providerId="ADAL" clId="{0BBBD80D-67B7-4BD4-85F5-752FFF4CAD6B}" dt="2026-04-24T22:32:30.568" v="1157" actId="1076"/>
          <ac:spMkLst>
            <pc:docMk/>
            <pc:sldMk cId="2246743065" sldId="293"/>
            <ac:spMk id="3" creationId="{58937000-C9B7-14D5-012B-AB7000F3396F}"/>
          </ac:spMkLst>
        </pc:spChg>
        <pc:spChg chg="mod">
          <ac:chgData name="Matthew Wright" userId="0d3ab189-59d5-47dc-8275-9fbc0b028d65" providerId="ADAL" clId="{0BBBD80D-67B7-4BD4-85F5-752FFF4CAD6B}" dt="2026-04-24T22:31:09.867" v="1115"/>
          <ac:spMkLst>
            <pc:docMk/>
            <pc:sldMk cId="2246743065" sldId="293"/>
            <ac:spMk id="5" creationId="{2E824F35-3346-0328-FEDC-239C9A47D41D}"/>
          </ac:spMkLst>
        </pc:spChg>
        <pc:spChg chg="add mod">
          <ac:chgData name="Matthew Wright" userId="0d3ab189-59d5-47dc-8275-9fbc0b028d65" providerId="ADAL" clId="{0BBBD80D-67B7-4BD4-85F5-752FFF4CAD6B}" dt="2026-04-24T22:32:26.660" v="1156" actId="14100"/>
          <ac:spMkLst>
            <pc:docMk/>
            <pc:sldMk cId="2246743065" sldId="293"/>
            <ac:spMk id="7" creationId="{61D5B0E8-340B-F60D-1B96-48C9715C90F0}"/>
          </ac:spMkLst>
        </pc:spChg>
        <pc:spChg chg="mod">
          <ac:chgData name="Matthew Wright" userId="0d3ab189-59d5-47dc-8275-9fbc0b028d65" providerId="ADAL" clId="{0BBBD80D-67B7-4BD4-85F5-752FFF4CAD6B}" dt="2026-04-24T22:31:17.876" v="1116"/>
          <ac:spMkLst>
            <pc:docMk/>
            <pc:sldMk cId="2246743065" sldId="293"/>
            <ac:spMk id="10" creationId="{97DD4CE2-3ECD-5BAD-4FBA-DB9E4FFC84B7}"/>
          </ac:spMkLst>
        </pc:spChg>
      </pc:sldChg>
      <pc:sldChg chg="addSp delSp modSp add mod ord">
        <pc:chgData name="Matthew Wright" userId="0d3ab189-59d5-47dc-8275-9fbc0b028d65" providerId="ADAL" clId="{0BBBD80D-67B7-4BD4-85F5-752FFF4CAD6B}" dt="2026-04-24T22:10:27.480" v="954" actId="113"/>
        <pc:sldMkLst>
          <pc:docMk/>
          <pc:sldMk cId="1409610421" sldId="294"/>
        </pc:sldMkLst>
        <pc:spChg chg="mod">
          <ac:chgData name="Matthew Wright" userId="0d3ab189-59d5-47dc-8275-9fbc0b028d65" providerId="ADAL" clId="{0BBBD80D-67B7-4BD4-85F5-752FFF4CAD6B}" dt="2026-04-24T15:41:29.357" v="307" actId="20577"/>
          <ac:spMkLst>
            <pc:docMk/>
            <pc:sldMk cId="1409610421" sldId="294"/>
            <ac:spMk id="3" creationId="{288420F6-2CF7-6192-D8AC-10FE8CD409D9}"/>
          </ac:spMkLst>
        </pc:spChg>
        <pc:spChg chg="add mod">
          <ac:chgData name="Matthew Wright" userId="0d3ab189-59d5-47dc-8275-9fbc0b028d65" providerId="ADAL" clId="{0BBBD80D-67B7-4BD4-85F5-752FFF4CAD6B}" dt="2026-04-24T22:10:27.480" v="954" actId="113"/>
          <ac:spMkLst>
            <pc:docMk/>
            <pc:sldMk cId="1409610421" sldId="294"/>
            <ac:spMk id="5" creationId="{BB27D486-EEB8-337B-F048-236B1132F98B}"/>
          </ac:spMkLst>
        </pc:spChg>
      </pc:sldChg>
      <pc:sldChg chg="addSp delSp modSp mod">
        <pc:chgData name="Matthew Wright" userId="0d3ab189-59d5-47dc-8275-9fbc0b028d65" providerId="ADAL" clId="{0BBBD80D-67B7-4BD4-85F5-752FFF4CAD6B}" dt="2026-04-27T11:21:09.337" v="2311" actId="20577"/>
        <pc:sldMkLst>
          <pc:docMk/>
          <pc:sldMk cId="1667653451" sldId="295"/>
        </pc:sldMkLst>
        <pc:spChg chg="mod">
          <ac:chgData name="Matthew Wright" userId="0d3ab189-59d5-47dc-8275-9fbc0b028d65" providerId="ADAL" clId="{0BBBD80D-67B7-4BD4-85F5-752FFF4CAD6B}" dt="2026-04-27T09:08:28.358" v="1741" actId="14100"/>
          <ac:spMkLst>
            <pc:docMk/>
            <pc:sldMk cId="1667653451" sldId="295"/>
            <ac:spMk id="12" creationId="{7CB5F6D8-648A-4156-C69B-39B74037DA41}"/>
          </ac:spMkLst>
        </pc:spChg>
        <pc:graphicFrameChg chg="add mod">
          <ac:chgData name="Matthew Wright" userId="0d3ab189-59d5-47dc-8275-9fbc0b028d65" providerId="ADAL" clId="{0BBBD80D-67B7-4BD4-85F5-752FFF4CAD6B}" dt="2026-04-27T08:58:43.546" v="1663"/>
          <ac:graphicFrameMkLst>
            <pc:docMk/>
            <pc:sldMk cId="1667653451" sldId="295"/>
            <ac:graphicFrameMk id="3" creationId="{63C44D59-98EF-CF72-06BD-35F4A14C361A}"/>
          </ac:graphicFrameMkLst>
        </pc:graphicFrameChg>
        <pc:graphicFrameChg chg="add del mod">
          <ac:chgData name="Matthew Wright" userId="0d3ab189-59d5-47dc-8275-9fbc0b028d65" providerId="ADAL" clId="{0BBBD80D-67B7-4BD4-85F5-752FFF4CAD6B}" dt="2026-04-27T09:04:07.275" v="1676" actId="478"/>
          <ac:graphicFrameMkLst>
            <pc:docMk/>
            <pc:sldMk cId="1667653451" sldId="295"/>
            <ac:graphicFrameMk id="5" creationId="{2E54813F-78A9-2E93-EE50-66E47B86E104}"/>
          </ac:graphicFrameMkLst>
        </pc:graphicFrameChg>
        <pc:graphicFrameChg chg="add mod">
          <ac:chgData name="Matthew Wright" userId="0d3ab189-59d5-47dc-8275-9fbc0b028d65" providerId="ADAL" clId="{0BBBD80D-67B7-4BD4-85F5-752FFF4CAD6B}" dt="2026-04-27T09:04:20.465" v="1677"/>
          <ac:graphicFrameMkLst>
            <pc:docMk/>
            <pc:sldMk cId="1667653451" sldId="295"/>
            <ac:graphicFrameMk id="6" creationId="{0417598E-11BD-4BB9-A3A7-D37924C7DA2B}"/>
          </ac:graphicFrameMkLst>
        </pc:graphicFrameChg>
        <pc:graphicFrameChg chg="add del mod modGraphic">
          <ac:chgData name="Matthew Wright" userId="0d3ab189-59d5-47dc-8275-9fbc0b028d65" providerId="ADAL" clId="{0BBBD80D-67B7-4BD4-85F5-752FFF4CAD6B}" dt="2026-04-27T09:05:52.488" v="1699" actId="478"/>
          <ac:graphicFrameMkLst>
            <pc:docMk/>
            <pc:sldMk cId="1667653451" sldId="295"/>
            <ac:graphicFrameMk id="7" creationId="{27A0195F-C0C7-9F9A-5436-B5987BD82FF7}"/>
          </ac:graphicFrameMkLst>
        </pc:graphicFrameChg>
        <pc:graphicFrameChg chg="add mod">
          <ac:chgData name="Matthew Wright" userId="0d3ab189-59d5-47dc-8275-9fbc0b028d65" providerId="ADAL" clId="{0BBBD80D-67B7-4BD4-85F5-752FFF4CAD6B}" dt="2026-04-27T09:05:53.635" v="1700"/>
          <ac:graphicFrameMkLst>
            <pc:docMk/>
            <pc:sldMk cId="1667653451" sldId="295"/>
            <ac:graphicFrameMk id="8" creationId="{8B27293C-E37F-B491-57EE-4493E7BEFEDF}"/>
          </ac:graphicFrameMkLst>
        </pc:graphicFrameChg>
        <pc:graphicFrameChg chg="add mod">
          <ac:chgData name="Matthew Wright" userId="0d3ab189-59d5-47dc-8275-9fbc0b028d65" providerId="ADAL" clId="{0BBBD80D-67B7-4BD4-85F5-752FFF4CAD6B}" dt="2026-04-27T09:06:01.373" v="1704"/>
          <ac:graphicFrameMkLst>
            <pc:docMk/>
            <pc:sldMk cId="1667653451" sldId="295"/>
            <ac:graphicFrameMk id="9" creationId="{7A2574A8-B003-59CE-CF1A-AA4A0F4F6246}"/>
          </ac:graphicFrameMkLst>
        </pc:graphicFrameChg>
        <pc:graphicFrameChg chg="add del mod modGraphic">
          <ac:chgData name="Matthew Wright" userId="0d3ab189-59d5-47dc-8275-9fbc0b028d65" providerId="ADAL" clId="{0BBBD80D-67B7-4BD4-85F5-752FFF4CAD6B}" dt="2026-04-27T09:07:24.122" v="1719" actId="478"/>
          <ac:graphicFrameMkLst>
            <pc:docMk/>
            <pc:sldMk cId="1667653451" sldId="295"/>
            <ac:graphicFrameMk id="10" creationId="{CAFDCEE9-191E-5312-175D-51715ADA7B11}"/>
          </ac:graphicFrameMkLst>
        </pc:graphicFrameChg>
        <pc:graphicFrameChg chg="del mod modGraphic">
          <ac:chgData name="Matthew Wright" userId="0d3ab189-59d5-47dc-8275-9fbc0b028d65" providerId="ADAL" clId="{0BBBD80D-67B7-4BD4-85F5-752FFF4CAD6B}" dt="2026-04-27T08:58:42.720" v="1662" actId="478"/>
          <ac:graphicFrameMkLst>
            <pc:docMk/>
            <pc:sldMk cId="1667653451" sldId="295"/>
            <ac:graphicFrameMk id="11" creationId="{7D185968-1A54-8C2D-927D-9A12172A4478}"/>
          </ac:graphicFrameMkLst>
        </pc:graphicFrameChg>
        <pc:graphicFrameChg chg="add mod">
          <ac:chgData name="Matthew Wright" userId="0d3ab189-59d5-47dc-8275-9fbc0b028d65" providerId="ADAL" clId="{0BBBD80D-67B7-4BD4-85F5-752FFF4CAD6B}" dt="2026-04-27T09:07:25.786" v="1720"/>
          <ac:graphicFrameMkLst>
            <pc:docMk/>
            <pc:sldMk cId="1667653451" sldId="295"/>
            <ac:graphicFrameMk id="13" creationId="{8BA300B5-1E93-8632-634B-FE7FD9DA9671}"/>
          </ac:graphicFrameMkLst>
        </pc:graphicFrameChg>
        <pc:graphicFrameChg chg="add mod modGraphic">
          <ac:chgData name="Matthew Wright" userId="0d3ab189-59d5-47dc-8275-9fbc0b028d65" providerId="ADAL" clId="{0BBBD80D-67B7-4BD4-85F5-752FFF4CAD6B}" dt="2026-04-27T11:21:09.337" v="2311" actId="20577"/>
          <ac:graphicFrameMkLst>
            <pc:docMk/>
            <pc:sldMk cId="1667653451" sldId="295"/>
            <ac:graphicFrameMk id="14" creationId="{71B0B39C-FD8E-0726-75E0-155121932434}"/>
          </ac:graphicFrameMkLst>
        </pc:graphicFrameChg>
      </pc:sldChg>
      <pc:sldChg chg="delSp modSp add mod">
        <pc:chgData name="Matthew Wright" userId="0d3ab189-59d5-47dc-8275-9fbc0b028d65" providerId="ADAL" clId="{0BBBD80D-67B7-4BD4-85F5-752FFF4CAD6B}" dt="2026-04-27T11:22:03.264" v="2340" actId="20577"/>
        <pc:sldMkLst>
          <pc:docMk/>
          <pc:sldMk cId="4211202604" sldId="296"/>
        </pc:sldMkLst>
        <pc:spChg chg="mod">
          <ac:chgData name="Matthew Wright" userId="0d3ab189-59d5-47dc-8275-9fbc0b028d65" providerId="ADAL" clId="{0BBBD80D-67B7-4BD4-85F5-752FFF4CAD6B}" dt="2026-04-27T11:22:03.264" v="2340" actId="20577"/>
          <ac:spMkLst>
            <pc:docMk/>
            <pc:sldMk cId="4211202604" sldId="296"/>
            <ac:spMk id="3" creationId="{E471A8B5-1F74-1A17-E2CB-322DF4B62735}"/>
          </ac:spMkLst>
        </pc:spChg>
        <pc:spChg chg="mod">
          <ac:chgData name="Matthew Wright" userId="0d3ab189-59d5-47dc-8275-9fbc0b028d65" providerId="ADAL" clId="{0BBBD80D-67B7-4BD4-85F5-752FFF4CAD6B}" dt="2026-04-24T22:33:14.205" v="1160"/>
          <ac:spMkLst>
            <pc:docMk/>
            <pc:sldMk cId="4211202604" sldId="296"/>
            <ac:spMk id="5" creationId="{1D2F2C55-F3DF-B7BC-FAB8-A4BC02716B47}"/>
          </ac:spMkLst>
        </pc:spChg>
        <pc:spChg chg="mod">
          <ac:chgData name="Matthew Wright" userId="0d3ab189-59d5-47dc-8275-9fbc0b028d65" providerId="ADAL" clId="{0BBBD80D-67B7-4BD4-85F5-752FFF4CAD6B}" dt="2026-04-24T22:33:19.644" v="1165" actId="20577"/>
          <ac:spMkLst>
            <pc:docMk/>
            <pc:sldMk cId="4211202604" sldId="296"/>
            <ac:spMk id="10" creationId="{624581D9-21E5-38ED-A56C-9D9D68AF9862}"/>
          </ac:spMkLst>
        </pc:spChg>
      </pc:sldChg>
      <pc:sldChg chg="addSp delSp modSp add mod">
        <pc:chgData name="Matthew Wright" userId="0d3ab189-59d5-47dc-8275-9fbc0b028d65" providerId="ADAL" clId="{0BBBD80D-67B7-4BD4-85F5-752FFF4CAD6B}" dt="2026-04-27T11:21:42.178" v="2324" actId="20577"/>
        <pc:sldMkLst>
          <pc:docMk/>
          <pc:sldMk cId="3742802056" sldId="297"/>
        </pc:sldMkLst>
        <pc:spChg chg="mod">
          <ac:chgData name="Matthew Wright" userId="0d3ab189-59d5-47dc-8275-9fbc0b028d65" providerId="ADAL" clId="{0BBBD80D-67B7-4BD4-85F5-752FFF4CAD6B}" dt="2026-04-24T22:34:22.576" v="1182"/>
          <ac:spMkLst>
            <pc:docMk/>
            <pc:sldMk cId="3742802056" sldId="297"/>
            <ac:spMk id="5" creationId="{324EF621-39AE-9401-C78E-96A36D7F6CFC}"/>
          </ac:spMkLst>
        </pc:spChg>
        <pc:spChg chg="add mod">
          <ac:chgData name="Matthew Wright" userId="0d3ab189-59d5-47dc-8275-9fbc0b028d65" providerId="ADAL" clId="{0BBBD80D-67B7-4BD4-85F5-752FFF4CAD6B}" dt="2026-04-26T21:20:00.269" v="1313"/>
          <ac:spMkLst>
            <pc:docMk/>
            <pc:sldMk cId="3742802056" sldId="297"/>
            <ac:spMk id="6" creationId="{32752ACD-A3A2-82EB-AAAC-3182A829071A}"/>
          </ac:spMkLst>
        </pc:spChg>
        <pc:spChg chg="mod">
          <ac:chgData name="Matthew Wright" userId="0d3ab189-59d5-47dc-8275-9fbc0b028d65" providerId="ADAL" clId="{0BBBD80D-67B7-4BD4-85F5-752FFF4CAD6B}" dt="2026-04-27T11:21:42.178" v="2324" actId="20577"/>
          <ac:spMkLst>
            <pc:docMk/>
            <pc:sldMk cId="3742802056" sldId="297"/>
            <ac:spMk id="10" creationId="{86B0F577-CC24-6B54-0AAC-0D730517E2B2}"/>
          </ac:spMkLst>
        </pc:spChg>
      </pc:sldChg>
      <pc:sldChg chg="addSp delSp modSp add mod">
        <pc:chgData name="Matthew Wright" userId="0d3ab189-59d5-47dc-8275-9fbc0b028d65" providerId="ADAL" clId="{0BBBD80D-67B7-4BD4-85F5-752FFF4CAD6B}" dt="2026-04-27T11:22:16.011" v="2358" actId="20577"/>
        <pc:sldMkLst>
          <pc:docMk/>
          <pc:sldMk cId="2298065637" sldId="298"/>
        </pc:sldMkLst>
        <pc:spChg chg="add mod">
          <ac:chgData name="Matthew Wright" userId="0d3ab189-59d5-47dc-8275-9fbc0b028d65" providerId="ADAL" clId="{0BBBD80D-67B7-4BD4-85F5-752FFF4CAD6B}" dt="2026-04-24T23:18:46.811" v="1206" actId="12"/>
          <ac:spMkLst>
            <pc:docMk/>
            <pc:sldMk cId="2298065637" sldId="298"/>
            <ac:spMk id="2" creationId="{0149AB80-CC43-1C95-F269-8BA70F5FC9D7}"/>
          </ac:spMkLst>
        </pc:spChg>
        <pc:spChg chg="add mod">
          <ac:chgData name="Matthew Wright" userId="0d3ab189-59d5-47dc-8275-9fbc0b028d65" providerId="ADAL" clId="{0BBBD80D-67B7-4BD4-85F5-752FFF4CAD6B}" dt="2026-04-27T11:22:16.011" v="2358" actId="20577"/>
          <ac:spMkLst>
            <pc:docMk/>
            <pc:sldMk cId="2298065637" sldId="298"/>
            <ac:spMk id="3" creationId="{6CF84058-421F-8E28-EE84-440D2C3A3409}"/>
          </ac:spMkLst>
        </pc:spChg>
        <pc:spChg chg="mod">
          <ac:chgData name="Matthew Wright" userId="0d3ab189-59d5-47dc-8275-9fbc0b028d65" providerId="ADAL" clId="{0BBBD80D-67B7-4BD4-85F5-752FFF4CAD6B}" dt="2026-04-24T23:18:12.813" v="1201"/>
          <ac:spMkLst>
            <pc:docMk/>
            <pc:sldMk cId="2298065637" sldId="298"/>
            <ac:spMk id="5" creationId="{2F9BB55B-FD0C-79E9-DF2D-A7BCBA9E1FDF}"/>
          </ac:spMkLst>
        </pc:spChg>
        <pc:spChg chg="mod">
          <ac:chgData name="Matthew Wright" userId="0d3ab189-59d5-47dc-8275-9fbc0b028d65" providerId="ADAL" clId="{0BBBD80D-67B7-4BD4-85F5-752FFF4CAD6B}" dt="2026-04-24T23:18:16.954" v="1202"/>
          <ac:spMkLst>
            <pc:docMk/>
            <pc:sldMk cId="2298065637" sldId="298"/>
            <ac:spMk id="10" creationId="{191A3925-6712-2B0A-4984-C119C216D840}"/>
          </ac:spMkLst>
        </pc:spChg>
      </pc:sldChg>
      <pc:sldChg chg="modSp add mod">
        <pc:chgData name="Matthew Wright" userId="0d3ab189-59d5-47dc-8275-9fbc0b028d65" providerId="ADAL" clId="{0BBBD80D-67B7-4BD4-85F5-752FFF4CAD6B}" dt="2026-04-27T11:22:07.042" v="2344" actId="20577"/>
        <pc:sldMkLst>
          <pc:docMk/>
          <pc:sldMk cId="3187314457" sldId="299"/>
        </pc:sldMkLst>
        <pc:spChg chg="mod">
          <ac:chgData name="Matthew Wright" userId="0d3ab189-59d5-47dc-8275-9fbc0b028d65" providerId="ADAL" clId="{0BBBD80D-67B7-4BD4-85F5-752FFF4CAD6B}" dt="2026-04-27T11:21:45.769" v="2328" actId="20577"/>
          <ac:spMkLst>
            <pc:docMk/>
            <pc:sldMk cId="3187314457" sldId="299"/>
            <ac:spMk id="5" creationId="{9C7D1CD1-3791-40A5-2547-73556686B41B}"/>
          </ac:spMkLst>
        </pc:spChg>
        <pc:spChg chg="mod">
          <ac:chgData name="Matthew Wright" userId="0d3ab189-59d5-47dc-8275-9fbc0b028d65" providerId="ADAL" clId="{0BBBD80D-67B7-4BD4-85F5-752FFF4CAD6B}" dt="2026-04-27T11:22:07.042" v="2344" actId="20577"/>
          <ac:spMkLst>
            <pc:docMk/>
            <pc:sldMk cId="3187314457" sldId="299"/>
            <ac:spMk id="6" creationId="{96DA1012-AA8A-567A-F1EE-138B84859202}"/>
          </ac:spMkLst>
        </pc:spChg>
        <pc:spChg chg="mod">
          <ac:chgData name="Matthew Wright" userId="0d3ab189-59d5-47dc-8275-9fbc0b028d65" providerId="ADAL" clId="{0BBBD80D-67B7-4BD4-85F5-752FFF4CAD6B}" dt="2026-04-24T23:19:25.091" v="1221"/>
          <ac:spMkLst>
            <pc:docMk/>
            <pc:sldMk cId="3187314457" sldId="299"/>
            <ac:spMk id="10" creationId="{3CE5B241-B260-C5AC-BAFD-EF7391ABBDC3}"/>
          </ac:spMkLst>
        </pc:spChg>
      </pc:sldChg>
      <pc:sldChg chg="addSp delSp modSp add mod delAnim modAnim">
        <pc:chgData name="Matthew Wright" userId="0d3ab189-59d5-47dc-8275-9fbc0b028d65" providerId="ADAL" clId="{0BBBD80D-67B7-4BD4-85F5-752FFF4CAD6B}" dt="2026-04-27T15:41:00.685" v="2369" actId="14100"/>
        <pc:sldMkLst>
          <pc:docMk/>
          <pc:sldMk cId="3817690726" sldId="300"/>
        </pc:sldMkLst>
        <pc:spChg chg="del">
          <ac:chgData name="Matthew Wright" userId="0d3ab189-59d5-47dc-8275-9fbc0b028d65" providerId="ADAL" clId="{0BBBD80D-67B7-4BD4-85F5-752FFF4CAD6B}" dt="2026-04-27T15:40:49.895" v="2366" actId="21"/>
          <ac:spMkLst>
            <pc:docMk/>
            <pc:sldMk cId="3817690726" sldId="300"/>
            <ac:spMk id="3" creationId="{2F99AD28-6C78-CA97-36FB-EC5B8C45D4D2}"/>
          </ac:spMkLst>
        </pc:spChg>
        <pc:graphicFrameChg chg="add mod modGraphic">
          <ac:chgData name="Matthew Wright" userId="0d3ab189-59d5-47dc-8275-9fbc0b028d65" providerId="ADAL" clId="{0BBBD80D-67B7-4BD4-85F5-752FFF4CAD6B}" dt="2026-04-27T15:41:00.685" v="2369" actId="14100"/>
          <ac:graphicFrameMkLst>
            <pc:docMk/>
            <pc:sldMk cId="3817690726" sldId="300"/>
            <ac:graphicFrameMk id="6" creationId="{5C87A4B2-737F-0A75-51DA-644B7EF6E103}"/>
          </ac:graphicFrameMkLst>
        </pc:graphicFrameChg>
      </pc:sldChg>
      <pc:sldChg chg="delSp modSp add del mod">
        <pc:chgData name="Matthew Wright" userId="0d3ab189-59d5-47dc-8275-9fbc0b028d65" providerId="ADAL" clId="{0BBBD80D-67B7-4BD4-85F5-752FFF4CAD6B}" dt="2026-04-27T10:34:50.962" v="2303" actId="47"/>
        <pc:sldMkLst>
          <pc:docMk/>
          <pc:sldMk cId="2360489166" sldId="302"/>
        </pc:sldMkLst>
        <pc:spChg chg="mod">
          <ac:chgData name="Matthew Wright" userId="0d3ab189-59d5-47dc-8275-9fbc0b028d65" providerId="ADAL" clId="{0BBBD80D-67B7-4BD4-85F5-752FFF4CAD6B}" dt="2026-04-27T09:22:12.444" v="1828" actId="20577"/>
          <ac:spMkLst>
            <pc:docMk/>
            <pc:sldMk cId="2360489166" sldId="302"/>
            <ac:spMk id="7" creationId="{C65B0B31-8E7C-6E89-9711-2FA74D033D4E}"/>
          </ac:spMkLst>
        </pc:spChg>
      </pc:sldChg>
      <pc:sldChg chg="addSp modSp add mod">
        <pc:chgData name="Matthew Wright" userId="0d3ab189-59d5-47dc-8275-9fbc0b028d65" providerId="ADAL" clId="{0BBBD80D-67B7-4BD4-85F5-752FFF4CAD6B}" dt="2026-04-24T23:22:58.381" v="1259" actId="1076"/>
        <pc:sldMkLst>
          <pc:docMk/>
          <pc:sldMk cId="1908731718" sldId="303"/>
        </pc:sldMkLst>
        <pc:spChg chg="add mod">
          <ac:chgData name="Matthew Wright" userId="0d3ab189-59d5-47dc-8275-9fbc0b028d65" providerId="ADAL" clId="{0BBBD80D-67B7-4BD4-85F5-752FFF4CAD6B}" dt="2026-04-24T23:22:58.381" v="1259" actId="1076"/>
          <ac:spMkLst>
            <pc:docMk/>
            <pc:sldMk cId="1908731718" sldId="303"/>
            <ac:spMk id="2" creationId="{4494EDA4-5135-6095-2609-F7FD8617C914}"/>
          </ac:spMkLst>
        </pc:spChg>
        <pc:spChg chg="mod">
          <ac:chgData name="Matthew Wright" userId="0d3ab189-59d5-47dc-8275-9fbc0b028d65" providerId="ADAL" clId="{0BBBD80D-67B7-4BD4-85F5-752FFF4CAD6B}" dt="2026-04-24T23:22:12.129" v="1243"/>
          <ac:spMkLst>
            <pc:docMk/>
            <pc:sldMk cId="1908731718" sldId="303"/>
            <ac:spMk id="3" creationId="{91D04AE8-9F37-FD1E-8B3F-26FA8E8864DC}"/>
          </ac:spMkLst>
        </pc:spChg>
        <pc:spChg chg="mod">
          <ac:chgData name="Matthew Wright" userId="0d3ab189-59d5-47dc-8275-9fbc0b028d65" providerId="ADAL" clId="{0BBBD80D-67B7-4BD4-85F5-752FFF4CAD6B}" dt="2026-04-24T23:22:48.697" v="1256" actId="403"/>
          <ac:spMkLst>
            <pc:docMk/>
            <pc:sldMk cId="1908731718" sldId="303"/>
            <ac:spMk id="7" creationId="{CB3B8C02-3404-3AE7-455A-ADD05A394A50}"/>
          </ac:spMkLst>
        </pc:spChg>
      </pc:sldChg>
      <pc:sldChg chg="del">
        <pc:chgData name="Matthew Wright" userId="0d3ab189-59d5-47dc-8275-9fbc0b028d65" providerId="ADAL" clId="{0BBBD80D-67B7-4BD4-85F5-752FFF4CAD6B}" dt="2026-04-27T09:19:32.549" v="1753" actId="47"/>
        <pc:sldMkLst>
          <pc:docMk/>
          <pc:sldMk cId="4131245589" sldId="305"/>
        </pc:sldMkLst>
      </pc:sldChg>
      <pc:sldChg chg="delSp add del mod">
        <pc:chgData name="Matthew Wright" userId="0d3ab189-59d5-47dc-8275-9fbc0b028d65" providerId="ADAL" clId="{0BBBD80D-67B7-4BD4-85F5-752FFF4CAD6B}" dt="2026-04-27T09:13:39.673" v="1751" actId="47"/>
        <pc:sldMkLst>
          <pc:docMk/>
          <pc:sldMk cId="777638129" sldId="306"/>
        </pc:sldMkLst>
        <pc:spChg chg="del">
          <ac:chgData name="Matthew Wright" userId="0d3ab189-59d5-47dc-8275-9fbc0b028d65" providerId="ADAL" clId="{0BBBD80D-67B7-4BD4-85F5-752FFF4CAD6B}" dt="2026-04-27T09:03:28.395" v="1667" actId="478"/>
          <ac:spMkLst>
            <pc:docMk/>
            <pc:sldMk cId="777638129" sldId="306"/>
            <ac:spMk id="2" creationId="{704D8D7F-AF37-C9DC-8954-BC25F84D13D7}"/>
          </ac:spMkLst>
        </pc:spChg>
      </pc:sldChg>
      <pc:sldChg chg="modSp add del mod">
        <pc:chgData name="Matthew Wright" userId="0d3ab189-59d5-47dc-8275-9fbc0b028d65" providerId="ADAL" clId="{0BBBD80D-67B7-4BD4-85F5-752FFF4CAD6B}" dt="2026-04-27T09:04:05.012" v="1675" actId="47"/>
        <pc:sldMkLst>
          <pc:docMk/>
          <pc:sldMk cId="2182238706" sldId="307"/>
        </pc:sldMkLst>
        <pc:spChg chg="mod">
          <ac:chgData name="Matthew Wright" userId="0d3ab189-59d5-47dc-8275-9fbc0b028d65" providerId="ADAL" clId="{0BBBD80D-67B7-4BD4-85F5-752FFF4CAD6B}" dt="2026-04-27T09:04:02.713" v="1674"/>
          <ac:spMkLst>
            <pc:docMk/>
            <pc:sldMk cId="2182238706" sldId="307"/>
            <ac:spMk id="5" creationId="{04F14FB2-CA14-653B-4634-3AC9985DA747}"/>
          </ac:spMkLst>
        </pc:spChg>
        <pc:spChg chg="mod">
          <ac:chgData name="Matthew Wright" userId="0d3ab189-59d5-47dc-8275-9fbc0b028d65" providerId="ADAL" clId="{0BBBD80D-67B7-4BD4-85F5-752FFF4CAD6B}" dt="2026-04-27T09:04:01.878" v="1673"/>
          <ac:spMkLst>
            <pc:docMk/>
            <pc:sldMk cId="2182238706" sldId="307"/>
            <ac:spMk id="10" creationId="{B8D8375C-41F4-1774-C2E5-06EF280C302C}"/>
          </ac:spMkLst>
        </pc:spChg>
      </pc:sldChg>
      <pc:sldChg chg="new del">
        <pc:chgData name="Matthew Wright" userId="0d3ab189-59d5-47dc-8275-9fbc0b028d65" providerId="ADAL" clId="{0BBBD80D-67B7-4BD4-85F5-752FFF4CAD6B}" dt="2026-04-27T16:23:54.108" v="2371" actId="680"/>
        <pc:sldMkLst>
          <pc:docMk/>
          <pc:sldMk cId="2822754578" sldId="308"/>
        </pc:sldMkLst>
      </pc:sldChg>
      <pc:sldChg chg="add">
        <pc:chgData name="Matthew Wright" userId="0d3ab189-59d5-47dc-8275-9fbc0b028d65" providerId="ADAL" clId="{0BBBD80D-67B7-4BD4-85F5-752FFF4CAD6B}" dt="2026-04-27T08:45:50.984" v="1661"/>
        <pc:sldMkLst>
          <pc:docMk/>
          <pc:sldMk cId="2102493218" sldId="2147478929"/>
        </pc:sldMkLst>
      </pc:sldChg>
      <pc:sldChg chg="addSp delSp modSp add del mod modShow">
        <pc:chgData name="Matthew Wright" userId="0d3ab189-59d5-47dc-8275-9fbc0b028d65" providerId="ADAL" clId="{0BBBD80D-67B7-4BD4-85F5-752FFF4CAD6B}" dt="2026-04-27T16:54:56.022" v="2373" actId="47"/>
        <pc:sldMkLst>
          <pc:docMk/>
          <pc:sldMk cId="2678790771" sldId="2147483022"/>
        </pc:sldMkLst>
        <pc:spChg chg="add mod">
          <ac:chgData name="Matthew Wright" userId="0d3ab189-59d5-47dc-8275-9fbc0b028d65" providerId="ADAL" clId="{0BBBD80D-67B7-4BD4-85F5-752FFF4CAD6B}" dt="2026-04-27T09:48:07.004" v="1886" actId="20577"/>
          <ac:spMkLst>
            <pc:docMk/>
            <pc:sldMk cId="2678790771" sldId="2147483022"/>
            <ac:spMk id="2" creationId="{B10FD2D8-D478-5094-9917-444C23843E9B}"/>
          </ac:spMkLst>
        </pc:spChg>
        <pc:spChg chg="add mod">
          <ac:chgData name="Matthew Wright" userId="0d3ab189-59d5-47dc-8275-9fbc0b028d65" providerId="ADAL" clId="{0BBBD80D-67B7-4BD4-85F5-752FFF4CAD6B}" dt="2026-04-27T10:32:01.201" v="2210" actId="14100"/>
          <ac:spMkLst>
            <pc:docMk/>
            <pc:sldMk cId="2678790771" sldId="2147483022"/>
            <ac:spMk id="3" creationId="{C3E47E9E-C549-B8A4-5816-4FC07F0E5CB9}"/>
          </ac:spMkLst>
        </pc:spChg>
        <pc:spChg chg="add mod">
          <ac:chgData name="Matthew Wright" userId="0d3ab189-59d5-47dc-8275-9fbc0b028d65" providerId="ADAL" clId="{0BBBD80D-67B7-4BD4-85F5-752FFF4CAD6B}" dt="2026-04-27T09:46:32.835" v="1852"/>
          <ac:spMkLst>
            <pc:docMk/>
            <pc:sldMk cId="2678790771" sldId="2147483022"/>
            <ac:spMk id="3" creationId="{DFAC2078-8529-655E-9B8F-2732C0EFF16C}"/>
          </ac:spMkLst>
        </pc:spChg>
        <pc:spChg chg="del mod">
          <ac:chgData name="Matthew Wright" userId="0d3ab189-59d5-47dc-8275-9fbc0b028d65" providerId="ADAL" clId="{0BBBD80D-67B7-4BD4-85F5-752FFF4CAD6B}" dt="2026-04-27T10:16:50.809" v="1977" actId="478"/>
          <ac:spMkLst>
            <pc:docMk/>
            <pc:sldMk cId="2678790771" sldId="2147483022"/>
            <ac:spMk id="4" creationId="{B2C59CE2-9BAF-5B17-DD43-BBE99749F5BD}"/>
          </ac:spMkLst>
        </pc:spChg>
        <pc:spChg chg="add mod">
          <ac:chgData name="Matthew Wright" userId="0d3ab189-59d5-47dc-8275-9fbc0b028d65" providerId="ADAL" clId="{0BBBD80D-67B7-4BD4-85F5-752FFF4CAD6B}" dt="2026-04-27T09:48:09.916" v="1889" actId="20577"/>
          <ac:spMkLst>
            <pc:docMk/>
            <pc:sldMk cId="2678790771" sldId="2147483022"/>
            <ac:spMk id="5" creationId="{7B2B0BF2-DCD2-5D1A-0561-4206A284DF56}"/>
          </ac:spMkLst>
        </pc:spChg>
        <pc:spChg chg="add mod">
          <ac:chgData name="Matthew Wright" userId="0d3ab189-59d5-47dc-8275-9fbc0b028d65" providerId="ADAL" clId="{0BBBD80D-67B7-4BD4-85F5-752FFF4CAD6B}" dt="2026-04-27T09:48:12.196" v="1892" actId="20577"/>
          <ac:spMkLst>
            <pc:docMk/>
            <pc:sldMk cId="2678790771" sldId="2147483022"/>
            <ac:spMk id="6" creationId="{B80706E2-0D05-69B7-3DF6-112FBE787938}"/>
          </ac:spMkLst>
        </pc:spChg>
        <pc:spChg chg="add mod">
          <ac:chgData name="Matthew Wright" userId="0d3ab189-59d5-47dc-8275-9fbc0b028d65" providerId="ADAL" clId="{0BBBD80D-67B7-4BD4-85F5-752FFF4CAD6B}" dt="2026-04-27T09:48:14.500" v="1895" actId="20577"/>
          <ac:spMkLst>
            <pc:docMk/>
            <pc:sldMk cId="2678790771" sldId="2147483022"/>
            <ac:spMk id="8" creationId="{D6C15A3C-B399-7055-B8B2-A5742FB1F3F7}"/>
          </ac:spMkLst>
        </pc:spChg>
        <pc:spChg chg="del">
          <ac:chgData name="Matthew Wright" userId="0d3ab189-59d5-47dc-8275-9fbc0b028d65" providerId="ADAL" clId="{0BBBD80D-67B7-4BD4-85F5-752FFF4CAD6B}" dt="2026-04-27T09:46:06.884" v="1846" actId="478"/>
          <ac:spMkLst>
            <pc:docMk/>
            <pc:sldMk cId="2678790771" sldId="2147483022"/>
            <ac:spMk id="9" creationId="{E1625557-6204-578E-A401-8113FFDBE48D}"/>
          </ac:spMkLst>
        </pc:spChg>
        <pc:spChg chg="add mod">
          <ac:chgData name="Matthew Wright" userId="0d3ab189-59d5-47dc-8275-9fbc0b028d65" providerId="ADAL" clId="{0BBBD80D-67B7-4BD4-85F5-752FFF4CAD6B}" dt="2026-04-27T10:32:09.296" v="2213" actId="14100"/>
          <ac:spMkLst>
            <pc:docMk/>
            <pc:sldMk cId="2678790771" sldId="2147483022"/>
            <ac:spMk id="9" creationId="{F9A5A6CA-3FF5-48DC-2713-898273BB470E}"/>
          </ac:spMkLst>
        </pc:spChg>
        <pc:spChg chg="add mod">
          <ac:chgData name="Matthew Wright" userId="0d3ab189-59d5-47dc-8275-9fbc0b028d65" providerId="ADAL" clId="{0BBBD80D-67B7-4BD4-85F5-752FFF4CAD6B}" dt="2026-04-27T09:48:17.019" v="1898" actId="20577"/>
          <ac:spMkLst>
            <pc:docMk/>
            <pc:sldMk cId="2678790771" sldId="2147483022"/>
            <ac:spMk id="10" creationId="{436B34A8-A67B-9665-FD74-B9FE9BC86E77}"/>
          </ac:spMkLst>
        </pc:spChg>
        <pc:spChg chg="add mod">
          <ac:chgData name="Matthew Wright" userId="0d3ab189-59d5-47dc-8275-9fbc0b028d65" providerId="ADAL" clId="{0BBBD80D-67B7-4BD4-85F5-752FFF4CAD6B}" dt="2026-04-27T09:50:30.801" v="1960" actId="1076"/>
          <ac:spMkLst>
            <pc:docMk/>
            <pc:sldMk cId="2678790771" sldId="2147483022"/>
            <ac:spMk id="11" creationId="{3DFEB7B4-38E6-3E71-4EA3-B4F7FC625808}"/>
          </ac:spMkLst>
        </pc:spChg>
        <pc:spChg chg="add mod">
          <ac:chgData name="Matthew Wright" userId="0d3ab189-59d5-47dc-8275-9fbc0b028d65" providerId="ADAL" clId="{0BBBD80D-67B7-4BD4-85F5-752FFF4CAD6B}" dt="2026-04-27T09:48:22.204" v="1904" actId="20577"/>
          <ac:spMkLst>
            <pc:docMk/>
            <pc:sldMk cId="2678790771" sldId="2147483022"/>
            <ac:spMk id="12" creationId="{F5B91EF4-10D8-0794-8B17-55C0B5FC6912}"/>
          </ac:spMkLst>
        </pc:spChg>
        <pc:spChg chg="add mod">
          <ac:chgData name="Matthew Wright" userId="0d3ab189-59d5-47dc-8275-9fbc0b028d65" providerId="ADAL" clId="{0BBBD80D-67B7-4BD4-85F5-752FFF4CAD6B}" dt="2026-04-27T09:50:30.801" v="1960" actId="1076"/>
          <ac:spMkLst>
            <pc:docMk/>
            <pc:sldMk cId="2678790771" sldId="2147483022"/>
            <ac:spMk id="13" creationId="{C1B19EE8-4507-A4F3-C3D2-909F75ED8266}"/>
          </ac:spMkLst>
        </pc:spChg>
        <pc:spChg chg="add mod">
          <ac:chgData name="Matthew Wright" userId="0d3ab189-59d5-47dc-8275-9fbc0b028d65" providerId="ADAL" clId="{0BBBD80D-67B7-4BD4-85F5-752FFF4CAD6B}" dt="2026-04-27T09:49:35.772" v="1910" actId="20577"/>
          <ac:spMkLst>
            <pc:docMk/>
            <pc:sldMk cId="2678790771" sldId="2147483022"/>
            <ac:spMk id="14" creationId="{AEEF18E9-87D4-6194-DB35-8F68549B59A8}"/>
          </ac:spMkLst>
        </pc:spChg>
        <pc:spChg chg="add mod">
          <ac:chgData name="Matthew Wright" userId="0d3ab189-59d5-47dc-8275-9fbc0b028d65" providerId="ADAL" clId="{0BBBD80D-67B7-4BD4-85F5-752FFF4CAD6B}" dt="2026-04-27T09:50:30.801" v="1960" actId="1076"/>
          <ac:spMkLst>
            <pc:docMk/>
            <pc:sldMk cId="2678790771" sldId="2147483022"/>
            <ac:spMk id="15" creationId="{BE1ABFB5-6463-1DA0-014E-671666A91C6F}"/>
          </ac:spMkLst>
        </pc:spChg>
        <pc:spChg chg="add mod">
          <ac:chgData name="Matthew Wright" userId="0d3ab189-59d5-47dc-8275-9fbc0b028d65" providerId="ADAL" clId="{0BBBD80D-67B7-4BD4-85F5-752FFF4CAD6B}" dt="2026-04-27T09:49:40.294" v="1920" actId="20577"/>
          <ac:spMkLst>
            <pc:docMk/>
            <pc:sldMk cId="2678790771" sldId="2147483022"/>
            <ac:spMk id="16" creationId="{11F830A4-CB96-114D-560A-9D96C18B2FC4}"/>
          </ac:spMkLst>
        </pc:spChg>
        <pc:spChg chg="add mod">
          <ac:chgData name="Matthew Wright" userId="0d3ab189-59d5-47dc-8275-9fbc0b028d65" providerId="ADAL" clId="{0BBBD80D-67B7-4BD4-85F5-752FFF4CAD6B}" dt="2026-04-27T09:49:42.851" v="1925" actId="20577"/>
          <ac:spMkLst>
            <pc:docMk/>
            <pc:sldMk cId="2678790771" sldId="2147483022"/>
            <ac:spMk id="17" creationId="{32818AC3-9B19-F7AE-B9E5-FA490BC329DB}"/>
          </ac:spMkLst>
        </pc:spChg>
        <pc:spChg chg="add mod">
          <ac:chgData name="Matthew Wright" userId="0d3ab189-59d5-47dc-8275-9fbc0b028d65" providerId="ADAL" clId="{0BBBD80D-67B7-4BD4-85F5-752FFF4CAD6B}" dt="2026-04-27T09:49:45.403" v="1928" actId="20577"/>
          <ac:spMkLst>
            <pc:docMk/>
            <pc:sldMk cId="2678790771" sldId="2147483022"/>
            <ac:spMk id="18" creationId="{D19E7580-C641-F7E4-DE07-63CA1A2FEC2B}"/>
          </ac:spMkLst>
        </pc:spChg>
        <pc:spChg chg="add mod">
          <ac:chgData name="Matthew Wright" userId="0d3ab189-59d5-47dc-8275-9fbc0b028d65" providerId="ADAL" clId="{0BBBD80D-67B7-4BD4-85F5-752FFF4CAD6B}" dt="2026-04-27T09:49:47.484" v="1931" actId="20577"/>
          <ac:spMkLst>
            <pc:docMk/>
            <pc:sldMk cId="2678790771" sldId="2147483022"/>
            <ac:spMk id="19" creationId="{C81CF778-5C1A-AA9E-A339-08A65DBB6614}"/>
          </ac:spMkLst>
        </pc:spChg>
        <pc:spChg chg="add mod">
          <ac:chgData name="Matthew Wright" userId="0d3ab189-59d5-47dc-8275-9fbc0b028d65" providerId="ADAL" clId="{0BBBD80D-67B7-4BD4-85F5-752FFF4CAD6B}" dt="2026-04-27T09:49:49.771" v="1934" actId="20577"/>
          <ac:spMkLst>
            <pc:docMk/>
            <pc:sldMk cId="2678790771" sldId="2147483022"/>
            <ac:spMk id="20" creationId="{D3C6648E-2173-1612-2453-B4A7A17B19A6}"/>
          </ac:spMkLst>
        </pc:spChg>
        <pc:spChg chg="add mod">
          <ac:chgData name="Matthew Wright" userId="0d3ab189-59d5-47dc-8275-9fbc0b028d65" providerId="ADAL" clId="{0BBBD80D-67B7-4BD4-85F5-752FFF4CAD6B}" dt="2026-04-27T09:49:51.946" v="1937" actId="20577"/>
          <ac:spMkLst>
            <pc:docMk/>
            <pc:sldMk cId="2678790771" sldId="2147483022"/>
            <ac:spMk id="22" creationId="{07517736-77A0-9938-C79B-74549EA3C68A}"/>
          </ac:spMkLst>
        </pc:spChg>
        <pc:spChg chg="add mod">
          <ac:chgData name="Matthew Wright" userId="0d3ab189-59d5-47dc-8275-9fbc0b028d65" providerId="ADAL" clId="{0BBBD80D-67B7-4BD4-85F5-752FFF4CAD6B}" dt="2026-04-27T09:50:30.801" v="1960" actId="1076"/>
          <ac:spMkLst>
            <pc:docMk/>
            <pc:sldMk cId="2678790771" sldId="2147483022"/>
            <ac:spMk id="23" creationId="{F04F2112-4F9E-C346-6321-1F8F1A2C186B}"/>
          </ac:spMkLst>
        </pc:spChg>
        <pc:spChg chg="add mod">
          <ac:chgData name="Matthew Wright" userId="0d3ab189-59d5-47dc-8275-9fbc0b028d65" providerId="ADAL" clId="{0BBBD80D-67B7-4BD4-85F5-752FFF4CAD6B}" dt="2026-04-27T09:49:56.164" v="1943" actId="20577"/>
          <ac:spMkLst>
            <pc:docMk/>
            <pc:sldMk cId="2678790771" sldId="2147483022"/>
            <ac:spMk id="24" creationId="{3FA1CEE5-8A0C-0F55-34CE-B500008853B6}"/>
          </ac:spMkLst>
        </pc:spChg>
        <pc:spChg chg="mod">
          <ac:chgData name="Matthew Wright" userId="0d3ab189-59d5-47dc-8275-9fbc0b028d65" providerId="ADAL" clId="{0BBBD80D-67B7-4BD4-85F5-752FFF4CAD6B}" dt="2026-04-27T10:17:42.470" v="2014" actId="20577"/>
          <ac:spMkLst>
            <pc:docMk/>
            <pc:sldMk cId="2678790771" sldId="2147483022"/>
            <ac:spMk id="26" creationId="{00ABFA18-9442-B8EC-C71A-3C091EC41CB3}"/>
          </ac:spMkLst>
        </pc:spChg>
        <pc:spChg chg="add mod">
          <ac:chgData name="Matthew Wright" userId="0d3ab189-59d5-47dc-8275-9fbc0b028d65" providerId="ADAL" clId="{0BBBD80D-67B7-4BD4-85F5-752FFF4CAD6B}" dt="2026-04-27T09:50:30.801" v="1960" actId="1076"/>
          <ac:spMkLst>
            <pc:docMk/>
            <pc:sldMk cId="2678790771" sldId="2147483022"/>
            <ac:spMk id="28" creationId="{44F86BCC-7FB6-2588-B327-0F301FE47CA5}"/>
          </ac:spMkLst>
        </pc:spChg>
        <pc:spChg chg="add mod">
          <ac:chgData name="Matthew Wright" userId="0d3ab189-59d5-47dc-8275-9fbc0b028d65" providerId="ADAL" clId="{0BBBD80D-67B7-4BD4-85F5-752FFF4CAD6B}" dt="2026-04-27T09:50:30.801" v="1960" actId="1076"/>
          <ac:spMkLst>
            <pc:docMk/>
            <pc:sldMk cId="2678790771" sldId="2147483022"/>
            <ac:spMk id="29" creationId="{01865BEC-8E43-12BB-FEA2-DCCC15C6D78C}"/>
          </ac:spMkLst>
        </pc:spChg>
        <pc:spChg chg="mod">
          <ac:chgData name="Matthew Wright" userId="0d3ab189-59d5-47dc-8275-9fbc0b028d65" providerId="ADAL" clId="{0BBBD80D-67B7-4BD4-85F5-752FFF4CAD6B}" dt="2026-04-27T10:31:31.489" v="2207" actId="14100"/>
          <ac:spMkLst>
            <pc:docMk/>
            <pc:sldMk cId="2678790771" sldId="2147483022"/>
            <ac:spMk id="31" creationId="{FB015DE9-3703-C7EE-A1E8-F5830832D852}"/>
          </ac:spMkLst>
        </pc:spChg>
        <pc:spChg chg="mod">
          <ac:chgData name="Matthew Wright" userId="0d3ab189-59d5-47dc-8275-9fbc0b028d65" providerId="ADAL" clId="{0BBBD80D-67B7-4BD4-85F5-752FFF4CAD6B}" dt="2026-04-27T10:19:16.902" v="2140" actId="1076"/>
          <ac:spMkLst>
            <pc:docMk/>
            <pc:sldMk cId="2678790771" sldId="2147483022"/>
            <ac:spMk id="32" creationId="{B3A5CD48-4481-3E8D-A5CB-EF425FC01798}"/>
          </ac:spMkLst>
        </pc:spChg>
        <pc:spChg chg="mod">
          <ac:chgData name="Matthew Wright" userId="0d3ab189-59d5-47dc-8275-9fbc0b028d65" providerId="ADAL" clId="{0BBBD80D-67B7-4BD4-85F5-752FFF4CAD6B}" dt="2026-04-27T10:22:38.768" v="2164" actId="14100"/>
          <ac:spMkLst>
            <pc:docMk/>
            <pc:sldMk cId="2678790771" sldId="2147483022"/>
            <ac:spMk id="33" creationId="{8BC754F8-445C-1A85-110C-41E75F0065D9}"/>
          </ac:spMkLst>
        </pc:spChg>
        <pc:spChg chg="mod">
          <ac:chgData name="Matthew Wright" userId="0d3ab189-59d5-47dc-8275-9fbc0b028d65" providerId="ADAL" clId="{0BBBD80D-67B7-4BD4-85F5-752FFF4CAD6B}" dt="2026-04-27T10:22:44.087" v="2165" actId="1076"/>
          <ac:spMkLst>
            <pc:docMk/>
            <pc:sldMk cId="2678790771" sldId="2147483022"/>
            <ac:spMk id="34" creationId="{631FF9C2-A1BF-3BDB-22D1-B27E89C95A85}"/>
          </ac:spMkLst>
        </pc:spChg>
        <pc:spChg chg="mod">
          <ac:chgData name="Matthew Wright" userId="0d3ab189-59d5-47dc-8275-9fbc0b028d65" providerId="ADAL" clId="{0BBBD80D-67B7-4BD4-85F5-752FFF4CAD6B}" dt="2026-04-27T10:22:44.087" v="2165" actId="1076"/>
          <ac:spMkLst>
            <pc:docMk/>
            <pc:sldMk cId="2678790771" sldId="2147483022"/>
            <ac:spMk id="35" creationId="{791DACC0-520B-5EDA-3B19-8818FEF695C0}"/>
          </ac:spMkLst>
        </pc:spChg>
        <pc:spChg chg="add mod">
          <ac:chgData name="Matthew Wright" userId="0d3ab189-59d5-47dc-8275-9fbc0b028d65" providerId="ADAL" clId="{0BBBD80D-67B7-4BD4-85F5-752FFF4CAD6B}" dt="2026-04-27T10:32:13.663" v="2215" actId="14100"/>
          <ac:spMkLst>
            <pc:docMk/>
            <pc:sldMk cId="2678790771" sldId="2147483022"/>
            <ac:spMk id="36" creationId="{954B6AF4-79B4-A898-E993-CF9C5172C1FD}"/>
          </ac:spMkLst>
        </pc:spChg>
        <pc:spChg chg="del">
          <ac:chgData name="Matthew Wright" userId="0d3ab189-59d5-47dc-8275-9fbc0b028d65" providerId="ADAL" clId="{0BBBD80D-67B7-4BD4-85F5-752FFF4CAD6B}" dt="2026-04-27T09:46:06.884" v="1846" actId="478"/>
          <ac:spMkLst>
            <pc:docMk/>
            <pc:sldMk cId="2678790771" sldId="2147483022"/>
            <ac:spMk id="36" creationId="{AD2C59D8-9B59-B105-2A0D-BDA1895115EB}"/>
          </ac:spMkLst>
        </pc:spChg>
        <pc:spChg chg="mod">
          <ac:chgData name="Matthew Wright" userId="0d3ab189-59d5-47dc-8275-9fbc0b028d65" providerId="ADAL" clId="{0BBBD80D-67B7-4BD4-85F5-752FFF4CAD6B}" dt="2026-04-27T10:32:48.932" v="2221" actId="1076"/>
          <ac:spMkLst>
            <pc:docMk/>
            <pc:sldMk cId="2678790771" sldId="2147483022"/>
            <ac:spMk id="37" creationId="{E07725AC-9024-C464-A785-636B8EFB78CC}"/>
          </ac:spMkLst>
        </pc:spChg>
        <pc:spChg chg="mod">
          <ac:chgData name="Matthew Wright" userId="0d3ab189-59d5-47dc-8275-9fbc0b028d65" providerId="ADAL" clId="{0BBBD80D-67B7-4BD4-85F5-752FFF4CAD6B}" dt="2026-04-27T10:22:38.768" v="2164" actId="14100"/>
          <ac:spMkLst>
            <pc:docMk/>
            <pc:sldMk cId="2678790771" sldId="2147483022"/>
            <ac:spMk id="38" creationId="{71BCC842-0C82-F895-0610-65D1D563D147}"/>
          </ac:spMkLst>
        </pc:spChg>
        <pc:spChg chg="mod">
          <ac:chgData name="Matthew Wright" userId="0d3ab189-59d5-47dc-8275-9fbc0b028d65" providerId="ADAL" clId="{0BBBD80D-67B7-4BD4-85F5-752FFF4CAD6B}" dt="2026-04-27T10:22:44.087" v="2165" actId="1076"/>
          <ac:spMkLst>
            <pc:docMk/>
            <pc:sldMk cId="2678790771" sldId="2147483022"/>
            <ac:spMk id="39" creationId="{D519E2D5-3C4E-E54C-A6CB-F55040469DFC}"/>
          </ac:spMkLst>
        </pc:spChg>
        <pc:spChg chg="mod">
          <ac:chgData name="Matthew Wright" userId="0d3ab189-59d5-47dc-8275-9fbc0b028d65" providerId="ADAL" clId="{0BBBD80D-67B7-4BD4-85F5-752FFF4CAD6B}" dt="2026-04-27T10:22:44.087" v="2165" actId="1076"/>
          <ac:spMkLst>
            <pc:docMk/>
            <pc:sldMk cId="2678790771" sldId="2147483022"/>
            <ac:spMk id="40" creationId="{410E1785-4F3D-2F65-03B0-0AA3F2D7EF5E}"/>
          </ac:spMkLst>
        </pc:spChg>
        <pc:spChg chg="add mod">
          <ac:chgData name="Matthew Wright" userId="0d3ab189-59d5-47dc-8275-9fbc0b028d65" providerId="ADAL" clId="{0BBBD80D-67B7-4BD4-85F5-752FFF4CAD6B}" dt="2026-04-27T10:19:43.826" v="2144"/>
          <ac:spMkLst>
            <pc:docMk/>
            <pc:sldMk cId="2678790771" sldId="2147483022"/>
            <ac:spMk id="41" creationId="{01EB1831-88AC-1079-813F-1462FAA03DF6}"/>
          </ac:spMkLst>
        </pc:spChg>
        <pc:spChg chg="del">
          <ac:chgData name="Matthew Wright" userId="0d3ab189-59d5-47dc-8275-9fbc0b028d65" providerId="ADAL" clId="{0BBBD80D-67B7-4BD4-85F5-752FFF4CAD6B}" dt="2026-04-27T09:46:06.884" v="1846" actId="478"/>
          <ac:spMkLst>
            <pc:docMk/>
            <pc:sldMk cId="2678790771" sldId="2147483022"/>
            <ac:spMk id="41" creationId="{56C73DCA-D5BC-CC23-3966-11C0D2479EA8}"/>
          </ac:spMkLst>
        </pc:spChg>
        <pc:spChg chg="add mod">
          <ac:chgData name="Matthew Wright" userId="0d3ab189-59d5-47dc-8275-9fbc0b028d65" providerId="ADAL" clId="{0BBBD80D-67B7-4BD4-85F5-752FFF4CAD6B}" dt="2026-04-27T09:50:03.931" v="1954" actId="20577"/>
          <ac:spMkLst>
            <pc:docMk/>
            <pc:sldMk cId="2678790771" sldId="2147483022"/>
            <ac:spMk id="42" creationId="{AEE6F87A-385E-1E16-0470-33A19AA1923A}"/>
          </ac:spMkLst>
        </pc:spChg>
        <pc:spChg chg="mod">
          <ac:chgData name="Matthew Wright" userId="0d3ab189-59d5-47dc-8275-9fbc0b028d65" providerId="ADAL" clId="{0BBBD80D-67B7-4BD4-85F5-752FFF4CAD6B}" dt="2026-04-27T10:32:17.326" v="2216" actId="404"/>
          <ac:spMkLst>
            <pc:docMk/>
            <pc:sldMk cId="2678790771" sldId="2147483022"/>
            <ac:spMk id="44" creationId="{F953A060-A0B1-90A3-EADF-301EB54CD699}"/>
          </ac:spMkLst>
        </pc:spChg>
        <pc:spChg chg="del mod">
          <ac:chgData name="Matthew Wright" userId="0d3ab189-59d5-47dc-8275-9fbc0b028d65" providerId="ADAL" clId="{0BBBD80D-67B7-4BD4-85F5-752FFF4CAD6B}" dt="2026-04-27T10:16:54.823" v="1981" actId="478"/>
          <ac:spMkLst>
            <pc:docMk/>
            <pc:sldMk cId="2678790771" sldId="2147483022"/>
            <ac:spMk id="45" creationId="{CF612536-77D9-AC5C-5DD4-C4F38FB15E6B}"/>
          </ac:spMkLst>
        </pc:spChg>
        <pc:spChg chg="add del mod">
          <ac:chgData name="Matthew Wright" userId="0d3ab189-59d5-47dc-8275-9fbc0b028d65" providerId="ADAL" clId="{0BBBD80D-67B7-4BD4-85F5-752FFF4CAD6B}" dt="2026-04-27T10:18:45.629" v="2103" actId="478"/>
          <ac:spMkLst>
            <pc:docMk/>
            <pc:sldMk cId="2678790771" sldId="2147483022"/>
            <ac:spMk id="46" creationId="{365EB341-AB76-83D5-57ED-5C4D687735BF}"/>
          </ac:spMkLst>
        </pc:spChg>
        <pc:spChg chg="add mod">
          <ac:chgData name="Matthew Wright" userId="0d3ab189-59d5-47dc-8275-9fbc0b028d65" providerId="ADAL" clId="{0BBBD80D-67B7-4BD4-85F5-752FFF4CAD6B}" dt="2026-04-27T10:20:00.111" v="2152" actId="404"/>
          <ac:spMkLst>
            <pc:docMk/>
            <pc:sldMk cId="2678790771" sldId="2147483022"/>
            <ac:spMk id="47" creationId="{58271CCE-78D2-2DD7-6FBC-30C66EFD678A}"/>
          </ac:spMkLst>
        </pc:spChg>
        <pc:spChg chg="del mod">
          <ac:chgData name="Matthew Wright" userId="0d3ab189-59d5-47dc-8275-9fbc0b028d65" providerId="ADAL" clId="{0BBBD80D-67B7-4BD4-85F5-752FFF4CAD6B}" dt="2026-04-27T10:16:53.743" v="1979" actId="478"/>
          <ac:spMkLst>
            <pc:docMk/>
            <pc:sldMk cId="2678790771" sldId="2147483022"/>
            <ac:spMk id="48" creationId="{E753C5CB-7D74-B51E-3CDD-C5A4A43D6969}"/>
          </ac:spMkLst>
        </pc:spChg>
        <pc:spChg chg="del">
          <ac:chgData name="Matthew Wright" userId="0d3ab189-59d5-47dc-8275-9fbc0b028d65" providerId="ADAL" clId="{0BBBD80D-67B7-4BD4-85F5-752FFF4CAD6B}" dt="2026-04-27T10:16:52.351" v="1978" actId="478"/>
          <ac:spMkLst>
            <pc:docMk/>
            <pc:sldMk cId="2678790771" sldId="2147483022"/>
            <ac:spMk id="49" creationId="{11A30E0D-5877-0433-7807-B0DD8E6BF57C}"/>
          </ac:spMkLst>
        </pc:spChg>
        <pc:spChg chg="del mod">
          <ac:chgData name="Matthew Wright" userId="0d3ab189-59d5-47dc-8275-9fbc0b028d65" providerId="ADAL" clId="{0BBBD80D-67B7-4BD4-85F5-752FFF4CAD6B}" dt="2026-04-27T10:16:54.510" v="1980" actId="478"/>
          <ac:spMkLst>
            <pc:docMk/>
            <pc:sldMk cId="2678790771" sldId="2147483022"/>
            <ac:spMk id="50" creationId="{0D0B1BCC-F2F3-ADCA-89D5-7CDBC6F199C2}"/>
          </ac:spMkLst>
        </pc:spChg>
        <pc:spChg chg="add mod">
          <ac:chgData name="Matthew Wright" userId="0d3ab189-59d5-47dc-8275-9fbc0b028d65" providerId="ADAL" clId="{0BBBD80D-67B7-4BD4-85F5-752FFF4CAD6B}" dt="2026-04-27T10:20:04.020" v="2153"/>
          <ac:spMkLst>
            <pc:docMk/>
            <pc:sldMk cId="2678790771" sldId="2147483022"/>
            <ac:spMk id="51" creationId="{050CAA0F-EDC4-52E0-594C-7B79A47C695C}"/>
          </ac:spMkLst>
        </pc:spChg>
        <pc:spChg chg="add mod">
          <ac:chgData name="Matthew Wright" userId="0d3ab189-59d5-47dc-8275-9fbc0b028d65" providerId="ADAL" clId="{0BBBD80D-67B7-4BD4-85F5-752FFF4CAD6B}" dt="2026-04-27T10:22:23.906" v="2163" actId="207"/>
          <ac:spMkLst>
            <pc:docMk/>
            <pc:sldMk cId="2678790771" sldId="2147483022"/>
            <ac:spMk id="52" creationId="{569777A1-688E-6D4F-1696-FDA1E12C6B31}"/>
          </ac:spMkLst>
        </pc:spChg>
        <pc:spChg chg="add mod">
          <ac:chgData name="Matthew Wright" userId="0d3ab189-59d5-47dc-8275-9fbc0b028d65" providerId="ADAL" clId="{0BBBD80D-67B7-4BD4-85F5-752FFF4CAD6B}" dt="2026-04-27T10:22:23.906" v="2163" actId="207"/>
          <ac:spMkLst>
            <pc:docMk/>
            <pc:sldMk cId="2678790771" sldId="2147483022"/>
            <ac:spMk id="53" creationId="{CFE06B08-DA95-3C33-E4BA-F13D0D405C66}"/>
          </ac:spMkLst>
        </pc:spChg>
        <pc:spChg chg="add mod">
          <ac:chgData name="Matthew Wright" userId="0d3ab189-59d5-47dc-8275-9fbc0b028d65" providerId="ADAL" clId="{0BBBD80D-67B7-4BD4-85F5-752FFF4CAD6B}" dt="2026-04-27T10:22:23.906" v="2163" actId="207"/>
          <ac:spMkLst>
            <pc:docMk/>
            <pc:sldMk cId="2678790771" sldId="2147483022"/>
            <ac:spMk id="54" creationId="{7796B8E3-411F-47AF-0E3A-E434BC0B50CF}"/>
          </ac:spMkLst>
        </pc:spChg>
        <pc:spChg chg="add mod">
          <ac:chgData name="Matthew Wright" userId="0d3ab189-59d5-47dc-8275-9fbc0b028d65" providerId="ADAL" clId="{0BBBD80D-67B7-4BD4-85F5-752FFF4CAD6B}" dt="2026-04-27T10:28:01.156" v="2180" actId="207"/>
          <ac:spMkLst>
            <pc:docMk/>
            <pc:sldMk cId="2678790771" sldId="2147483022"/>
            <ac:spMk id="55" creationId="{6326E82D-7106-E004-14DB-49574110E33B}"/>
          </ac:spMkLst>
        </pc:spChg>
        <pc:spChg chg="add mod">
          <ac:chgData name="Matthew Wright" userId="0d3ab189-59d5-47dc-8275-9fbc0b028d65" providerId="ADAL" clId="{0BBBD80D-67B7-4BD4-85F5-752FFF4CAD6B}" dt="2026-04-27T10:28:01.156" v="2180" actId="207"/>
          <ac:spMkLst>
            <pc:docMk/>
            <pc:sldMk cId="2678790771" sldId="2147483022"/>
            <ac:spMk id="56" creationId="{C2C96249-B387-68F6-D887-B9B816EB1263}"/>
          </ac:spMkLst>
        </pc:spChg>
        <pc:spChg chg="add mod">
          <ac:chgData name="Matthew Wright" userId="0d3ab189-59d5-47dc-8275-9fbc0b028d65" providerId="ADAL" clId="{0BBBD80D-67B7-4BD4-85F5-752FFF4CAD6B}" dt="2026-04-27T10:28:01.156" v="2180" actId="207"/>
          <ac:spMkLst>
            <pc:docMk/>
            <pc:sldMk cId="2678790771" sldId="2147483022"/>
            <ac:spMk id="57" creationId="{FEB1C976-F405-BE14-CA64-6CE2F0083831}"/>
          </ac:spMkLst>
        </pc:spChg>
        <pc:spChg chg="add mod">
          <ac:chgData name="Matthew Wright" userId="0d3ab189-59d5-47dc-8275-9fbc0b028d65" providerId="ADAL" clId="{0BBBD80D-67B7-4BD4-85F5-752FFF4CAD6B}" dt="2026-04-27T10:28:32.366" v="2185" actId="1076"/>
          <ac:spMkLst>
            <pc:docMk/>
            <pc:sldMk cId="2678790771" sldId="2147483022"/>
            <ac:spMk id="58" creationId="{BAD9D335-A574-7019-C83B-665DD965372B}"/>
          </ac:spMkLst>
        </pc:spChg>
        <pc:spChg chg="add mod">
          <ac:chgData name="Matthew Wright" userId="0d3ab189-59d5-47dc-8275-9fbc0b028d65" providerId="ADAL" clId="{0BBBD80D-67B7-4BD4-85F5-752FFF4CAD6B}" dt="2026-04-27T10:28:34.291" v="2186" actId="1076"/>
          <ac:spMkLst>
            <pc:docMk/>
            <pc:sldMk cId="2678790771" sldId="2147483022"/>
            <ac:spMk id="59" creationId="{36BF663D-267B-89B8-1622-8B1E817B5A04}"/>
          </ac:spMkLst>
        </pc:spChg>
        <pc:spChg chg="add mod">
          <ac:chgData name="Matthew Wright" userId="0d3ab189-59d5-47dc-8275-9fbc0b028d65" providerId="ADAL" clId="{0BBBD80D-67B7-4BD4-85F5-752FFF4CAD6B}" dt="2026-04-27T10:28:37.460" v="2187" actId="1076"/>
          <ac:spMkLst>
            <pc:docMk/>
            <pc:sldMk cId="2678790771" sldId="2147483022"/>
            <ac:spMk id="60" creationId="{494C7E4F-884A-41AD-4564-04EC10AEEB2E}"/>
          </ac:spMkLst>
        </pc:spChg>
        <pc:spChg chg="add mod">
          <ac:chgData name="Matthew Wright" userId="0d3ab189-59d5-47dc-8275-9fbc0b028d65" providerId="ADAL" clId="{0BBBD80D-67B7-4BD4-85F5-752FFF4CAD6B}" dt="2026-04-27T10:29:55.051" v="2200" actId="14100"/>
          <ac:spMkLst>
            <pc:docMk/>
            <pc:sldMk cId="2678790771" sldId="2147483022"/>
            <ac:spMk id="61" creationId="{2FD4FFB5-8FB7-EB39-2169-B0E3AB75399E}"/>
          </ac:spMkLst>
        </pc:spChg>
        <pc:spChg chg="add mod">
          <ac:chgData name="Matthew Wright" userId="0d3ab189-59d5-47dc-8275-9fbc0b028d65" providerId="ADAL" clId="{0BBBD80D-67B7-4BD4-85F5-752FFF4CAD6B}" dt="2026-04-27T10:30:01.809" v="2202" actId="14100"/>
          <ac:spMkLst>
            <pc:docMk/>
            <pc:sldMk cId="2678790771" sldId="2147483022"/>
            <ac:spMk id="62" creationId="{380752A0-07A9-53E4-65E2-D2028F47CC5D}"/>
          </ac:spMkLst>
        </pc:spChg>
        <pc:spChg chg="add mod">
          <ac:chgData name="Matthew Wright" userId="0d3ab189-59d5-47dc-8275-9fbc0b028d65" providerId="ADAL" clId="{0BBBD80D-67B7-4BD4-85F5-752FFF4CAD6B}" dt="2026-04-27T10:30:44.261" v="2203" actId="1076"/>
          <ac:spMkLst>
            <pc:docMk/>
            <pc:sldMk cId="2678790771" sldId="2147483022"/>
            <ac:spMk id="63" creationId="{CCDE154C-247E-E510-E673-5CE43E5DADC1}"/>
          </ac:spMkLst>
        </pc:spChg>
        <pc:spChg chg="add mod">
          <ac:chgData name="Matthew Wright" userId="0d3ab189-59d5-47dc-8275-9fbc0b028d65" providerId="ADAL" clId="{0BBBD80D-67B7-4BD4-85F5-752FFF4CAD6B}" dt="2026-04-27T10:29:34.909" v="2197" actId="1076"/>
          <ac:spMkLst>
            <pc:docMk/>
            <pc:sldMk cId="2678790771" sldId="2147483022"/>
            <ac:spMk id="64" creationId="{30B2F077-B418-6E7D-1F5B-18F1CB5F8FF3}"/>
          </ac:spMkLst>
        </pc:spChg>
        <pc:spChg chg="add del mod">
          <ac:chgData name="Matthew Wright" userId="0d3ab189-59d5-47dc-8275-9fbc0b028d65" providerId="ADAL" clId="{0BBBD80D-67B7-4BD4-85F5-752FFF4CAD6B}" dt="2026-04-27T10:34:36.368" v="2302" actId="478"/>
          <ac:spMkLst>
            <pc:docMk/>
            <pc:sldMk cId="2678790771" sldId="2147483022"/>
            <ac:spMk id="66" creationId="{632C1A96-7FE9-B52E-78ED-D13625716C1A}"/>
          </ac:spMkLst>
        </pc:spChg>
        <pc:spChg chg="add del mod">
          <ac:chgData name="Matthew Wright" userId="0d3ab189-59d5-47dc-8275-9fbc0b028d65" providerId="ADAL" clId="{0BBBD80D-67B7-4BD4-85F5-752FFF4CAD6B}" dt="2026-04-27T10:34:35.383" v="2301" actId="478"/>
          <ac:spMkLst>
            <pc:docMk/>
            <pc:sldMk cId="2678790771" sldId="2147483022"/>
            <ac:spMk id="67" creationId="{C3E1683F-BFE1-661F-CE34-E9EF820531C9}"/>
          </ac:spMkLst>
        </pc:spChg>
        <pc:spChg chg="add mod">
          <ac:chgData name="Matthew Wright" userId="0d3ab189-59d5-47dc-8275-9fbc0b028d65" providerId="ADAL" clId="{0BBBD80D-67B7-4BD4-85F5-752FFF4CAD6B}" dt="2026-04-27T10:33:45.153" v="2234" actId="1076"/>
          <ac:spMkLst>
            <pc:docMk/>
            <pc:sldMk cId="2678790771" sldId="2147483022"/>
            <ac:spMk id="68" creationId="{39EB95AE-2FFE-0C4A-DF95-A27120A93FEC}"/>
          </ac:spMkLst>
        </pc:spChg>
        <pc:spChg chg="add del mod">
          <ac:chgData name="Matthew Wright" userId="0d3ab189-59d5-47dc-8275-9fbc0b028d65" providerId="ADAL" clId="{0BBBD80D-67B7-4BD4-85F5-752FFF4CAD6B}" dt="2026-04-27T10:33:32.840" v="2233" actId="478"/>
          <ac:spMkLst>
            <pc:docMk/>
            <pc:sldMk cId="2678790771" sldId="2147483022"/>
            <ac:spMk id="69" creationId="{95BF84CB-9B08-9DCA-2A54-BCFE95D76059}"/>
          </ac:spMkLst>
        </pc:spChg>
        <pc:spChg chg="add mod">
          <ac:chgData name="Matthew Wright" userId="0d3ab189-59d5-47dc-8275-9fbc0b028d65" providerId="ADAL" clId="{0BBBD80D-67B7-4BD4-85F5-752FFF4CAD6B}" dt="2026-04-27T10:34:12.462" v="2261" actId="1076"/>
          <ac:spMkLst>
            <pc:docMk/>
            <pc:sldMk cId="2678790771" sldId="2147483022"/>
            <ac:spMk id="70" creationId="{E5FF6D23-55FA-259E-B00E-0E71C37181FE}"/>
          </ac:spMkLst>
        </pc:spChg>
        <pc:spChg chg="add del mod">
          <ac:chgData name="Matthew Wright" userId="0d3ab189-59d5-47dc-8275-9fbc0b028d65" providerId="ADAL" clId="{0BBBD80D-67B7-4BD4-85F5-752FFF4CAD6B}" dt="2026-04-27T10:34:34.375" v="2300" actId="478"/>
          <ac:spMkLst>
            <pc:docMk/>
            <pc:sldMk cId="2678790771" sldId="2147483022"/>
            <ac:spMk id="71" creationId="{FE96602C-0414-5BEF-50CB-A11B14163ABE}"/>
          </ac:spMkLst>
        </pc:spChg>
        <pc:spChg chg="mod">
          <ac:chgData name="Matthew Wright" userId="0d3ab189-59d5-47dc-8275-9fbc0b028d65" providerId="ADAL" clId="{0BBBD80D-67B7-4BD4-85F5-752FFF4CAD6B}" dt="2026-04-27T10:33:07.337" v="2229" actId="1076"/>
          <ac:spMkLst>
            <pc:docMk/>
            <pc:sldMk cId="2678790771" sldId="2147483022"/>
            <ac:spMk id="101" creationId="{5A2A79D3-6D13-C7C6-2C8E-A09C1AE0F962}"/>
          </ac:spMkLst>
        </pc:spChg>
        <pc:spChg chg="mod">
          <ac:chgData name="Matthew Wright" userId="0d3ab189-59d5-47dc-8275-9fbc0b028d65" providerId="ADAL" clId="{0BBBD80D-67B7-4BD4-85F5-752FFF4CAD6B}" dt="2026-04-27T09:50:30.801" v="1960" actId="1076"/>
          <ac:spMkLst>
            <pc:docMk/>
            <pc:sldMk cId="2678790771" sldId="2147483022"/>
            <ac:spMk id="122" creationId="{A9F9CFD9-ACFF-F4D4-AAD8-DB45C4E894CC}"/>
          </ac:spMkLst>
        </pc:spChg>
        <pc:cxnChg chg="mod">
          <ac:chgData name="Matthew Wright" userId="0d3ab189-59d5-47dc-8275-9fbc0b028d65" providerId="ADAL" clId="{0BBBD80D-67B7-4BD4-85F5-752FFF4CAD6B}" dt="2026-04-27T10:30:55.764" v="2205" actId="14100"/>
          <ac:cxnSpMkLst>
            <pc:docMk/>
            <pc:sldMk cId="2678790771" sldId="2147483022"/>
            <ac:cxnSpMk id="43" creationId="{6553A1B4-EE79-FE14-6DAD-8D2BF3C799EB}"/>
          </ac:cxnSpMkLst>
        </pc:cxnChg>
      </pc:sldChg>
      <pc:sldChg chg="modSp mod">
        <pc:chgData name="Matthew Wright" userId="0d3ab189-59d5-47dc-8275-9fbc0b028d65" providerId="ADAL" clId="{0BBBD80D-67B7-4BD4-85F5-752FFF4CAD6B}" dt="2026-04-24T21:22:08.408" v="753" actId="20577"/>
        <pc:sldMkLst>
          <pc:docMk/>
          <pc:sldMk cId="2997075761" sldId="2147483644"/>
        </pc:sldMkLst>
        <pc:spChg chg="mod">
          <ac:chgData name="Matthew Wright" userId="0d3ab189-59d5-47dc-8275-9fbc0b028d65" providerId="ADAL" clId="{0BBBD80D-67B7-4BD4-85F5-752FFF4CAD6B}" dt="2026-04-24T21:22:08.408" v="753" actId="20577"/>
          <ac:spMkLst>
            <pc:docMk/>
            <pc:sldMk cId="2997075761" sldId="2147483644"/>
            <ac:spMk id="3" creationId="{05B76263-DCD2-0B78-B135-9C8C642516C8}"/>
          </ac:spMkLst>
        </pc:spChg>
      </pc:sldChg>
      <pc:sldChg chg="ord">
        <pc:chgData name="Matthew Wright" userId="0d3ab189-59d5-47dc-8275-9fbc0b028d65" providerId="ADAL" clId="{0BBBD80D-67B7-4BD4-85F5-752FFF4CAD6B}" dt="2026-04-24T15:14:54.348" v="11"/>
        <pc:sldMkLst>
          <pc:docMk/>
          <pc:sldMk cId="3795709086" sldId="2147483647"/>
        </pc:sldMkLst>
      </pc:sldChg>
      <pc:sldMasterChg chg="delSldLayout">
        <pc:chgData name="Matthew Wright" userId="0d3ab189-59d5-47dc-8275-9fbc0b028d65" providerId="ADAL" clId="{0BBBD80D-67B7-4BD4-85F5-752FFF4CAD6B}" dt="2026-04-24T21:22:00.062" v="724" actId="47"/>
        <pc:sldMasterMkLst>
          <pc:docMk/>
          <pc:sldMasterMk cId="3364535529" sldId="2147484405"/>
        </pc:sldMasterMkLst>
      </pc:sldMasterChg>
    </pc:docChg>
  </pc:docChgLst>
  <pc:docChgLst>
    <pc:chgData name="Anshuman Nath" userId="c05c3c85-26fd-4b59-8932-a76e100e8883" providerId="ADAL" clId="{3C211872-778A-4D92-A21E-4DCB9F92B0E1}"/>
    <pc:docChg chg="undo custSel addSld delSld modSld sldOrd modMainMaster modSection">
      <pc:chgData name="Anshuman Nath" userId="c05c3c85-26fd-4b59-8932-a76e100e8883" providerId="ADAL" clId="{3C211872-778A-4D92-A21E-4DCB9F92B0E1}" dt="2026-04-27T14:59:41.154" v="2315" actId="1582"/>
      <pc:docMkLst>
        <pc:docMk/>
      </pc:docMkLst>
      <pc:sldChg chg="modSp mod">
        <pc:chgData name="Anshuman Nath" userId="c05c3c85-26fd-4b59-8932-a76e100e8883" providerId="ADAL" clId="{3C211872-778A-4D92-A21E-4DCB9F92B0E1}" dt="2026-04-27T11:53:20.843" v="499" actId="1076"/>
        <pc:sldMkLst>
          <pc:docMk/>
          <pc:sldMk cId="105854980" sldId="275"/>
        </pc:sldMkLst>
        <pc:graphicFrameChg chg="mod modGraphic">
          <ac:chgData name="Anshuman Nath" userId="c05c3c85-26fd-4b59-8932-a76e100e8883" providerId="ADAL" clId="{3C211872-778A-4D92-A21E-4DCB9F92B0E1}" dt="2026-04-27T11:53:20.843" v="499" actId="1076"/>
          <ac:graphicFrameMkLst>
            <pc:docMk/>
            <pc:sldMk cId="105854980" sldId="275"/>
            <ac:graphicFrameMk id="3" creationId="{3A5D80BF-E46F-8F3D-12A9-22D3A2596FAC}"/>
          </ac:graphicFrameMkLst>
        </pc:graphicFrameChg>
        <pc:picChg chg="mod">
          <ac:chgData name="Anshuman Nath" userId="c05c3c85-26fd-4b59-8932-a76e100e8883" providerId="ADAL" clId="{3C211872-778A-4D92-A21E-4DCB9F92B0E1}" dt="2026-04-27T11:53:15.283" v="498" actId="1038"/>
          <ac:picMkLst>
            <pc:docMk/>
            <pc:sldMk cId="105854980" sldId="275"/>
            <ac:picMk id="7" creationId="{998CD89A-29BF-C169-3146-B2037F93441A}"/>
          </ac:picMkLst>
        </pc:picChg>
        <pc:picChg chg="mod">
          <ac:chgData name="Anshuman Nath" userId="c05c3c85-26fd-4b59-8932-a76e100e8883" providerId="ADAL" clId="{3C211872-778A-4D92-A21E-4DCB9F92B0E1}" dt="2026-04-27T11:53:15.283" v="498" actId="1038"/>
          <ac:picMkLst>
            <pc:docMk/>
            <pc:sldMk cId="105854980" sldId="275"/>
            <ac:picMk id="8" creationId="{2F776BF8-954D-DC25-565B-0621313827BE}"/>
          </ac:picMkLst>
        </pc:picChg>
        <pc:picChg chg="mod">
          <ac:chgData name="Anshuman Nath" userId="c05c3c85-26fd-4b59-8932-a76e100e8883" providerId="ADAL" clId="{3C211872-778A-4D92-A21E-4DCB9F92B0E1}" dt="2026-04-27T11:53:15.283" v="498" actId="1038"/>
          <ac:picMkLst>
            <pc:docMk/>
            <pc:sldMk cId="105854980" sldId="275"/>
            <ac:picMk id="9" creationId="{31C892FD-0969-DA5F-16C4-9BC5210A6ADE}"/>
          </ac:picMkLst>
        </pc:picChg>
      </pc:sldChg>
      <pc:sldChg chg="addSp modSp new mod">
        <pc:chgData name="Anshuman Nath" userId="c05c3c85-26fd-4b59-8932-a76e100e8883" providerId="ADAL" clId="{3C211872-778A-4D92-A21E-4DCB9F92B0E1}" dt="2026-04-24T13:01:55.943" v="9" actId="14100"/>
        <pc:sldMkLst>
          <pc:docMk/>
          <pc:sldMk cId="957030974" sldId="286"/>
        </pc:sldMkLst>
        <pc:picChg chg="add mod">
          <ac:chgData name="Anshuman Nath" userId="c05c3c85-26fd-4b59-8932-a76e100e8883" providerId="ADAL" clId="{3C211872-778A-4D92-A21E-4DCB9F92B0E1}" dt="2026-04-24T13:01:55.943" v="9" actId="14100"/>
          <ac:picMkLst>
            <pc:docMk/>
            <pc:sldMk cId="957030974" sldId="286"/>
            <ac:picMk id="4" creationId="{FEAD8882-BE4B-EE79-BAC2-0281377516D4}"/>
          </ac:picMkLst>
        </pc:picChg>
      </pc:sldChg>
      <pc:sldChg chg="new del">
        <pc:chgData name="Anshuman Nath" userId="c05c3c85-26fd-4b59-8932-a76e100e8883" providerId="ADAL" clId="{3C211872-778A-4D92-A21E-4DCB9F92B0E1}" dt="2026-04-27T13:50:02.215" v="505" actId="47"/>
        <pc:sldMkLst>
          <pc:docMk/>
          <pc:sldMk cId="274586020" sldId="302"/>
        </pc:sldMkLst>
      </pc:sldChg>
      <pc:sldChg chg="addSp delSp new del mod">
        <pc:chgData name="Anshuman Nath" userId="c05c3c85-26fd-4b59-8932-a76e100e8883" providerId="ADAL" clId="{3C211872-778A-4D92-A21E-4DCB9F92B0E1}" dt="2026-04-27T12:20:04.309" v="503" actId="680"/>
        <pc:sldMkLst>
          <pc:docMk/>
          <pc:sldMk cId="2404941158" sldId="302"/>
        </pc:sldMkLst>
        <pc:spChg chg="add del">
          <ac:chgData name="Anshuman Nath" userId="c05c3c85-26fd-4b59-8932-a76e100e8883" providerId="ADAL" clId="{3C211872-778A-4D92-A21E-4DCB9F92B0E1}" dt="2026-04-27T12:20:02.998" v="502" actId="478"/>
          <ac:spMkLst>
            <pc:docMk/>
            <pc:sldMk cId="2404941158" sldId="302"/>
            <ac:spMk id="2" creationId="{D1D4E5A6-7586-F8DA-388B-6D4634E46AEC}"/>
          </ac:spMkLst>
        </pc:spChg>
      </pc:sldChg>
      <pc:sldChg chg="addSp delSp modSp new mod ord">
        <pc:chgData name="Anshuman Nath" userId="c05c3c85-26fd-4b59-8932-a76e100e8883" providerId="ADAL" clId="{3C211872-778A-4D92-A21E-4DCB9F92B0E1}" dt="2026-04-27T14:35:49.451" v="1607" actId="1076"/>
        <pc:sldMkLst>
          <pc:docMk/>
          <pc:sldMk cId="4040670394" sldId="302"/>
        </pc:sldMkLst>
        <pc:spChg chg="del">
          <ac:chgData name="Anshuman Nath" userId="c05c3c85-26fd-4b59-8932-a76e100e8883" providerId="ADAL" clId="{3C211872-778A-4D92-A21E-4DCB9F92B0E1}" dt="2026-04-27T13:55:19.853" v="509" actId="478"/>
          <ac:spMkLst>
            <pc:docMk/>
            <pc:sldMk cId="4040670394" sldId="302"/>
            <ac:spMk id="3" creationId="{7867F0EB-34DB-D650-AD51-8DB7FB1C9710}"/>
          </ac:spMkLst>
        </pc:spChg>
        <pc:spChg chg="del">
          <ac:chgData name="Anshuman Nath" userId="c05c3c85-26fd-4b59-8932-a76e100e8883" providerId="ADAL" clId="{3C211872-778A-4D92-A21E-4DCB9F92B0E1}" dt="2026-04-27T13:55:22.754" v="510" actId="478"/>
          <ac:spMkLst>
            <pc:docMk/>
            <pc:sldMk cId="4040670394" sldId="302"/>
            <ac:spMk id="4" creationId="{AA1316F7-F5F2-499B-AF9C-1C557760F1E7}"/>
          </ac:spMkLst>
        </pc:spChg>
        <pc:spChg chg="mod">
          <ac:chgData name="Anshuman Nath" userId="c05c3c85-26fd-4b59-8932-a76e100e8883" providerId="ADAL" clId="{3C211872-778A-4D92-A21E-4DCB9F92B0E1}" dt="2026-04-27T13:55:46.402" v="533" actId="20577"/>
          <ac:spMkLst>
            <pc:docMk/>
            <pc:sldMk cId="4040670394" sldId="302"/>
            <ac:spMk id="5" creationId="{8DE43ACE-928C-D6DE-0262-8E3CD224B521}"/>
          </ac:spMkLst>
        </pc:spChg>
        <pc:spChg chg="add mod">
          <ac:chgData name="Anshuman Nath" userId="c05c3c85-26fd-4b59-8932-a76e100e8883" providerId="ADAL" clId="{3C211872-778A-4D92-A21E-4DCB9F92B0E1}" dt="2026-04-27T14:00:22.131" v="592" actId="164"/>
          <ac:spMkLst>
            <pc:docMk/>
            <pc:sldMk cId="4040670394" sldId="302"/>
            <ac:spMk id="7" creationId="{09F26E38-A00E-DAA4-BD88-173DE640FF80}"/>
          </ac:spMkLst>
        </pc:spChg>
        <pc:spChg chg="add mod">
          <ac:chgData name="Anshuman Nath" userId="c05c3c85-26fd-4b59-8932-a76e100e8883" providerId="ADAL" clId="{3C211872-778A-4D92-A21E-4DCB9F92B0E1}" dt="2026-04-27T14:00:22.131" v="592" actId="164"/>
          <ac:spMkLst>
            <pc:docMk/>
            <pc:sldMk cId="4040670394" sldId="302"/>
            <ac:spMk id="8" creationId="{05D78A2E-F61E-AB25-4AD2-F9A70024A2E8}"/>
          </ac:spMkLst>
        </pc:spChg>
        <pc:spChg chg="add mod">
          <ac:chgData name="Anshuman Nath" userId="c05c3c85-26fd-4b59-8932-a76e100e8883" providerId="ADAL" clId="{3C211872-778A-4D92-A21E-4DCB9F92B0E1}" dt="2026-04-27T14:00:22.131" v="592" actId="164"/>
          <ac:spMkLst>
            <pc:docMk/>
            <pc:sldMk cId="4040670394" sldId="302"/>
            <ac:spMk id="9" creationId="{DB5FD189-3917-A61D-AA23-4AAA903416CF}"/>
          </ac:spMkLst>
        </pc:spChg>
        <pc:spChg chg="add mod">
          <ac:chgData name="Anshuman Nath" userId="c05c3c85-26fd-4b59-8932-a76e100e8883" providerId="ADAL" clId="{3C211872-778A-4D92-A21E-4DCB9F92B0E1}" dt="2026-04-27T14:31:08.422" v="1511" actId="20577"/>
          <ac:spMkLst>
            <pc:docMk/>
            <pc:sldMk cId="4040670394" sldId="302"/>
            <ac:spMk id="11" creationId="{6E400B12-FF8C-F04A-B5C7-080FDA4907C8}"/>
          </ac:spMkLst>
        </pc:spChg>
        <pc:spChg chg="add mod">
          <ac:chgData name="Anshuman Nath" userId="c05c3c85-26fd-4b59-8932-a76e100e8883" providerId="ADAL" clId="{3C211872-778A-4D92-A21E-4DCB9F92B0E1}" dt="2026-04-27T14:35:49.451" v="1607" actId="1076"/>
          <ac:spMkLst>
            <pc:docMk/>
            <pc:sldMk cId="4040670394" sldId="302"/>
            <ac:spMk id="12" creationId="{D78C3B15-50CB-6DAA-0675-2C06A9CC8032}"/>
          </ac:spMkLst>
        </pc:spChg>
        <pc:grpChg chg="add mod">
          <ac:chgData name="Anshuman Nath" userId="c05c3c85-26fd-4b59-8932-a76e100e8883" providerId="ADAL" clId="{3C211872-778A-4D92-A21E-4DCB9F92B0E1}" dt="2026-04-27T14:34:14.267" v="1601" actId="1076"/>
          <ac:grpSpMkLst>
            <pc:docMk/>
            <pc:sldMk cId="4040670394" sldId="302"/>
            <ac:grpSpMk id="10" creationId="{35B2446E-0430-82ED-6951-C2B3978BD3AD}"/>
          </ac:grpSpMkLst>
        </pc:grpChg>
        <pc:graphicFrameChg chg="add del mod modGraphic">
          <ac:chgData name="Anshuman Nath" userId="c05c3c85-26fd-4b59-8932-a76e100e8883" providerId="ADAL" clId="{3C211872-778A-4D92-A21E-4DCB9F92B0E1}" dt="2026-04-27T13:56:16.308" v="537" actId="478"/>
          <ac:graphicFrameMkLst>
            <pc:docMk/>
            <pc:sldMk cId="4040670394" sldId="302"/>
            <ac:graphicFrameMk id="6" creationId="{8B1232CB-2DC4-423B-E72F-D6163D2D97AE}"/>
          </ac:graphicFrameMkLst>
        </pc:graphicFrameChg>
        <pc:graphicFrameChg chg="add mod modGraphic">
          <ac:chgData name="Anshuman Nath" userId="c05c3c85-26fd-4b59-8932-a76e100e8883" providerId="ADAL" clId="{3C211872-778A-4D92-A21E-4DCB9F92B0E1}" dt="2026-04-27T14:35:10.664" v="1606" actId="255"/>
          <ac:graphicFrameMkLst>
            <pc:docMk/>
            <pc:sldMk cId="4040670394" sldId="302"/>
            <ac:graphicFrameMk id="13" creationId="{F6E28334-EAA8-EB94-147C-9316F908C475}"/>
          </ac:graphicFrameMkLst>
        </pc:graphicFrameChg>
      </pc:sldChg>
      <pc:sldChg chg="new del">
        <pc:chgData name="Anshuman Nath" userId="c05c3c85-26fd-4b59-8932-a76e100e8883" providerId="ADAL" clId="{3C211872-778A-4D92-A21E-4DCB9F92B0E1}" dt="2026-04-27T14:37:06.614" v="1609" actId="680"/>
        <pc:sldMkLst>
          <pc:docMk/>
          <pc:sldMk cId="402685094" sldId="306"/>
        </pc:sldMkLst>
      </pc:sldChg>
      <pc:sldChg chg="addSp delSp modSp new mod ord">
        <pc:chgData name="Anshuman Nath" userId="c05c3c85-26fd-4b59-8932-a76e100e8883" providerId="ADAL" clId="{3C211872-778A-4D92-A21E-4DCB9F92B0E1}" dt="2026-04-27T14:59:41.154" v="2315" actId="1582"/>
        <pc:sldMkLst>
          <pc:docMk/>
          <pc:sldMk cId="1218766419" sldId="306"/>
        </pc:sldMkLst>
        <pc:spChg chg="del">
          <ac:chgData name="Anshuman Nath" userId="c05c3c85-26fd-4b59-8932-a76e100e8883" providerId="ADAL" clId="{3C211872-778A-4D92-A21E-4DCB9F92B0E1}" dt="2026-04-27T14:38:19.549" v="1651" actId="478"/>
          <ac:spMkLst>
            <pc:docMk/>
            <pc:sldMk cId="1218766419" sldId="306"/>
            <ac:spMk id="2" creationId="{7CB2FF99-849A-29F0-18C8-78E7A87B9FD8}"/>
          </ac:spMkLst>
        </pc:spChg>
        <pc:spChg chg="mod">
          <ac:chgData name="Anshuman Nath" userId="c05c3c85-26fd-4b59-8932-a76e100e8883" providerId="ADAL" clId="{3C211872-778A-4D92-A21E-4DCB9F92B0E1}" dt="2026-04-27T14:38:14.548" v="1650" actId="2711"/>
          <ac:spMkLst>
            <pc:docMk/>
            <pc:sldMk cId="1218766419" sldId="306"/>
            <ac:spMk id="3" creationId="{12E3D453-D882-B16F-4D0C-73F2B6EA99C4}"/>
          </ac:spMkLst>
        </pc:spChg>
        <pc:spChg chg="add mod">
          <ac:chgData name="Anshuman Nath" userId="c05c3c85-26fd-4b59-8932-a76e100e8883" providerId="ADAL" clId="{3C211872-778A-4D92-A21E-4DCB9F92B0E1}" dt="2026-04-27T14:39:00.029" v="1654" actId="1076"/>
          <ac:spMkLst>
            <pc:docMk/>
            <pc:sldMk cId="1218766419" sldId="306"/>
            <ac:spMk id="5" creationId="{A6F6FFC9-DE00-7A39-EAA3-31C8FF87F69D}"/>
          </ac:spMkLst>
        </pc:spChg>
        <pc:spChg chg="add mod">
          <ac:chgData name="Anshuman Nath" userId="c05c3c85-26fd-4b59-8932-a76e100e8883" providerId="ADAL" clId="{3C211872-778A-4D92-A21E-4DCB9F92B0E1}" dt="2026-04-27T14:39:00.029" v="1654" actId="1076"/>
          <ac:spMkLst>
            <pc:docMk/>
            <pc:sldMk cId="1218766419" sldId="306"/>
            <ac:spMk id="8" creationId="{6D8B1333-5109-19E4-ED3C-7AC6D164ACED}"/>
          </ac:spMkLst>
        </pc:spChg>
        <pc:spChg chg="add mod">
          <ac:chgData name="Anshuman Nath" userId="c05c3c85-26fd-4b59-8932-a76e100e8883" providerId="ADAL" clId="{3C211872-778A-4D92-A21E-4DCB9F92B0E1}" dt="2026-04-27T14:39:00.029" v="1654" actId="1076"/>
          <ac:spMkLst>
            <pc:docMk/>
            <pc:sldMk cId="1218766419" sldId="306"/>
            <ac:spMk id="9" creationId="{6441114A-E303-73DA-A556-5F057E655CDE}"/>
          </ac:spMkLst>
        </pc:spChg>
        <pc:spChg chg="add mod">
          <ac:chgData name="Anshuman Nath" userId="c05c3c85-26fd-4b59-8932-a76e100e8883" providerId="ADAL" clId="{3C211872-778A-4D92-A21E-4DCB9F92B0E1}" dt="2026-04-27T14:39:00.029" v="1654" actId="1076"/>
          <ac:spMkLst>
            <pc:docMk/>
            <pc:sldMk cId="1218766419" sldId="306"/>
            <ac:spMk id="11" creationId="{156A5431-0BEC-34BE-7F92-E7BE3668D36A}"/>
          </ac:spMkLst>
        </pc:spChg>
        <pc:spChg chg="add mod">
          <ac:chgData name="Anshuman Nath" userId="c05c3c85-26fd-4b59-8932-a76e100e8883" providerId="ADAL" clId="{3C211872-778A-4D92-A21E-4DCB9F92B0E1}" dt="2026-04-27T14:39:00.029" v="1654" actId="1076"/>
          <ac:spMkLst>
            <pc:docMk/>
            <pc:sldMk cId="1218766419" sldId="306"/>
            <ac:spMk id="13" creationId="{1CF6487B-8180-64BB-BA9A-A87CEE4B61CE}"/>
          </ac:spMkLst>
        </pc:spChg>
        <pc:spChg chg="add mod">
          <ac:chgData name="Anshuman Nath" userId="c05c3c85-26fd-4b59-8932-a76e100e8883" providerId="ADAL" clId="{3C211872-778A-4D92-A21E-4DCB9F92B0E1}" dt="2026-04-27T14:39:00.029" v="1654" actId="1076"/>
          <ac:spMkLst>
            <pc:docMk/>
            <pc:sldMk cId="1218766419" sldId="306"/>
            <ac:spMk id="14" creationId="{AA798726-EC18-EC9E-601D-15937374CB75}"/>
          </ac:spMkLst>
        </pc:spChg>
        <pc:spChg chg="add mod">
          <ac:chgData name="Anshuman Nath" userId="c05c3c85-26fd-4b59-8932-a76e100e8883" providerId="ADAL" clId="{3C211872-778A-4D92-A21E-4DCB9F92B0E1}" dt="2026-04-27T14:39:00.029" v="1654" actId="1076"/>
          <ac:spMkLst>
            <pc:docMk/>
            <pc:sldMk cId="1218766419" sldId="306"/>
            <ac:spMk id="15" creationId="{97BCDFFF-9F46-1921-BCF2-B020B0EC839F}"/>
          </ac:spMkLst>
        </pc:spChg>
        <pc:spChg chg="add mod">
          <ac:chgData name="Anshuman Nath" userId="c05c3c85-26fd-4b59-8932-a76e100e8883" providerId="ADAL" clId="{3C211872-778A-4D92-A21E-4DCB9F92B0E1}" dt="2026-04-27T14:39:00.029" v="1654" actId="1076"/>
          <ac:spMkLst>
            <pc:docMk/>
            <pc:sldMk cId="1218766419" sldId="306"/>
            <ac:spMk id="16" creationId="{E5DC489A-0341-2D0E-7E48-3330E867C9DE}"/>
          </ac:spMkLst>
        </pc:spChg>
        <pc:spChg chg="add mod">
          <ac:chgData name="Anshuman Nath" userId="c05c3c85-26fd-4b59-8932-a76e100e8883" providerId="ADAL" clId="{3C211872-778A-4D92-A21E-4DCB9F92B0E1}" dt="2026-04-27T14:39:00.029" v="1654" actId="1076"/>
          <ac:spMkLst>
            <pc:docMk/>
            <pc:sldMk cId="1218766419" sldId="306"/>
            <ac:spMk id="18" creationId="{D6C50C68-6495-0441-2551-D609DAD26100}"/>
          </ac:spMkLst>
        </pc:spChg>
        <pc:spChg chg="add mod">
          <ac:chgData name="Anshuman Nath" userId="c05c3c85-26fd-4b59-8932-a76e100e8883" providerId="ADAL" clId="{3C211872-778A-4D92-A21E-4DCB9F92B0E1}" dt="2026-04-27T14:39:00.029" v="1654" actId="1076"/>
          <ac:spMkLst>
            <pc:docMk/>
            <pc:sldMk cId="1218766419" sldId="306"/>
            <ac:spMk id="19" creationId="{CA0E8F52-E148-806F-29DA-C192CD8B4ECD}"/>
          </ac:spMkLst>
        </pc:spChg>
        <pc:spChg chg="add mod">
          <ac:chgData name="Anshuman Nath" userId="c05c3c85-26fd-4b59-8932-a76e100e8883" providerId="ADAL" clId="{3C211872-778A-4D92-A21E-4DCB9F92B0E1}" dt="2026-04-27T14:39:29.642" v="1662" actId="20577"/>
          <ac:spMkLst>
            <pc:docMk/>
            <pc:sldMk cId="1218766419" sldId="306"/>
            <ac:spMk id="20" creationId="{39248CA5-E511-7980-BB52-13177317F0CF}"/>
          </ac:spMkLst>
        </pc:spChg>
        <pc:spChg chg="add mod">
          <ac:chgData name="Anshuman Nath" userId="c05c3c85-26fd-4b59-8932-a76e100e8883" providerId="ADAL" clId="{3C211872-778A-4D92-A21E-4DCB9F92B0E1}" dt="2026-04-27T14:39:45.762" v="1693" actId="1035"/>
          <ac:spMkLst>
            <pc:docMk/>
            <pc:sldMk cId="1218766419" sldId="306"/>
            <ac:spMk id="21" creationId="{58E4156D-EDF9-D619-0785-97ADCD1CE9BD}"/>
          </ac:spMkLst>
        </pc:spChg>
        <pc:spChg chg="add mod">
          <ac:chgData name="Anshuman Nath" userId="c05c3c85-26fd-4b59-8932-a76e100e8883" providerId="ADAL" clId="{3C211872-778A-4D92-A21E-4DCB9F92B0E1}" dt="2026-04-27T14:43:09.978" v="1820" actId="164"/>
          <ac:spMkLst>
            <pc:docMk/>
            <pc:sldMk cId="1218766419" sldId="306"/>
            <ac:spMk id="22" creationId="{3D69F2CF-852D-0C57-2E7B-49E5A2354293}"/>
          </ac:spMkLst>
        </pc:spChg>
        <pc:spChg chg="add mod">
          <ac:chgData name="Anshuman Nath" userId="c05c3c85-26fd-4b59-8932-a76e100e8883" providerId="ADAL" clId="{3C211872-778A-4D92-A21E-4DCB9F92B0E1}" dt="2026-04-27T14:40:14.578" v="1706" actId="1076"/>
          <ac:spMkLst>
            <pc:docMk/>
            <pc:sldMk cId="1218766419" sldId="306"/>
            <ac:spMk id="23" creationId="{8420B084-D3DE-1A73-739A-BEE02F3FCCC6}"/>
          </ac:spMkLst>
        </pc:spChg>
        <pc:spChg chg="add mod">
          <ac:chgData name="Anshuman Nath" userId="c05c3c85-26fd-4b59-8932-a76e100e8883" providerId="ADAL" clId="{3C211872-778A-4D92-A21E-4DCB9F92B0E1}" dt="2026-04-27T14:43:09.978" v="1820" actId="164"/>
          <ac:spMkLst>
            <pc:docMk/>
            <pc:sldMk cId="1218766419" sldId="306"/>
            <ac:spMk id="24" creationId="{FC10C0B2-3B76-D669-B901-44859473F944}"/>
          </ac:spMkLst>
        </pc:spChg>
        <pc:spChg chg="add mod">
          <ac:chgData name="Anshuman Nath" userId="c05c3c85-26fd-4b59-8932-a76e100e8883" providerId="ADAL" clId="{3C211872-778A-4D92-A21E-4DCB9F92B0E1}" dt="2026-04-27T14:41:53.893" v="1808" actId="1035"/>
          <ac:spMkLst>
            <pc:docMk/>
            <pc:sldMk cId="1218766419" sldId="306"/>
            <ac:spMk id="25" creationId="{79CCC1C9-9031-2470-2701-DCD999B146AD}"/>
          </ac:spMkLst>
        </pc:spChg>
        <pc:spChg chg="add mod">
          <ac:chgData name="Anshuman Nath" userId="c05c3c85-26fd-4b59-8932-a76e100e8883" providerId="ADAL" clId="{3C211872-778A-4D92-A21E-4DCB9F92B0E1}" dt="2026-04-27T14:43:09.978" v="1820" actId="164"/>
          <ac:spMkLst>
            <pc:docMk/>
            <pc:sldMk cId="1218766419" sldId="306"/>
            <ac:spMk id="26" creationId="{5250873F-C067-815F-9435-049CA4D81EF1}"/>
          </ac:spMkLst>
        </pc:spChg>
        <pc:spChg chg="add mod">
          <ac:chgData name="Anshuman Nath" userId="c05c3c85-26fd-4b59-8932-a76e100e8883" providerId="ADAL" clId="{3C211872-778A-4D92-A21E-4DCB9F92B0E1}" dt="2026-04-27T14:43:09.978" v="1820" actId="164"/>
          <ac:spMkLst>
            <pc:docMk/>
            <pc:sldMk cId="1218766419" sldId="306"/>
            <ac:spMk id="27" creationId="{5C7260AC-DF7B-9637-B3DC-7E62112A760D}"/>
          </ac:spMkLst>
        </pc:spChg>
        <pc:spChg chg="add mod">
          <ac:chgData name="Anshuman Nath" userId="c05c3c85-26fd-4b59-8932-a76e100e8883" providerId="ADAL" clId="{3C211872-778A-4D92-A21E-4DCB9F92B0E1}" dt="2026-04-27T14:43:09.978" v="1820" actId="164"/>
          <ac:spMkLst>
            <pc:docMk/>
            <pc:sldMk cId="1218766419" sldId="306"/>
            <ac:spMk id="28" creationId="{A56C6DE8-0331-B14D-3898-A00A7FEDF6BB}"/>
          </ac:spMkLst>
        </pc:spChg>
        <pc:spChg chg="add mod">
          <ac:chgData name="Anshuman Nath" userId="c05c3c85-26fd-4b59-8932-a76e100e8883" providerId="ADAL" clId="{3C211872-778A-4D92-A21E-4DCB9F92B0E1}" dt="2026-04-27T14:43:09.978" v="1820" actId="164"/>
          <ac:spMkLst>
            <pc:docMk/>
            <pc:sldMk cId="1218766419" sldId="306"/>
            <ac:spMk id="29" creationId="{63682301-1802-0541-6513-F7453FC09F80}"/>
          </ac:spMkLst>
        </pc:spChg>
        <pc:spChg chg="add mod">
          <ac:chgData name="Anshuman Nath" userId="c05c3c85-26fd-4b59-8932-a76e100e8883" providerId="ADAL" clId="{3C211872-778A-4D92-A21E-4DCB9F92B0E1}" dt="2026-04-27T14:43:09.978" v="1820" actId="164"/>
          <ac:spMkLst>
            <pc:docMk/>
            <pc:sldMk cId="1218766419" sldId="306"/>
            <ac:spMk id="30" creationId="{D5DE9F6A-2EAA-D41C-BE6F-27A6933A079C}"/>
          </ac:spMkLst>
        </pc:spChg>
        <pc:spChg chg="add mod">
          <ac:chgData name="Anshuman Nath" userId="c05c3c85-26fd-4b59-8932-a76e100e8883" providerId="ADAL" clId="{3C211872-778A-4D92-A21E-4DCB9F92B0E1}" dt="2026-04-27T14:43:09.978" v="1820" actId="164"/>
          <ac:spMkLst>
            <pc:docMk/>
            <pc:sldMk cId="1218766419" sldId="306"/>
            <ac:spMk id="31" creationId="{E2A809DA-CD4E-245F-C866-C99A84495DC6}"/>
          </ac:spMkLst>
        </pc:spChg>
        <pc:spChg chg="add mod">
          <ac:chgData name="Anshuman Nath" userId="c05c3c85-26fd-4b59-8932-a76e100e8883" providerId="ADAL" clId="{3C211872-778A-4D92-A21E-4DCB9F92B0E1}" dt="2026-04-27T14:42:19.499" v="1819" actId="1036"/>
          <ac:spMkLst>
            <pc:docMk/>
            <pc:sldMk cId="1218766419" sldId="306"/>
            <ac:spMk id="32" creationId="{22EBA45B-B736-7190-E141-64C300F1CA52}"/>
          </ac:spMkLst>
        </pc:spChg>
        <pc:spChg chg="add mod">
          <ac:chgData name="Anshuman Nath" userId="c05c3c85-26fd-4b59-8932-a76e100e8883" providerId="ADAL" clId="{3C211872-778A-4D92-A21E-4DCB9F92B0E1}" dt="2026-04-27T14:43:09.978" v="1820" actId="164"/>
          <ac:spMkLst>
            <pc:docMk/>
            <pc:sldMk cId="1218766419" sldId="306"/>
            <ac:spMk id="33" creationId="{FF16FB36-1AFD-7654-7AC3-EE1C13A8586B}"/>
          </ac:spMkLst>
        </pc:spChg>
        <pc:spChg chg="add mod">
          <ac:chgData name="Anshuman Nath" userId="c05c3c85-26fd-4b59-8932-a76e100e8883" providerId="ADAL" clId="{3C211872-778A-4D92-A21E-4DCB9F92B0E1}" dt="2026-04-27T14:43:09.978" v="1820" actId="164"/>
          <ac:spMkLst>
            <pc:docMk/>
            <pc:sldMk cId="1218766419" sldId="306"/>
            <ac:spMk id="34" creationId="{8F2377E8-096C-8689-C3F9-A7C714941A27}"/>
          </ac:spMkLst>
        </pc:spChg>
        <pc:spChg chg="add del mod">
          <ac:chgData name="Anshuman Nath" userId="c05c3c85-26fd-4b59-8932-a76e100e8883" providerId="ADAL" clId="{3C211872-778A-4D92-A21E-4DCB9F92B0E1}" dt="2026-04-27T14:41:11.696" v="1783" actId="478"/>
          <ac:spMkLst>
            <pc:docMk/>
            <pc:sldMk cId="1218766419" sldId="306"/>
            <ac:spMk id="35" creationId="{3FD901EC-E33C-C16C-D7F7-1E5141A343B5}"/>
          </ac:spMkLst>
        </pc:spChg>
        <pc:spChg chg="add mod">
          <ac:chgData name="Anshuman Nath" userId="c05c3c85-26fd-4b59-8932-a76e100e8883" providerId="ADAL" clId="{3C211872-778A-4D92-A21E-4DCB9F92B0E1}" dt="2026-04-27T14:45:35.413" v="1928" actId="1076"/>
          <ac:spMkLst>
            <pc:docMk/>
            <pc:sldMk cId="1218766419" sldId="306"/>
            <ac:spMk id="38" creationId="{DF8116E1-5F42-2D7A-18F2-C4F53F80F945}"/>
          </ac:spMkLst>
        </pc:spChg>
        <pc:spChg chg="add mod">
          <ac:chgData name="Anshuman Nath" userId="c05c3c85-26fd-4b59-8932-a76e100e8883" providerId="ADAL" clId="{3C211872-778A-4D92-A21E-4DCB9F92B0E1}" dt="2026-04-27T14:49:36.214" v="1991" actId="113"/>
          <ac:spMkLst>
            <pc:docMk/>
            <pc:sldMk cId="1218766419" sldId="306"/>
            <ac:spMk id="39" creationId="{9F5801FD-E4B6-8B2F-8064-3960BFFBEDCC}"/>
          </ac:spMkLst>
        </pc:spChg>
        <pc:spChg chg="add mod">
          <ac:chgData name="Anshuman Nath" userId="c05c3c85-26fd-4b59-8932-a76e100e8883" providerId="ADAL" clId="{3C211872-778A-4D92-A21E-4DCB9F92B0E1}" dt="2026-04-27T14:51:07.656" v="2002" actId="14100"/>
          <ac:spMkLst>
            <pc:docMk/>
            <pc:sldMk cId="1218766419" sldId="306"/>
            <ac:spMk id="42" creationId="{28EDD1C8-7052-536F-EC5E-EB5BFEF24F78}"/>
          </ac:spMkLst>
        </pc:spChg>
        <pc:spChg chg="add mod">
          <ac:chgData name="Anshuman Nath" userId="c05c3c85-26fd-4b59-8932-a76e100e8883" providerId="ADAL" clId="{3C211872-778A-4D92-A21E-4DCB9F92B0E1}" dt="2026-04-27T14:51:38.072" v="2005" actId="255"/>
          <ac:spMkLst>
            <pc:docMk/>
            <pc:sldMk cId="1218766419" sldId="306"/>
            <ac:spMk id="43" creationId="{486D85FF-658C-A7D3-EAC2-E13611A603B5}"/>
          </ac:spMkLst>
        </pc:spChg>
        <pc:spChg chg="add mod">
          <ac:chgData name="Anshuman Nath" userId="c05c3c85-26fd-4b59-8932-a76e100e8883" providerId="ADAL" clId="{3C211872-778A-4D92-A21E-4DCB9F92B0E1}" dt="2026-04-27T14:53:52.534" v="2028" actId="20577"/>
          <ac:spMkLst>
            <pc:docMk/>
            <pc:sldMk cId="1218766419" sldId="306"/>
            <ac:spMk id="44" creationId="{3C69F874-BADC-DF4D-5DB3-17F0B6C0B30E}"/>
          </ac:spMkLst>
        </pc:spChg>
        <pc:spChg chg="add mod">
          <ac:chgData name="Anshuman Nath" userId="c05c3c85-26fd-4b59-8932-a76e100e8883" providerId="ADAL" clId="{3C211872-778A-4D92-A21E-4DCB9F92B0E1}" dt="2026-04-27T14:52:31.516" v="2015" actId="1076"/>
          <ac:spMkLst>
            <pc:docMk/>
            <pc:sldMk cId="1218766419" sldId="306"/>
            <ac:spMk id="45" creationId="{C69F20A6-F20E-6E1D-89F7-B05EC05CF57A}"/>
          </ac:spMkLst>
        </pc:spChg>
        <pc:spChg chg="add mod">
          <ac:chgData name="Anshuman Nath" userId="c05c3c85-26fd-4b59-8932-a76e100e8883" providerId="ADAL" clId="{3C211872-778A-4D92-A21E-4DCB9F92B0E1}" dt="2026-04-27T14:52:22.130" v="2014" actId="108"/>
          <ac:spMkLst>
            <pc:docMk/>
            <pc:sldMk cId="1218766419" sldId="306"/>
            <ac:spMk id="46" creationId="{741E29B6-A580-D73E-152A-69666BB83098}"/>
          </ac:spMkLst>
        </pc:spChg>
        <pc:spChg chg="add mod">
          <ac:chgData name="Anshuman Nath" userId="c05c3c85-26fd-4b59-8932-a76e100e8883" providerId="ADAL" clId="{3C211872-778A-4D92-A21E-4DCB9F92B0E1}" dt="2026-04-27T14:53:23.257" v="2026" actId="108"/>
          <ac:spMkLst>
            <pc:docMk/>
            <pc:sldMk cId="1218766419" sldId="306"/>
            <ac:spMk id="47" creationId="{1483DEBF-7355-F93C-9CD8-6943968CBCF7}"/>
          </ac:spMkLst>
        </pc:spChg>
        <pc:spChg chg="add mod">
          <ac:chgData name="Anshuman Nath" userId="c05c3c85-26fd-4b59-8932-a76e100e8883" providerId="ADAL" clId="{3C211872-778A-4D92-A21E-4DCB9F92B0E1}" dt="2026-04-27T14:59:13.537" v="2312" actId="14100"/>
          <ac:spMkLst>
            <pc:docMk/>
            <pc:sldMk cId="1218766419" sldId="306"/>
            <ac:spMk id="49" creationId="{23A33F58-37DD-1951-7423-AA395B4A5175}"/>
          </ac:spMkLst>
        </pc:spChg>
        <pc:grpChg chg="mod">
          <ac:chgData name="Anshuman Nath" userId="c05c3c85-26fd-4b59-8932-a76e100e8883" providerId="ADAL" clId="{3C211872-778A-4D92-A21E-4DCB9F92B0E1}" dt="2026-04-27T14:46:22.978" v="1955" actId="1076"/>
          <ac:grpSpMkLst>
            <pc:docMk/>
            <pc:sldMk cId="1218766419" sldId="306"/>
            <ac:grpSpMk id="36" creationId="{17938233-2028-9814-D22E-6D8851537673}"/>
          </ac:grpSpMkLst>
        </pc:grpChg>
        <pc:picChg chg="add mod">
          <ac:chgData name="Anshuman Nath" userId="c05c3c85-26fd-4b59-8932-a76e100e8883" providerId="ADAL" clId="{3C211872-778A-4D92-A21E-4DCB9F92B0E1}" dt="2026-04-27T14:45:42.587" v="1934" actId="1037"/>
          <ac:picMkLst>
            <pc:docMk/>
            <pc:sldMk cId="1218766419" sldId="306"/>
            <ac:picMk id="37" creationId="{CE8C9524-7B24-DDBA-3DD4-457DD396D9E1}"/>
          </ac:picMkLst>
        </pc:picChg>
        <pc:cxnChg chg="add mod">
          <ac:chgData name="Anshuman Nath" userId="c05c3c85-26fd-4b59-8932-a76e100e8883" providerId="ADAL" clId="{3C211872-778A-4D92-A21E-4DCB9F92B0E1}" dt="2026-04-27T14:47:09.963" v="1967" actId="1035"/>
          <ac:cxnSpMkLst>
            <pc:docMk/>
            <pc:sldMk cId="1218766419" sldId="306"/>
            <ac:cxnSpMk id="41" creationId="{A00A16DB-9664-114D-C1BB-B9AEEA767D95}"/>
          </ac:cxnSpMkLst>
        </pc:cxnChg>
        <pc:cxnChg chg="add mod">
          <ac:chgData name="Anshuman Nath" userId="c05c3c85-26fd-4b59-8932-a76e100e8883" providerId="ADAL" clId="{3C211872-778A-4D92-A21E-4DCB9F92B0E1}" dt="2026-04-27T14:53:05.009" v="2019" actId="1076"/>
          <ac:cxnSpMkLst>
            <pc:docMk/>
            <pc:sldMk cId="1218766419" sldId="306"/>
            <ac:cxnSpMk id="48" creationId="{3C25E1E6-6155-E498-7723-911B52EC8436}"/>
          </ac:cxnSpMkLst>
        </pc:cxnChg>
        <pc:cxnChg chg="add mod">
          <ac:chgData name="Anshuman Nath" userId="c05c3c85-26fd-4b59-8932-a76e100e8883" providerId="ADAL" clId="{3C211872-778A-4D92-A21E-4DCB9F92B0E1}" dt="2026-04-27T14:59:41.154" v="2315" actId="1582"/>
          <ac:cxnSpMkLst>
            <pc:docMk/>
            <pc:sldMk cId="1218766419" sldId="306"/>
            <ac:cxnSpMk id="51" creationId="{38269B97-24EB-F7FD-CDA3-809EE296BD31}"/>
          </ac:cxnSpMkLst>
        </pc:cxnChg>
      </pc:sldChg>
      <pc:sldChg chg="ord">
        <pc:chgData name="Anshuman Nath" userId="c05c3c85-26fd-4b59-8932-a76e100e8883" providerId="ADAL" clId="{3C211872-778A-4D92-A21E-4DCB9F92B0E1}" dt="2026-04-27T14:37:23.466" v="1614"/>
        <pc:sldMkLst>
          <pc:docMk/>
          <pc:sldMk cId="2678790771" sldId="2147483022"/>
        </pc:sldMkLst>
      </pc:sldChg>
      <pc:sldMasterChg chg="delSldLayout modSldLayout">
        <pc:chgData name="Anshuman Nath" userId="c05c3c85-26fd-4b59-8932-a76e100e8883" providerId="ADAL" clId="{3C211872-778A-4D92-A21E-4DCB9F92B0E1}" dt="2026-04-24T13:02:37.816" v="11" actId="47"/>
        <pc:sldMasterMkLst>
          <pc:docMk/>
          <pc:sldMasterMk cId="1558842252" sldId="2147484073"/>
        </pc:sldMasterMkLst>
        <pc:sldLayoutChg chg="delSp mod">
          <pc:chgData name="Anshuman Nath" userId="c05c3c85-26fd-4b59-8932-a76e100e8883" providerId="ADAL" clId="{3C211872-778A-4D92-A21E-4DCB9F92B0E1}" dt="2026-04-24T13:01:44.592" v="6" actId="478"/>
          <pc:sldLayoutMkLst>
            <pc:docMk/>
            <pc:sldMasterMk cId="1558842252" sldId="2147484073"/>
            <pc:sldLayoutMk cId="3395101807" sldId="2147484079"/>
          </pc:sldLayoutMkLst>
        </pc:sldLayoutChg>
      </pc:sldMasterChg>
    </pc:docChg>
  </pc:docChgLst>
  <pc:docChgLst>
    <pc:chgData name="Keiran Holloway" userId="835b84b9-51b0-4cb4-b62e-9ec594354c44" providerId="ADAL" clId="{0D729A0D-DD40-4539-92FE-AEFCA83C3E9E}"/>
    <pc:docChg chg="undo custSel addSld delSld modSld modSection">
      <pc:chgData name="Keiran Holloway" userId="835b84b9-51b0-4cb4-b62e-9ec594354c44" providerId="ADAL" clId="{0D729A0D-DD40-4539-92FE-AEFCA83C3E9E}" dt="2026-04-27T15:00:05.418" v="1608" actId="20577"/>
      <pc:docMkLst>
        <pc:docMk/>
      </pc:docMkLst>
      <pc:sldChg chg="modSp mod">
        <pc:chgData name="Keiran Holloway" userId="835b84b9-51b0-4cb4-b62e-9ec594354c44" providerId="ADAL" clId="{0D729A0D-DD40-4539-92FE-AEFCA83C3E9E}" dt="2026-04-27T09:29:43.030" v="1" actId="20577"/>
        <pc:sldMkLst>
          <pc:docMk/>
          <pc:sldMk cId="2183228781" sldId="272"/>
        </pc:sldMkLst>
        <pc:graphicFrameChg chg="modGraphic">
          <ac:chgData name="Keiran Holloway" userId="835b84b9-51b0-4cb4-b62e-9ec594354c44" providerId="ADAL" clId="{0D729A0D-DD40-4539-92FE-AEFCA83C3E9E}" dt="2026-04-27T09:29:43.030" v="1" actId="20577"/>
          <ac:graphicFrameMkLst>
            <pc:docMk/>
            <pc:sldMk cId="2183228781" sldId="272"/>
            <ac:graphicFrameMk id="22" creationId="{C78093CE-F6EC-44BA-FC8B-BBB7190BB42A}"/>
          </ac:graphicFrameMkLst>
        </pc:graphicFrameChg>
      </pc:sldChg>
      <pc:sldChg chg="addSp delSp modSp mod">
        <pc:chgData name="Keiran Holloway" userId="835b84b9-51b0-4cb4-b62e-9ec594354c44" providerId="ADAL" clId="{0D729A0D-DD40-4539-92FE-AEFCA83C3E9E}" dt="2026-04-27T15:00:05.418" v="1608" actId="20577"/>
        <pc:sldMkLst>
          <pc:docMk/>
          <pc:sldMk cId="2612447691" sldId="280"/>
        </pc:sldMkLst>
        <pc:spChg chg="mod">
          <ac:chgData name="Keiran Holloway" userId="835b84b9-51b0-4cb4-b62e-9ec594354c44" providerId="ADAL" clId="{0D729A0D-DD40-4539-92FE-AEFCA83C3E9E}" dt="2026-04-27T14:26:13.151" v="784" actId="1076"/>
          <ac:spMkLst>
            <pc:docMk/>
            <pc:sldMk cId="2612447691" sldId="280"/>
            <ac:spMk id="3" creationId="{978A4662-A97E-CABF-4174-13351A59134F}"/>
          </ac:spMkLst>
        </pc:spChg>
        <pc:spChg chg="mod">
          <ac:chgData name="Keiran Holloway" userId="835b84b9-51b0-4cb4-b62e-9ec594354c44" providerId="ADAL" clId="{0D729A0D-DD40-4539-92FE-AEFCA83C3E9E}" dt="2026-04-27T14:11:58.673" v="40" actId="20577"/>
          <ac:spMkLst>
            <pc:docMk/>
            <pc:sldMk cId="2612447691" sldId="280"/>
            <ac:spMk id="4" creationId="{19060D72-9180-46BD-B82D-F1C6BC1DAFF1}"/>
          </ac:spMkLst>
        </pc:spChg>
        <pc:spChg chg="add del mod">
          <ac:chgData name="Keiran Holloway" userId="835b84b9-51b0-4cb4-b62e-9ec594354c44" providerId="ADAL" clId="{0D729A0D-DD40-4539-92FE-AEFCA83C3E9E}" dt="2026-04-27T14:12:26.248" v="49" actId="478"/>
          <ac:spMkLst>
            <pc:docMk/>
            <pc:sldMk cId="2612447691" sldId="280"/>
            <ac:spMk id="7" creationId="{E15C7529-7BD0-50D8-7DD0-3278F8C24AF7}"/>
          </ac:spMkLst>
        </pc:spChg>
        <pc:spChg chg="add del mod">
          <ac:chgData name="Keiran Holloway" userId="835b84b9-51b0-4cb4-b62e-9ec594354c44" providerId="ADAL" clId="{0D729A0D-DD40-4539-92FE-AEFCA83C3E9E}" dt="2026-04-27T14:12:26.248" v="49" actId="478"/>
          <ac:spMkLst>
            <pc:docMk/>
            <pc:sldMk cId="2612447691" sldId="280"/>
            <ac:spMk id="8" creationId="{1D6F5F8D-9FA2-8DDC-CFED-DAA68DE128D4}"/>
          </ac:spMkLst>
        </pc:spChg>
        <pc:spChg chg="add del mod">
          <ac:chgData name="Keiran Holloway" userId="835b84b9-51b0-4cb4-b62e-9ec594354c44" providerId="ADAL" clId="{0D729A0D-DD40-4539-92FE-AEFCA83C3E9E}" dt="2026-04-27T14:12:26.248" v="49" actId="478"/>
          <ac:spMkLst>
            <pc:docMk/>
            <pc:sldMk cId="2612447691" sldId="280"/>
            <ac:spMk id="9" creationId="{4CDDDA37-1511-CCB8-2B47-BD3CC847383C}"/>
          </ac:spMkLst>
        </pc:spChg>
        <pc:spChg chg="add del mod">
          <ac:chgData name="Keiran Holloway" userId="835b84b9-51b0-4cb4-b62e-9ec594354c44" providerId="ADAL" clId="{0D729A0D-DD40-4539-92FE-AEFCA83C3E9E}" dt="2026-04-27T14:12:26.248" v="49" actId="478"/>
          <ac:spMkLst>
            <pc:docMk/>
            <pc:sldMk cId="2612447691" sldId="280"/>
            <ac:spMk id="10" creationId="{CD63F268-C5CF-3FA6-4CDB-76752B4A16D4}"/>
          </ac:spMkLst>
        </pc:spChg>
        <pc:spChg chg="add del mod">
          <ac:chgData name="Keiran Holloway" userId="835b84b9-51b0-4cb4-b62e-9ec594354c44" providerId="ADAL" clId="{0D729A0D-DD40-4539-92FE-AEFCA83C3E9E}" dt="2026-04-27T14:12:26.248" v="49" actId="478"/>
          <ac:spMkLst>
            <pc:docMk/>
            <pc:sldMk cId="2612447691" sldId="280"/>
            <ac:spMk id="11" creationId="{2C90CBD5-2151-D7AF-FF3B-346BB6E4F759}"/>
          </ac:spMkLst>
        </pc:spChg>
        <pc:spChg chg="add del mod">
          <ac:chgData name="Keiran Holloway" userId="835b84b9-51b0-4cb4-b62e-9ec594354c44" providerId="ADAL" clId="{0D729A0D-DD40-4539-92FE-AEFCA83C3E9E}" dt="2026-04-27T14:12:26.248" v="49" actId="478"/>
          <ac:spMkLst>
            <pc:docMk/>
            <pc:sldMk cId="2612447691" sldId="280"/>
            <ac:spMk id="12" creationId="{46FD2F5D-C906-9486-80ED-D32ED441DE6C}"/>
          </ac:spMkLst>
        </pc:spChg>
        <pc:spChg chg="add del mod">
          <ac:chgData name="Keiran Holloway" userId="835b84b9-51b0-4cb4-b62e-9ec594354c44" providerId="ADAL" clId="{0D729A0D-DD40-4539-92FE-AEFCA83C3E9E}" dt="2026-04-27T14:12:26.248" v="49" actId="478"/>
          <ac:spMkLst>
            <pc:docMk/>
            <pc:sldMk cId="2612447691" sldId="280"/>
            <ac:spMk id="13" creationId="{CACD2955-105F-A8EB-834F-5EC4B34C09D5}"/>
          </ac:spMkLst>
        </pc:spChg>
        <pc:spChg chg="add del mod">
          <ac:chgData name="Keiran Holloway" userId="835b84b9-51b0-4cb4-b62e-9ec594354c44" providerId="ADAL" clId="{0D729A0D-DD40-4539-92FE-AEFCA83C3E9E}" dt="2026-04-27T14:12:26.248" v="49" actId="478"/>
          <ac:spMkLst>
            <pc:docMk/>
            <pc:sldMk cId="2612447691" sldId="280"/>
            <ac:spMk id="14" creationId="{9907EDD7-BA44-D23B-720A-6D4211464176}"/>
          </ac:spMkLst>
        </pc:spChg>
        <pc:spChg chg="add del mod">
          <ac:chgData name="Keiran Holloway" userId="835b84b9-51b0-4cb4-b62e-9ec594354c44" providerId="ADAL" clId="{0D729A0D-DD40-4539-92FE-AEFCA83C3E9E}" dt="2026-04-27T14:13:39.510" v="63" actId="478"/>
          <ac:spMkLst>
            <pc:docMk/>
            <pc:sldMk cId="2612447691" sldId="280"/>
            <ac:spMk id="15" creationId="{A3139975-0E18-6190-CF55-F9BAF2BECD5A}"/>
          </ac:spMkLst>
        </pc:spChg>
        <pc:spChg chg="add del mod">
          <ac:chgData name="Keiran Holloway" userId="835b84b9-51b0-4cb4-b62e-9ec594354c44" providerId="ADAL" clId="{0D729A0D-DD40-4539-92FE-AEFCA83C3E9E}" dt="2026-04-27T14:13:39.510" v="63" actId="478"/>
          <ac:spMkLst>
            <pc:docMk/>
            <pc:sldMk cId="2612447691" sldId="280"/>
            <ac:spMk id="16" creationId="{62B793B5-273A-3473-6353-C8ACDCE1CFE3}"/>
          </ac:spMkLst>
        </pc:spChg>
        <pc:spChg chg="add del mod">
          <ac:chgData name="Keiran Holloway" userId="835b84b9-51b0-4cb4-b62e-9ec594354c44" providerId="ADAL" clId="{0D729A0D-DD40-4539-92FE-AEFCA83C3E9E}" dt="2026-04-27T14:13:39.510" v="63" actId="478"/>
          <ac:spMkLst>
            <pc:docMk/>
            <pc:sldMk cId="2612447691" sldId="280"/>
            <ac:spMk id="17" creationId="{8E4D733E-4AE4-4095-AC76-4FABF2E1C128}"/>
          </ac:spMkLst>
        </pc:spChg>
        <pc:spChg chg="add del mod">
          <ac:chgData name="Keiran Holloway" userId="835b84b9-51b0-4cb4-b62e-9ec594354c44" providerId="ADAL" clId="{0D729A0D-DD40-4539-92FE-AEFCA83C3E9E}" dt="2026-04-27T14:13:39.510" v="63" actId="478"/>
          <ac:spMkLst>
            <pc:docMk/>
            <pc:sldMk cId="2612447691" sldId="280"/>
            <ac:spMk id="18" creationId="{E23FC335-C5F9-7339-088D-FB13E61906D7}"/>
          </ac:spMkLst>
        </pc:spChg>
        <pc:spChg chg="add del mod">
          <ac:chgData name="Keiran Holloway" userId="835b84b9-51b0-4cb4-b62e-9ec594354c44" providerId="ADAL" clId="{0D729A0D-DD40-4539-92FE-AEFCA83C3E9E}" dt="2026-04-27T14:13:39.510" v="63" actId="478"/>
          <ac:spMkLst>
            <pc:docMk/>
            <pc:sldMk cId="2612447691" sldId="280"/>
            <ac:spMk id="19" creationId="{4783F3E6-6A67-827F-CB6A-AEAFC3324071}"/>
          </ac:spMkLst>
        </pc:spChg>
        <pc:spChg chg="add del mod">
          <ac:chgData name="Keiran Holloway" userId="835b84b9-51b0-4cb4-b62e-9ec594354c44" providerId="ADAL" clId="{0D729A0D-DD40-4539-92FE-AEFCA83C3E9E}" dt="2026-04-27T14:13:39.510" v="63" actId="478"/>
          <ac:spMkLst>
            <pc:docMk/>
            <pc:sldMk cId="2612447691" sldId="280"/>
            <ac:spMk id="20" creationId="{9B1D9498-7150-F65E-C583-AA0CA8E0D60D}"/>
          </ac:spMkLst>
        </pc:spChg>
        <pc:spChg chg="add del mod">
          <ac:chgData name="Keiran Holloway" userId="835b84b9-51b0-4cb4-b62e-9ec594354c44" providerId="ADAL" clId="{0D729A0D-DD40-4539-92FE-AEFCA83C3E9E}" dt="2026-04-27T14:13:39.510" v="63" actId="478"/>
          <ac:spMkLst>
            <pc:docMk/>
            <pc:sldMk cId="2612447691" sldId="280"/>
            <ac:spMk id="21" creationId="{2EB7F0C8-EF3C-CA7A-491B-C17E9F34A391}"/>
          </ac:spMkLst>
        </pc:spChg>
        <pc:spChg chg="add del mod">
          <ac:chgData name="Keiran Holloway" userId="835b84b9-51b0-4cb4-b62e-9ec594354c44" providerId="ADAL" clId="{0D729A0D-DD40-4539-92FE-AEFCA83C3E9E}" dt="2026-04-27T14:13:39.510" v="63" actId="478"/>
          <ac:spMkLst>
            <pc:docMk/>
            <pc:sldMk cId="2612447691" sldId="280"/>
            <ac:spMk id="22" creationId="{D0CAA099-4388-9FFD-E8FC-35F5B7392814}"/>
          </ac:spMkLst>
        </pc:spChg>
        <pc:spChg chg="add mod">
          <ac:chgData name="Keiran Holloway" userId="835b84b9-51b0-4cb4-b62e-9ec594354c44" providerId="ADAL" clId="{0D729A0D-DD40-4539-92FE-AEFCA83C3E9E}" dt="2026-04-27T14:28:43.620" v="798" actId="20577"/>
          <ac:spMkLst>
            <pc:docMk/>
            <pc:sldMk cId="2612447691" sldId="280"/>
            <ac:spMk id="23" creationId="{2F433B07-1666-5233-ED11-2CE9BE7B3EF6}"/>
          </ac:spMkLst>
        </pc:spChg>
        <pc:spChg chg="add mod">
          <ac:chgData name="Keiran Holloway" userId="835b84b9-51b0-4cb4-b62e-9ec594354c44" providerId="ADAL" clId="{0D729A0D-DD40-4539-92FE-AEFCA83C3E9E}" dt="2026-04-27T14:23:52.490" v="586" actId="207"/>
          <ac:spMkLst>
            <pc:docMk/>
            <pc:sldMk cId="2612447691" sldId="280"/>
            <ac:spMk id="24" creationId="{8E8CE8C9-E5B7-DCE8-AD60-8462B25A65D3}"/>
          </ac:spMkLst>
        </pc:spChg>
        <pc:spChg chg="add mod">
          <ac:chgData name="Keiran Holloway" userId="835b84b9-51b0-4cb4-b62e-9ec594354c44" providerId="ADAL" clId="{0D729A0D-DD40-4539-92FE-AEFCA83C3E9E}" dt="2026-04-27T14:23:15.722" v="583" actId="207"/>
          <ac:spMkLst>
            <pc:docMk/>
            <pc:sldMk cId="2612447691" sldId="280"/>
            <ac:spMk id="25" creationId="{36E131AF-808F-A0FA-926A-50677E6AA3E1}"/>
          </ac:spMkLst>
        </pc:spChg>
        <pc:spChg chg="add mod">
          <ac:chgData name="Keiran Holloway" userId="835b84b9-51b0-4cb4-b62e-9ec594354c44" providerId="ADAL" clId="{0D729A0D-DD40-4539-92FE-AEFCA83C3E9E}" dt="2026-04-27T15:00:05.418" v="1608" actId="20577"/>
          <ac:spMkLst>
            <pc:docMk/>
            <pc:sldMk cId="2612447691" sldId="280"/>
            <ac:spMk id="26" creationId="{C6D362B3-4BA8-BCA9-97F2-0B05417AE7AF}"/>
          </ac:spMkLst>
        </pc:spChg>
        <pc:spChg chg="add mod">
          <ac:chgData name="Keiran Holloway" userId="835b84b9-51b0-4cb4-b62e-9ec594354c44" providerId="ADAL" clId="{0D729A0D-DD40-4539-92FE-AEFCA83C3E9E}" dt="2026-04-27T14:29:29.926" v="856" actId="20577"/>
          <ac:spMkLst>
            <pc:docMk/>
            <pc:sldMk cId="2612447691" sldId="280"/>
            <ac:spMk id="27" creationId="{BBE4E12C-139F-5785-FA4E-B69E39198C1F}"/>
          </ac:spMkLst>
        </pc:spChg>
        <pc:spChg chg="add mod">
          <ac:chgData name="Keiran Holloway" userId="835b84b9-51b0-4cb4-b62e-9ec594354c44" providerId="ADAL" clId="{0D729A0D-DD40-4539-92FE-AEFCA83C3E9E}" dt="2026-04-27T14:29:50.796" v="866" actId="20577"/>
          <ac:spMkLst>
            <pc:docMk/>
            <pc:sldMk cId="2612447691" sldId="280"/>
            <ac:spMk id="28" creationId="{F1A30604-BA45-7B02-8702-AC1BD0C5EDAA}"/>
          </ac:spMkLst>
        </pc:spChg>
        <pc:spChg chg="add mod">
          <ac:chgData name="Keiran Holloway" userId="835b84b9-51b0-4cb4-b62e-9ec594354c44" providerId="ADAL" clId="{0D729A0D-DD40-4539-92FE-AEFCA83C3E9E}" dt="2026-04-27T14:25:43.263" v="737" actId="20577"/>
          <ac:spMkLst>
            <pc:docMk/>
            <pc:sldMk cId="2612447691" sldId="280"/>
            <ac:spMk id="29" creationId="{7B4DEC94-247D-6B1A-ECEF-206FFF50EFC2}"/>
          </ac:spMkLst>
        </pc:spChg>
        <pc:spChg chg="add mod">
          <ac:chgData name="Keiran Holloway" userId="835b84b9-51b0-4cb4-b62e-9ec594354c44" providerId="ADAL" clId="{0D729A0D-DD40-4539-92FE-AEFCA83C3E9E}" dt="2026-04-27T14:30:18.774" v="870" actId="20577"/>
          <ac:spMkLst>
            <pc:docMk/>
            <pc:sldMk cId="2612447691" sldId="280"/>
            <ac:spMk id="30" creationId="{CDA7068B-5187-29A7-6D52-AE1DF405AC19}"/>
          </ac:spMkLst>
        </pc:spChg>
        <pc:spChg chg="add mod">
          <ac:chgData name="Keiran Holloway" userId="835b84b9-51b0-4cb4-b62e-9ec594354c44" providerId="ADAL" clId="{0D729A0D-DD40-4539-92FE-AEFCA83C3E9E}" dt="2026-04-27T14:24:15.928" v="588" actId="1076"/>
          <ac:spMkLst>
            <pc:docMk/>
            <pc:sldMk cId="2612447691" sldId="280"/>
            <ac:spMk id="32" creationId="{94FBFF31-2426-C8B3-CDB1-E19951A601B1}"/>
          </ac:spMkLst>
        </pc:spChg>
        <pc:spChg chg="add del">
          <ac:chgData name="Keiran Holloway" userId="835b84b9-51b0-4cb4-b62e-9ec594354c44" providerId="ADAL" clId="{0D729A0D-DD40-4539-92FE-AEFCA83C3E9E}" dt="2026-04-27T14:31:13.228" v="874" actId="478"/>
          <ac:spMkLst>
            <pc:docMk/>
            <pc:sldMk cId="2612447691" sldId="280"/>
            <ac:spMk id="33" creationId="{C538F272-D929-5390-034F-FF9D9181E449}"/>
          </ac:spMkLst>
        </pc:spChg>
        <pc:picChg chg="mod">
          <ac:chgData name="Keiran Holloway" userId="835b84b9-51b0-4cb4-b62e-9ec594354c44" providerId="ADAL" clId="{0D729A0D-DD40-4539-92FE-AEFCA83C3E9E}" dt="2026-04-27T14:20:05.466" v="281" actId="1076"/>
          <ac:picMkLst>
            <pc:docMk/>
            <pc:sldMk cId="2612447691" sldId="280"/>
            <ac:picMk id="5" creationId="{968C5F60-8E07-36ED-44D3-FD3D0A3EEA08}"/>
          </ac:picMkLst>
        </pc:picChg>
        <pc:picChg chg="del mod">
          <ac:chgData name="Keiran Holloway" userId="835b84b9-51b0-4cb4-b62e-9ec594354c44" providerId="ADAL" clId="{0D729A0D-DD40-4539-92FE-AEFCA83C3E9E}" dt="2026-04-27T14:57:47.475" v="1574" actId="478"/>
          <ac:picMkLst>
            <pc:docMk/>
            <pc:sldMk cId="2612447691" sldId="280"/>
            <ac:picMk id="6" creationId="{8D3FFD4A-132C-F8C4-1AC9-58DC0E1311A5}"/>
          </ac:picMkLst>
        </pc:picChg>
      </pc:sldChg>
      <pc:sldChg chg="modSp mod">
        <pc:chgData name="Keiran Holloway" userId="835b84b9-51b0-4cb4-b62e-9ec594354c44" providerId="ADAL" clId="{0D729A0D-DD40-4539-92FE-AEFCA83C3E9E}" dt="2026-04-27T14:58:29.333" v="1588" actId="1076"/>
        <pc:sldMkLst>
          <pc:docMk/>
          <pc:sldMk cId="954823635" sldId="284"/>
        </pc:sldMkLst>
        <pc:spChg chg="mod">
          <ac:chgData name="Keiran Holloway" userId="835b84b9-51b0-4cb4-b62e-9ec594354c44" providerId="ADAL" clId="{0D729A0D-DD40-4539-92FE-AEFCA83C3E9E}" dt="2026-04-27T14:58:29.333" v="1588" actId="1076"/>
          <ac:spMkLst>
            <pc:docMk/>
            <pc:sldMk cId="954823635" sldId="284"/>
            <ac:spMk id="2" creationId="{9DD41177-087D-60A0-513D-BBE5EB9888B9}"/>
          </ac:spMkLst>
        </pc:spChg>
      </pc:sldChg>
      <pc:sldChg chg="delSp add del mod">
        <pc:chgData name="Keiran Holloway" userId="835b84b9-51b0-4cb4-b62e-9ec594354c44" providerId="ADAL" clId="{0D729A0D-DD40-4539-92FE-AEFCA83C3E9E}" dt="2026-04-27T14:14:06.594" v="68" actId="47"/>
        <pc:sldMkLst>
          <pc:docMk/>
          <pc:sldMk cId="829761318" sldId="306"/>
        </pc:sldMkLst>
        <pc:spChg chg="del">
          <ac:chgData name="Keiran Holloway" userId="835b84b9-51b0-4cb4-b62e-9ec594354c44" providerId="ADAL" clId="{0D729A0D-DD40-4539-92FE-AEFCA83C3E9E}" dt="2026-04-27T14:13:58.296" v="65" actId="21"/>
          <ac:spMkLst>
            <pc:docMk/>
            <pc:sldMk cId="829761318" sldId="306"/>
            <ac:spMk id="2" creationId="{7B4DEC94-247D-6B1A-ECEF-206FFF50EFC2}"/>
          </ac:spMkLst>
        </pc:spChg>
        <pc:spChg chg="del">
          <ac:chgData name="Keiran Holloway" userId="835b84b9-51b0-4cb4-b62e-9ec594354c44" providerId="ADAL" clId="{0D729A0D-DD40-4539-92FE-AEFCA83C3E9E}" dt="2026-04-27T14:13:58.296" v="65" actId="21"/>
          <ac:spMkLst>
            <pc:docMk/>
            <pc:sldMk cId="829761318" sldId="306"/>
            <ac:spMk id="3" creationId="{CDA7068B-5187-29A7-6D52-AE1DF405AC19}"/>
          </ac:spMkLst>
        </pc:spChg>
        <pc:spChg chg="del">
          <ac:chgData name="Keiran Holloway" userId="835b84b9-51b0-4cb4-b62e-9ec594354c44" providerId="ADAL" clId="{0D729A0D-DD40-4539-92FE-AEFCA83C3E9E}" dt="2026-04-27T14:13:58.296" v="65" actId="21"/>
          <ac:spMkLst>
            <pc:docMk/>
            <pc:sldMk cId="829761318" sldId="306"/>
            <ac:spMk id="10" creationId="{2F433B07-1666-5233-ED11-2CE9BE7B3EF6}"/>
          </ac:spMkLst>
        </pc:spChg>
        <pc:spChg chg="del">
          <ac:chgData name="Keiran Holloway" userId="835b84b9-51b0-4cb4-b62e-9ec594354c44" providerId="ADAL" clId="{0D729A0D-DD40-4539-92FE-AEFCA83C3E9E}" dt="2026-04-27T14:13:58.296" v="65" actId="21"/>
          <ac:spMkLst>
            <pc:docMk/>
            <pc:sldMk cId="829761318" sldId="306"/>
            <ac:spMk id="11" creationId="{8E8CE8C9-E5B7-DCE8-AD60-8462B25A65D3}"/>
          </ac:spMkLst>
        </pc:spChg>
        <pc:spChg chg="del">
          <ac:chgData name="Keiran Holloway" userId="835b84b9-51b0-4cb4-b62e-9ec594354c44" providerId="ADAL" clId="{0D729A0D-DD40-4539-92FE-AEFCA83C3E9E}" dt="2026-04-27T14:13:58.296" v="65" actId="21"/>
          <ac:spMkLst>
            <pc:docMk/>
            <pc:sldMk cId="829761318" sldId="306"/>
            <ac:spMk id="12" creationId="{36E131AF-808F-A0FA-926A-50677E6AA3E1}"/>
          </ac:spMkLst>
        </pc:spChg>
        <pc:spChg chg="del">
          <ac:chgData name="Keiran Holloway" userId="835b84b9-51b0-4cb4-b62e-9ec594354c44" providerId="ADAL" clId="{0D729A0D-DD40-4539-92FE-AEFCA83C3E9E}" dt="2026-04-27T14:13:58.296" v="65" actId="21"/>
          <ac:spMkLst>
            <pc:docMk/>
            <pc:sldMk cId="829761318" sldId="306"/>
            <ac:spMk id="13" creationId="{C6D362B3-4BA8-BCA9-97F2-0B05417AE7AF}"/>
          </ac:spMkLst>
        </pc:spChg>
        <pc:spChg chg="del">
          <ac:chgData name="Keiran Holloway" userId="835b84b9-51b0-4cb4-b62e-9ec594354c44" providerId="ADAL" clId="{0D729A0D-DD40-4539-92FE-AEFCA83C3E9E}" dt="2026-04-27T14:13:58.296" v="65" actId="21"/>
          <ac:spMkLst>
            <pc:docMk/>
            <pc:sldMk cId="829761318" sldId="306"/>
            <ac:spMk id="14" creationId="{BBE4E12C-139F-5785-FA4E-B69E39198C1F}"/>
          </ac:spMkLst>
        </pc:spChg>
        <pc:spChg chg="del">
          <ac:chgData name="Keiran Holloway" userId="835b84b9-51b0-4cb4-b62e-9ec594354c44" providerId="ADAL" clId="{0D729A0D-DD40-4539-92FE-AEFCA83C3E9E}" dt="2026-04-27T14:13:58.296" v="65" actId="21"/>
          <ac:spMkLst>
            <pc:docMk/>
            <pc:sldMk cId="829761318" sldId="306"/>
            <ac:spMk id="15" creationId="{F1A30604-BA45-7B02-8702-AC1BD0C5EDAA}"/>
          </ac:spMkLst>
        </pc:spChg>
      </pc:sldChg>
    </pc:docChg>
  </pc:docChgLst>
  <pc:docChgLst>
    <pc:chgData name="Scott Beckford" userId="97f88ce4-fa8b-4163-b87d-92edb22d088f" providerId="ADAL" clId="{ADC934EB-76DE-5A1C-92BA-F001C2335EFE}"/>
    <pc:docChg chg="undo custSel addSld delSld modSld sldOrd modSection">
      <pc:chgData name="Scott Beckford" userId="97f88ce4-fa8b-4163-b87d-92edb22d088f" providerId="ADAL" clId="{ADC934EB-76DE-5A1C-92BA-F001C2335EFE}" dt="2026-04-27T16:59:03.903" v="20224" actId="20577"/>
      <pc:docMkLst>
        <pc:docMk/>
      </pc:docMkLst>
      <pc:sldChg chg="modSp add del mod">
        <pc:chgData name="Scott Beckford" userId="97f88ce4-fa8b-4163-b87d-92edb22d088f" providerId="ADAL" clId="{ADC934EB-76DE-5A1C-92BA-F001C2335EFE}" dt="2026-04-27T12:50:21.469" v="18335" actId="2696"/>
        <pc:sldMkLst>
          <pc:docMk/>
          <pc:sldMk cId="2078894897" sldId="256"/>
        </pc:sldMkLst>
      </pc:sldChg>
      <pc:sldChg chg="add">
        <pc:chgData name="Scott Beckford" userId="97f88ce4-fa8b-4163-b87d-92edb22d088f" providerId="ADAL" clId="{ADC934EB-76DE-5A1C-92BA-F001C2335EFE}" dt="2026-04-27T12:50:38.804" v="18336"/>
        <pc:sldMkLst>
          <pc:docMk/>
          <pc:sldMk cId="2939894911" sldId="256"/>
        </pc:sldMkLst>
      </pc:sldChg>
      <pc:sldChg chg="modSp mod">
        <pc:chgData name="Scott Beckford" userId="97f88ce4-fa8b-4163-b87d-92edb22d088f" providerId="ADAL" clId="{ADC934EB-76DE-5A1C-92BA-F001C2335EFE}" dt="2026-04-23T08:20:02.236" v="6863" actId="790"/>
        <pc:sldMkLst>
          <pc:docMk/>
          <pc:sldMk cId="1607316324" sldId="257"/>
        </pc:sldMkLst>
        <pc:spChg chg="mod">
          <ac:chgData name="Scott Beckford" userId="97f88ce4-fa8b-4163-b87d-92edb22d088f" providerId="ADAL" clId="{ADC934EB-76DE-5A1C-92BA-F001C2335EFE}" dt="2026-04-23T08:20:02.236" v="6863" actId="790"/>
          <ac:spMkLst>
            <pc:docMk/>
            <pc:sldMk cId="1607316324" sldId="257"/>
            <ac:spMk id="6" creationId="{6A52488A-772F-A158-D9F9-3D716FA0E157}"/>
          </ac:spMkLst>
        </pc:spChg>
        <pc:spChg chg="mod">
          <ac:chgData name="Scott Beckford" userId="97f88ce4-fa8b-4163-b87d-92edb22d088f" providerId="ADAL" clId="{ADC934EB-76DE-5A1C-92BA-F001C2335EFE}" dt="2026-04-23T08:20:02.236" v="6863" actId="790"/>
          <ac:spMkLst>
            <pc:docMk/>
            <pc:sldMk cId="1607316324" sldId="257"/>
            <ac:spMk id="7" creationId="{C025BC2F-6F2A-8421-D263-916FA05BF815}"/>
          </ac:spMkLst>
        </pc:spChg>
        <pc:spChg chg="mod">
          <ac:chgData name="Scott Beckford" userId="97f88ce4-fa8b-4163-b87d-92edb22d088f" providerId="ADAL" clId="{ADC934EB-76DE-5A1C-92BA-F001C2335EFE}" dt="2026-04-23T08:20:02.236" v="6863" actId="790"/>
          <ac:spMkLst>
            <pc:docMk/>
            <pc:sldMk cId="1607316324" sldId="257"/>
            <ac:spMk id="8" creationId="{19B21124-8BEB-7358-0E7A-030BADF717A1}"/>
          </ac:spMkLst>
        </pc:spChg>
      </pc:sldChg>
      <pc:sldChg chg="addSp delSp modSp mod ord">
        <pc:chgData name="Scott Beckford" userId="97f88ce4-fa8b-4163-b87d-92edb22d088f" providerId="ADAL" clId="{ADC934EB-76DE-5A1C-92BA-F001C2335EFE}" dt="2026-04-27T06:33:44.144" v="15372" actId="207"/>
        <pc:sldMkLst>
          <pc:docMk/>
          <pc:sldMk cId="4084012050" sldId="258"/>
        </pc:sldMkLst>
        <pc:spChg chg="add mod">
          <ac:chgData name="Scott Beckford" userId="97f88ce4-fa8b-4163-b87d-92edb22d088f" providerId="ADAL" clId="{ADC934EB-76DE-5A1C-92BA-F001C2335EFE}" dt="2026-04-26T19:22:59.116" v="12913" actId="1036"/>
          <ac:spMkLst>
            <pc:docMk/>
            <pc:sldMk cId="4084012050" sldId="258"/>
            <ac:spMk id="3" creationId="{E172CCDA-ADE8-2ED2-8278-5AB23BD1F378}"/>
          </ac:spMkLst>
        </pc:spChg>
        <pc:spChg chg="mod">
          <ac:chgData name="Scott Beckford" userId="97f88ce4-fa8b-4163-b87d-92edb22d088f" providerId="ADAL" clId="{ADC934EB-76DE-5A1C-92BA-F001C2335EFE}" dt="2026-04-23T13:50:44.506" v="7606" actId="1076"/>
          <ac:spMkLst>
            <pc:docMk/>
            <pc:sldMk cId="4084012050" sldId="258"/>
            <ac:spMk id="4" creationId="{2652C90C-3C21-3BE4-2DA5-684CDEA35171}"/>
          </ac:spMkLst>
        </pc:spChg>
        <pc:spChg chg="add mod">
          <ac:chgData name="Scott Beckford" userId="97f88ce4-fa8b-4163-b87d-92edb22d088f" providerId="ADAL" clId="{ADC934EB-76DE-5A1C-92BA-F001C2335EFE}" dt="2026-04-26T19:21:54.785" v="12878" actId="1076"/>
          <ac:spMkLst>
            <pc:docMk/>
            <pc:sldMk cId="4084012050" sldId="258"/>
            <ac:spMk id="5" creationId="{45717CA4-16F2-A355-13CB-41F7EBB3957E}"/>
          </ac:spMkLst>
        </pc:spChg>
        <pc:spChg chg="mod topLvl">
          <ac:chgData name="Scott Beckford" userId="97f88ce4-fa8b-4163-b87d-92edb22d088f" providerId="ADAL" clId="{ADC934EB-76DE-5A1C-92BA-F001C2335EFE}" dt="2026-04-26T19:24:12.800" v="12944" actId="1036"/>
          <ac:spMkLst>
            <pc:docMk/>
            <pc:sldMk cId="4084012050" sldId="258"/>
            <ac:spMk id="6" creationId="{884FFA0B-8AB8-BB59-08D0-EC51D014B5EA}"/>
          </ac:spMkLst>
        </pc:spChg>
        <pc:spChg chg="add mod">
          <ac:chgData name="Scott Beckford" userId="97f88ce4-fa8b-4163-b87d-92edb22d088f" providerId="ADAL" clId="{ADC934EB-76DE-5A1C-92BA-F001C2335EFE}" dt="2026-04-26T19:22:59.116" v="12913" actId="1036"/>
          <ac:spMkLst>
            <pc:docMk/>
            <pc:sldMk cId="4084012050" sldId="258"/>
            <ac:spMk id="7" creationId="{46EAF9B7-6021-ADBC-29B2-1400E4813D4D}"/>
          </ac:spMkLst>
        </pc:spChg>
        <pc:spChg chg="add mod">
          <ac:chgData name="Scott Beckford" userId="97f88ce4-fa8b-4163-b87d-92edb22d088f" providerId="ADAL" clId="{ADC934EB-76DE-5A1C-92BA-F001C2335EFE}" dt="2026-04-26T19:22:59.116" v="12913" actId="1036"/>
          <ac:spMkLst>
            <pc:docMk/>
            <pc:sldMk cId="4084012050" sldId="258"/>
            <ac:spMk id="8" creationId="{B76EEE82-7E8A-7607-5C50-ACF57022E2F8}"/>
          </ac:spMkLst>
        </pc:spChg>
        <pc:spChg chg="add mod">
          <ac:chgData name="Scott Beckford" userId="97f88ce4-fa8b-4163-b87d-92edb22d088f" providerId="ADAL" clId="{ADC934EB-76DE-5A1C-92BA-F001C2335EFE}" dt="2026-04-26T19:21:37.389" v="12874" actId="1038"/>
          <ac:spMkLst>
            <pc:docMk/>
            <pc:sldMk cId="4084012050" sldId="258"/>
            <ac:spMk id="9" creationId="{C8CA6DF0-BD7F-A5A0-894B-4DBB374C8444}"/>
          </ac:spMkLst>
        </pc:spChg>
        <pc:spChg chg="add del mod">
          <ac:chgData name="Scott Beckford" userId="97f88ce4-fa8b-4163-b87d-92edb22d088f" providerId="ADAL" clId="{ADC934EB-76DE-5A1C-92BA-F001C2335EFE}" dt="2026-04-26T19:07:25.202" v="12652"/>
          <ac:spMkLst>
            <pc:docMk/>
            <pc:sldMk cId="4084012050" sldId="258"/>
            <ac:spMk id="10" creationId="{44FC6C5A-EE98-6BC1-A953-B96E23906CE1}"/>
          </ac:spMkLst>
        </pc:spChg>
        <pc:spChg chg="mod">
          <ac:chgData name="Scott Beckford" userId="97f88ce4-fa8b-4163-b87d-92edb22d088f" providerId="ADAL" clId="{ADC934EB-76DE-5A1C-92BA-F001C2335EFE}" dt="2026-04-26T19:22:59.116" v="12913" actId="1036"/>
          <ac:spMkLst>
            <pc:docMk/>
            <pc:sldMk cId="4084012050" sldId="258"/>
            <ac:spMk id="14" creationId="{78438EC3-BBFC-CCBB-C6DE-C5ED7D8E8D6C}"/>
          </ac:spMkLst>
        </pc:spChg>
        <pc:spChg chg="mod">
          <ac:chgData name="Scott Beckford" userId="97f88ce4-fa8b-4163-b87d-92edb22d088f" providerId="ADAL" clId="{ADC934EB-76DE-5A1C-92BA-F001C2335EFE}" dt="2026-04-26T19:23:49.851" v="12927" actId="1036"/>
          <ac:spMkLst>
            <pc:docMk/>
            <pc:sldMk cId="4084012050" sldId="258"/>
            <ac:spMk id="15" creationId="{A1841AB5-686D-1E62-CF1A-63FC273D78DD}"/>
          </ac:spMkLst>
        </pc:spChg>
        <pc:spChg chg="mod">
          <ac:chgData name="Scott Beckford" userId="97f88ce4-fa8b-4163-b87d-92edb22d088f" providerId="ADAL" clId="{ADC934EB-76DE-5A1C-92BA-F001C2335EFE}" dt="2026-04-26T19:22:18.273" v="12896" actId="1037"/>
          <ac:spMkLst>
            <pc:docMk/>
            <pc:sldMk cId="4084012050" sldId="258"/>
            <ac:spMk id="17" creationId="{E20BEADD-692B-A62E-8C72-EA0155572096}"/>
          </ac:spMkLst>
        </pc:spChg>
        <pc:spChg chg="mod">
          <ac:chgData name="Scott Beckford" userId="97f88ce4-fa8b-4163-b87d-92edb22d088f" providerId="ADAL" clId="{ADC934EB-76DE-5A1C-92BA-F001C2335EFE}" dt="2026-04-26T19:22:08.555" v="12886" actId="1038"/>
          <ac:spMkLst>
            <pc:docMk/>
            <pc:sldMk cId="4084012050" sldId="258"/>
            <ac:spMk id="18" creationId="{E84481C6-12BF-5EC5-572C-A36D7E467AC5}"/>
          </ac:spMkLst>
        </pc:spChg>
        <pc:spChg chg="add mod">
          <ac:chgData name="Scott Beckford" userId="97f88ce4-fa8b-4163-b87d-92edb22d088f" providerId="ADAL" clId="{ADC934EB-76DE-5A1C-92BA-F001C2335EFE}" dt="2026-04-26T19:18:30.176" v="12832" actId="1076"/>
          <ac:spMkLst>
            <pc:docMk/>
            <pc:sldMk cId="4084012050" sldId="258"/>
            <ac:spMk id="19" creationId="{056EB08A-768D-C5BD-8C42-06D187214274}"/>
          </ac:spMkLst>
        </pc:spChg>
        <pc:spChg chg="add mod">
          <ac:chgData name="Scott Beckford" userId="97f88ce4-fa8b-4163-b87d-92edb22d088f" providerId="ADAL" clId="{ADC934EB-76DE-5A1C-92BA-F001C2335EFE}" dt="2026-04-26T19:18:23.701" v="12831" actId="1036"/>
          <ac:spMkLst>
            <pc:docMk/>
            <pc:sldMk cId="4084012050" sldId="258"/>
            <ac:spMk id="26" creationId="{FF957A7E-854D-DDE8-8A09-ECE4E9E833F8}"/>
          </ac:spMkLst>
        </pc:spChg>
        <pc:spChg chg="mod">
          <ac:chgData name="Scott Beckford" userId="97f88ce4-fa8b-4163-b87d-92edb22d088f" providerId="ADAL" clId="{ADC934EB-76DE-5A1C-92BA-F001C2335EFE}" dt="2026-04-23T14:09:12.171" v="7712" actId="1038"/>
          <ac:spMkLst>
            <pc:docMk/>
            <pc:sldMk cId="4084012050" sldId="258"/>
            <ac:spMk id="27" creationId="{EFC14B4A-5C00-1BE7-8271-036219231E3E}"/>
          </ac:spMkLst>
        </pc:spChg>
        <pc:spChg chg="add mod">
          <ac:chgData name="Scott Beckford" userId="97f88ce4-fa8b-4163-b87d-92edb22d088f" providerId="ADAL" clId="{ADC934EB-76DE-5A1C-92BA-F001C2335EFE}" dt="2026-04-26T19:11:45.572" v="12707" actId="20577"/>
          <ac:spMkLst>
            <pc:docMk/>
            <pc:sldMk cId="4084012050" sldId="258"/>
            <ac:spMk id="28" creationId="{0F2564A1-EDA9-FC76-E060-C157F0AD6F24}"/>
          </ac:spMkLst>
        </pc:spChg>
        <pc:spChg chg="add mod">
          <ac:chgData name="Scott Beckford" userId="97f88ce4-fa8b-4163-b87d-92edb22d088f" providerId="ADAL" clId="{ADC934EB-76DE-5A1C-92BA-F001C2335EFE}" dt="2026-04-26T19:12:03.302" v="12714" actId="20577"/>
          <ac:spMkLst>
            <pc:docMk/>
            <pc:sldMk cId="4084012050" sldId="258"/>
            <ac:spMk id="29" creationId="{4BC8001D-6510-758D-F4B7-2805F223D484}"/>
          </ac:spMkLst>
        </pc:spChg>
        <pc:spChg chg="add mod">
          <ac:chgData name="Scott Beckford" userId="97f88ce4-fa8b-4163-b87d-92edb22d088f" providerId="ADAL" clId="{ADC934EB-76DE-5A1C-92BA-F001C2335EFE}" dt="2026-04-26T19:23:39.788" v="12918" actId="1036"/>
          <ac:spMkLst>
            <pc:docMk/>
            <pc:sldMk cId="4084012050" sldId="258"/>
            <ac:spMk id="30" creationId="{207AE4AC-0802-E1E3-C206-2CE48A98B071}"/>
          </ac:spMkLst>
        </pc:spChg>
        <pc:spChg chg="add mod">
          <ac:chgData name="Scott Beckford" userId="97f88ce4-fa8b-4163-b87d-92edb22d088f" providerId="ADAL" clId="{ADC934EB-76DE-5A1C-92BA-F001C2335EFE}" dt="2026-04-26T19:23:39.788" v="12918" actId="1036"/>
          <ac:spMkLst>
            <pc:docMk/>
            <pc:sldMk cId="4084012050" sldId="258"/>
            <ac:spMk id="31" creationId="{3858427E-446E-13D0-6D5E-84D0007A6A7C}"/>
          </ac:spMkLst>
        </pc:spChg>
        <pc:spChg chg="mod">
          <ac:chgData name="Scott Beckford" userId="97f88ce4-fa8b-4163-b87d-92edb22d088f" providerId="ADAL" clId="{ADC934EB-76DE-5A1C-92BA-F001C2335EFE}" dt="2026-04-23T14:09:35.768" v="7740" actId="1038"/>
          <ac:spMkLst>
            <pc:docMk/>
            <pc:sldMk cId="4084012050" sldId="258"/>
            <ac:spMk id="33" creationId="{09CFB790-6859-7023-D60C-A6F2DFC32DFB}"/>
          </ac:spMkLst>
        </pc:spChg>
        <pc:spChg chg="mod">
          <ac:chgData name="Scott Beckford" userId="97f88ce4-fa8b-4163-b87d-92edb22d088f" providerId="ADAL" clId="{ADC934EB-76DE-5A1C-92BA-F001C2335EFE}" dt="2026-04-23T14:09:35.768" v="7740" actId="1038"/>
          <ac:spMkLst>
            <pc:docMk/>
            <pc:sldMk cId="4084012050" sldId="258"/>
            <ac:spMk id="34" creationId="{DEB723DE-A0AC-8881-5782-95371632350F}"/>
          </ac:spMkLst>
        </pc:spChg>
        <pc:spChg chg="mod">
          <ac:chgData name="Scott Beckford" userId="97f88ce4-fa8b-4163-b87d-92edb22d088f" providerId="ADAL" clId="{ADC934EB-76DE-5A1C-92BA-F001C2335EFE}" dt="2026-04-23T14:09:35.768" v="7740" actId="1038"/>
          <ac:spMkLst>
            <pc:docMk/>
            <pc:sldMk cId="4084012050" sldId="258"/>
            <ac:spMk id="35" creationId="{C20A7026-67EA-D9F8-BCDF-028804758B86}"/>
          </ac:spMkLst>
        </pc:spChg>
        <pc:spChg chg="mod">
          <ac:chgData name="Scott Beckford" userId="97f88ce4-fa8b-4163-b87d-92edb22d088f" providerId="ADAL" clId="{ADC934EB-76DE-5A1C-92BA-F001C2335EFE}" dt="2026-04-26T19:21:37.389" v="12874" actId="1038"/>
          <ac:spMkLst>
            <pc:docMk/>
            <pc:sldMk cId="4084012050" sldId="258"/>
            <ac:spMk id="38" creationId="{03FA6EA3-B60C-99CE-E41F-E316381081E3}"/>
          </ac:spMkLst>
        </pc:spChg>
        <pc:spChg chg="mod">
          <ac:chgData name="Scott Beckford" userId="97f88ce4-fa8b-4163-b87d-92edb22d088f" providerId="ADAL" clId="{ADC934EB-76DE-5A1C-92BA-F001C2335EFE}" dt="2026-04-26T19:22:59.116" v="12913" actId="1036"/>
          <ac:spMkLst>
            <pc:docMk/>
            <pc:sldMk cId="4084012050" sldId="258"/>
            <ac:spMk id="48" creationId="{8E480AA3-BFB8-2BA4-B9E0-89A19CF60FE7}"/>
          </ac:spMkLst>
        </pc:spChg>
        <pc:spChg chg="mod">
          <ac:chgData name="Scott Beckford" userId="97f88ce4-fa8b-4163-b87d-92edb22d088f" providerId="ADAL" clId="{ADC934EB-76DE-5A1C-92BA-F001C2335EFE}" dt="2026-04-26T19:08:09.224" v="12664" actId="1037"/>
          <ac:spMkLst>
            <pc:docMk/>
            <pc:sldMk cId="4084012050" sldId="258"/>
            <ac:spMk id="49" creationId="{71491D25-873A-6DB4-7584-D2A245A2E6DA}"/>
          </ac:spMkLst>
        </pc:spChg>
        <pc:spChg chg="mod">
          <ac:chgData name="Scott Beckford" userId="97f88ce4-fa8b-4163-b87d-92edb22d088f" providerId="ADAL" clId="{ADC934EB-76DE-5A1C-92BA-F001C2335EFE}" dt="2026-04-26T19:21:37.389" v="12874" actId="1038"/>
          <ac:spMkLst>
            <pc:docMk/>
            <pc:sldMk cId="4084012050" sldId="258"/>
            <ac:spMk id="50" creationId="{3D1F6AEA-20D7-7BA3-3397-796AA41CD08E}"/>
          </ac:spMkLst>
        </pc:spChg>
        <pc:spChg chg="mod">
          <ac:chgData name="Scott Beckford" userId="97f88ce4-fa8b-4163-b87d-92edb22d088f" providerId="ADAL" clId="{ADC934EB-76DE-5A1C-92BA-F001C2335EFE}" dt="2026-04-26T19:21:37.389" v="12874" actId="1038"/>
          <ac:spMkLst>
            <pc:docMk/>
            <pc:sldMk cId="4084012050" sldId="258"/>
            <ac:spMk id="51" creationId="{8502F281-86B1-B15E-FCB1-24FA0929BE7A}"/>
          </ac:spMkLst>
        </pc:spChg>
        <pc:spChg chg="mod">
          <ac:chgData name="Scott Beckford" userId="97f88ce4-fa8b-4163-b87d-92edb22d088f" providerId="ADAL" clId="{ADC934EB-76DE-5A1C-92BA-F001C2335EFE}" dt="2026-04-26T19:06:08.920" v="12626" actId="20577"/>
          <ac:spMkLst>
            <pc:docMk/>
            <pc:sldMk cId="4084012050" sldId="258"/>
            <ac:spMk id="56" creationId="{FF2C6053-423B-1DE6-C0FD-03DC7F831083}"/>
          </ac:spMkLst>
        </pc:spChg>
        <pc:spChg chg="mod">
          <ac:chgData name="Scott Beckford" userId="97f88ce4-fa8b-4163-b87d-92edb22d088f" providerId="ADAL" clId="{ADC934EB-76DE-5A1C-92BA-F001C2335EFE}" dt="2026-04-26T19:22:59.116" v="12913" actId="1036"/>
          <ac:spMkLst>
            <pc:docMk/>
            <pc:sldMk cId="4084012050" sldId="258"/>
            <ac:spMk id="57" creationId="{F47B8002-8294-9C01-0514-96DB72297232}"/>
          </ac:spMkLst>
        </pc:spChg>
        <pc:spChg chg="mod">
          <ac:chgData name="Scott Beckford" userId="97f88ce4-fa8b-4163-b87d-92edb22d088f" providerId="ADAL" clId="{ADC934EB-76DE-5A1C-92BA-F001C2335EFE}" dt="2026-04-26T19:10:16.907" v="12699" actId="1076"/>
          <ac:spMkLst>
            <pc:docMk/>
            <pc:sldMk cId="4084012050" sldId="258"/>
            <ac:spMk id="58" creationId="{B20208A7-D383-63A7-1F28-1A1A4C5296D6}"/>
          </ac:spMkLst>
        </pc:spChg>
        <pc:spChg chg="mod">
          <ac:chgData name="Scott Beckford" userId="97f88ce4-fa8b-4163-b87d-92edb22d088f" providerId="ADAL" clId="{ADC934EB-76DE-5A1C-92BA-F001C2335EFE}" dt="2026-04-26T19:23:39.788" v="12918" actId="1036"/>
          <ac:spMkLst>
            <pc:docMk/>
            <pc:sldMk cId="4084012050" sldId="258"/>
            <ac:spMk id="59" creationId="{14FFE40B-B01C-C329-F092-91E07AB5793B}"/>
          </ac:spMkLst>
        </pc:spChg>
        <pc:spChg chg="mod">
          <ac:chgData name="Scott Beckford" userId="97f88ce4-fa8b-4163-b87d-92edb22d088f" providerId="ADAL" clId="{ADC934EB-76DE-5A1C-92BA-F001C2335EFE}" dt="2026-04-26T19:22:08.555" v="12886" actId="1038"/>
          <ac:spMkLst>
            <pc:docMk/>
            <pc:sldMk cId="4084012050" sldId="258"/>
            <ac:spMk id="63" creationId="{ECF1CD20-2D5B-C346-FB97-10A8722EE4FA}"/>
          </ac:spMkLst>
        </pc:spChg>
        <pc:spChg chg="mod">
          <ac:chgData name="Scott Beckford" userId="97f88ce4-fa8b-4163-b87d-92edb22d088f" providerId="ADAL" clId="{ADC934EB-76DE-5A1C-92BA-F001C2335EFE}" dt="2026-04-27T06:33:44.144" v="15372" actId="207"/>
          <ac:spMkLst>
            <pc:docMk/>
            <pc:sldMk cId="4084012050" sldId="258"/>
            <ac:spMk id="1024" creationId="{EE0DECE0-ADF6-69B6-2B67-815A84529D15}"/>
          </ac:spMkLst>
        </pc:spChg>
        <pc:spChg chg="mod">
          <ac:chgData name="Scott Beckford" userId="97f88ce4-fa8b-4163-b87d-92edb22d088f" providerId="ADAL" clId="{ADC934EB-76DE-5A1C-92BA-F001C2335EFE}" dt="2026-04-26T19:21:37.389" v="12874" actId="1038"/>
          <ac:spMkLst>
            <pc:docMk/>
            <pc:sldMk cId="4084012050" sldId="258"/>
            <ac:spMk id="1029" creationId="{A15CFD0A-0E08-F519-5C89-7D2D397AD74D}"/>
          </ac:spMkLst>
        </pc:spChg>
        <pc:spChg chg="mod">
          <ac:chgData name="Scott Beckford" userId="97f88ce4-fa8b-4163-b87d-92edb22d088f" providerId="ADAL" clId="{ADC934EB-76DE-5A1C-92BA-F001C2335EFE}" dt="2026-04-26T19:08:09.224" v="12664" actId="1037"/>
          <ac:spMkLst>
            <pc:docMk/>
            <pc:sldMk cId="4084012050" sldId="258"/>
            <ac:spMk id="1037" creationId="{434EC4CF-5554-3C37-1C02-9CC68D5C0684}"/>
          </ac:spMkLst>
        </pc:spChg>
        <pc:spChg chg="mod">
          <ac:chgData name="Scott Beckford" userId="97f88ce4-fa8b-4163-b87d-92edb22d088f" providerId="ADAL" clId="{ADC934EB-76DE-5A1C-92BA-F001C2335EFE}" dt="2026-04-26T19:08:09.224" v="12664" actId="1037"/>
          <ac:spMkLst>
            <pc:docMk/>
            <pc:sldMk cId="4084012050" sldId="258"/>
            <ac:spMk id="1039" creationId="{AFDDED9E-6214-56F1-C47A-D190A160DD38}"/>
          </ac:spMkLst>
        </pc:spChg>
        <pc:spChg chg="mod">
          <ac:chgData name="Scott Beckford" userId="97f88ce4-fa8b-4163-b87d-92edb22d088f" providerId="ADAL" clId="{ADC934EB-76DE-5A1C-92BA-F001C2335EFE}" dt="2026-04-26T19:22:59.116" v="12913" actId="1036"/>
          <ac:spMkLst>
            <pc:docMk/>
            <pc:sldMk cId="4084012050" sldId="258"/>
            <ac:spMk id="1041" creationId="{B2CF05DF-A296-9897-F29F-377DF757C7CD}"/>
          </ac:spMkLst>
        </pc:spChg>
        <pc:spChg chg="mod">
          <ac:chgData name="Scott Beckford" userId="97f88ce4-fa8b-4163-b87d-92edb22d088f" providerId="ADAL" clId="{ADC934EB-76DE-5A1C-92BA-F001C2335EFE}" dt="2026-04-26T19:08:09.224" v="12664" actId="1037"/>
          <ac:spMkLst>
            <pc:docMk/>
            <pc:sldMk cId="4084012050" sldId="258"/>
            <ac:spMk id="1043" creationId="{FD4B13DC-2074-838D-4629-977204C40D41}"/>
          </ac:spMkLst>
        </pc:spChg>
        <pc:spChg chg="mod">
          <ac:chgData name="Scott Beckford" userId="97f88ce4-fa8b-4163-b87d-92edb22d088f" providerId="ADAL" clId="{ADC934EB-76DE-5A1C-92BA-F001C2335EFE}" dt="2026-04-23T14:09:25.627" v="7727" actId="1038"/>
          <ac:spMkLst>
            <pc:docMk/>
            <pc:sldMk cId="4084012050" sldId="258"/>
            <ac:spMk id="1045" creationId="{3C18BCDA-391D-7FED-F551-48EED2EAB44F}"/>
          </ac:spMkLst>
        </pc:spChg>
        <pc:spChg chg="mod">
          <ac:chgData name="Scott Beckford" userId="97f88ce4-fa8b-4163-b87d-92edb22d088f" providerId="ADAL" clId="{ADC934EB-76DE-5A1C-92BA-F001C2335EFE}" dt="2026-04-24T15:18:19.762" v="10423" actId="1038"/>
          <ac:spMkLst>
            <pc:docMk/>
            <pc:sldMk cId="4084012050" sldId="258"/>
            <ac:spMk id="1049" creationId="{CB476E95-B791-E735-7A1A-AB2D6742DD18}"/>
          </ac:spMkLst>
        </pc:spChg>
        <pc:spChg chg="mod">
          <ac:chgData name="Scott Beckford" userId="97f88ce4-fa8b-4163-b87d-92edb22d088f" providerId="ADAL" clId="{ADC934EB-76DE-5A1C-92BA-F001C2335EFE}" dt="2026-04-26T19:24:43.302" v="12966" actId="1076"/>
          <ac:spMkLst>
            <pc:docMk/>
            <pc:sldMk cId="4084012050" sldId="258"/>
            <ac:spMk id="1053" creationId="{46556173-0CE9-86F7-2E41-8048BE60EAC8}"/>
          </ac:spMkLst>
        </pc:spChg>
        <pc:spChg chg="mod">
          <ac:chgData name="Scott Beckford" userId="97f88ce4-fa8b-4163-b87d-92edb22d088f" providerId="ADAL" clId="{ADC934EB-76DE-5A1C-92BA-F001C2335EFE}" dt="2026-04-23T14:09:25.627" v="7727" actId="1038"/>
          <ac:spMkLst>
            <pc:docMk/>
            <pc:sldMk cId="4084012050" sldId="258"/>
            <ac:spMk id="1057" creationId="{CB9B2A99-12E5-DDCA-D299-46D26EB9DBD2}"/>
          </ac:spMkLst>
        </pc:spChg>
        <pc:spChg chg="mod">
          <ac:chgData name="Scott Beckford" userId="97f88ce4-fa8b-4163-b87d-92edb22d088f" providerId="ADAL" clId="{ADC934EB-76DE-5A1C-92BA-F001C2335EFE}" dt="2026-04-23T14:09:25.627" v="7727" actId="1038"/>
          <ac:spMkLst>
            <pc:docMk/>
            <pc:sldMk cId="4084012050" sldId="258"/>
            <ac:spMk id="1061" creationId="{BE822EA3-480F-A956-387C-EE70794F14B0}"/>
          </ac:spMkLst>
        </pc:spChg>
        <pc:spChg chg="mod">
          <ac:chgData name="Scott Beckford" userId="97f88ce4-fa8b-4163-b87d-92edb22d088f" providerId="ADAL" clId="{ADC934EB-76DE-5A1C-92BA-F001C2335EFE}" dt="2026-04-26T19:22:59.116" v="12913" actId="1036"/>
          <ac:spMkLst>
            <pc:docMk/>
            <pc:sldMk cId="4084012050" sldId="258"/>
            <ac:spMk id="1069" creationId="{3D946A7E-FF1E-7EBC-F716-4DB67895DC06}"/>
          </ac:spMkLst>
        </pc:spChg>
        <pc:spChg chg="mod">
          <ac:chgData name="Scott Beckford" userId="97f88ce4-fa8b-4163-b87d-92edb22d088f" providerId="ADAL" clId="{ADC934EB-76DE-5A1C-92BA-F001C2335EFE}" dt="2026-04-23T14:09:25.627" v="7727" actId="1038"/>
          <ac:spMkLst>
            <pc:docMk/>
            <pc:sldMk cId="4084012050" sldId="258"/>
            <ac:spMk id="1071" creationId="{5BA6DCAC-04EE-D6C0-34D3-63597237CCED}"/>
          </ac:spMkLst>
        </pc:spChg>
        <pc:spChg chg="mod">
          <ac:chgData name="Scott Beckford" userId="97f88ce4-fa8b-4163-b87d-92edb22d088f" providerId="ADAL" clId="{ADC934EB-76DE-5A1C-92BA-F001C2335EFE}" dt="2026-04-23T08:20:02.236" v="6863" actId="790"/>
          <ac:spMkLst>
            <pc:docMk/>
            <pc:sldMk cId="4084012050" sldId="258"/>
            <ac:spMk id="1073" creationId="{515F9135-02C0-F6FD-19E9-91F0CD998546}"/>
          </ac:spMkLst>
        </pc:spChg>
        <pc:spChg chg="mod">
          <ac:chgData name="Scott Beckford" userId="97f88ce4-fa8b-4163-b87d-92edb22d088f" providerId="ADAL" clId="{ADC934EB-76DE-5A1C-92BA-F001C2335EFE}" dt="2026-04-23T13:48:06.991" v="7561" actId="14100"/>
          <ac:spMkLst>
            <pc:docMk/>
            <pc:sldMk cId="4084012050" sldId="258"/>
            <ac:spMk id="1080" creationId="{BD0FB69F-95C6-C6B9-23CA-6134D1E6C8FC}"/>
          </ac:spMkLst>
        </pc:spChg>
        <pc:spChg chg="mod">
          <ac:chgData name="Scott Beckford" userId="97f88ce4-fa8b-4163-b87d-92edb22d088f" providerId="ADAL" clId="{ADC934EB-76DE-5A1C-92BA-F001C2335EFE}" dt="2026-04-23T14:09:35.768" v="7740" actId="1038"/>
          <ac:spMkLst>
            <pc:docMk/>
            <pc:sldMk cId="4084012050" sldId="258"/>
            <ac:spMk id="1081" creationId="{950FF0FC-3B57-32B0-6DC2-57B2D5FFFAB8}"/>
          </ac:spMkLst>
        </pc:spChg>
        <pc:spChg chg="mod">
          <ac:chgData name="Scott Beckford" userId="97f88ce4-fa8b-4163-b87d-92edb22d088f" providerId="ADAL" clId="{ADC934EB-76DE-5A1C-92BA-F001C2335EFE}" dt="2026-04-26T19:22:59.116" v="12913" actId="1036"/>
          <ac:spMkLst>
            <pc:docMk/>
            <pc:sldMk cId="4084012050" sldId="258"/>
            <ac:spMk id="1083" creationId="{0C7796B2-5E00-0DE3-32A0-1EB6964EA8EF}"/>
          </ac:spMkLst>
        </pc:spChg>
        <pc:spChg chg="mod">
          <ac:chgData name="Scott Beckford" userId="97f88ce4-fa8b-4163-b87d-92edb22d088f" providerId="ADAL" clId="{ADC934EB-76DE-5A1C-92BA-F001C2335EFE}" dt="2026-04-26T19:22:59.116" v="12913" actId="1036"/>
          <ac:spMkLst>
            <pc:docMk/>
            <pc:sldMk cId="4084012050" sldId="258"/>
            <ac:spMk id="1087" creationId="{4AE14776-9279-C5F5-4A8C-FFAAFA4F5D97}"/>
          </ac:spMkLst>
        </pc:spChg>
        <pc:spChg chg="mod">
          <ac:chgData name="Scott Beckford" userId="97f88ce4-fa8b-4163-b87d-92edb22d088f" providerId="ADAL" clId="{ADC934EB-76DE-5A1C-92BA-F001C2335EFE}" dt="2026-04-26T19:08:09.224" v="12664" actId="1037"/>
          <ac:spMkLst>
            <pc:docMk/>
            <pc:sldMk cId="4084012050" sldId="258"/>
            <ac:spMk id="1091" creationId="{516A21F0-9983-1CC4-096F-908B7676037E}"/>
          </ac:spMkLst>
        </pc:spChg>
        <pc:spChg chg="mod">
          <ac:chgData name="Scott Beckford" userId="97f88ce4-fa8b-4163-b87d-92edb22d088f" providerId="ADAL" clId="{ADC934EB-76DE-5A1C-92BA-F001C2335EFE}" dt="2026-04-26T19:08:09.224" v="12664" actId="1037"/>
          <ac:spMkLst>
            <pc:docMk/>
            <pc:sldMk cId="4084012050" sldId="258"/>
            <ac:spMk id="1092" creationId="{854D36F2-EB2E-C2E1-C89E-35D55A0A04CD}"/>
          </ac:spMkLst>
        </pc:spChg>
        <pc:grpChg chg="mod">
          <ac:chgData name="Scott Beckford" userId="97f88ce4-fa8b-4163-b87d-92edb22d088f" providerId="ADAL" clId="{ADC934EB-76DE-5A1C-92BA-F001C2335EFE}" dt="2026-04-26T19:22:08.555" v="12886" actId="1038"/>
          <ac:grpSpMkLst>
            <pc:docMk/>
            <pc:sldMk cId="4084012050" sldId="258"/>
            <ac:grpSpMk id="39" creationId="{0CDD22F3-17C7-63B7-CAE1-00B1B32933A5}"/>
          </ac:grpSpMkLst>
        </pc:grpChg>
        <pc:grpChg chg="del mod">
          <ac:chgData name="Scott Beckford" userId="97f88ce4-fa8b-4163-b87d-92edb22d088f" providerId="ADAL" clId="{ADC934EB-76DE-5A1C-92BA-F001C2335EFE}" dt="2026-04-26T19:24:05.928" v="12928" actId="165"/>
          <ac:grpSpMkLst>
            <pc:docMk/>
            <pc:sldMk cId="4084012050" sldId="258"/>
            <ac:grpSpMk id="40" creationId="{30EEA640-C630-F892-7290-5F9006C93E9F}"/>
          </ac:grpSpMkLst>
        </pc:grpChg>
        <pc:picChg chg="add mod">
          <ac:chgData name="Scott Beckford" userId="97f88ce4-fa8b-4163-b87d-92edb22d088f" providerId="ADAL" clId="{ADC934EB-76DE-5A1C-92BA-F001C2335EFE}" dt="2026-04-26T19:10:03.033" v="12697" actId="1076"/>
          <ac:picMkLst>
            <pc:docMk/>
            <pc:sldMk cId="4084012050" sldId="258"/>
            <ac:picMk id="11" creationId="{1413BBA0-07E1-B930-3182-88AD42187F60}"/>
          </ac:picMkLst>
        </pc:picChg>
        <pc:picChg chg="add mod">
          <ac:chgData name="Scott Beckford" userId="97f88ce4-fa8b-4163-b87d-92edb22d088f" providerId="ADAL" clId="{ADC934EB-76DE-5A1C-92BA-F001C2335EFE}" dt="2026-04-26T19:10:03.033" v="12697" actId="1076"/>
          <ac:picMkLst>
            <pc:docMk/>
            <pc:sldMk cId="4084012050" sldId="258"/>
            <ac:picMk id="16" creationId="{91DE2A56-1C22-7E68-9D6C-665ADE73746C}"/>
          </ac:picMkLst>
        </pc:picChg>
        <pc:picChg chg="mod">
          <ac:chgData name="Scott Beckford" userId="97f88ce4-fa8b-4163-b87d-92edb22d088f" providerId="ADAL" clId="{ADC934EB-76DE-5A1C-92BA-F001C2335EFE}" dt="2026-04-26T19:22:08.555" v="12886" actId="1038"/>
          <ac:picMkLst>
            <pc:docMk/>
            <pc:sldMk cId="4084012050" sldId="258"/>
            <ac:picMk id="20" creationId="{81CBB2B2-C370-A369-D48D-7EF0D09BAFDD}"/>
          </ac:picMkLst>
        </pc:picChg>
        <pc:picChg chg="mod">
          <ac:chgData name="Scott Beckford" userId="97f88ce4-fa8b-4163-b87d-92edb22d088f" providerId="ADAL" clId="{ADC934EB-76DE-5A1C-92BA-F001C2335EFE}" dt="2026-04-23T13:52:41.990" v="7625" actId="14100"/>
          <ac:picMkLst>
            <pc:docMk/>
            <pc:sldMk cId="4084012050" sldId="258"/>
            <ac:picMk id="21" creationId="{ED8DFC3C-89BF-BDC9-42FF-9540948CCAD9}"/>
          </ac:picMkLst>
        </pc:picChg>
        <pc:picChg chg="mod">
          <ac:chgData name="Scott Beckford" userId="97f88ce4-fa8b-4163-b87d-92edb22d088f" providerId="ADAL" clId="{ADC934EB-76DE-5A1C-92BA-F001C2335EFE}" dt="2026-04-23T13:52:41.990" v="7625" actId="14100"/>
          <ac:picMkLst>
            <pc:docMk/>
            <pc:sldMk cId="4084012050" sldId="258"/>
            <ac:picMk id="22" creationId="{D73C6AFB-0CF5-BFB3-7AAA-8BAC0097E4FD}"/>
          </ac:picMkLst>
        </pc:picChg>
        <pc:picChg chg="mod">
          <ac:chgData name="Scott Beckford" userId="97f88ce4-fa8b-4163-b87d-92edb22d088f" providerId="ADAL" clId="{ADC934EB-76DE-5A1C-92BA-F001C2335EFE}" dt="2026-04-23T13:52:49.549" v="7626" actId="14100"/>
          <ac:picMkLst>
            <pc:docMk/>
            <pc:sldMk cId="4084012050" sldId="258"/>
            <ac:picMk id="23" creationId="{984D053A-00F9-4BDE-481E-5B0BB5C0C85A}"/>
          </ac:picMkLst>
        </pc:picChg>
        <pc:picChg chg="mod">
          <ac:chgData name="Scott Beckford" userId="97f88ce4-fa8b-4163-b87d-92edb22d088f" providerId="ADAL" clId="{ADC934EB-76DE-5A1C-92BA-F001C2335EFE}" dt="2026-04-23T13:52:49.549" v="7626" actId="14100"/>
          <ac:picMkLst>
            <pc:docMk/>
            <pc:sldMk cId="4084012050" sldId="258"/>
            <ac:picMk id="24" creationId="{253E6714-FE66-697B-9135-65DE39E29CBC}"/>
          </ac:picMkLst>
        </pc:picChg>
        <pc:picChg chg="mod">
          <ac:chgData name="Scott Beckford" userId="97f88ce4-fa8b-4163-b87d-92edb22d088f" providerId="ADAL" clId="{ADC934EB-76DE-5A1C-92BA-F001C2335EFE}" dt="2026-04-23T13:52:56.437" v="7627" actId="14100"/>
          <ac:picMkLst>
            <pc:docMk/>
            <pc:sldMk cId="4084012050" sldId="258"/>
            <ac:picMk id="25" creationId="{A08E1264-6C35-D8DC-759D-19B95E28442D}"/>
          </ac:picMkLst>
        </pc:picChg>
        <pc:picChg chg="mod">
          <ac:chgData name="Scott Beckford" userId="97f88ce4-fa8b-4163-b87d-92edb22d088f" providerId="ADAL" clId="{ADC934EB-76DE-5A1C-92BA-F001C2335EFE}" dt="2026-04-23T13:53:12.583" v="7628" actId="14100"/>
          <ac:picMkLst>
            <pc:docMk/>
            <pc:sldMk cId="4084012050" sldId="258"/>
            <ac:picMk id="36" creationId="{AED0FDB9-C038-0F54-C908-7420FFB3945A}"/>
          </ac:picMkLst>
        </pc:picChg>
        <pc:picChg chg="mod">
          <ac:chgData name="Scott Beckford" userId="97f88ce4-fa8b-4163-b87d-92edb22d088f" providerId="ADAL" clId="{ADC934EB-76DE-5A1C-92BA-F001C2335EFE}" dt="2026-04-23T14:09:35.768" v="7740" actId="1038"/>
          <ac:picMkLst>
            <pc:docMk/>
            <pc:sldMk cId="4084012050" sldId="258"/>
            <ac:picMk id="41" creationId="{8B3308D7-D38E-538B-F950-8BFFE61F859B}"/>
          </ac:picMkLst>
        </pc:picChg>
        <pc:picChg chg="mod">
          <ac:chgData name="Scott Beckford" userId="97f88ce4-fa8b-4163-b87d-92edb22d088f" providerId="ADAL" clId="{ADC934EB-76DE-5A1C-92BA-F001C2335EFE}" dt="2026-04-23T14:09:35.768" v="7740" actId="1038"/>
          <ac:picMkLst>
            <pc:docMk/>
            <pc:sldMk cId="4084012050" sldId="258"/>
            <ac:picMk id="42" creationId="{7AD9FFC5-C373-CA31-3BB8-4A48A886F6F1}"/>
          </ac:picMkLst>
        </pc:picChg>
        <pc:picChg chg="mod">
          <ac:chgData name="Scott Beckford" userId="97f88ce4-fa8b-4163-b87d-92edb22d088f" providerId="ADAL" clId="{ADC934EB-76DE-5A1C-92BA-F001C2335EFE}" dt="2026-04-26T19:18:02.431" v="12813" actId="1076"/>
          <ac:picMkLst>
            <pc:docMk/>
            <pc:sldMk cId="4084012050" sldId="258"/>
            <ac:picMk id="43" creationId="{B8D86C40-39EA-9A13-1043-9287221F45D0}"/>
          </ac:picMkLst>
        </pc:picChg>
        <pc:picChg chg="mod">
          <ac:chgData name="Scott Beckford" userId="97f88ce4-fa8b-4163-b87d-92edb22d088f" providerId="ADAL" clId="{ADC934EB-76DE-5A1C-92BA-F001C2335EFE}" dt="2026-04-26T19:18:09.505" v="12823" actId="1036"/>
          <ac:picMkLst>
            <pc:docMk/>
            <pc:sldMk cId="4084012050" sldId="258"/>
            <ac:picMk id="44" creationId="{3388810A-D9AF-1BAC-40D6-12505FB88C3E}"/>
          </ac:picMkLst>
        </pc:picChg>
        <pc:picChg chg="mod">
          <ac:chgData name="Scott Beckford" userId="97f88ce4-fa8b-4163-b87d-92edb22d088f" providerId="ADAL" clId="{ADC934EB-76DE-5A1C-92BA-F001C2335EFE}" dt="2026-04-23T13:53:12.583" v="7628" actId="14100"/>
          <ac:picMkLst>
            <pc:docMk/>
            <pc:sldMk cId="4084012050" sldId="258"/>
            <ac:picMk id="45" creationId="{9D9976DB-9A54-EA64-D88A-80556DAC0140}"/>
          </ac:picMkLst>
        </pc:picChg>
        <pc:picChg chg="mod">
          <ac:chgData name="Scott Beckford" userId="97f88ce4-fa8b-4163-b87d-92edb22d088f" providerId="ADAL" clId="{ADC934EB-76DE-5A1C-92BA-F001C2335EFE}" dt="2026-04-26T19:21:25.582" v="12866" actId="1037"/>
          <ac:picMkLst>
            <pc:docMk/>
            <pc:sldMk cId="4084012050" sldId="258"/>
            <ac:picMk id="46" creationId="{88E13005-780F-93FC-0961-0975BA9BC92B}"/>
          </ac:picMkLst>
        </pc:picChg>
        <pc:picChg chg="mod">
          <ac:chgData name="Scott Beckford" userId="97f88ce4-fa8b-4163-b87d-92edb22d088f" providerId="ADAL" clId="{ADC934EB-76DE-5A1C-92BA-F001C2335EFE}" dt="2026-04-26T19:21:25.582" v="12866" actId="1037"/>
          <ac:picMkLst>
            <pc:docMk/>
            <pc:sldMk cId="4084012050" sldId="258"/>
            <ac:picMk id="47" creationId="{E2F36252-AEA4-1540-FE45-4B7FCD79B954}"/>
          </ac:picMkLst>
        </pc:picChg>
        <pc:picChg chg="mod">
          <ac:chgData name="Scott Beckford" userId="97f88ce4-fa8b-4163-b87d-92edb22d088f" providerId="ADAL" clId="{ADC934EB-76DE-5A1C-92BA-F001C2335EFE}" dt="2026-04-26T19:21:25.582" v="12866" actId="1037"/>
          <ac:picMkLst>
            <pc:docMk/>
            <pc:sldMk cId="4084012050" sldId="258"/>
            <ac:picMk id="52" creationId="{5B42A86C-1FE7-B019-1086-69D03181F5A9}"/>
          </ac:picMkLst>
        </pc:picChg>
        <pc:picChg chg="mod">
          <ac:chgData name="Scott Beckford" userId="97f88ce4-fa8b-4163-b87d-92edb22d088f" providerId="ADAL" clId="{ADC934EB-76DE-5A1C-92BA-F001C2335EFE}" dt="2026-04-26T19:21:25.582" v="12866" actId="1037"/>
          <ac:picMkLst>
            <pc:docMk/>
            <pc:sldMk cId="4084012050" sldId="258"/>
            <ac:picMk id="53" creationId="{BE663DB4-3175-7E4A-6163-E1EBEAA11A7F}"/>
          </ac:picMkLst>
        </pc:picChg>
        <pc:picChg chg="mod">
          <ac:chgData name="Scott Beckford" userId="97f88ce4-fa8b-4163-b87d-92edb22d088f" providerId="ADAL" clId="{ADC934EB-76DE-5A1C-92BA-F001C2335EFE}" dt="2026-04-26T19:21:25.582" v="12866" actId="1037"/>
          <ac:picMkLst>
            <pc:docMk/>
            <pc:sldMk cId="4084012050" sldId="258"/>
            <ac:picMk id="1025" creationId="{79A8AA84-90F7-0BD1-24AF-07E477678C6B}"/>
          </ac:picMkLst>
        </pc:picChg>
        <pc:picChg chg="mod">
          <ac:chgData name="Scott Beckford" userId="97f88ce4-fa8b-4163-b87d-92edb22d088f" providerId="ADAL" clId="{ADC934EB-76DE-5A1C-92BA-F001C2335EFE}" dt="2026-04-26T19:23:43.463" v="12921" actId="1036"/>
          <ac:picMkLst>
            <pc:docMk/>
            <pc:sldMk cId="4084012050" sldId="258"/>
            <ac:picMk id="1026" creationId="{E5CAF08B-670E-999D-1A5F-C54EB16066C1}"/>
          </ac:picMkLst>
        </pc:picChg>
        <pc:picChg chg="mod">
          <ac:chgData name="Scott Beckford" userId="97f88ce4-fa8b-4163-b87d-92edb22d088f" providerId="ADAL" clId="{ADC934EB-76DE-5A1C-92BA-F001C2335EFE}" dt="2026-04-26T19:22:08.555" v="12886" actId="1038"/>
          <ac:picMkLst>
            <pc:docMk/>
            <pc:sldMk cId="4084012050" sldId="258"/>
            <ac:picMk id="1030" creationId="{D59C1989-3603-B605-97FD-44E8FAE6C551}"/>
          </ac:picMkLst>
        </pc:picChg>
        <pc:picChg chg="mod topLvl">
          <ac:chgData name="Scott Beckford" userId="97f88ce4-fa8b-4163-b87d-92edb22d088f" providerId="ADAL" clId="{ADC934EB-76DE-5A1C-92BA-F001C2335EFE}" dt="2026-04-26T19:24:18.251" v="12952" actId="1035"/>
          <ac:picMkLst>
            <pc:docMk/>
            <pc:sldMk cId="4084012050" sldId="258"/>
            <ac:picMk id="1036" creationId="{62672130-5AAE-79ED-F375-23E75B3C05D1}"/>
          </ac:picMkLst>
        </pc:picChg>
        <pc:picChg chg="mod">
          <ac:chgData name="Scott Beckford" userId="97f88ce4-fa8b-4163-b87d-92edb22d088f" providerId="ADAL" clId="{ADC934EB-76DE-5A1C-92BA-F001C2335EFE}" dt="2026-04-23T13:51:25.782" v="7609" actId="1076"/>
          <ac:picMkLst>
            <pc:docMk/>
            <pc:sldMk cId="4084012050" sldId="258"/>
            <ac:picMk id="1044" creationId="{062860EC-3403-C455-B04C-8613746A4E2F}"/>
          </ac:picMkLst>
        </pc:picChg>
        <pc:picChg chg="del mod">
          <ac:chgData name="Scott Beckford" userId="97f88ce4-fa8b-4163-b87d-92edb22d088f" providerId="ADAL" clId="{ADC934EB-76DE-5A1C-92BA-F001C2335EFE}" dt="2026-04-26T19:07:24.184" v="12650" actId="478"/>
          <ac:picMkLst>
            <pc:docMk/>
            <pc:sldMk cId="4084012050" sldId="258"/>
            <ac:picMk id="1046" creationId="{455AD7A4-25DF-9DD3-077A-B1FF1DA1DAD3}"/>
          </ac:picMkLst>
        </pc:picChg>
        <pc:picChg chg="mod">
          <ac:chgData name="Scott Beckford" userId="97f88ce4-fa8b-4163-b87d-92edb22d088f" providerId="ADAL" clId="{ADC934EB-76DE-5A1C-92BA-F001C2335EFE}" dt="2026-04-26T19:18:09.505" v="12823" actId="1036"/>
          <ac:picMkLst>
            <pc:docMk/>
            <pc:sldMk cId="4084012050" sldId="258"/>
            <ac:picMk id="1050" creationId="{022A5637-4B11-A8D8-610C-E44F68991C44}"/>
          </ac:picMkLst>
        </pc:picChg>
        <pc:picChg chg="mod">
          <ac:chgData name="Scott Beckford" userId="97f88ce4-fa8b-4163-b87d-92edb22d088f" providerId="ADAL" clId="{ADC934EB-76DE-5A1C-92BA-F001C2335EFE}" dt="2026-04-26T19:21:37.389" v="12874" actId="1038"/>
          <ac:picMkLst>
            <pc:docMk/>
            <pc:sldMk cId="4084012050" sldId="258"/>
            <ac:picMk id="1058" creationId="{8642023E-DA58-EE82-6A4F-72F3E7E89AB5}"/>
          </ac:picMkLst>
        </pc:picChg>
        <pc:picChg chg="mod">
          <ac:chgData name="Scott Beckford" userId="97f88ce4-fa8b-4163-b87d-92edb22d088f" providerId="ADAL" clId="{ADC934EB-76DE-5A1C-92BA-F001C2335EFE}" dt="2026-04-26T19:21:25.582" v="12866" actId="1037"/>
          <ac:picMkLst>
            <pc:docMk/>
            <pc:sldMk cId="4084012050" sldId="258"/>
            <ac:picMk id="1060" creationId="{F3948C53-2A33-172A-81A9-F66D038B2686}"/>
          </ac:picMkLst>
        </pc:picChg>
        <pc:picChg chg="mod">
          <ac:chgData name="Scott Beckford" userId="97f88ce4-fa8b-4163-b87d-92edb22d088f" providerId="ADAL" clId="{ADC934EB-76DE-5A1C-92BA-F001C2335EFE}" dt="2026-04-23T13:52:41.990" v="7625" actId="14100"/>
          <ac:picMkLst>
            <pc:docMk/>
            <pc:sldMk cId="4084012050" sldId="258"/>
            <ac:picMk id="1066" creationId="{A46BF5B2-9C09-A37F-9802-F0FE0441CE15}"/>
          </ac:picMkLst>
        </pc:picChg>
        <pc:picChg chg="mod">
          <ac:chgData name="Scott Beckford" userId="97f88ce4-fa8b-4163-b87d-92edb22d088f" providerId="ADAL" clId="{ADC934EB-76DE-5A1C-92BA-F001C2335EFE}" dt="2026-04-23T13:52:49.549" v="7626" actId="14100"/>
          <ac:picMkLst>
            <pc:docMk/>
            <pc:sldMk cId="4084012050" sldId="258"/>
            <ac:picMk id="1068" creationId="{A262305C-5057-AA46-01FE-EBFEE3588622}"/>
          </ac:picMkLst>
        </pc:picChg>
        <pc:picChg chg="mod">
          <ac:chgData name="Scott Beckford" userId="97f88ce4-fa8b-4163-b87d-92edb22d088f" providerId="ADAL" clId="{ADC934EB-76DE-5A1C-92BA-F001C2335EFE}" dt="2026-04-23T13:52:56.437" v="7627" actId="14100"/>
          <ac:picMkLst>
            <pc:docMk/>
            <pc:sldMk cId="4084012050" sldId="258"/>
            <ac:picMk id="1070" creationId="{6A52E599-0E15-2D8C-AC81-5579154DC1CC}"/>
          </ac:picMkLst>
        </pc:picChg>
        <pc:picChg chg="mod">
          <ac:chgData name="Scott Beckford" userId="97f88ce4-fa8b-4163-b87d-92edb22d088f" providerId="ADAL" clId="{ADC934EB-76DE-5A1C-92BA-F001C2335EFE}" dt="2026-04-26T19:21:25.582" v="12866" actId="1037"/>
          <ac:picMkLst>
            <pc:docMk/>
            <pc:sldMk cId="4084012050" sldId="258"/>
            <ac:picMk id="1074" creationId="{6AF224B2-49E6-15D6-5A0F-CC170FAC3538}"/>
          </ac:picMkLst>
        </pc:picChg>
      </pc:sldChg>
      <pc:sldChg chg="addSp delSp modSp add mod modClrScheme chgLayout">
        <pc:chgData name="Scott Beckford" userId="97f88ce4-fa8b-4163-b87d-92edb22d088f" providerId="ADAL" clId="{ADC934EB-76DE-5A1C-92BA-F001C2335EFE}" dt="2026-04-23T08:20:02.236" v="6863" actId="790"/>
        <pc:sldMkLst>
          <pc:docMk/>
          <pc:sldMk cId="4088792011" sldId="259"/>
        </pc:sldMkLst>
        <pc:spChg chg="mod ord">
          <ac:chgData name="Scott Beckford" userId="97f88ce4-fa8b-4163-b87d-92edb22d088f" providerId="ADAL" clId="{ADC934EB-76DE-5A1C-92BA-F001C2335EFE}" dt="2026-04-23T08:20:02.236" v="6863" actId="790"/>
          <ac:spMkLst>
            <pc:docMk/>
            <pc:sldMk cId="4088792011" sldId="259"/>
            <ac:spMk id="3" creationId="{3AAA6ADF-CF47-0A06-9D46-CB96396DEF52}"/>
          </ac:spMkLst>
        </pc:spChg>
      </pc:sldChg>
      <pc:sldChg chg="addSp delSp modSp add mod ord modClrScheme chgLayout">
        <pc:chgData name="Scott Beckford" userId="97f88ce4-fa8b-4163-b87d-92edb22d088f" providerId="ADAL" clId="{ADC934EB-76DE-5A1C-92BA-F001C2335EFE}" dt="2026-04-27T13:18:02.347" v="18544" actId="20578"/>
        <pc:sldMkLst>
          <pc:docMk/>
          <pc:sldMk cId="3497725282" sldId="260"/>
        </pc:sldMkLst>
        <pc:spChg chg="mod ord">
          <ac:chgData name="Scott Beckford" userId="97f88ce4-fa8b-4163-b87d-92edb22d088f" providerId="ADAL" clId="{ADC934EB-76DE-5A1C-92BA-F001C2335EFE}" dt="2026-04-27T07:14:28.404" v="16316" actId="20577"/>
          <ac:spMkLst>
            <pc:docMk/>
            <pc:sldMk cId="3497725282" sldId="260"/>
            <ac:spMk id="3" creationId="{5469EB9B-88AE-478E-B6D1-DB2FECBB9026}"/>
          </ac:spMkLst>
        </pc:spChg>
      </pc:sldChg>
      <pc:sldChg chg="addSp delSp modSp add mod modClrScheme chgLayout">
        <pc:chgData name="Scott Beckford" userId="97f88ce4-fa8b-4163-b87d-92edb22d088f" providerId="ADAL" clId="{ADC934EB-76DE-5A1C-92BA-F001C2335EFE}" dt="2026-04-23T08:20:02.236" v="6863" actId="790"/>
        <pc:sldMkLst>
          <pc:docMk/>
          <pc:sldMk cId="1053776876" sldId="261"/>
        </pc:sldMkLst>
        <pc:spChg chg="mod ord">
          <ac:chgData name="Scott Beckford" userId="97f88ce4-fa8b-4163-b87d-92edb22d088f" providerId="ADAL" clId="{ADC934EB-76DE-5A1C-92BA-F001C2335EFE}" dt="2026-04-23T08:20:02.236" v="6863" actId="790"/>
          <ac:spMkLst>
            <pc:docMk/>
            <pc:sldMk cId="1053776876" sldId="261"/>
            <ac:spMk id="3" creationId="{14C16BF6-3B26-43DE-0B74-0627EA4F7636}"/>
          </ac:spMkLst>
        </pc:spChg>
      </pc:sldChg>
      <pc:sldChg chg="modSp add mod">
        <pc:chgData name="Scott Beckford" userId="97f88ce4-fa8b-4163-b87d-92edb22d088f" providerId="ADAL" clId="{ADC934EB-76DE-5A1C-92BA-F001C2335EFE}" dt="2026-04-23T08:20:02.236" v="6863" actId="790"/>
        <pc:sldMkLst>
          <pc:docMk/>
          <pc:sldMk cId="4171292702" sldId="262"/>
        </pc:sldMkLst>
        <pc:spChg chg="mod">
          <ac:chgData name="Scott Beckford" userId="97f88ce4-fa8b-4163-b87d-92edb22d088f" providerId="ADAL" clId="{ADC934EB-76DE-5A1C-92BA-F001C2335EFE}" dt="2026-04-23T08:20:02.236" v="6863" actId="790"/>
          <ac:spMkLst>
            <pc:docMk/>
            <pc:sldMk cId="4171292702" sldId="262"/>
            <ac:spMk id="3" creationId="{2EDB4A4B-3239-E9AC-07BA-E6D7D652529C}"/>
          </ac:spMkLst>
        </pc:spChg>
      </pc:sldChg>
      <pc:sldChg chg="modSp mod ord">
        <pc:chgData name="Scott Beckford" userId="97f88ce4-fa8b-4163-b87d-92edb22d088f" providerId="ADAL" clId="{ADC934EB-76DE-5A1C-92BA-F001C2335EFE}" dt="2026-04-27T10:03:37.312" v="17443" actId="20577"/>
        <pc:sldMkLst>
          <pc:docMk/>
          <pc:sldMk cId="920250159" sldId="263"/>
        </pc:sldMkLst>
        <pc:spChg chg="mod">
          <ac:chgData name="Scott Beckford" userId="97f88ce4-fa8b-4163-b87d-92edb22d088f" providerId="ADAL" clId="{ADC934EB-76DE-5A1C-92BA-F001C2335EFE}" dt="2026-04-23T08:20:02.236" v="6863" actId="790"/>
          <ac:spMkLst>
            <pc:docMk/>
            <pc:sldMk cId="920250159" sldId="263"/>
            <ac:spMk id="4" creationId="{3FDCC9F8-C541-D5E7-C1AF-5BECA0FC0C74}"/>
          </ac:spMkLst>
        </pc:spChg>
        <pc:spChg chg="mod">
          <ac:chgData name="Scott Beckford" userId="97f88ce4-fa8b-4163-b87d-92edb22d088f" providerId="ADAL" clId="{ADC934EB-76DE-5A1C-92BA-F001C2335EFE}" dt="2026-04-23T08:20:02.236" v="6863" actId="790"/>
          <ac:spMkLst>
            <pc:docMk/>
            <pc:sldMk cId="920250159" sldId="263"/>
            <ac:spMk id="5" creationId="{82D513FF-B00A-40DF-129C-A0FFB6386A35}"/>
          </ac:spMkLst>
        </pc:spChg>
        <pc:spChg chg="mod">
          <ac:chgData name="Scott Beckford" userId="97f88ce4-fa8b-4163-b87d-92edb22d088f" providerId="ADAL" clId="{ADC934EB-76DE-5A1C-92BA-F001C2335EFE}" dt="2026-04-27T10:03:37.312" v="17443" actId="20577"/>
          <ac:spMkLst>
            <pc:docMk/>
            <pc:sldMk cId="920250159" sldId="263"/>
            <ac:spMk id="7" creationId="{FE2DB053-C94B-762C-2A67-12C4EF24D66D}"/>
          </ac:spMkLst>
        </pc:spChg>
        <pc:spChg chg="mod">
          <ac:chgData name="Scott Beckford" userId="97f88ce4-fa8b-4163-b87d-92edb22d088f" providerId="ADAL" clId="{ADC934EB-76DE-5A1C-92BA-F001C2335EFE}" dt="2026-04-23T08:20:02.236" v="6863" actId="790"/>
          <ac:spMkLst>
            <pc:docMk/>
            <pc:sldMk cId="920250159" sldId="263"/>
            <ac:spMk id="10" creationId="{2F2D2127-655F-F591-733D-E01168C47954}"/>
          </ac:spMkLst>
        </pc:spChg>
        <pc:spChg chg="mod">
          <ac:chgData name="Scott Beckford" userId="97f88ce4-fa8b-4163-b87d-92edb22d088f" providerId="ADAL" clId="{ADC934EB-76DE-5A1C-92BA-F001C2335EFE}" dt="2026-04-23T08:20:02.236" v="6863" actId="790"/>
          <ac:spMkLst>
            <pc:docMk/>
            <pc:sldMk cId="920250159" sldId="263"/>
            <ac:spMk id="11" creationId="{217EB05A-69A4-D326-A73A-21567D369B1C}"/>
          </ac:spMkLst>
        </pc:spChg>
      </pc:sldChg>
      <pc:sldChg chg="add">
        <pc:chgData name="Scott Beckford" userId="97f88ce4-fa8b-4163-b87d-92edb22d088f" providerId="ADAL" clId="{ADC934EB-76DE-5A1C-92BA-F001C2335EFE}" dt="2026-04-27T06:31:48.564" v="15343" actId="2890"/>
        <pc:sldMkLst>
          <pc:docMk/>
          <pc:sldMk cId="1131290501" sldId="264"/>
        </pc:sldMkLst>
      </pc:sldChg>
      <pc:sldChg chg="addSp delSp modSp new del mod modClrScheme chgLayout modNotesTx">
        <pc:chgData name="Scott Beckford" userId="97f88ce4-fa8b-4163-b87d-92edb22d088f" providerId="ADAL" clId="{ADC934EB-76DE-5A1C-92BA-F001C2335EFE}" dt="2026-04-26T20:13:32.145" v="14921" actId="2696"/>
        <pc:sldMkLst>
          <pc:docMk/>
          <pc:sldMk cId="3870353565" sldId="264"/>
        </pc:sldMkLst>
        <pc:spChg chg="add mod">
          <ac:chgData name="Scott Beckford" userId="97f88ce4-fa8b-4163-b87d-92edb22d088f" providerId="ADAL" clId="{ADC934EB-76DE-5A1C-92BA-F001C2335EFE}" dt="2026-04-26T19:46:39.358" v="14030" actId="20577"/>
          <ac:spMkLst>
            <pc:docMk/>
            <pc:sldMk cId="3870353565" sldId="264"/>
            <ac:spMk id="12" creationId="{2E063326-0751-5BEB-CF13-B14F6994D6F7}"/>
          </ac:spMkLst>
        </pc:spChg>
        <pc:spChg chg="add mod">
          <ac:chgData name="Scott Beckford" userId="97f88ce4-fa8b-4163-b87d-92edb22d088f" providerId="ADAL" clId="{ADC934EB-76DE-5A1C-92BA-F001C2335EFE}" dt="2026-04-26T20:10:05.783" v="14852" actId="21"/>
          <ac:spMkLst>
            <pc:docMk/>
            <pc:sldMk cId="3870353565" sldId="264"/>
            <ac:spMk id="16" creationId="{2B492284-2046-B867-8C65-28C137BFCC4C}"/>
          </ac:spMkLst>
        </pc:spChg>
      </pc:sldChg>
      <pc:sldChg chg="addSp delSp modSp del mod modNotesTx">
        <pc:chgData name="Scott Beckford" userId="97f88ce4-fa8b-4163-b87d-92edb22d088f" providerId="ADAL" clId="{ADC934EB-76DE-5A1C-92BA-F001C2335EFE}" dt="2026-04-27T12:50:21.469" v="18335" actId="2696"/>
        <pc:sldMkLst>
          <pc:docMk/>
          <pc:sldMk cId="1097977507" sldId="265"/>
        </pc:sldMkLst>
        <pc:spChg chg="add del mod">
          <ac:chgData name="Scott Beckford" userId="97f88ce4-fa8b-4163-b87d-92edb22d088f" providerId="ADAL" clId="{ADC934EB-76DE-5A1C-92BA-F001C2335EFE}" dt="2026-04-26T19:28:51.044" v="13039" actId="478"/>
          <ac:spMkLst>
            <pc:docMk/>
            <pc:sldMk cId="1097977507" sldId="265"/>
            <ac:spMk id="2" creationId="{6FCC88D6-1B88-5F4F-AEF1-E6B59A485A05}"/>
          </ac:spMkLst>
        </pc:spChg>
        <pc:spChg chg="mod">
          <ac:chgData name="Scott Beckford" userId="97f88ce4-fa8b-4163-b87d-92edb22d088f" providerId="ADAL" clId="{ADC934EB-76DE-5A1C-92BA-F001C2335EFE}" dt="2026-04-27T06:40:13.380" v="15434" actId="14100"/>
          <ac:spMkLst>
            <pc:docMk/>
            <pc:sldMk cId="1097977507" sldId="265"/>
            <ac:spMk id="6" creationId="{0362B248-64DD-6E50-63F7-31E6778CBBB8}"/>
          </ac:spMkLst>
        </pc:spChg>
      </pc:sldChg>
      <pc:sldChg chg="add">
        <pc:chgData name="Scott Beckford" userId="97f88ce4-fa8b-4163-b87d-92edb22d088f" providerId="ADAL" clId="{ADC934EB-76DE-5A1C-92BA-F001C2335EFE}" dt="2026-04-27T12:50:38.804" v="18336"/>
        <pc:sldMkLst>
          <pc:docMk/>
          <pc:sldMk cId="4236126255" sldId="265"/>
        </pc:sldMkLst>
      </pc:sldChg>
      <pc:sldChg chg="addSp delSp modSp add mod ord delAnim modAnim modNotesTx">
        <pc:chgData name="Scott Beckford" userId="97f88ce4-fa8b-4163-b87d-92edb22d088f" providerId="ADAL" clId="{ADC934EB-76DE-5A1C-92BA-F001C2335EFE}" dt="2026-04-27T16:31:55.728" v="19964" actId="1076"/>
        <pc:sldMkLst>
          <pc:docMk/>
          <pc:sldMk cId="1784270626" sldId="266"/>
        </pc:sldMkLst>
        <pc:spChg chg="add mod">
          <ac:chgData name="Scott Beckford" userId="97f88ce4-fa8b-4163-b87d-92edb22d088f" providerId="ADAL" clId="{ADC934EB-76DE-5A1C-92BA-F001C2335EFE}" dt="2026-04-27T16:31:31.581" v="19933" actId="1076"/>
          <ac:spMkLst>
            <pc:docMk/>
            <pc:sldMk cId="1784270626" sldId="266"/>
            <ac:spMk id="3" creationId="{13E7E7CD-2968-6ACD-C3CD-DDBBCED3C6DF}"/>
          </ac:spMkLst>
        </pc:spChg>
        <pc:spChg chg="mod">
          <ac:chgData name="Scott Beckford" userId="97f88ce4-fa8b-4163-b87d-92edb22d088f" providerId="ADAL" clId="{ADC934EB-76DE-5A1C-92BA-F001C2335EFE}" dt="2026-04-24T09:35:30.607" v="9061" actId="20577"/>
          <ac:spMkLst>
            <pc:docMk/>
            <pc:sldMk cId="1784270626" sldId="266"/>
            <ac:spMk id="4" creationId="{2F139D62-377B-36D8-6C5E-EA9171311A0B}"/>
          </ac:spMkLst>
        </pc:spChg>
        <pc:spChg chg="add mod">
          <ac:chgData name="Scott Beckford" userId="97f88ce4-fa8b-4163-b87d-92edb22d088f" providerId="ADAL" clId="{ADC934EB-76DE-5A1C-92BA-F001C2335EFE}" dt="2026-04-27T16:31:17.374" v="19928"/>
          <ac:spMkLst>
            <pc:docMk/>
            <pc:sldMk cId="1784270626" sldId="266"/>
            <ac:spMk id="5" creationId="{9FE68E94-1BEC-D43B-493B-9EA66AAA942A}"/>
          </ac:spMkLst>
        </pc:spChg>
        <pc:spChg chg="add mod">
          <ac:chgData name="Scott Beckford" userId="97f88ce4-fa8b-4163-b87d-92edb22d088f" providerId="ADAL" clId="{ADC934EB-76DE-5A1C-92BA-F001C2335EFE}" dt="2026-04-27T16:31:41.258" v="19935" actId="1076"/>
          <ac:spMkLst>
            <pc:docMk/>
            <pc:sldMk cId="1784270626" sldId="266"/>
            <ac:spMk id="6" creationId="{2207B74D-EBFD-8DE8-03B7-4AA029D21BF6}"/>
          </ac:spMkLst>
        </pc:spChg>
        <pc:spChg chg="add mod">
          <ac:chgData name="Scott Beckford" userId="97f88ce4-fa8b-4163-b87d-92edb22d088f" providerId="ADAL" clId="{ADC934EB-76DE-5A1C-92BA-F001C2335EFE}" dt="2026-04-27T16:30:39.978" v="19923" actId="1076"/>
          <ac:spMkLst>
            <pc:docMk/>
            <pc:sldMk cId="1784270626" sldId="266"/>
            <ac:spMk id="11" creationId="{D0C9F766-7CC9-E39D-29B3-0CBAFF628989}"/>
          </ac:spMkLst>
        </pc:spChg>
        <pc:spChg chg="add mod">
          <ac:chgData name="Scott Beckford" userId="97f88ce4-fa8b-4163-b87d-92edb22d088f" providerId="ADAL" clId="{ADC934EB-76DE-5A1C-92BA-F001C2335EFE}" dt="2026-04-27T16:31:47.023" v="19937" actId="1076"/>
          <ac:spMkLst>
            <pc:docMk/>
            <pc:sldMk cId="1784270626" sldId="266"/>
            <ac:spMk id="12" creationId="{C838378B-B387-1784-76DD-AFAA00F660BC}"/>
          </ac:spMkLst>
        </pc:spChg>
        <pc:spChg chg="add mod">
          <ac:chgData name="Scott Beckford" userId="97f88ce4-fa8b-4163-b87d-92edb22d088f" providerId="ADAL" clId="{ADC934EB-76DE-5A1C-92BA-F001C2335EFE}" dt="2026-04-27T16:31:55.728" v="19964" actId="1076"/>
          <ac:spMkLst>
            <pc:docMk/>
            <pc:sldMk cId="1784270626" sldId="266"/>
            <ac:spMk id="13" creationId="{8090DEE7-6929-77A8-FEE5-F92ADF1E96ED}"/>
          </ac:spMkLst>
        </pc:spChg>
        <pc:picChg chg="add mod">
          <ac:chgData name="Scott Beckford" userId="97f88ce4-fa8b-4163-b87d-92edb22d088f" providerId="ADAL" clId="{ADC934EB-76DE-5A1C-92BA-F001C2335EFE}" dt="2026-04-24T09:36:07.968" v="9066" actId="1076"/>
          <ac:picMkLst>
            <pc:docMk/>
            <pc:sldMk cId="1784270626" sldId="266"/>
            <ac:picMk id="7" creationId="{5E6F0E27-8A17-5F34-28DD-D1AF52FD09A6}"/>
          </ac:picMkLst>
        </pc:picChg>
        <pc:picChg chg="add mod">
          <ac:chgData name="Scott Beckford" userId="97f88ce4-fa8b-4163-b87d-92edb22d088f" providerId="ADAL" clId="{ADC934EB-76DE-5A1C-92BA-F001C2335EFE}" dt="2026-04-24T09:36:01.768" v="9065" actId="1076"/>
          <ac:picMkLst>
            <pc:docMk/>
            <pc:sldMk cId="1784270626" sldId="266"/>
            <ac:picMk id="8" creationId="{65CFBA47-DC15-22B1-17FB-BCD53387CB30}"/>
          </ac:picMkLst>
        </pc:picChg>
        <pc:picChg chg="add mod">
          <ac:chgData name="Scott Beckford" userId="97f88ce4-fa8b-4163-b87d-92edb22d088f" providerId="ADAL" clId="{ADC934EB-76DE-5A1C-92BA-F001C2335EFE}" dt="2026-04-24T09:36:14.977" v="9067" actId="1076"/>
          <ac:picMkLst>
            <pc:docMk/>
            <pc:sldMk cId="1784270626" sldId="266"/>
            <ac:picMk id="9" creationId="{42AE44BD-2547-68E3-63FE-62F39629D867}"/>
          </ac:picMkLst>
        </pc:picChg>
        <pc:picChg chg="add mod">
          <ac:chgData name="Scott Beckford" userId="97f88ce4-fa8b-4163-b87d-92edb22d088f" providerId="ADAL" clId="{ADC934EB-76DE-5A1C-92BA-F001C2335EFE}" dt="2026-04-27T16:31:20.141" v="19930" actId="1076"/>
          <ac:picMkLst>
            <pc:docMk/>
            <pc:sldMk cId="1784270626" sldId="266"/>
            <ac:picMk id="10" creationId="{1A171E64-1E03-BC4A-4CFD-ED4622D40FB3}"/>
          </ac:picMkLst>
        </pc:picChg>
        <pc:picChg chg="add del mod">
          <ac:chgData name="Scott Beckford" userId="97f88ce4-fa8b-4163-b87d-92edb22d088f" providerId="ADAL" clId="{ADC934EB-76DE-5A1C-92BA-F001C2335EFE}" dt="2026-04-26T20:16:45.111" v="15094" actId="478"/>
          <ac:picMkLst>
            <pc:docMk/>
            <pc:sldMk cId="1784270626" sldId="266"/>
            <ac:picMk id="1026" creationId="{9FE854C4-3E49-5785-DA43-86F7BD725FAD}"/>
          </ac:picMkLst>
        </pc:picChg>
        <pc:picChg chg="add del mod">
          <ac:chgData name="Scott Beckford" userId="97f88ce4-fa8b-4163-b87d-92edb22d088f" providerId="ADAL" clId="{ADC934EB-76DE-5A1C-92BA-F001C2335EFE}" dt="2026-04-26T20:17:31.218" v="15097" actId="478"/>
          <ac:picMkLst>
            <pc:docMk/>
            <pc:sldMk cId="1784270626" sldId="266"/>
            <ac:picMk id="1028" creationId="{76DC82AF-2C43-61E5-6B83-72052C2D3BBF}"/>
          </ac:picMkLst>
        </pc:picChg>
        <pc:picChg chg="add">
          <ac:chgData name="Scott Beckford" userId="97f88ce4-fa8b-4163-b87d-92edb22d088f" providerId="ADAL" clId="{ADC934EB-76DE-5A1C-92BA-F001C2335EFE}" dt="2026-04-26T20:17:47.526" v="15098"/>
          <ac:picMkLst>
            <pc:docMk/>
            <pc:sldMk cId="1784270626" sldId="266"/>
            <ac:picMk id="1030" creationId="{FB9B5B1D-8EDE-89A2-69EA-ED70EE5D779B}"/>
          </ac:picMkLst>
        </pc:picChg>
        <pc:picChg chg="add mod">
          <ac:chgData name="Scott Beckford" userId="97f88ce4-fa8b-4163-b87d-92edb22d088f" providerId="ADAL" clId="{ADC934EB-76DE-5A1C-92BA-F001C2335EFE}" dt="2026-04-26T20:18:15.526" v="15102" actId="1076"/>
          <ac:picMkLst>
            <pc:docMk/>
            <pc:sldMk cId="1784270626" sldId="266"/>
            <ac:picMk id="1032" creationId="{481F8F19-2D3B-DD0B-6E21-E0FE39074C40}"/>
          </ac:picMkLst>
        </pc:picChg>
      </pc:sldChg>
      <pc:sldChg chg="modSp mod">
        <pc:chgData name="Scott Beckford" userId="97f88ce4-fa8b-4163-b87d-92edb22d088f" providerId="ADAL" clId="{ADC934EB-76DE-5A1C-92BA-F001C2335EFE}" dt="2026-04-26T19:37:20.126" v="13766" actId="2711"/>
        <pc:sldMkLst>
          <pc:docMk/>
          <pc:sldMk cId="1748632641" sldId="267"/>
        </pc:sldMkLst>
        <pc:spChg chg="mod">
          <ac:chgData name="Scott Beckford" userId="97f88ce4-fa8b-4163-b87d-92edb22d088f" providerId="ADAL" clId="{ADC934EB-76DE-5A1C-92BA-F001C2335EFE}" dt="2026-04-26T19:37:20.126" v="13766" actId="2711"/>
          <ac:spMkLst>
            <pc:docMk/>
            <pc:sldMk cId="1748632641" sldId="267"/>
            <ac:spMk id="5" creationId="{49B48473-C0F9-3100-D80C-F19F0DF19BD7}"/>
          </ac:spMkLst>
        </pc:spChg>
        <pc:spChg chg="mod">
          <ac:chgData name="Scott Beckford" userId="97f88ce4-fa8b-4163-b87d-92edb22d088f" providerId="ADAL" clId="{ADC934EB-76DE-5A1C-92BA-F001C2335EFE}" dt="2026-04-26T19:37:20.126" v="13766" actId="2711"/>
          <ac:spMkLst>
            <pc:docMk/>
            <pc:sldMk cId="1748632641" sldId="267"/>
            <ac:spMk id="6" creationId="{9B582F84-8075-BA1E-994A-7559FBAD14C6}"/>
          </ac:spMkLst>
        </pc:spChg>
        <pc:spChg chg="mod">
          <ac:chgData name="Scott Beckford" userId="97f88ce4-fa8b-4163-b87d-92edb22d088f" providerId="ADAL" clId="{ADC934EB-76DE-5A1C-92BA-F001C2335EFE}" dt="2026-04-26T19:37:20.126" v="13766" actId="2711"/>
          <ac:spMkLst>
            <pc:docMk/>
            <pc:sldMk cId="1748632641" sldId="267"/>
            <ac:spMk id="10" creationId="{A0BCA0D2-2FF2-9541-8B80-A50A090264BD}"/>
          </ac:spMkLst>
        </pc:spChg>
      </pc:sldChg>
      <pc:sldChg chg="addSp delSp modSp add mod ord modAnim modNotesTx">
        <pc:chgData name="Scott Beckford" userId="97f88ce4-fa8b-4163-b87d-92edb22d088f" providerId="ADAL" clId="{ADC934EB-76DE-5A1C-92BA-F001C2335EFE}" dt="2026-04-27T16:20:39.384" v="19911" actId="14100"/>
        <pc:sldMkLst>
          <pc:docMk/>
          <pc:sldMk cId="1692466608" sldId="268"/>
        </pc:sldMkLst>
        <pc:spChg chg="add del">
          <ac:chgData name="Scott Beckford" userId="97f88ce4-fa8b-4163-b87d-92edb22d088f" providerId="ADAL" clId="{ADC934EB-76DE-5A1C-92BA-F001C2335EFE}" dt="2026-04-24T09:40:14.170" v="9117" actId="478"/>
          <ac:spMkLst>
            <pc:docMk/>
            <pc:sldMk cId="1692466608" sldId="268"/>
            <ac:spMk id="2" creationId="{7C149A93-726E-42F7-A2C9-57A819CA2720}"/>
          </ac:spMkLst>
        </pc:spChg>
        <pc:spChg chg="mod">
          <ac:chgData name="Scott Beckford" userId="97f88ce4-fa8b-4163-b87d-92edb22d088f" providerId="ADAL" clId="{ADC934EB-76DE-5A1C-92BA-F001C2335EFE}" dt="2026-04-24T09:40:02.474" v="9114" actId="20577"/>
          <ac:spMkLst>
            <pc:docMk/>
            <pc:sldMk cId="1692466608" sldId="268"/>
            <ac:spMk id="4" creationId="{13C92150-B960-0FDB-8D63-077CB50584B7}"/>
          </ac:spMkLst>
        </pc:spChg>
        <pc:spChg chg="add mod">
          <ac:chgData name="Scott Beckford" userId="97f88ce4-fa8b-4163-b87d-92edb22d088f" providerId="ADAL" clId="{ADC934EB-76DE-5A1C-92BA-F001C2335EFE}" dt="2026-04-27T16:20:39.384" v="19911" actId="14100"/>
          <ac:spMkLst>
            <pc:docMk/>
            <pc:sldMk cId="1692466608" sldId="268"/>
            <ac:spMk id="7" creationId="{DE7B44DA-81F3-178E-AF4B-06827457572D}"/>
          </ac:spMkLst>
        </pc:spChg>
        <pc:spChg chg="add mod">
          <ac:chgData name="Scott Beckford" userId="97f88ce4-fa8b-4163-b87d-92edb22d088f" providerId="ADAL" clId="{ADC934EB-76DE-5A1C-92BA-F001C2335EFE}" dt="2026-04-27T16:20:39.384" v="19911" actId="14100"/>
          <ac:spMkLst>
            <pc:docMk/>
            <pc:sldMk cId="1692466608" sldId="268"/>
            <ac:spMk id="8" creationId="{6E9343AF-1A28-7FF6-5FF1-C31C015D79C7}"/>
          </ac:spMkLst>
        </pc:spChg>
        <pc:spChg chg="add mod">
          <ac:chgData name="Scott Beckford" userId="97f88ce4-fa8b-4163-b87d-92edb22d088f" providerId="ADAL" clId="{ADC934EB-76DE-5A1C-92BA-F001C2335EFE}" dt="2026-04-27T16:20:39.384" v="19911" actId="14100"/>
          <ac:spMkLst>
            <pc:docMk/>
            <pc:sldMk cId="1692466608" sldId="268"/>
            <ac:spMk id="9" creationId="{B9E6B41B-0856-E0CF-9906-8ED6C8773124}"/>
          </ac:spMkLst>
        </pc:spChg>
        <pc:spChg chg="add mod">
          <ac:chgData name="Scott Beckford" userId="97f88ce4-fa8b-4163-b87d-92edb22d088f" providerId="ADAL" clId="{ADC934EB-76DE-5A1C-92BA-F001C2335EFE}" dt="2026-04-27T16:20:39.384" v="19911" actId="14100"/>
          <ac:spMkLst>
            <pc:docMk/>
            <pc:sldMk cId="1692466608" sldId="268"/>
            <ac:spMk id="10" creationId="{6AC559A2-12A5-9C48-EF95-1D0406C6AC28}"/>
          </ac:spMkLst>
        </pc:spChg>
        <pc:grpChg chg="add mod">
          <ac:chgData name="Scott Beckford" userId="97f88ce4-fa8b-4163-b87d-92edb22d088f" providerId="ADAL" clId="{ADC934EB-76DE-5A1C-92BA-F001C2335EFE}" dt="2026-04-27T16:20:39.384" v="19911" actId="14100"/>
          <ac:grpSpMkLst>
            <pc:docMk/>
            <pc:sldMk cId="1692466608" sldId="268"/>
            <ac:grpSpMk id="11" creationId="{FBFB324B-5049-A1B5-6349-56883A670BAD}"/>
          </ac:grpSpMkLst>
        </pc:grpChg>
        <pc:picChg chg="add mod">
          <ac:chgData name="Scott Beckford" userId="97f88ce4-fa8b-4163-b87d-92edb22d088f" providerId="ADAL" clId="{ADC934EB-76DE-5A1C-92BA-F001C2335EFE}" dt="2026-04-24T09:41:13.854" v="9129" actId="14100"/>
          <ac:picMkLst>
            <pc:docMk/>
            <pc:sldMk cId="1692466608" sldId="268"/>
            <ac:picMk id="3" creationId="{1BF78A30-D7BC-9B3A-AFAC-01591E220A3A}"/>
          </ac:picMkLst>
        </pc:picChg>
        <pc:picChg chg="add mod">
          <ac:chgData name="Scott Beckford" userId="97f88ce4-fa8b-4163-b87d-92edb22d088f" providerId="ADAL" clId="{ADC934EB-76DE-5A1C-92BA-F001C2335EFE}" dt="2026-04-24T09:41:34.750" v="9132" actId="1076"/>
          <ac:picMkLst>
            <pc:docMk/>
            <pc:sldMk cId="1692466608" sldId="268"/>
            <ac:picMk id="5" creationId="{E7BB14E0-0F45-F05E-B07B-4CB6088E1BDE}"/>
          </ac:picMkLst>
        </pc:picChg>
        <pc:picChg chg="add mod">
          <ac:chgData name="Scott Beckford" userId="97f88ce4-fa8b-4163-b87d-92edb22d088f" providerId="ADAL" clId="{ADC934EB-76DE-5A1C-92BA-F001C2335EFE}" dt="2026-04-24T09:41:22.109" v="9130"/>
          <ac:picMkLst>
            <pc:docMk/>
            <pc:sldMk cId="1692466608" sldId="268"/>
            <ac:picMk id="6" creationId="{A0C5E74C-F1B7-FCEA-C8B8-4E60DD122CB7}"/>
          </ac:picMkLst>
        </pc:picChg>
        <pc:picChg chg="add mod">
          <ac:chgData name="Scott Beckford" userId="97f88ce4-fa8b-4163-b87d-92edb22d088f" providerId="ADAL" clId="{ADC934EB-76DE-5A1C-92BA-F001C2335EFE}" dt="2026-04-24T09:41:30.587" v="9131" actId="1076"/>
          <ac:picMkLst>
            <pc:docMk/>
            <pc:sldMk cId="1692466608" sldId="268"/>
            <ac:picMk id="12" creationId="{7112C275-63F1-138D-6885-30928428A871}"/>
          </ac:picMkLst>
        </pc:picChg>
        <pc:picChg chg="add mod">
          <ac:chgData name="Scott Beckford" userId="97f88ce4-fa8b-4163-b87d-92edb22d088f" providerId="ADAL" clId="{ADC934EB-76DE-5A1C-92BA-F001C2335EFE}" dt="2026-04-27T16:20:39.384" v="19911" actId="14100"/>
          <ac:picMkLst>
            <pc:docMk/>
            <pc:sldMk cId="1692466608" sldId="268"/>
            <ac:picMk id="2050" creationId="{D7E07952-CC33-08EA-E3AC-08D82DFC23B0}"/>
          </ac:picMkLst>
        </pc:picChg>
      </pc:sldChg>
      <pc:sldChg chg="modSp mod ord">
        <pc:chgData name="Scott Beckford" userId="97f88ce4-fa8b-4163-b87d-92edb22d088f" providerId="ADAL" clId="{ADC934EB-76DE-5A1C-92BA-F001C2335EFE}" dt="2026-04-24T16:05:19.328" v="10781" actId="1076"/>
        <pc:sldMkLst>
          <pc:docMk/>
          <pc:sldMk cId="1582066733" sldId="269"/>
        </pc:sldMkLst>
        <pc:spChg chg="mod">
          <ac:chgData name="Scott Beckford" userId="97f88ce4-fa8b-4163-b87d-92edb22d088f" providerId="ADAL" clId="{ADC934EB-76DE-5A1C-92BA-F001C2335EFE}" dt="2026-04-24T16:03:05.492" v="10704" actId="20577"/>
          <ac:spMkLst>
            <pc:docMk/>
            <pc:sldMk cId="1582066733" sldId="269"/>
            <ac:spMk id="3" creationId="{07D1E90B-637B-B4FA-0FBC-18021D49B7E8}"/>
          </ac:spMkLst>
        </pc:spChg>
        <pc:spChg chg="mod">
          <ac:chgData name="Scott Beckford" userId="97f88ce4-fa8b-4163-b87d-92edb22d088f" providerId="ADAL" clId="{ADC934EB-76DE-5A1C-92BA-F001C2335EFE}" dt="2026-04-23T08:20:02.236" v="6863" actId="790"/>
          <ac:spMkLst>
            <pc:docMk/>
            <pc:sldMk cId="1582066733" sldId="269"/>
            <ac:spMk id="4" creationId="{E5EEA187-61A1-9460-41F1-2C6CB35CA093}"/>
          </ac:spMkLst>
        </pc:spChg>
        <pc:spChg chg="mod">
          <ac:chgData name="Scott Beckford" userId="97f88ce4-fa8b-4163-b87d-92edb22d088f" providerId="ADAL" clId="{ADC934EB-76DE-5A1C-92BA-F001C2335EFE}" dt="2026-04-24T16:05:19.328" v="10781" actId="1076"/>
          <ac:spMkLst>
            <pc:docMk/>
            <pc:sldMk cId="1582066733" sldId="269"/>
            <ac:spMk id="7" creationId="{41C1413C-5F32-C689-7C52-0DCE3AA9D51D}"/>
          </ac:spMkLst>
        </pc:spChg>
        <pc:spChg chg="mod">
          <ac:chgData name="Scott Beckford" userId="97f88ce4-fa8b-4163-b87d-92edb22d088f" providerId="ADAL" clId="{ADC934EB-76DE-5A1C-92BA-F001C2335EFE}" dt="2026-04-23T08:20:02.236" v="6863" actId="790"/>
          <ac:spMkLst>
            <pc:docMk/>
            <pc:sldMk cId="1582066733" sldId="269"/>
            <ac:spMk id="8" creationId="{7F60CD8B-7111-6397-6939-75341E3F5B65}"/>
          </ac:spMkLst>
        </pc:spChg>
        <pc:spChg chg="mod">
          <ac:chgData name="Scott Beckford" userId="97f88ce4-fa8b-4163-b87d-92edb22d088f" providerId="ADAL" clId="{ADC934EB-76DE-5A1C-92BA-F001C2335EFE}" dt="2026-04-23T08:20:02.236" v="6863" actId="790"/>
          <ac:spMkLst>
            <pc:docMk/>
            <pc:sldMk cId="1582066733" sldId="269"/>
            <ac:spMk id="14" creationId="{251D3E83-9B72-B4E8-D488-25DAFD3BECB9}"/>
          </ac:spMkLst>
        </pc:spChg>
        <pc:spChg chg="mod">
          <ac:chgData name="Scott Beckford" userId="97f88ce4-fa8b-4163-b87d-92edb22d088f" providerId="ADAL" clId="{ADC934EB-76DE-5A1C-92BA-F001C2335EFE}" dt="2026-04-23T08:20:02.236" v="6863" actId="790"/>
          <ac:spMkLst>
            <pc:docMk/>
            <pc:sldMk cId="1582066733" sldId="269"/>
            <ac:spMk id="32" creationId="{AB761790-BC3D-2789-7183-62D3816AA953}"/>
          </ac:spMkLst>
        </pc:spChg>
        <pc:spChg chg="mod">
          <ac:chgData name="Scott Beckford" userId="97f88ce4-fa8b-4163-b87d-92edb22d088f" providerId="ADAL" clId="{ADC934EB-76DE-5A1C-92BA-F001C2335EFE}" dt="2026-04-23T08:20:02.236" v="6863" actId="790"/>
          <ac:spMkLst>
            <pc:docMk/>
            <pc:sldMk cId="1582066733" sldId="269"/>
            <ac:spMk id="36" creationId="{6E543783-8E40-29D3-2BAB-D42570ACD6D9}"/>
          </ac:spMkLst>
        </pc:spChg>
        <pc:spChg chg="mod">
          <ac:chgData name="Scott Beckford" userId="97f88ce4-fa8b-4163-b87d-92edb22d088f" providerId="ADAL" clId="{ADC934EB-76DE-5A1C-92BA-F001C2335EFE}" dt="2026-04-23T08:20:02.236" v="6863" actId="790"/>
          <ac:spMkLst>
            <pc:docMk/>
            <pc:sldMk cId="1582066733" sldId="269"/>
            <ac:spMk id="39" creationId="{899DD27C-055C-CBFD-B90E-E8BC5B0B7132}"/>
          </ac:spMkLst>
        </pc:spChg>
        <pc:spChg chg="mod">
          <ac:chgData name="Scott Beckford" userId="97f88ce4-fa8b-4163-b87d-92edb22d088f" providerId="ADAL" clId="{ADC934EB-76DE-5A1C-92BA-F001C2335EFE}" dt="2026-04-23T08:20:02.236" v="6863" actId="790"/>
          <ac:spMkLst>
            <pc:docMk/>
            <pc:sldMk cId="1582066733" sldId="269"/>
            <ac:spMk id="41" creationId="{584C06BA-A077-F8BB-5602-449EC56CE8B2}"/>
          </ac:spMkLst>
        </pc:spChg>
        <pc:grpChg chg="mod">
          <ac:chgData name="Scott Beckford" userId="97f88ce4-fa8b-4163-b87d-92edb22d088f" providerId="ADAL" clId="{ADC934EB-76DE-5A1C-92BA-F001C2335EFE}" dt="2026-04-24T16:04:42.252" v="10744" actId="1076"/>
          <ac:grpSpMkLst>
            <pc:docMk/>
            <pc:sldMk cId="1582066733" sldId="269"/>
            <ac:grpSpMk id="10" creationId="{7F10BB89-DDBF-02C0-E62D-2FA22ED66EA0}"/>
          </ac:grpSpMkLst>
        </pc:grpChg>
      </pc:sldChg>
      <pc:sldChg chg="addSp delSp modSp add del mod modNotesTx">
        <pc:chgData name="Scott Beckford" userId="97f88ce4-fa8b-4163-b87d-92edb22d088f" providerId="ADAL" clId="{ADC934EB-76DE-5A1C-92BA-F001C2335EFE}" dt="2026-04-27T12:50:21.469" v="18335" actId="2696"/>
        <pc:sldMkLst>
          <pc:docMk/>
          <pc:sldMk cId="686612715" sldId="270"/>
        </pc:sldMkLst>
        <pc:spChg chg="add mod">
          <ac:chgData name="Scott Beckford" userId="97f88ce4-fa8b-4163-b87d-92edb22d088f" providerId="ADAL" clId="{ADC934EB-76DE-5A1C-92BA-F001C2335EFE}" dt="2026-04-27T08:52:10.098" v="16981" actId="20577"/>
          <ac:spMkLst>
            <pc:docMk/>
            <pc:sldMk cId="686612715" sldId="270"/>
            <ac:spMk id="11" creationId="{E1907E8D-B628-F175-3FEB-B9BB65AFB266}"/>
          </ac:spMkLst>
        </pc:spChg>
        <pc:spChg chg="add mod">
          <ac:chgData name="Scott Beckford" userId="97f88ce4-fa8b-4163-b87d-92edb22d088f" providerId="ADAL" clId="{ADC934EB-76DE-5A1C-92BA-F001C2335EFE}" dt="2026-04-27T08:51:56.939" v="16977" actId="1076"/>
          <ac:spMkLst>
            <pc:docMk/>
            <pc:sldMk cId="686612715" sldId="270"/>
            <ac:spMk id="18" creationId="{DBEF160F-8C1C-156D-03E1-11299B7CB912}"/>
          </ac:spMkLst>
        </pc:spChg>
      </pc:sldChg>
      <pc:sldChg chg="add">
        <pc:chgData name="Scott Beckford" userId="97f88ce4-fa8b-4163-b87d-92edb22d088f" providerId="ADAL" clId="{ADC934EB-76DE-5A1C-92BA-F001C2335EFE}" dt="2026-04-27T12:50:38.804" v="18336"/>
        <pc:sldMkLst>
          <pc:docMk/>
          <pc:sldMk cId="1161816366" sldId="270"/>
        </pc:sldMkLst>
      </pc:sldChg>
      <pc:sldChg chg="addSp delSp modSp add del mod modClrScheme chgLayout">
        <pc:chgData name="Scott Beckford" userId="97f88ce4-fa8b-4163-b87d-92edb22d088f" providerId="ADAL" clId="{ADC934EB-76DE-5A1C-92BA-F001C2335EFE}" dt="2026-04-27T13:18:52.621" v="18545" actId="2696"/>
        <pc:sldMkLst>
          <pc:docMk/>
          <pc:sldMk cId="476444648" sldId="271"/>
        </pc:sldMkLst>
      </pc:sldChg>
      <pc:sldChg chg="add del">
        <pc:chgData name="Scott Beckford" userId="97f88ce4-fa8b-4163-b87d-92edb22d088f" providerId="ADAL" clId="{ADC934EB-76DE-5A1C-92BA-F001C2335EFE}" dt="2026-04-27T16:06:30.811" v="19583" actId="2696"/>
        <pc:sldMkLst>
          <pc:docMk/>
          <pc:sldMk cId="1920671884" sldId="271"/>
        </pc:sldMkLst>
      </pc:sldChg>
      <pc:sldChg chg="add">
        <pc:chgData name="Scott Beckford" userId="97f88ce4-fa8b-4163-b87d-92edb22d088f" providerId="ADAL" clId="{ADC934EB-76DE-5A1C-92BA-F001C2335EFE}" dt="2026-04-27T16:06:42.050" v="19584"/>
        <pc:sldMkLst>
          <pc:docMk/>
          <pc:sldMk cId="3345974292" sldId="271"/>
        </pc:sldMkLst>
      </pc:sldChg>
      <pc:sldChg chg="addSp delSp modSp add mod delAnim modNotesTx">
        <pc:chgData name="Scott Beckford" userId="97f88ce4-fa8b-4163-b87d-92edb22d088f" providerId="ADAL" clId="{ADC934EB-76DE-5A1C-92BA-F001C2335EFE}" dt="2026-04-27T16:16:43.273" v="19793" actId="1076"/>
        <pc:sldMkLst>
          <pc:docMk/>
          <pc:sldMk cId="1339372417" sldId="272"/>
        </pc:sldMkLst>
        <pc:spChg chg="del mod">
          <ac:chgData name="Scott Beckford" userId="97f88ce4-fa8b-4163-b87d-92edb22d088f" providerId="ADAL" clId="{ADC934EB-76DE-5A1C-92BA-F001C2335EFE}" dt="2026-04-27T16:16:32.412" v="19792" actId="478"/>
          <ac:spMkLst>
            <pc:docMk/>
            <pc:sldMk cId="1339372417" sldId="272"/>
            <ac:spMk id="7" creationId="{80EF502E-CCDA-D652-AD0F-85921E26B32E}"/>
          </ac:spMkLst>
        </pc:spChg>
        <pc:spChg chg="del">
          <ac:chgData name="Scott Beckford" userId="97f88ce4-fa8b-4163-b87d-92edb22d088f" providerId="ADAL" clId="{ADC934EB-76DE-5A1C-92BA-F001C2335EFE}" dt="2026-04-27T16:16:32.412" v="19792" actId="478"/>
          <ac:spMkLst>
            <pc:docMk/>
            <pc:sldMk cId="1339372417" sldId="272"/>
            <ac:spMk id="8" creationId="{33E871F5-C7A3-5F5A-231F-7B720ADE822D}"/>
          </ac:spMkLst>
        </pc:spChg>
        <pc:spChg chg="add del mod">
          <ac:chgData name="Scott Beckford" userId="97f88ce4-fa8b-4163-b87d-92edb22d088f" providerId="ADAL" clId="{ADC934EB-76DE-5A1C-92BA-F001C2335EFE}" dt="2026-04-27T16:08:05.647" v="19630"/>
          <ac:spMkLst>
            <pc:docMk/>
            <pc:sldMk cId="1339372417" sldId="272"/>
            <ac:spMk id="9" creationId="{4F39F2A5-8E32-2283-6554-9C3ABF0DD361}"/>
          </ac:spMkLst>
        </pc:spChg>
        <pc:spChg chg="del">
          <ac:chgData name="Scott Beckford" userId="97f88ce4-fa8b-4163-b87d-92edb22d088f" providerId="ADAL" clId="{ADC934EB-76DE-5A1C-92BA-F001C2335EFE}" dt="2026-04-27T16:16:32.412" v="19792" actId="478"/>
          <ac:spMkLst>
            <pc:docMk/>
            <pc:sldMk cId="1339372417" sldId="272"/>
            <ac:spMk id="10" creationId="{A87E1E99-C915-43C4-A5CC-14E9670C29D1}"/>
          </ac:spMkLst>
        </pc:spChg>
        <pc:spChg chg="del">
          <ac:chgData name="Scott Beckford" userId="97f88ce4-fa8b-4163-b87d-92edb22d088f" providerId="ADAL" clId="{ADC934EB-76DE-5A1C-92BA-F001C2335EFE}" dt="2026-04-27T16:16:32.412" v="19792" actId="478"/>
          <ac:spMkLst>
            <pc:docMk/>
            <pc:sldMk cId="1339372417" sldId="272"/>
            <ac:spMk id="11" creationId="{1115B8C9-6941-7B69-3121-E8EB6B8BEA76}"/>
          </ac:spMkLst>
        </pc:spChg>
        <pc:spChg chg="del">
          <ac:chgData name="Scott Beckford" userId="97f88ce4-fa8b-4163-b87d-92edb22d088f" providerId="ADAL" clId="{ADC934EB-76DE-5A1C-92BA-F001C2335EFE}" dt="2026-04-27T16:16:32.412" v="19792" actId="478"/>
          <ac:spMkLst>
            <pc:docMk/>
            <pc:sldMk cId="1339372417" sldId="272"/>
            <ac:spMk id="17" creationId="{EDBD79FA-5C0C-F438-8D41-048FB5155BB8}"/>
          </ac:spMkLst>
        </pc:spChg>
        <pc:spChg chg="del">
          <ac:chgData name="Scott Beckford" userId="97f88ce4-fa8b-4163-b87d-92edb22d088f" providerId="ADAL" clId="{ADC934EB-76DE-5A1C-92BA-F001C2335EFE}" dt="2026-04-27T16:16:32.412" v="19792" actId="478"/>
          <ac:spMkLst>
            <pc:docMk/>
            <pc:sldMk cId="1339372417" sldId="272"/>
            <ac:spMk id="18" creationId="{8834F1B2-F475-013E-3527-78993AC4A0F7}"/>
          </ac:spMkLst>
        </pc:spChg>
        <pc:spChg chg="add mod">
          <ac:chgData name="Scott Beckford" userId="97f88ce4-fa8b-4163-b87d-92edb22d088f" providerId="ADAL" clId="{ADC934EB-76DE-5A1C-92BA-F001C2335EFE}" dt="2026-04-27T16:16:43.273" v="19793" actId="1076"/>
          <ac:spMkLst>
            <pc:docMk/>
            <pc:sldMk cId="1339372417" sldId="272"/>
            <ac:spMk id="19" creationId="{57EBE1C5-C5F8-22CA-4F1C-D4A6A827B1AA}"/>
          </ac:spMkLst>
        </pc:spChg>
        <pc:spChg chg="del">
          <ac:chgData name="Scott Beckford" userId="97f88ce4-fa8b-4163-b87d-92edb22d088f" providerId="ADAL" clId="{ADC934EB-76DE-5A1C-92BA-F001C2335EFE}" dt="2026-04-27T16:16:32.412" v="19792" actId="478"/>
          <ac:spMkLst>
            <pc:docMk/>
            <pc:sldMk cId="1339372417" sldId="272"/>
            <ac:spMk id="20" creationId="{89E81D45-82C8-9717-5898-85CF15F40FD9}"/>
          </ac:spMkLst>
        </pc:spChg>
        <pc:spChg chg="del">
          <ac:chgData name="Scott Beckford" userId="97f88ce4-fa8b-4163-b87d-92edb22d088f" providerId="ADAL" clId="{ADC934EB-76DE-5A1C-92BA-F001C2335EFE}" dt="2026-04-27T16:16:32.412" v="19792" actId="478"/>
          <ac:spMkLst>
            <pc:docMk/>
            <pc:sldMk cId="1339372417" sldId="272"/>
            <ac:spMk id="23" creationId="{0EA19C8D-2368-7884-6E65-34D77B0E47BD}"/>
          </ac:spMkLst>
        </pc:spChg>
        <pc:spChg chg="del">
          <ac:chgData name="Scott Beckford" userId="97f88ce4-fa8b-4163-b87d-92edb22d088f" providerId="ADAL" clId="{ADC934EB-76DE-5A1C-92BA-F001C2335EFE}" dt="2026-04-27T16:16:32.412" v="19792" actId="478"/>
          <ac:spMkLst>
            <pc:docMk/>
            <pc:sldMk cId="1339372417" sldId="272"/>
            <ac:spMk id="24" creationId="{F3FD1979-2537-67EA-FDEF-0E82AC2C9528}"/>
          </ac:spMkLst>
        </pc:spChg>
        <pc:graphicFrameChg chg="mod modGraphic">
          <ac:chgData name="Scott Beckford" userId="97f88ce4-fa8b-4163-b87d-92edb22d088f" providerId="ADAL" clId="{ADC934EB-76DE-5A1C-92BA-F001C2335EFE}" dt="2026-04-27T16:12:48.617" v="19670" actId="113"/>
          <ac:graphicFrameMkLst>
            <pc:docMk/>
            <pc:sldMk cId="1339372417" sldId="272"/>
            <ac:graphicFrameMk id="22" creationId="{C78093CE-F6EC-44BA-FC8B-BBB7190BB42A}"/>
          </ac:graphicFrameMkLst>
        </pc:graphicFrameChg>
      </pc:sldChg>
      <pc:sldChg chg="addSp delSp modSp add del mod ord delAnim modAnim modNotesTx">
        <pc:chgData name="Scott Beckford" userId="97f88ce4-fa8b-4163-b87d-92edb22d088f" providerId="ADAL" clId="{ADC934EB-76DE-5A1C-92BA-F001C2335EFE}" dt="2026-04-27T12:50:43.317" v="18337" actId="2696"/>
        <pc:sldMkLst>
          <pc:docMk/>
          <pc:sldMk cId="2183228781" sldId="272"/>
        </pc:sldMkLst>
        <pc:spChg chg="mod">
          <ac:chgData name="Scott Beckford" userId="97f88ce4-fa8b-4163-b87d-92edb22d088f" providerId="ADAL" clId="{ADC934EB-76DE-5A1C-92BA-F001C2335EFE}" dt="2026-04-27T07:03:28.984" v="15577" actId="20577"/>
          <ac:spMkLst>
            <pc:docMk/>
            <pc:sldMk cId="2183228781" sldId="272"/>
            <ac:spMk id="4" creationId="{A2232670-F755-7B6B-2A4E-BF6E73E7CCA6}"/>
          </ac:spMkLst>
        </pc:spChg>
        <pc:spChg chg="add mod">
          <ac:chgData name="Scott Beckford" userId="97f88ce4-fa8b-4163-b87d-92edb22d088f" providerId="ADAL" clId="{ADC934EB-76DE-5A1C-92BA-F001C2335EFE}" dt="2026-04-27T07:31:53.111" v="16521" actId="1037"/>
          <ac:spMkLst>
            <pc:docMk/>
            <pc:sldMk cId="2183228781" sldId="272"/>
            <ac:spMk id="7" creationId="{80EF502E-CCDA-D652-AD0F-85921E26B32E}"/>
          </ac:spMkLst>
        </pc:spChg>
        <pc:spChg chg="add mod">
          <ac:chgData name="Scott Beckford" userId="97f88ce4-fa8b-4163-b87d-92edb22d088f" providerId="ADAL" clId="{ADC934EB-76DE-5A1C-92BA-F001C2335EFE}" dt="2026-04-27T07:31:53.111" v="16521" actId="1037"/>
          <ac:spMkLst>
            <pc:docMk/>
            <pc:sldMk cId="2183228781" sldId="272"/>
            <ac:spMk id="8" creationId="{33E871F5-C7A3-5F5A-231F-7B720ADE822D}"/>
          </ac:spMkLst>
        </pc:spChg>
        <pc:spChg chg="add del mod">
          <ac:chgData name="Scott Beckford" userId="97f88ce4-fa8b-4163-b87d-92edb22d088f" providerId="ADAL" clId="{ADC934EB-76DE-5A1C-92BA-F001C2335EFE}" dt="2026-04-26T19:58:36.551" v="14432" actId="478"/>
          <ac:spMkLst>
            <pc:docMk/>
            <pc:sldMk cId="2183228781" sldId="272"/>
            <ac:spMk id="9" creationId="{1CE6E0F1-ABD3-43AF-F249-8031A04959CC}"/>
          </ac:spMkLst>
        </pc:spChg>
        <pc:spChg chg="add mod">
          <ac:chgData name="Scott Beckford" userId="97f88ce4-fa8b-4163-b87d-92edb22d088f" providerId="ADAL" clId="{ADC934EB-76DE-5A1C-92BA-F001C2335EFE}" dt="2026-04-27T11:06:27.481" v="18282" actId="1035"/>
          <ac:spMkLst>
            <pc:docMk/>
            <pc:sldMk cId="2183228781" sldId="272"/>
            <ac:spMk id="10" creationId="{A87E1E99-C915-43C4-A5CC-14E9670C29D1}"/>
          </ac:spMkLst>
        </pc:spChg>
        <pc:spChg chg="add mod">
          <ac:chgData name="Scott Beckford" userId="97f88ce4-fa8b-4163-b87d-92edb22d088f" providerId="ADAL" clId="{ADC934EB-76DE-5A1C-92BA-F001C2335EFE}" dt="2026-04-27T07:31:53.111" v="16521" actId="1037"/>
          <ac:spMkLst>
            <pc:docMk/>
            <pc:sldMk cId="2183228781" sldId="272"/>
            <ac:spMk id="11" creationId="{1115B8C9-6941-7B69-3121-E8EB6B8BEA76}"/>
          </ac:spMkLst>
        </pc:spChg>
        <pc:spChg chg="mod">
          <ac:chgData name="Scott Beckford" userId="97f88ce4-fa8b-4163-b87d-92edb22d088f" providerId="ADAL" clId="{ADC934EB-76DE-5A1C-92BA-F001C2335EFE}" dt="2026-04-26T19:41:46.478" v="13948" actId="14100"/>
          <ac:spMkLst>
            <pc:docMk/>
            <pc:sldMk cId="2183228781" sldId="272"/>
            <ac:spMk id="12" creationId="{43F49F4F-0A07-C80D-D24A-AD51D21F522B}"/>
          </ac:spMkLst>
        </pc:spChg>
        <pc:spChg chg="mod">
          <ac:chgData name="Scott Beckford" userId="97f88ce4-fa8b-4163-b87d-92edb22d088f" providerId="ADAL" clId="{ADC934EB-76DE-5A1C-92BA-F001C2335EFE}" dt="2026-04-27T07:03:13.382" v="15560" actId="1036"/>
          <ac:spMkLst>
            <pc:docMk/>
            <pc:sldMk cId="2183228781" sldId="272"/>
            <ac:spMk id="13" creationId="{AA1001CF-DADD-075D-1920-0E72970B48B1}"/>
          </ac:spMkLst>
        </pc:spChg>
        <pc:spChg chg="add mod">
          <ac:chgData name="Scott Beckford" userId="97f88ce4-fa8b-4163-b87d-92edb22d088f" providerId="ADAL" clId="{ADC934EB-76DE-5A1C-92BA-F001C2335EFE}" dt="2026-04-27T07:31:53.111" v="16521" actId="1037"/>
          <ac:spMkLst>
            <pc:docMk/>
            <pc:sldMk cId="2183228781" sldId="272"/>
            <ac:spMk id="17" creationId="{EDBD79FA-5C0C-F438-8D41-048FB5155BB8}"/>
          </ac:spMkLst>
        </pc:spChg>
        <pc:spChg chg="add mod">
          <ac:chgData name="Scott Beckford" userId="97f88ce4-fa8b-4163-b87d-92edb22d088f" providerId="ADAL" clId="{ADC934EB-76DE-5A1C-92BA-F001C2335EFE}" dt="2026-04-27T11:06:27.481" v="18282" actId="1035"/>
          <ac:spMkLst>
            <pc:docMk/>
            <pc:sldMk cId="2183228781" sldId="272"/>
            <ac:spMk id="18" creationId="{8834F1B2-F475-013E-3527-78993AC4A0F7}"/>
          </ac:spMkLst>
        </pc:spChg>
        <pc:spChg chg="add del mod">
          <ac:chgData name="Scott Beckford" userId="97f88ce4-fa8b-4163-b87d-92edb22d088f" providerId="ADAL" clId="{ADC934EB-76DE-5A1C-92BA-F001C2335EFE}" dt="2026-04-26T19:58:35.211" v="14431" actId="478"/>
          <ac:spMkLst>
            <pc:docMk/>
            <pc:sldMk cId="2183228781" sldId="272"/>
            <ac:spMk id="19" creationId="{24340315-4B0F-9445-E181-A76DCBAC8B3C}"/>
          </ac:spMkLst>
        </pc:spChg>
        <pc:spChg chg="add mod">
          <ac:chgData name="Scott Beckford" userId="97f88ce4-fa8b-4163-b87d-92edb22d088f" providerId="ADAL" clId="{ADC934EB-76DE-5A1C-92BA-F001C2335EFE}" dt="2026-04-27T11:06:27.481" v="18282" actId="1035"/>
          <ac:spMkLst>
            <pc:docMk/>
            <pc:sldMk cId="2183228781" sldId="272"/>
            <ac:spMk id="20" creationId="{89E81D45-82C8-9717-5898-85CF15F40FD9}"/>
          </ac:spMkLst>
        </pc:spChg>
        <pc:spChg chg="add del mod">
          <ac:chgData name="Scott Beckford" userId="97f88ce4-fa8b-4163-b87d-92edb22d088f" providerId="ADAL" clId="{ADC934EB-76DE-5A1C-92BA-F001C2335EFE}" dt="2026-04-26T20:08:38.848" v="14842" actId="478"/>
          <ac:spMkLst>
            <pc:docMk/>
            <pc:sldMk cId="2183228781" sldId="272"/>
            <ac:spMk id="21" creationId="{3B2582ED-A7D5-32EF-EB56-AA1299313161}"/>
          </ac:spMkLst>
        </pc:spChg>
        <pc:spChg chg="add mod">
          <ac:chgData name="Scott Beckford" userId="97f88ce4-fa8b-4163-b87d-92edb22d088f" providerId="ADAL" clId="{ADC934EB-76DE-5A1C-92BA-F001C2335EFE}" dt="2026-04-27T07:31:53.111" v="16521" actId="1037"/>
          <ac:spMkLst>
            <pc:docMk/>
            <pc:sldMk cId="2183228781" sldId="272"/>
            <ac:spMk id="23" creationId="{0EA19C8D-2368-7884-6E65-34D77B0E47BD}"/>
          </ac:spMkLst>
        </pc:spChg>
        <pc:spChg chg="add mod">
          <ac:chgData name="Scott Beckford" userId="97f88ce4-fa8b-4163-b87d-92edb22d088f" providerId="ADAL" clId="{ADC934EB-76DE-5A1C-92BA-F001C2335EFE}" dt="2026-04-27T11:06:27.481" v="18282" actId="1035"/>
          <ac:spMkLst>
            <pc:docMk/>
            <pc:sldMk cId="2183228781" sldId="272"/>
            <ac:spMk id="24" creationId="{F3FD1979-2537-67EA-FDEF-0E82AC2C9528}"/>
          </ac:spMkLst>
        </pc:spChg>
        <pc:spChg chg="add del mod">
          <ac:chgData name="Scott Beckford" userId="97f88ce4-fa8b-4163-b87d-92edb22d088f" providerId="ADAL" clId="{ADC934EB-76DE-5A1C-92BA-F001C2335EFE}" dt="2026-04-27T11:05:17.307" v="18270" actId="478"/>
          <ac:spMkLst>
            <pc:docMk/>
            <pc:sldMk cId="2183228781" sldId="272"/>
            <ac:spMk id="27" creationId="{A97D5322-2594-768A-6839-2ED2E3D5F094}"/>
          </ac:spMkLst>
        </pc:spChg>
        <pc:grpChg chg="mod topLvl">
          <ac:chgData name="Scott Beckford" userId="97f88ce4-fa8b-4163-b87d-92edb22d088f" providerId="ADAL" clId="{ADC934EB-76DE-5A1C-92BA-F001C2335EFE}" dt="2026-04-26T19:57:04.317" v="14414" actId="14100"/>
          <ac:grpSpMkLst>
            <pc:docMk/>
            <pc:sldMk cId="2183228781" sldId="272"/>
            <ac:grpSpMk id="3" creationId="{824CD360-3A4A-CDB7-9F7C-88F19624B966}"/>
          </ac:grpSpMkLst>
        </pc:grpChg>
        <pc:graphicFrameChg chg="add mod modGraphic">
          <ac:chgData name="Scott Beckford" userId="97f88ce4-fa8b-4163-b87d-92edb22d088f" providerId="ADAL" clId="{ADC934EB-76DE-5A1C-92BA-F001C2335EFE}" dt="2026-04-27T11:09:46.811" v="18284" actId="20577"/>
          <ac:graphicFrameMkLst>
            <pc:docMk/>
            <pc:sldMk cId="2183228781" sldId="272"/>
            <ac:graphicFrameMk id="22" creationId="{C78093CE-F6EC-44BA-FC8B-BBB7190BB42A}"/>
          </ac:graphicFrameMkLst>
        </pc:graphicFrameChg>
        <pc:picChg chg="add mod topLvl">
          <ac:chgData name="Scott Beckford" userId="97f88ce4-fa8b-4163-b87d-92edb22d088f" providerId="ADAL" clId="{ADC934EB-76DE-5A1C-92BA-F001C2335EFE}" dt="2026-04-26T20:13:38.843" v="14922" actId="1076"/>
          <ac:picMkLst>
            <pc:docMk/>
            <pc:sldMk cId="2183228781" sldId="272"/>
            <ac:picMk id="15" creationId="{37255965-48C9-F329-6BF9-905A255F4D6B}"/>
          </ac:picMkLst>
        </pc:picChg>
        <pc:picChg chg="mod topLvl">
          <ac:chgData name="Scott Beckford" userId="97f88ce4-fa8b-4163-b87d-92edb22d088f" providerId="ADAL" clId="{ADC934EB-76DE-5A1C-92BA-F001C2335EFE}" dt="2026-04-26T20:11:13.296" v="14899" actId="1076"/>
          <ac:picMkLst>
            <pc:docMk/>
            <pc:sldMk cId="2183228781" sldId="272"/>
            <ac:picMk id="16" creationId="{54A167C4-AC66-5584-62A8-24D5BD56937B}"/>
          </ac:picMkLst>
        </pc:picChg>
      </pc:sldChg>
      <pc:sldChg chg="modSp mod ord modNotesTx">
        <pc:chgData name="Scott Beckford" userId="97f88ce4-fa8b-4163-b87d-92edb22d088f" providerId="ADAL" clId="{ADC934EB-76DE-5A1C-92BA-F001C2335EFE}" dt="2026-04-27T15:52:56.132" v="19380" actId="20577"/>
        <pc:sldMkLst>
          <pc:docMk/>
          <pc:sldMk cId="3422648836" sldId="273"/>
        </pc:sldMkLst>
        <pc:spChg chg="mod">
          <ac:chgData name="Scott Beckford" userId="97f88ce4-fa8b-4163-b87d-92edb22d088f" providerId="ADAL" clId="{ADC934EB-76DE-5A1C-92BA-F001C2335EFE}" dt="2026-04-23T08:20:02.236" v="6863" actId="790"/>
          <ac:spMkLst>
            <pc:docMk/>
            <pc:sldMk cId="3422648836" sldId="273"/>
            <ac:spMk id="4" creationId="{0ECDAB51-4E03-CED1-9600-D4AB1EA5A154}"/>
          </ac:spMkLst>
        </pc:spChg>
        <pc:spChg chg="mod">
          <ac:chgData name="Scott Beckford" userId="97f88ce4-fa8b-4163-b87d-92edb22d088f" providerId="ADAL" clId="{ADC934EB-76DE-5A1C-92BA-F001C2335EFE}" dt="2026-04-23T08:20:02.236" v="6863" actId="790"/>
          <ac:spMkLst>
            <pc:docMk/>
            <pc:sldMk cId="3422648836" sldId="273"/>
            <ac:spMk id="5" creationId="{C0AFC1E8-80C3-1FEA-E817-5BCA167A11AE}"/>
          </ac:spMkLst>
        </pc:spChg>
        <pc:spChg chg="mod">
          <ac:chgData name="Scott Beckford" userId="97f88ce4-fa8b-4163-b87d-92edb22d088f" providerId="ADAL" clId="{ADC934EB-76DE-5A1C-92BA-F001C2335EFE}" dt="2026-04-27T10:04:43.644" v="17447"/>
          <ac:spMkLst>
            <pc:docMk/>
            <pc:sldMk cId="3422648836" sldId="273"/>
            <ac:spMk id="8" creationId="{A0A5CB63-8D9C-8E94-D2F8-506794F2653B}"/>
          </ac:spMkLst>
        </pc:spChg>
        <pc:spChg chg="mod">
          <ac:chgData name="Scott Beckford" userId="97f88ce4-fa8b-4163-b87d-92edb22d088f" providerId="ADAL" clId="{ADC934EB-76DE-5A1C-92BA-F001C2335EFE}" dt="2026-04-23T08:20:02.236" v="6863" actId="790"/>
          <ac:spMkLst>
            <pc:docMk/>
            <pc:sldMk cId="3422648836" sldId="273"/>
            <ac:spMk id="10" creationId="{10A5E33C-0BFA-EC8A-D7F8-5970D7504587}"/>
          </ac:spMkLst>
        </pc:spChg>
        <pc:spChg chg="mod">
          <ac:chgData name="Scott Beckford" userId="97f88ce4-fa8b-4163-b87d-92edb22d088f" providerId="ADAL" clId="{ADC934EB-76DE-5A1C-92BA-F001C2335EFE}" dt="2026-04-23T08:20:02.236" v="6863" actId="790"/>
          <ac:spMkLst>
            <pc:docMk/>
            <pc:sldMk cId="3422648836" sldId="273"/>
            <ac:spMk id="11" creationId="{140124A3-55D8-62A8-116D-F78B1CC5F528}"/>
          </ac:spMkLst>
        </pc:spChg>
      </pc:sldChg>
      <pc:sldChg chg="addSp modSp mod ord">
        <pc:chgData name="Scott Beckford" userId="97f88ce4-fa8b-4163-b87d-92edb22d088f" providerId="ADAL" clId="{ADC934EB-76DE-5A1C-92BA-F001C2335EFE}" dt="2026-04-27T15:56:02.146" v="19415" actId="20577"/>
        <pc:sldMkLst>
          <pc:docMk/>
          <pc:sldMk cId="1101885496" sldId="274"/>
        </pc:sldMkLst>
        <pc:spChg chg="add mod">
          <ac:chgData name="Scott Beckford" userId="97f88ce4-fa8b-4163-b87d-92edb22d088f" providerId="ADAL" clId="{ADC934EB-76DE-5A1C-92BA-F001C2335EFE}" dt="2026-04-27T15:56:02.146" v="19415" actId="20577"/>
          <ac:spMkLst>
            <pc:docMk/>
            <pc:sldMk cId="1101885496" sldId="274"/>
            <ac:spMk id="2" creationId="{80D45B42-3548-7257-E38B-43E177ED3F72}"/>
          </ac:spMkLst>
        </pc:spChg>
        <pc:spChg chg="mod">
          <ac:chgData name="Scott Beckford" userId="97f88ce4-fa8b-4163-b87d-92edb22d088f" providerId="ADAL" clId="{ADC934EB-76DE-5A1C-92BA-F001C2335EFE}" dt="2026-04-23T08:20:02.236" v="6863" actId="790"/>
          <ac:spMkLst>
            <pc:docMk/>
            <pc:sldMk cId="1101885496" sldId="274"/>
            <ac:spMk id="4" creationId="{84D5E381-FAB2-28C8-AA90-97D44B90F230}"/>
          </ac:spMkLst>
        </pc:spChg>
        <pc:spChg chg="mod">
          <ac:chgData name="Scott Beckford" userId="97f88ce4-fa8b-4163-b87d-92edb22d088f" providerId="ADAL" clId="{ADC934EB-76DE-5A1C-92BA-F001C2335EFE}" dt="2026-04-23T08:20:02.236" v="6863" actId="790"/>
          <ac:spMkLst>
            <pc:docMk/>
            <pc:sldMk cId="1101885496" sldId="274"/>
            <ac:spMk id="5" creationId="{22EC0FDB-92C4-2562-4312-1B91EDEF0FF1}"/>
          </ac:spMkLst>
        </pc:spChg>
        <pc:spChg chg="mod">
          <ac:chgData name="Scott Beckford" userId="97f88ce4-fa8b-4163-b87d-92edb22d088f" providerId="ADAL" clId="{ADC934EB-76DE-5A1C-92BA-F001C2335EFE}" dt="2026-04-27T10:09:16.424" v="17579" actId="20577"/>
          <ac:spMkLst>
            <pc:docMk/>
            <pc:sldMk cId="1101885496" sldId="274"/>
            <ac:spMk id="6" creationId="{D97024F1-64FF-F531-85E8-417D10AA8AF2}"/>
          </ac:spMkLst>
        </pc:spChg>
        <pc:spChg chg="mod">
          <ac:chgData name="Scott Beckford" userId="97f88ce4-fa8b-4163-b87d-92edb22d088f" providerId="ADAL" clId="{ADC934EB-76DE-5A1C-92BA-F001C2335EFE}" dt="2026-04-23T08:20:02.236" v="6863" actId="790"/>
          <ac:spMkLst>
            <pc:docMk/>
            <pc:sldMk cId="1101885496" sldId="274"/>
            <ac:spMk id="10" creationId="{446ED16C-C1C2-BAB0-FB43-81EBD1ACAF18}"/>
          </ac:spMkLst>
        </pc:spChg>
        <pc:spChg chg="mod">
          <ac:chgData name="Scott Beckford" userId="97f88ce4-fa8b-4163-b87d-92edb22d088f" providerId="ADAL" clId="{ADC934EB-76DE-5A1C-92BA-F001C2335EFE}" dt="2026-04-23T08:20:02.236" v="6863" actId="790"/>
          <ac:spMkLst>
            <pc:docMk/>
            <pc:sldMk cId="1101885496" sldId="274"/>
            <ac:spMk id="11" creationId="{A0001C9D-A988-EF47-7F87-621498DD55BC}"/>
          </ac:spMkLst>
        </pc:spChg>
      </pc:sldChg>
      <pc:sldChg chg="modSp add del mod">
        <pc:chgData name="Scott Beckford" userId="97f88ce4-fa8b-4163-b87d-92edb22d088f" providerId="ADAL" clId="{ADC934EB-76DE-5A1C-92BA-F001C2335EFE}" dt="2026-04-27T12:50:21.469" v="18335" actId="2696"/>
        <pc:sldMkLst>
          <pc:docMk/>
          <pc:sldMk cId="105854980" sldId="275"/>
        </pc:sldMkLst>
        <pc:graphicFrameChg chg="modGraphic">
          <ac:chgData name="Scott Beckford" userId="97f88ce4-fa8b-4163-b87d-92edb22d088f" providerId="ADAL" clId="{ADC934EB-76DE-5A1C-92BA-F001C2335EFE}" dt="2026-04-27T09:16:03.037" v="16998" actId="20577"/>
          <ac:graphicFrameMkLst>
            <pc:docMk/>
            <pc:sldMk cId="105854980" sldId="275"/>
            <ac:graphicFrameMk id="3" creationId="{3A5D80BF-E46F-8F3D-12A9-22D3A2596FAC}"/>
          </ac:graphicFrameMkLst>
        </pc:graphicFrameChg>
      </pc:sldChg>
      <pc:sldChg chg="add">
        <pc:chgData name="Scott Beckford" userId="97f88ce4-fa8b-4163-b87d-92edb22d088f" providerId="ADAL" clId="{ADC934EB-76DE-5A1C-92BA-F001C2335EFE}" dt="2026-04-27T12:50:38.804" v="18336"/>
        <pc:sldMkLst>
          <pc:docMk/>
          <pc:sldMk cId="2464234247" sldId="275"/>
        </pc:sldMkLst>
      </pc:sldChg>
      <pc:sldChg chg="addSp delSp modSp add mod modAnim modNotesTx">
        <pc:chgData name="Scott Beckford" userId="97f88ce4-fa8b-4163-b87d-92edb22d088f" providerId="ADAL" clId="{ADC934EB-76DE-5A1C-92BA-F001C2335EFE}" dt="2026-04-27T16:48:38.072" v="20184" actId="20577"/>
        <pc:sldMkLst>
          <pc:docMk/>
          <pc:sldMk cId="1501131436" sldId="276"/>
        </pc:sldMkLst>
        <pc:spChg chg="add mod">
          <ac:chgData name="Scott Beckford" userId="97f88ce4-fa8b-4163-b87d-92edb22d088f" providerId="ADAL" clId="{ADC934EB-76DE-5A1C-92BA-F001C2335EFE}" dt="2026-04-27T16:48:38.072" v="20184" actId="20577"/>
          <ac:spMkLst>
            <pc:docMk/>
            <pc:sldMk cId="1501131436" sldId="276"/>
            <ac:spMk id="3" creationId="{18AE4D57-A246-9883-7136-4CF10FCA87B2}"/>
          </ac:spMkLst>
        </pc:spChg>
        <pc:spChg chg="add del mod">
          <ac:chgData name="Scott Beckford" userId="97f88ce4-fa8b-4163-b87d-92edb22d088f" providerId="ADAL" clId="{ADC934EB-76DE-5A1C-92BA-F001C2335EFE}" dt="2026-04-27T16:48:29.301" v="20164"/>
          <ac:spMkLst>
            <pc:docMk/>
            <pc:sldMk cId="1501131436" sldId="276"/>
            <ac:spMk id="4" creationId="{A44BE1C7-91C3-8E82-B73D-1D5528557BA0}"/>
          </ac:spMkLst>
        </pc:spChg>
        <pc:spChg chg="del mod">
          <ac:chgData name="Scott Beckford" userId="97f88ce4-fa8b-4163-b87d-92edb22d088f" providerId="ADAL" clId="{ADC934EB-76DE-5A1C-92BA-F001C2335EFE}" dt="2026-04-27T15:57:04.420" v="19441" actId="478"/>
          <ac:spMkLst>
            <pc:docMk/>
            <pc:sldMk cId="1501131436" sldId="276"/>
            <ac:spMk id="7" creationId="{0F49FBC7-B939-C8C7-0AFB-C344129424B2}"/>
          </ac:spMkLst>
        </pc:spChg>
        <pc:spChg chg="mod">
          <ac:chgData name="Scott Beckford" userId="97f88ce4-fa8b-4163-b87d-92edb22d088f" providerId="ADAL" clId="{ADC934EB-76DE-5A1C-92BA-F001C2335EFE}" dt="2026-04-27T15:57:01.491" v="19440" actId="20577"/>
          <ac:spMkLst>
            <pc:docMk/>
            <pc:sldMk cId="1501131436" sldId="276"/>
            <ac:spMk id="10" creationId="{8DB83E1D-32A4-5CC2-01F5-208E0A34306B}"/>
          </ac:spMkLst>
        </pc:spChg>
        <pc:picChg chg="add del mod">
          <ac:chgData name="Scott Beckford" userId="97f88ce4-fa8b-4163-b87d-92edb22d088f" providerId="ADAL" clId="{ADC934EB-76DE-5A1C-92BA-F001C2335EFE}" dt="2026-04-27T15:57:05.106" v="19442" actId="478"/>
          <ac:picMkLst>
            <pc:docMk/>
            <pc:sldMk cId="1501131436" sldId="276"/>
            <ac:picMk id="5" creationId="{DA20ACD7-FFA4-50DE-C432-9A7E01C6601A}"/>
          </ac:picMkLst>
        </pc:picChg>
      </pc:sldChg>
      <pc:sldChg chg="addSp modSp add mod">
        <pc:chgData name="Scott Beckford" userId="97f88ce4-fa8b-4163-b87d-92edb22d088f" providerId="ADAL" clId="{ADC934EB-76DE-5A1C-92BA-F001C2335EFE}" dt="2026-04-27T16:07:17.343" v="19627" actId="403"/>
        <pc:sldMkLst>
          <pc:docMk/>
          <pc:sldMk cId="251233729" sldId="277"/>
        </pc:sldMkLst>
        <pc:spChg chg="add mod">
          <ac:chgData name="Scott Beckford" userId="97f88ce4-fa8b-4163-b87d-92edb22d088f" providerId="ADAL" clId="{ADC934EB-76DE-5A1C-92BA-F001C2335EFE}" dt="2026-04-27T16:07:17.343" v="19627" actId="403"/>
          <ac:spMkLst>
            <pc:docMk/>
            <pc:sldMk cId="251233729" sldId="277"/>
            <ac:spMk id="3" creationId="{FEEBAC1F-2573-0635-4295-42C37612BFDD}"/>
          </ac:spMkLst>
        </pc:spChg>
      </pc:sldChg>
      <pc:sldChg chg="addSp delSp modSp add del mod">
        <pc:chgData name="Scott Beckford" userId="97f88ce4-fa8b-4163-b87d-92edb22d088f" providerId="ADAL" clId="{ADC934EB-76DE-5A1C-92BA-F001C2335EFE}" dt="2026-04-27T13:18:52.621" v="18545" actId="2696"/>
        <pc:sldMkLst>
          <pc:docMk/>
          <pc:sldMk cId="278784179" sldId="277"/>
        </pc:sldMkLst>
      </pc:sldChg>
      <pc:sldChg chg="modSp add del mod">
        <pc:chgData name="Scott Beckford" userId="97f88ce4-fa8b-4163-b87d-92edb22d088f" providerId="ADAL" clId="{ADC934EB-76DE-5A1C-92BA-F001C2335EFE}" dt="2026-04-27T16:06:30.811" v="19583" actId="2696"/>
        <pc:sldMkLst>
          <pc:docMk/>
          <pc:sldMk cId="376144688" sldId="277"/>
        </pc:sldMkLst>
        <pc:spChg chg="mod">
          <ac:chgData name="Scott Beckford" userId="97f88ce4-fa8b-4163-b87d-92edb22d088f" providerId="ADAL" clId="{ADC934EB-76DE-5A1C-92BA-F001C2335EFE}" dt="2026-04-27T16:06:06.508" v="19582" actId="20577"/>
          <ac:spMkLst>
            <pc:docMk/>
            <pc:sldMk cId="376144688" sldId="277"/>
            <ac:spMk id="4" creationId="{22CB9205-8BC5-A354-3074-1839182EBC53}"/>
          </ac:spMkLst>
        </pc:spChg>
      </pc:sldChg>
      <pc:sldChg chg="modSp add mod modNotesTx">
        <pc:chgData name="Scott Beckford" userId="97f88ce4-fa8b-4163-b87d-92edb22d088f" providerId="ADAL" clId="{ADC934EB-76DE-5A1C-92BA-F001C2335EFE}" dt="2026-04-26T20:33:28.193" v="15341" actId="20577"/>
        <pc:sldMkLst>
          <pc:docMk/>
          <pc:sldMk cId="3884642875" sldId="278"/>
        </pc:sldMkLst>
        <pc:spChg chg="mod">
          <ac:chgData name="Scott Beckford" userId="97f88ce4-fa8b-4163-b87d-92edb22d088f" providerId="ADAL" clId="{ADC934EB-76DE-5A1C-92BA-F001C2335EFE}" dt="2026-04-24T14:04:09.721" v="9572" actId="5793"/>
          <ac:spMkLst>
            <pc:docMk/>
            <pc:sldMk cId="3884642875" sldId="278"/>
            <ac:spMk id="90" creationId="{B9D2DE4F-6EE1-126E-27C8-6D05B04443A2}"/>
          </ac:spMkLst>
        </pc:spChg>
        <pc:spChg chg="mod">
          <ac:chgData name="Scott Beckford" userId="97f88ce4-fa8b-4163-b87d-92edb22d088f" providerId="ADAL" clId="{ADC934EB-76DE-5A1C-92BA-F001C2335EFE}" dt="2026-04-24T14:04:07.435" v="9568" actId="5793"/>
          <ac:spMkLst>
            <pc:docMk/>
            <pc:sldMk cId="3884642875" sldId="278"/>
            <ac:spMk id="92" creationId="{D48ACF83-F044-A822-9F47-CBD1CD25A28B}"/>
          </ac:spMkLst>
        </pc:spChg>
        <pc:spChg chg="mod">
          <ac:chgData name="Scott Beckford" userId="97f88ce4-fa8b-4163-b87d-92edb22d088f" providerId="ADAL" clId="{ADC934EB-76DE-5A1C-92BA-F001C2335EFE}" dt="2026-04-24T14:04:06.051" v="9566" actId="5793"/>
          <ac:spMkLst>
            <pc:docMk/>
            <pc:sldMk cId="3884642875" sldId="278"/>
            <ac:spMk id="94" creationId="{40660303-F59B-8CAC-9872-69DCB5A871FA}"/>
          </ac:spMkLst>
        </pc:spChg>
      </pc:sldChg>
      <pc:sldChg chg="addSp delSp modSp mod modNotesTx">
        <pc:chgData name="Scott Beckford" userId="97f88ce4-fa8b-4163-b87d-92edb22d088f" providerId="ADAL" clId="{ADC934EB-76DE-5A1C-92BA-F001C2335EFE}" dt="2026-04-27T07:20:08.873" v="16347" actId="113"/>
        <pc:sldMkLst>
          <pc:docMk/>
          <pc:sldMk cId="483845317" sldId="279"/>
        </pc:sldMkLst>
        <pc:spChg chg="mod">
          <ac:chgData name="Scott Beckford" userId="97f88ce4-fa8b-4163-b87d-92edb22d088f" providerId="ADAL" clId="{ADC934EB-76DE-5A1C-92BA-F001C2335EFE}" dt="2026-04-27T07:20:08.873" v="16347" actId="113"/>
          <ac:spMkLst>
            <pc:docMk/>
            <pc:sldMk cId="483845317" sldId="279"/>
            <ac:spMk id="6" creationId="{354FA8DB-1B72-3A09-FC03-8E9E1BFA6B72}"/>
          </ac:spMkLst>
        </pc:spChg>
        <pc:picChg chg="add mod">
          <ac:chgData name="Scott Beckford" userId="97f88ce4-fa8b-4163-b87d-92edb22d088f" providerId="ADAL" clId="{ADC934EB-76DE-5A1C-92BA-F001C2335EFE}" dt="2026-04-27T07:16:01.109" v="16323" actId="14100"/>
          <ac:picMkLst>
            <pc:docMk/>
            <pc:sldMk cId="483845317" sldId="279"/>
            <ac:picMk id="3" creationId="{D48C3A28-029B-358D-9075-34B25F71E5FA}"/>
          </ac:picMkLst>
        </pc:picChg>
        <pc:picChg chg="del">
          <ac:chgData name="Scott Beckford" userId="97f88ce4-fa8b-4163-b87d-92edb22d088f" providerId="ADAL" clId="{ADC934EB-76DE-5A1C-92BA-F001C2335EFE}" dt="2026-04-27T07:15:40.633" v="16317" actId="478"/>
          <ac:picMkLst>
            <pc:docMk/>
            <pc:sldMk cId="483845317" sldId="279"/>
            <ac:picMk id="5" creationId="{025F17D5-CA3C-940A-5CD3-3D08A25A9E14}"/>
          </ac:picMkLst>
        </pc:picChg>
        <pc:picChg chg="add del mod">
          <ac:chgData name="Scott Beckford" userId="97f88ce4-fa8b-4163-b87d-92edb22d088f" providerId="ADAL" clId="{ADC934EB-76DE-5A1C-92BA-F001C2335EFE}" dt="2026-04-27T07:16:19.018" v="16326" actId="478"/>
          <ac:picMkLst>
            <pc:docMk/>
            <pc:sldMk cId="483845317" sldId="279"/>
            <ac:picMk id="7" creationId="{4DEC0543-9EF3-9F7C-56A3-1412A9406D81}"/>
          </ac:picMkLst>
        </pc:picChg>
      </pc:sldChg>
      <pc:sldChg chg="addSp modSp add mod ord modAnim modNotesTx">
        <pc:chgData name="Scott Beckford" userId="97f88ce4-fa8b-4163-b87d-92edb22d088f" providerId="ADAL" clId="{ADC934EB-76DE-5A1C-92BA-F001C2335EFE}" dt="2026-04-27T14:48:58.222" v="18638" actId="1076"/>
        <pc:sldMkLst>
          <pc:docMk/>
          <pc:sldMk cId="2612447691" sldId="280"/>
        </pc:sldMkLst>
        <pc:spChg chg="add mod">
          <ac:chgData name="Scott Beckford" userId="97f88ce4-fa8b-4163-b87d-92edb22d088f" providerId="ADAL" clId="{ADC934EB-76DE-5A1C-92BA-F001C2335EFE}" dt="2026-04-27T14:10:53.519" v="18623" actId="948"/>
          <ac:spMkLst>
            <pc:docMk/>
            <pc:sldMk cId="2612447691" sldId="280"/>
            <ac:spMk id="3" creationId="{978A4662-A97E-CABF-4174-13351A59134F}"/>
          </ac:spMkLst>
        </pc:spChg>
        <pc:spChg chg="mod">
          <ac:chgData name="Scott Beckford" userId="97f88ce4-fa8b-4163-b87d-92edb22d088f" providerId="ADAL" clId="{ADC934EB-76DE-5A1C-92BA-F001C2335EFE}" dt="2026-04-24T12:53:06.213" v="9366" actId="20577"/>
          <ac:spMkLst>
            <pc:docMk/>
            <pc:sldMk cId="2612447691" sldId="280"/>
            <ac:spMk id="4" creationId="{19060D72-9180-46BD-B82D-F1C6BC1DAFF1}"/>
          </ac:spMkLst>
        </pc:spChg>
        <pc:spChg chg="mod">
          <ac:chgData name="Scott Beckford" userId="97f88ce4-fa8b-4163-b87d-92edb22d088f" providerId="ADAL" clId="{ADC934EB-76DE-5A1C-92BA-F001C2335EFE}" dt="2026-04-27T14:47:37.841" v="18630" actId="1037"/>
          <ac:spMkLst>
            <pc:docMk/>
            <pc:sldMk cId="2612447691" sldId="280"/>
            <ac:spMk id="23" creationId="{2F433B07-1666-5233-ED11-2CE9BE7B3EF6}"/>
          </ac:spMkLst>
        </pc:spChg>
        <pc:spChg chg="mod">
          <ac:chgData name="Scott Beckford" userId="97f88ce4-fa8b-4163-b87d-92edb22d088f" providerId="ADAL" clId="{ADC934EB-76DE-5A1C-92BA-F001C2335EFE}" dt="2026-04-27T14:47:37.841" v="18630" actId="1037"/>
          <ac:spMkLst>
            <pc:docMk/>
            <pc:sldMk cId="2612447691" sldId="280"/>
            <ac:spMk id="24" creationId="{8E8CE8C9-E5B7-DCE8-AD60-8462B25A65D3}"/>
          </ac:spMkLst>
        </pc:spChg>
        <pc:spChg chg="mod">
          <ac:chgData name="Scott Beckford" userId="97f88ce4-fa8b-4163-b87d-92edb22d088f" providerId="ADAL" clId="{ADC934EB-76DE-5A1C-92BA-F001C2335EFE}" dt="2026-04-27T14:47:37.841" v="18630" actId="1037"/>
          <ac:spMkLst>
            <pc:docMk/>
            <pc:sldMk cId="2612447691" sldId="280"/>
            <ac:spMk id="25" creationId="{36E131AF-808F-A0FA-926A-50677E6AA3E1}"/>
          </ac:spMkLst>
        </pc:spChg>
        <pc:spChg chg="mod">
          <ac:chgData name="Scott Beckford" userId="97f88ce4-fa8b-4163-b87d-92edb22d088f" providerId="ADAL" clId="{ADC934EB-76DE-5A1C-92BA-F001C2335EFE}" dt="2026-04-27T14:47:50.181" v="18631" actId="1076"/>
          <ac:spMkLst>
            <pc:docMk/>
            <pc:sldMk cId="2612447691" sldId="280"/>
            <ac:spMk id="26" creationId="{C6D362B3-4BA8-BCA9-97F2-0B05417AE7AF}"/>
          </ac:spMkLst>
        </pc:spChg>
        <pc:spChg chg="mod">
          <ac:chgData name="Scott Beckford" userId="97f88ce4-fa8b-4163-b87d-92edb22d088f" providerId="ADAL" clId="{ADC934EB-76DE-5A1C-92BA-F001C2335EFE}" dt="2026-04-27T14:47:50.181" v="18631" actId="1076"/>
          <ac:spMkLst>
            <pc:docMk/>
            <pc:sldMk cId="2612447691" sldId="280"/>
            <ac:spMk id="27" creationId="{BBE4E12C-139F-5785-FA4E-B69E39198C1F}"/>
          </ac:spMkLst>
        </pc:spChg>
        <pc:spChg chg="mod">
          <ac:chgData name="Scott Beckford" userId="97f88ce4-fa8b-4163-b87d-92edb22d088f" providerId="ADAL" clId="{ADC934EB-76DE-5A1C-92BA-F001C2335EFE}" dt="2026-04-27T14:47:50.181" v="18631" actId="1076"/>
          <ac:spMkLst>
            <pc:docMk/>
            <pc:sldMk cId="2612447691" sldId="280"/>
            <ac:spMk id="28" creationId="{F1A30604-BA45-7B02-8702-AC1BD0C5EDAA}"/>
          </ac:spMkLst>
        </pc:spChg>
        <pc:spChg chg="mod">
          <ac:chgData name="Scott Beckford" userId="97f88ce4-fa8b-4163-b87d-92edb22d088f" providerId="ADAL" clId="{ADC934EB-76DE-5A1C-92BA-F001C2335EFE}" dt="2026-04-27T14:47:37.841" v="18630" actId="1037"/>
          <ac:spMkLst>
            <pc:docMk/>
            <pc:sldMk cId="2612447691" sldId="280"/>
            <ac:spMk id="29" creationId="{7B4DEC94-247D-6B1A-ECEF-206FFF50EFC2}"/>
          </ac:spMkLst>
        </pc:spChg>
        <pc:spChg chg="mod">
          <ac:chgData name="Scott Beckford" userId="97f88ce4-fa8b-4163-b87d-92edb22d088f" providerId="ADAL" clId="{ADC934EB-76DE-5A1C-92BA-F001C2335EFE}" dt="2026-04-27T14:47:50.181" v="18631" actId="1076"/>
          <ac:spMkLst>
            <pc:docMk/>
            <pc:sldMk cId="2612447691" sldId="280"/>
            <ac:spMk id="30" creationId="{CDA7068B-5187-29A7-6D52-AE1DF405AC19}"/>
          </ac:spMkLst>
        </pc:spChg>
        <pc:spChg chg="mod">
          <ac:chgData name="Scott Beckford" userId="97f88ce4-fa8b-4163-b87d-92edb22d088f" providerId="ADAL" clId="{ADC934EB-76DE-5A1C-92BA-F001C2335EFE}" dt="2026-04-27T14:47:55.059" v="18632" actId="1076"/>
          <ac:spMkLst>
            <pc:docMk/>
            <pc:sldMk cId="2612447691" sldId="280"/>
            <ac:spMk id="32" creationId="{94FBFF31-2426-C8B3-CDB1-E19951A601B1}"/>
          </ac:spMkLst>
        </pc:spChg>
        <pc:picChg chg="add mod">
          <ac:chgData name="Scott Beckford" userId="97f88ce4-fa8b-4163-b87d-92edb22d088f" providerId="ADAL" clId="{ADC934EB-76DE-5A1C-92BA-F001C2335EFE}" dt="2026-04-27T14:48:58.222" v="18638" actId="1076"/>
          <ac:picMkLst>
            <pc:docMk/>
            <pc:sldMk cId="2612447691" sldId="280"/>
            <ac:picMk id="5" creationId="{968C5F60-8E07-36ED-44D3-FD3D0A3EEA08}"/>
          </ac:picMkLst>
        </pc:picChg>
        <pc:picChg chg="add mod">
          <ac:chgData name="Scott Beckford" userId="97f88ce4-fa8b-4163-b87d-92edb22d088f" providerId="ADAL" clId="{ADC934EB-76DE-5A1C-92BA-F001C2335EFE}" dt="2026-04-27T14:48:58.222" v="18638" actId="1076"/>
          <ac:picMkLst>
            <pc:docMk/>
            <pc:sldMk cId="2612447691" sldId="280"/>
            <ac:picMk id="6" creationId="{8D3FFD4A-132C-F8C4-1AC9-58DC0E1311A5}"/>
          </ac:picMkLst>
        </pc:picChg>
      </pc:sldChg>
      <pc:sldChg chg="addSp modSp add mod modNotesTx">
        <pc:chgData name="Scott Beckford" userId="97f88ce4-fa8b-4163-b87d-92edb22d088f" providerId="ADAL" clId="{ADC934EB-76DE-5A1C-92BA-F001C2335EFE}" dt="2026-04-27T15:39:32.627" v="19346" actId="20577"/>
        <pc:sldMkLst>
          <pc:docMk/>
          <pc:sldMk cId="2479156540" sldId="281"/>
        </pc:sldMkLst>
        <pc:spChg chg="mod">
          <ac:chgData name="Scott Beckford" userId="97f88ce4-fa8b-4163-b87d-92edb22d088f" providerId="ADAL" clId="{ADC934EB-76DE-5A1C-92BA-F001C2335EFE}" dt="2026-04-27T15:37:34.032" v="19344" actId="20577"/>
          <ac:spMkLst>
            <pc:docMk/>
            <pc:sldMk cId="2479156540" sldId="281"/>
            <ac:spMk id="2" creationId="{3D268BF7-5EA0-5DAE-BD29-23FAE4C50889}"/>
          </ac:spMkLst>
        </pc:spChg>
        <pc:spChg chg="add mod">
          <ac:chgData name="Scott Beckford" userId="97f88ce4-fa8b-4163-b87d-92edb22d088f" providerId="ADAL" clId="{ADC934EB-76DE-5A1C-92BA-F001C2335EFE}" dt="2026-04-27T13:07:08.159" v="18364" actId="1076"/>
          <ac:spMkLst>
            <pc:docMk/>
            <pc:sldMk cId="2479156540" sldId="281"/>
            <ac:spMk id="5" creationId="{46473E31-9741-C35E-64B8-A8BE02A38A0F}"/>
          </ac:spMkLst>
        </pc:spChg>
      </pc:sldChg>
      <pc:sldChg chg="addSp delSp modSp add del mod modNotesTx">
        <pc:chgData name="Scott Beckford" userId="97f88ce4-fa8b-4163-b87d-92edb22d088f" providerId="ADAL" clId="{ADC934EB-76DE-5A1C-92BA-F001C2335EFE}" dt="2026-04-27T12:50:21.469" v="18335" actId="2696"/>
        <pc:sldMkLst>
          <pc:docMk/>
          <pc:sldMk cId="4288786786" sldId="281"/>
        </pc:sldMkLst>
        <pc:spChg chg="add mod">
          <ac:chgData name="Scott Beckford" userId="97f88ce4-fa8b-4163-b87d-92edb22d088f" providerId="ADAL" clId="{ADC934EB-76DE-5A1C-92BA-F001C2335EFE}" dt="2026-04-27T11:16:36.607" v="18334"/>
          <ac:spMkLst>
            <pc:docMk/>
            <pc:sldMk cId="4288786786" sldId="281"/>
            <ac:spMk id="2" creationId="{3D268BF7-5EA0-5DAE-BD29-23FAE4C50889}"/>
          </ac:spMkLst>
        </pc:spChg>
        <pc:spChg chg="mod">
          <ac:chgData name="Scott Beckford" userId="97f88ce4-fa8b-4163-b87d-92edb22d088f" providerId="ADAL" clId="{ADC934EB-76DE-5A1C-92BA-F001C2335EFE}" dt="2026-04-27T11:15:39.873" v="18329" actId="20577"/>
          <ac:spMkLst>
            <pc:docMk/>
            <pc:sldMk cId="4288786786" sldId="281"/>
            <ac:spMk id="4" creationId="{6BEED97F-C94A-BF71-E344-D8ED0CAF48C3}"/>
          </ac:spMkLst>
        </pc:spChg>
        <pc:graphicFrameChg chg="del">
          <ac:chgData name="Scott Beckford" userId="97f88ce4-fa8b-4163-b87d-92edb22d088f" providerId="ADAL" clId="{ADC934EB-76DE-5A1C-92BA-F001C2335EFE}" dt="2026-04-27T11:12:05.917" v="18286" actId="478"/>
          <ac:graphicFrameMkLst>
            <pc:docMk/>
            <pc:sldMk cId="4288786786" sldId="281"/>
            <ac:graphicFrameMk id="6" creationId="{8E9F2439-AB35-CC45-D172-A2DC5984EAA5}"/>
          </ac:graphicFrameMkLst>
        </pc:graphicFrameChg>
      </pc:sldChg>
      <pc:sldChg chg="addSp delSp modSp add mod modClrScheme chgLayout">
        <pc:chgData name="Scott Beckford" userId="97f88ce4-fa8b-4163-b87d-92edb22d088f" providerId="ADAL" clId="{ADC934EB-76DE-5A1C-92BA-F001C2335EFE}" dt="2026-04-23T08:20:02.236" v="6863" actId="790"/>
        <pc:sldMkLst>
          <pc:docMk/>
          <pc:sldMk cId="468791534" sldId="282"/>
        </pc:sldMkLst>
        <pc:spChg chg="mod ord">
          <ac:chgData name="Scott Beckford" userId="97f88ce4-fa8b-4163-b87d-92edb22d088f" providerId="ADAL" clId="{ADC934EB-76DE-5A1C-92BA-F001C2335EFE}" dt="2026-04-23T08:20:02.236" v="6863" actId="790"/>
          <ac:spMkLst>
            <pc:docMk/>
            <pc:sldMk cId="468791534" sldId="282"/>
            <ac:spMk id="3" creationId="{3087EE60-60F6-E329-E47E-7E19DE29C8C3}"/>
          </ac:spMkLst>
        </pc:spChg>
      </pc:sldChg>
      <pc:sldChg chg="addSp delSp modSp add mod modClrScheme chgLayout">
        <pc:chgData name="Scott Beckford" userId="97f88ce4-fa8b-4163-b87d-92edb22d088f" providerId="ADAL" clId="{ADC934EB-76DE-5A1C-92BA-F001C2335EFE}" dt="2026-04-23T08:26:15.187" v="6955" actId="20577"/>
        <pc:sldMkLst>
          <pc:docMk/>
          <pc:sldMk cId="4240702355" sldId="283"/>
        </pc:sldMkLst>
        <pc:spChg chg="mod ord">
          <ac:chgData name="Scott Beckford" userId="97f88ce4-fa8b-4163-b87d-92edb22d088f" providerId="ADAL" clId="{ADC934EB-76DE-5A1C-92BA-F001C2335EFE}" dt="2026-04-23T08:26:15.187" v="6955" actId="20577"/>
          <ac:spMkLst>
            <pc:docMk/>
            <pc:sldMk cId="4240702355" sldId="283"/>
            <ac:spMk id="3" creationId="{EAE1DFF3-C252-F86B-085F-D8DA7CDD85D1}"/>
          </ac:spMkLst>
        </pc:spChg>
      </pc:sldChg>
      <pc:sldChg chg="addSp delSp modSp mod">
        <pc:chgData name="Scott Beckford" userId="97f88ce4-fa8b-4163-b87d-92edb22d088f" providerId="ADAL" clId="{ADC934EB-76DE-5A1C-92BA-F001C2335EFE}" dt="2026-04-27T16:01:04.948" v="19496" actId="478"/>
        <pc:sldMkLst>
          <pc:docMk/>
          <pc:sldMk cId="954823635" sldId="284"/>
        </pc:sldMkLst>
        <pc:spChg chg="mod">
          <ac:chgData name="Scott Beckford" userId="97f88ce4-fa8b-4163-b87d-92edb22d088f" providerId="ADAL" clId="{ADC934EB-76DE-5A1C-92BA-F001C2335EFE}" dt="2026-04-27T10:10:21.381" v="17586" actId="5793"/>
          <ac:spMkLst>
            <pc:docMk/>
            <pc:sldMk cId="954823635" sldId="284"/>
            <ac:spMk id="2" creationId="{9DD41177-087D-60A0-513D-BBE5EB9888B9}"/>
          </ac:spMkLst>
        </pc:spChg>
        <pc:spChg chg="add mod">
          <ac:chgData name="Scott Beckford" userId="97f88ce4-fa8b-4163-b87d-92edb22d088f" providerId="ADAL" clId="{ADC934EB-76DE-5A1C-92BA-F001C2335EFE}" dt="2026-04-27T16:00:43.799" v="19494" actId="14100"/>
          <ac:spMkLst>
            <pc:docMk/>
            <pc:sldMk cId="954823635" sldId="284"/>
            <ac:spMk id="3" creationId="{355E9DC0-BA62-7390-EDB3-E1E988E4B416}"/>
          </ac:spMkLst>
        </pc:spChg>
        <pc:spChg chg="del mod">
          <ac:chgData name="Scott Beckford" userId="97f88ce4-fa8b-4163-b87d-92edb22d088f" providerId="ADAL" clId="{ADC934EB-76DE-5A1C-92BA-F001C2335EFE}" dt="2026-04-27T16:01:04.948" v="19496" actId="478"/>
          <ac:spMkLst>
            <pc:docMk/>
            <pc:sldMk cId="954823635" sldId="284"/>
            <ac:spMk id="10" creationId="{CAA67531-EB76-ADB7-7C5C-4A8985982112}"/>
          </ac:spMkLst>
        </pc:spChg>
      </pc:sldChg>
      <pc:sldChg chg="del">
        <pc:chgData name="Scott Beckford" userId="97f88ce4-fa8b-4163-b87d-92edb22d088f" providerId="ADAL" clId="{ADC934EB-76DE-5A1C-92BA-F001C2335EFE}" dt="2026-04-27T16:39:30.463" v="19967" actId="2696"/>
        <pc:sldMkLst>
          <pc:docMk/>
          <pc:sldMk cId="479837967" sldId="285"/>
        </pc:sldMkLst>
      </pc:sldChg>
      <pc:sldChg chg="add">
        <pc:chgData name="Scott Beckford" userId="97f88ce4-fa8b-4163-b87d-92edb22d088f" providerId="ADAL" clId="{ADC934EB-76DE-5A1C-92BA-F001C2335EFE}" dt="2026-04-27T16:39:36.052" v="19968"/>
        <pc:sldMkLst>
          <pc:docMk/>
          <pc:sldMk cId="4157715893" sldId="285"/>
        </pc:sldMkLst>
      </pc:sldChg>
      <pc:sldChg chg="addSp delSp modSp add mod modNotesTx">
        <pc:chgData name="Scott Beckford" userId="97f88ce4-fa8b-4163-b87d-92edb22d088f" providerId="ADAL" clId="{ADC934EB-76DE-5A1C-92BA-F001C2335EFE}" dt="2026-04-27T16:46:30.358" v="20148" actId="20577"/>
        <pc:sldMkLst>
          <pc:docMk/>
          <pc:sldMk cId="2120083384" sldId="287"/>
        </pc:sldMkLst>
        <pc:spChg chg="add del mod">
          <ac:chgData name="Scott Beckford" userId="97f88ce4-fa8b-4163-b87d-92edb22d088f" providerId="ADAL" clId="{ADC934EB-76DE-5A1C-92BA-F001C2335EFE}" dt="2026-04-27T16:45:00.556" v="20060" actId="478"/>
          <ac:spMkLst>
            <pc:docMk/>
            <pc:sldMk cId="2120083384" sldId="287"/>
            <ac:spMk id="3" creationId="{8CAE4CFC-D987-DF44-B97E-48C3AB5DD046}"/>
          </ac:spMkLst>
        </pc:spChg>
        <pc:picChg chg="mod">
          <ac:chgData name="Scott Beckford" userId="97f88ce4-fa8b-4163-b87d-92edb22d088f" providerId="ADAL" clId="{ADC934EB-76DE-5A1C-92BA-F001C2335EFE}" dt="2026-04-27T16:40:35.176" v="20032" actId="1076"/>
          <ac:picMkLst>
            <pc:docMk/>
            <pc:sldMk cId="2120083384" sldId="287"/>
            <ac:picMk id="15" creationId="{09FBF621-0746-1F50-D2C9-9E52A90CC3C5}"/>
          </ac:picMkLst>
        </pc:picChg>
      </pc:sldChg>
      <pc:sldChg chg="addSp delSp modSp del mod ord">
        <pc:chgData name="Scott Beckford" userId="97f88ce4-fa8b-4163-b87d-92edb22d088f" providerId="ADAL" clId="{ADC934EB-76DE-5A1C-92BA-F001C2335EFE}" dt="2026-04-27T12:50:21.469" v="18335" actId="2696"/>
        <pc:sldMkLst>
          <pc:docMk/>
          <pc:sldMk cId="3674622965" sldId="287"/>
        </pc:sldMkLst>
        <pc:spChg chg="mod">
          <ac:chgData name="Scott Beckford" userId="97f88ce4-fa8b-4163-b87d-92edb22d088f" providerId="ADAL" clId="{ADC934EB-76DE-5A1C-92BA-F001C2335EFE}" dt="2026-04-27T06:54:49.323" v="15506" actId="20577"/>
          <ac:spMkLst>
            <pc:docMk/>
            <pc:sldMk cId="3674622965" sldId="287"/>
            <ac:spMk id="4" creationId="{D88C413E-0629-D710-22BE-828ABD1A41F8}"/>
          </ac:spMkLst>
        </pc:spChg>
        <pc:spChg chg="del">
          <ac:chgData name="Scott Beckford" userId="97f88ce4-fa8b-4163-b87d-92edb22d088f" providerId="ADAL" clId="{ADC934EB-76DE-5A1C-92BA-F001C2335EFE}" dt="2026-04-27T06:44:53.529" v="15446" actId="478"/>
          <ac:spMkLst>
            <pc:docMk/>
            <pc:sldMk cId="3674622965" sldId="287"/>
            <ac:spMk id="5" creationId="{EE6B9C73-A484-DCE3-DA54-4512701DFCBB}"/>
          </ac:spMkLst>
        </pc:spChg>
        <pc:spChg chg="del">
          <ac:chgData name="Scott Beckford" userId="97f88ce4-fa8b-4163-b87d-92edb22d088f" providerId="ADAL" clId="{ADC934EB-76DE-5A1C-92BA-F001C2335EFE}" dt="2026-04-27T06:45:01.572" v="15447" actId="478"/>
          <ac:spMkLst>
            <pc:docMk/>
            <pc:sldMk cId="3674622965" sldId="287"/>
            <ac:spMk id="6" creationId="{72634ED8-9EA3-0B80-2DD0-0A297B80FC0B}"/>
          </ac:spMkLst>
        </pc:spChg>
        <pc:spChg chg="add mod">
          <ac:chgData name="Scott Beckford" userId="97f88ce4-fa8b-4163-b87d-92edb22d088f" providerId="ADAL" clId="{ADC934EB-76DE-5A1C-92BA-F001C2335EFE}" dt="2026-04-27T06:56:47.163" v="15549" actId="20577"/>
          <ac:spMkLst>
            <pc:docMk/>
            <pc:sldMk cId="3674622965" sldId="287"/>
            <ac:spMk id="19" creationId="{3E0B1E2B-85D9-27C0-0891-9CA9C6682543}"/>
          </ac:spMkLst>
        </pc:spChg>
        <pc:spChg chg="add mod">
          <ac:chgData name="Scott Beckford" userId="97f88ce4-fa8b-4163-b87d-92edb22d088f" providerId="ADAL" clId="{ADC934EB-76DE-5A1C-92BA-F001C2335EFE}" dt="2026-04-27T10:50:22.955" v="18268" actId="20577"/>
          <ac:spMkLst>
            <pc:docMk/>
            <pc:sldMk cId="3674622965" sldId="287"/>
            <ac:spMk id="20" creationId="{7F657538-129F-BFC3-9F02-1D044C2EC0D2}"/>
          </ac:spMkLst>
        </pc:spChg>
        <pc:graphicFrameChg chg="del mod modGraphic">
          <ac:chgData name="Scott Beckford" userId="97f88ce4-fa8b-4163-b87d-92edb22d088f" providerId="ADAL" clId="{ADC934EB-76DE-5A1C-92BA-F001C2335EFE}" dt="2026-04-27T06:44:50.144" v="15445" actId="478"/>
          <ac:graphicFrameMkLst>
            <pc:docMk/>
            <pc:sldMk cId="3674622965" sldId="287"/>
            <ac:graphicFrameMk id="3" creationId="{18937DF5-DD1F-DF1B-BEC8-C5F931E0328F}"/>
          </ac:graphicFrameMkLst>
        </pc:graphicFrameChg>
        <pc:picChg chg="mod">
          <ac:chgData name="Scott Beckford" userId="97f88ce4-fa8b-4163-b87d-92edb22d088f" providerId="ADAL" clId="{ADC934EB-76DE-5A1C-92BA-F001C2335EFE}" dt="2026-04-27T06:55:16.521" v="15512" actId="1076"/>
          <ac:picMkLst>
            <pc:docMk/>
            <pc:sldMk cId="3674622965" sldId="287"/>
            <ac:picMk id="7" creationId="{79F4CFD7-B204-5240-7756-C6AC34F26F61}"/>
          </ac:picMkLst>
        </pc:picChg>
        <pc:picChg chg="mod">
          <ac:chgData name="Scott Beckford" userId="97f88ce4-fa8b-4163-b87d-92edb22d088f" providerId="ADAL" clId="{ADC934EB-76DE-5A1C-92BA-F001C2335EFE}" dt="2026-04-27T06:55:16.521" v="15512" actId="1076"/>
          <ac:picMkLst>
            <pc:docMk/>
            <pc:sldMk cId="3674622965" sldId="287"/>
            <ac:picMk id="8" creationId="{2C6B9788-9302-00E2-D458-FC8EF1D06F59}"/>
          </ac:picMkLst>
        </pc:picChg>
        <pc:picChg chg="mod">
          <ac:chgData name="Scott Beckford" userId="97f88ce4-fa8b-4163-b87d-92edb22d088f" providerId="ADAL" clId="{ADC934EB-76DE-5A1C-92BA-F001C2335EFE}" dt="2026-04-27T06:55:16.521" v="15512" actId="1076"/>
          <ac:picMkLst>
            <pc:docMk/>
            <pc:sldMk cId="3674622965" sldId="287"/>
            <ac:picMk id="9" creationId="{7A145B94-D257-70F7-9930-826BDCCF7E78}"/>
          </ac:picMkLst>
        </pc:picChg>
        <pc:picChg chg="add mod">
          <ac:chgData name="Scott Beckford" userId="97f88ce4-fa8b-4163-b87d-92edb22d088f" providerId="ADAL" clId="{ADC934EB-76DE-5A1C-92BA-F001C2335EFE}" dt="2026-04-27T06:55:16.521" v="15512" actId="1076"/>
          <ac:picMkLst>
            <pc:docMk/>
            <pc:sldMk cId="3674622965" sldId="287"/>
            <ac:picMk id="11" creationId="{DA6421BC-2F82-2128-97D3-84DC3A147F50}"/>
          </ac:picMkLst>
        </pc:picChg>
        <pc:picChg chg="add del mod">
          <ac:chgData name="Scott Beckford" userId="97f88ce4-fa8b-4163-b87d-92edb22d088f" providerId="ADAL" clId="{ADC934EB-76DE-5A1C-92BA-F001C2335EFE}" dt="2026-04-27T06:53:46.940" v="15464" actId="478"/>
          <ac:picMkLst>
            <pc:docMk/>
            <pc:sldMk cId="3674622965" sldId="287"/>
            <ac:picMk id="13" creationId="{5340EC97-B8D2-DFE7-F9CA-937E2A1C6C9E}"/>
          </ac:picMkLst>
        </pc:picChg>
        <pc:picChg chg="add mod">
          <ac:chgData name="Scott Beckford" userId="97f88ce4-fa8b-4163-b87d-92edb22d088f" providerId="ADAL" clId="{ADC934EB-76DE-5A1C-92BA-F001C2335EFE}" dt="2026-04-27T06:58:01.559" v="15555" actId="1036"/>
          <ac:picMkLst>
            <pc:docMk/>
            <pc:sldMk cId="3674622965" sldId="287"/>
            <ac:picMk id="15" creationId="{09FBF621-0746-1F50-D2C9-9E52A90CC3C5}"/>
          </ac:picMkLst>
        </pc:picChg>
        <pc:picChg chg="add mod">
          <ac:chgData name="Scott Beckford" userId="97f88ce4-fa8b-4163-b87d-92edb22d088f" providerId="ADAL" clId="{ADC934EB-76DE-5A1C-92BA-F001C2335EFE}" dt="2026-04-27T06:57:50.491" v="15551" actId="1076"/>
          <ac:picMkLst>
            <pc:docMk/>
            <pc:sldMk cId="3674622965" sldId="287"/>
            <ac:picMk id="17" creationId="{99C88FC0-CFFE-5DAC-F7C6-67607CB2FC2F}"/>
          </ac:picMkLst>
        </pc:picChg>
      </pc:sldChg>
      <pc:sldChg chg="add modNotesTx">
        <pc:chgData name="Scott Beckford" userId="97f88ce4-fa8b-4163-b87d-92edb22d088f" providerId="ADAL" clId="{ADC934EB-76DE-5A1C-92BA-F001C2335EFE}" dt="2026-04-27T13:21:13.630" v="18556" actId="20577"/>
        <pc:sldMkLst>
          <pc:docMk/>
          <pc:sldMk cId="591297672" sldId="288"/>
        </pc:sldMkLst>
      </pc:sldChg>
      <pc:sldChg chg="addSp delSp modSp add del mod ord modNotesTx">
        <pc:chgData name="Scott Beckford" userId="97f88ce4-fa8b-4163-b87d-92edb22d088f" providerId="ADAL" clId="{ADC934EB-76DE-5A1C-92BA-F001C2335EFE}" dt="2026-04-27T12:50:21.469" v="18335" actId="2696"/>
        <pc:sldMkLst>
          <pc:docMk/>
          <pc:sldMk cId="3718290946" sldId="288"/>
        </pc:sldMkLst>
        <pc:spChg chg="add del mod">
          <ac:chgData name="Scott Beckford" userId="97f88ce4-fa8b-4163-b87d-92edb22d088f" providerId="ADAL" clId="{ADC934EB-76DE-5A1C-92BA-F001C2335EFE}" dt="2026-04-26T19:30:07.513" v="13061" actId="21"/>
          <ac:spMkLst>
            <pc:docMk/>
            <pc:sldMk cId="3718290946" sldId="288"/>
            <ac:spMk id="2" creationId="{938B3BAB-2AC0-4AF2-4545-254B8FAE5699}"/>
          </ac:spMkLst>
        </pc:spChg>
        <pc:graphicFrameChg chg="add mod modGraphic">
          <ac:chgData name="Scott Beckford" userId="97f88ce4-fa8b-4163-b87d-92edb22d088f" providerId="ADAL" clId="{ADC934EB-76DE-5A1C-92BA-F001C2335EFE}" dt="2026-04-27T10:43:58.219" v="18140" actId="14100"/>
          <ac:graphicFrameMkLst>
            <pc:docMk/>
            <pc:sldMk cId="3718290946" sldId="288"/>
            <ac:graphicFrameMk id="6" creationId="{DFEAFBD0-B91A-6083-759D-B32598539DD2}"/>
          </ac:graphicFrameMkLst>
        </pc:graphicFrameChg>
      </pc:sldChg>
      <pc:sldChg chg="addSp modSp mod">
        <pc:chgData name="Scott Beckford" userId="97f88ce4-fa8b-4163-b87d-92edb22d088f" providerId="ADAL" clId="{ADC934EB-76DE-5A1C-92BA-F001C2335EFE}" dt="2026-04-27T06:39:08.329" v="15432" actId="113"/>
        <pc:sldMkLst>
          <pc:docMk/>
          <pc:sldMk cId="1577834913" sldId="289"/>
        </pc:sldMkLst>
        <pc:spChg chg="mod">
          <ac:chgData name="Scott Beckford" userId="97f88ce4-fa8b-4163-b87d-92edb22d088f" providerId="ADAL" clId="{ADC934EB-76DE-5A1C-92BA-F001C2335EFE}" dt="2026-04-27T06:36:54.082" v="15420" actId="20577"/>
          <ac:spMkLst>
            <pc:docMk/>
            <pc:sldMk cId="1577834913" sldId="289"/>
            <ac:spMk id="2" creationId="{28465375-A961-7714-5956-809E3B8349E6}"/>
          </ac:spMkLst>
        </pc:spChg>
        <pc:spChg chg="mod">
          <ac:chgData name="Scott Beckford" userId="97f88ce4-fa8b-4163-b87d-92edb22d088f" providerId="ADAL" clId="{ADC934EB-76DE-5A1C-92BA-F001C2335EFE}" dt="2026-04-27T06:38:59.601" v="15430" actId="207"/>
          <ac:spMkLst>
            <pc:docMk/>
            <pc:sldMk cId="1577834913" sldId="289"/>
            <ac:spMk id="3" creationId="{7287083A-3D1B-3AEC-5195-8F741B868695}"/>
          </ac:spMkLst>
        </pc:spChg>
        <pc:spChg chg="add mod">
          <ac:chgData name="Scott Beckford" userId="97f88ce4-fa8b-4163-b87d-92edb22d088f" providerId="ADAL" clId="{ADC934EB-76DE-5A1C-92BA-F001C2335EFE}" dt="2026-04-27T06:39:08.329" v="15432" actId="113"/>
          <ac:spMkLst>
            <pc:docMk/>
            <pc:sldMk cId="1577834913" sldId="289"/>
            <ac:spMk id="5" creationId="{2AF60250-0142-6CC2-695C-4A421DD224E2}"/>
          </ac:spMkLst>
        </pc:spChg>
        <pc:spChg chg="add mod">
          <ac:chgData name="Scott Beckford" userId="97f88ce4-fa8b-4163-b87d-92edb22d088f" providerId="ADAL" clId="{ADC934EB-76DE-5A1C-92BA-F001C2335EFE}" dt="2026-04-27T06:39:06.139" v="15431" actId="113"/>
          <ac:spMkLst>
            <pc:docMk/>
            <pc:sldMk cId="1577834913" sldId="289"/>
            <ac:spMk id="6" creationId="{BD1B46FE-00D6-742A-5138-FFFD2C2F46C7}"/>
          </ac:spMkLst>
        </pc:spChg>
        <pc:spChg chg="add mod">
          <ac:chgData name="Scott Beckford" userId="97f88ce4-fa8b-4163-b87d-92edb22d088f" providerId="ADAL" clId="{ADC934EB-76DE-5A1C-92BA-F001C2335EFE}" dt="2026-04-27T06:37:04.624" v="15424" actId="1076"/>
          <ac:spMkLst>
            <pc:docMk/>
            <pc:sldMk cId="1577834913" sldId="289"/>
            <ac:spMk id="7" creationId="{8C45A2A6-DC41-3BFD-3266-08BFD54B8519}"/>
          </ac:spMkLst>
        </pc:spChg>
      </pc:sldChg>
      <pc:sldChg chg="add">
        <pc:chgData name="Scott Beckford" userId="97f88ce4-fa8b-4163-b87d-92edb22d088f" providerId="ADAL" clId="{ADC934EB-76DE-5A1C-92BA-F001C2335EFE}" dt="2026-04-27T16:39:36.052" v="19968"/>
        <pc:sldMkLst>
          <pc:docMk/>
          <pc:sldMk cId="2810822079" sldId="290"/>
        </pc:sldMkLst>
      </pc:sldChg>
      <pc:sldChg chg="del">
        <pc:chgData name="Scott Beckford" userId="97f88ce4-fa8b-4163-b87d-92edb22d088f" providerId="ADAL" clId="{ADC934EB-76DE-5A1C-92BA-F001C2335EFE}" dt="2026-04-27T16:39:30.463" v="19967" actId="2696"/>
        <pc:sldMkLst>
          <pc:docMk/>
          <pc:sldMk cId="2961218594" sldId="290"/>
        </pc:sldMkLst>
      </pc:sldChg>
      <pc:sldChg chg="addSp modSp mod modNotesTx">
        <pc:chgData name="Scott Beckford" userId="97f88ce4-fa8b-4163-b87d-92edb22d088f" providerId="ADAL" clId="{ADC934EB-76DE-5A1C-92BA-F001C2335EFE}" dt="2026-04-27T16:04:05.269" v="19571" actId="20577"/>
        <pc:sldMkLst>
          <pc:docMk/>
          <pc:sldMk cId="1620268937" sldId="291"/>
        </pc:sldMkLst>
        <pc:spChg chg="add mod">
          <ac:chgData name="Scott Beckford" userId="97f88ce4-fa8b-4163-b87d-92edb22d088f" providerId="ADAL" clId="{ADC934EB-76DE-5A1C-92BA-F001C2335EFE}" dt="2026-04-27T16:03:54.970" v="19559" actId="1076"/>
          <ac:spMkLst>
            <pc:docMk/>
            <pc:sldMk cId="1620268937" sldId="291"/>
            <ac:spMk id="2" creationId="{5C620994-5D2F-057D-5C92-7798232540DA}"/>
          </ac:spMkLst>
        </pc:spChg>
        <pc:spChg chg="mod">
          <ac:chgData name="Scott Beckford" userId="97f88ce4-fa8b-4163-b87d-92edb22d088f" providerId="ADAL" clId="{ADC934EB-76DE-5A1C-92BA-F001C2335EFE}" dt="2026-04-27T10:25:12.368" v="17729" actId="20577"/>
          <ac:spMkLst>
            <pc:docMk/>
            <pc:sldMk cId="1620268937" sldId="291"/>
            <ac:spMk id="3" creationId="{5DA39FDD-DFD1-4323-C6D1-CA1E2F708BB9}"/>
          </ac:spMkLst>
        </pc:spChg>
        <pc:spChg chg="add mod">
          <ac:chgData name="Scott Beckford" userId="97f88ce4-fa8b-4163-b87d-92edb22d088f" providerId="ADAL" clId="{ADC934EB-76DE-5A1C-92BA-F001C2335EFE}" dt="2026-04-27T16:04:05.269" v="19571" actId="20577"/>
          <ac:spMkLst>
            <pc:docMk/>
            <pc:sldMk cId="1620268937" sldId="291"/>
            <ac:spMk id="5" creationId="{9EAD076E-0BCE-A2B6-2A37-434025523F84}"/>
          </ac:spMkLst>
        </pc:spChg>
        <pc:spChg chg="mod">
          <ac:chgData name="Scott Beckford" userId="97f88ce4-fa8b-4163-b87d-92edb22d088f" providerId="ADAL" clId="{ADC934EB-76DE-5A1C-92BA-F001C2335EFE}" dt="2026-04-27T16:03:35.138" v="19501" actId="1076"/>
          <ac:spMkLst>
            <pc:docMk/>
            <pc:sldMk cId="1620268937" sldId="291"/>
            <ac:spMk id="7" creationId="{BF387EBF-88D2-082D-F0FD-9CA5ABC0F945}"/>
          </ac:spMkLst>
        </pc:spChg>
        <pc:spChg chg="mod">
          <ac:chgData name="Scott Beckford" userId="97f88ce4-fa8b-4163-b87d-92edb22d088f" providerId="ADAL" clId="{ADC934EB-76DE-5A1C-92BA-F001C2335EFE}" dt="2026-04-27T16:03:04.748" v="19499" actId="13926"/>
          <ac:spMkLst>
            <pc:docMk/>
            <pc:sldMk cId="1620268937" sldId="291"/>
            <ac:spMk id="8" creationId="{431BDF87-4EFA-497B-F5EA-F805C88273C2}"/>
          </ac:spMkLst>
        </pc:spChg>
      </pc:sldChg>
      <pc:sldChg chg="addSp modSp mod">
        <pc:chgData name="Scott Beckford" userId="97f88ce4-fa8b-4163-b87d-92edb22d088f" providerId="ADAL" clId="{ADC934EB-76DE-5A1C-92BA-F001C2335EFE}" dt="2026-04-27T15:03:03.696" v="19207" actId="20577"/>
        <pc:sldMkLst>
          <pc:docMk/>
          <pc:sldMk cId="1410413230" sldId="292"/>
        </pc:sldMkLst>
        <pc:spChg chg="add mod">
          <ac:chgData name="Scott Beckford" userId="97f88ce4-fa8b-4163-b87d-92edb22d088f" providerId="ADAL" clId="{ADC934EB-76DE-5A1C-92BA-F001C2335EFE}" dt="2026-04-27T15:02:58.165" v="19206" actId="1076"/>
          <ac:spMkLst>
            <pc:docMk/>
            <pc:sldMk cId="1410413230" sldId="292"/>
            <ac:spMk id="2" creationId="{C77ED39A-7E0C-39E3-FDBA-A3776383E8EC}"/>
          </ac:spMkLst>
        </pc:spChg>
        <pc:spChg chg="mod">
          <ac:chgData name="Scott Beckford" userId="97f88ce4-fa8b-4163-b87d-92edb22d088f" providerId="ADAL" clId="{ADC934EB-76DE-5A1C-92BA-F001C2335EFE}" dt="2026-04-27T15:03:03.696" v="19207" actId="20577"/>
          <ac:spMkLst>
            <pc:docMk/>
            <pc:sldMk cId="1410413230" sldId="292"/>
            <ac:spMk id="6" creationId="{EB7ADBED-5845-2955-16AA-D4BD4328EC82}"/>
          </ac:spMkLst>
        </pc:spChg>
      </pc:sldChg>
      <pc:sldChg chg="modSp mod">
        <pc:chgData name="Scott Beckford" userId="97f88ce4-fa8b-4163-b87d-92edb22d088f" providerId="ADAL" clId="{ADC934EB-76DE-5A1C-92BA-F001C2335EFE}" dt="2026-04-26T20:24:09.259" v="15136" actId="14100"/>
        <pc:sldMkLst>
          <pc:docMk/>
          <pc:sldMk cId="2246743065" sldId="293"/>
        </pc:sldMkLst>
        <pc:spChg chg="mod">
          <ac:chgData name="Scott Beckford" userId="97f88ce4-fa8b-4163-b87d-92edb22d088f" providerId="ADAL" clId="{ADC934EB-76DE-5A1C-92BA-F001C2335EFE}" dt="2026-04-26T20:24:09.259" v="15136" actId="14100"/>
          <ac:spMkLst>
            <pc:docMk/>
            <pc:sldMk cId="2246743065" sldId="293"/>
            <ac:spMk id="7" creationId="{61D5B0E8-340B-F60D-1B96-48C9715C90F0}"/>
          </ac:spMkLst>
        </pc:spChg>
      </pc:sldChg>
      <pc:sldChg chg="modSp mod">
        <pc:chgData name="Scott Beckford" userId="97f88ce4-fa8b-4163-b87d-92edb22d088f" providerId="ADAL" clId="{ADC934EB-76DE-5A1C-92BA-F001C2335EFE}" dt="2026-04-27T16:01:48.657" v="19497" actId="113"/>
        <pc:sldMkLst>
          <pc:docMk/>
          <pc:sldMk cId="1409610421" sldId="294"/>
        </pc:sldMkLst>
        <pc:spChg chg="mod">
          <ac:chgData name="Scott Beckford" userId="97f88ce4-fa8b-4163-b87d-92edb22d088f" providerId="ADAL" clId="{ADC934EB-76DE-5A1C-92BA-F001C2335EFE}" dt="2026-04-27T06:39:12.298" v="15433" actId="207"/>
          <ac:spMkLst>
            <pc:docMk/>
            <pc:sldMk cId="1409610421" sldId="294"/>
            <ac:spMk id="3" creationId="{288420F6-2CF7-6192-D8AC-10FE8CD409D9}"/>
          </ac:spMkLst>
        </pc:spChg>
        <pc:spChg chg="mod">
          <ac:chgData name="Scott Beckford" userId="97f88ce4-fa8b-4163-b87d-92edb22d088f" providerId="ADAL" clId="{ADC934EB-76DE-5A1C-92BA-F001C2335EFE}" dt="2026-04-27T16:01:48.657" v="19497" actId="113"/>
          <ac:spMkLst>
            <pc:docMk/>
            <pc:sldMk cId="1409610421" sldId="294"/>
            <ac:spMk id="5" creationId="{BB27D486-EEB8-337B-F048-236B1132F98B}"/>
          </ac:spMkLst>
        </pc:spChg>
      </pc:sldChg>
      <pc:sldChg chg="add">
        <pc:chgData name="Scott Beckford" userId="97f88ce4-fa8b-4163-b87d-92edb22d088f" providerId="ADAL" clId="{ADC934EB-76DE-5A1C-92BA-F001C2335EFE}" dt="2026-04-27T12:50:38.804" v="18336"/>
        <pc:sldMkLst>
          <pc:docMk/>
          <pc:sldMk cId="1422730784" sldId="295"/>
        </pc:sldMkLst>
      </pc:sldChg>
      <pc:sldChg chg="addSp delSp modSp add del mod modNotesTx">
        <pc:chgData name="Scott Beckford" userId="97f88ce4-fa8b-4163-b87d-92edb22d088f" providerId="ADAL" clId="{ADC934EB-76DE-5A1C-92BA-F001C2335EFE}" dt="2026-04-27T12:50:21.469" v="18335" actId="2696"/>
        <pc:sldMkLst>
          <pc:docMk/>
          <pc:sldMk cId="1667653451" sldId="295"/>
        </pc:sldMkLst>
        <pc:spChg chg="add del mod">
          <ac:chgData name="Scott Beckford" userId="97f88ce4-fa8b-4163-b87d-92edb22d088f" providerId="ADAL" clId="{ADC934EB-76DE-5A1C-92BA-F001C2335EFE}" dt="2026-04-26T19:33:15.329" v="13312" actId="478"/>
          <ac:spMkLst>
            <pc:docMk/>
            <pc:sldMk cId="1667653451" sldId="295"/>
            <ac:spMk id="3" creationId="{6F0FD861-0E2C-BC1B-A562-15FE39BC56AC}"/>
          </ac:spMkLst>
        </pc:spChg>
        <pc:spChg chg="add mod">
          <ac:chgData name="Scott Beckford" userId="97f88ce4-fa8b-4163-b87d-92edb22d088f" providerId="ADAL" clId="{ADC934EB-76DE-5A1C-92BA-F001C2335EFE}" dt="2026-04-27T10:41:36.035" v="18137" actId="20577"/>
          <ac:spMkLst>
            <pc:docMk/>
            <pc:sldMk cId="1667653451" sldId="295"/>
            <ac:spMk id="12" creationId="{7CB5F6D8-648A-4156-C69B-39B74037DA41}"/>
          </ac:spMkLst>
        </pc:spChg>
        <pc:graphicFrameChg chg="add mod modGraphic">
          <ac:chgData name="Scott Beckford" userId="97f88ce4-fa8b-4163-b87d-92edb22d088f" providerId="ADAL" clId="{ADC934EB-76DE-5A1C-92BA-F001C2335EFE}" dt="2026-04-27T07:53:50.558" v="16629" actId="20577"/>
          <ac:graphicFrameMkLst>
            <pc:docMk/>
            <pc:sldMk cId="1667653451" sldId="295"/>
            <ac:graphicFrameMk id="11" creationId="{7D185968-1A54-8C2D-927D-9A12172A4478}"/>
          </ac:graphicFrameMkLst>
        </pc:graphicFrameChg>
        <pc:graphicFrameChg chg="mod modGraphic">
          <ac:chgData name="Scott Beckford" userId="97f88ce4-fa8b-4163-b87d-92edb22d088f" providerId="ADAL" clId="{ADC934EB-76DE-5A1C-92BA-F001C2335EFE}" dt="2026-04-27T09:22:35.901" v="17014" actId="1076"/>
          <ac:graphicFrameMkLst>
            <pc:docMk/>
            <pc:sldMk cId="1667653451" sldId="295"/>
            <ac:graphicFrameMk id="14" creationId="{71B0B39C-FD8E-0726-75E0-155121932434}"/>
          </ac:graphicFrameMkLst>
        </pc:graphicFrameChg>
      </pc:sldChg>
      <pc:sldChg chg="add">
        <pc:chgData name="Scott Beckford" userId="97f88ce4-fa8b-4163-b87d-92edb22d088f" providerId="ADAL" clId="{ADC934EB-76DE-5A1C-92BA-F001C2335EFE}" dt="2026-04-27T12:50:53.116" v="18338"/>
        <pc:sldMkLst>
          <pc:docMk/>
          <pc:sldMk cId="1137281397" sldId="301"/>
        </pc:sldMkLst>
      </pc:sldChg>
      <pc:sldChg chg="modSp add del mod ord">
        <pc:chgData name="Scott Beckford" userId="97f88ce4-fa8b-4163-b87d-92edb22d088f" providerId="ADAL" clId="{ADC934EB-76DE-5A1C-92BA-F001C2335EFE}" dt="2026-04-27T12:50:43.317" v="18337" actId="2696"/>
        <pc:sldMkLst>
          <pc:docMk/>
          <pc:sldMk cId="3789706238" sldId="301"/>
        </pc:sldMkLst>
        <pc:spChg chg="mod">
          <ac:chgData name="Scott Beckford" userId="97f88ce4-fa8b-4163-b87d-92edb22d088f" providerId="ADAL" clId="{ADC934EB-76DE-5A1C-92BA-F001C2335EFE}" dt="2026-04-27T07:22:56.673" v="16509" actId="20577"/>
          <ac:spMkLst>
            <pc:docMk/>
            <pc:sldMk cId="3789706238" sldId="301"/>
            <ac:spMk id="3" creationId="{749F0B4D-AC38-D4C0-0BC7-83B67CEE33BF}"/>
          </ac:spMkLst>
        </pc:spChg>
      </pc:sldChg>
      <pc:sldChg chg="modSp mod">
        <pc:chgData name="Scott Beckford" userId="97f88ce4-fa8b-4163-b87d-92edb22d088f" providerId="ADAL" clId="{ADC934EB-76DE-5A1C-92BA-F001C2335EFE}" dt="2026-04-27T16:57:48.084" v="20189" actId="20577"/>
        <pc:sldMkLst>
          <pc:docMk/>
          <pc:sldMk cId="4040670394" sldId="302"/>
        </pc:sldMkLst>
        <pc:spChg chg="mod">
          <ac:chgData name="Scott Beckford" userId="97f88ce4-fa8b-4163-b87d-92edb22d088f" providerId="ADAL" clId="{ADC934EB-76DE-5A1C-92BA-F001C2335EFE}" dt="2026-04-27T16:57:48.084" v="20189" actId="20577"/>
          <ac:spMkLst>
            <pc:docMk/>
            <pc:sldMk cId="4040670394" sldId="302"/>
            <ac:spMk id="11" creationId="{6E400B12-FF8C-F04A-B5C7-080FDA4907C8}"/>
          </ac:spMkLst>
        </pc:spChg>
      </pc:sldChg>
      <pc:sldChg chg="modSp add mod ord">
        <pc:chgData name="Scott Beckford" userId="97f88ce4-fa8b-4163-b87d-92edb22d088f" providerId="ADAL" clId="{ADC934EB-76DE-5A1C-92BA-F001C2335EFE}" dt="2026-04-27T08:45:15.576" v="16934" actId="20578"/>
        <pc:sldMkLst>
          <pc:docMk/>
          <pc:sldMk cId="1615952839" sldId="304"/>
        </pc:sldMkLst>
        <pc:spChg chg="mod">
          <ac:chgData name="Scott Beckford" userId="97f88ce4-fa8b-4163-b87d-92edb22d088f" providerId="ADAL" clId="{ADC934EB-76DE-5A1C-92BA-F001C2335EFE}" dt="2026-04-27T08:45:13.136" v="16933" actId="20577"/>
          <ac:spMkLst>
            <pc:docMk/>
            <pc:sldMk cId="1615952839" sldId="304"/>
            <ac:spMk id="3" creationId="{FA7870AC-23F0-192E-2B91-603910DC24DD}"/>
          </ac:spMkLst>
        </pc:spChg>
      </pc:sldChg>
      <pc:sldChg chg="addSp modSp add mod ord">
        <pc:chgData name="Scott Beckford" userId="97f88ce4-fa8b-4163-b87d-92edb22d088f" providerId="ADAL" clId="{ADC934EB-76DE-5A1C-92BA-F001C2335EFE}" dt="2026-04-27T16:35:52.641" v="19966"/>
        <pc:sldMkLst>
          <pc:docMk/>
          <pc:sldMk cId="596335147" sldId="305"/>
        </pc:sldMkLst>
        <pc:spChg chg="add mod">
          <ac:chgData name="Scott Beckford" userId="97f88ce4-fa8b-4163-b87d-92edb22d088f" providerId="ADAL" clId="{ADC934EB-76DE-5A1C-92BA-F001C2335EFE}" dt="2026-04-27T16:24:40.473" v="19914" actId="1076"/>
          <ac:spMkLst>
            <pc:docMk/>
            <pc:sldMk cId="596335147" sldId="305"/>
            <ac:spMk id="2" creationId="{6ED77338-AB4C-8ECD-48A0-FFBF61D5F16C}"/>
          </ac:spMkLst>
        </pc:spChg>
        <pc:spChg chg="mod">
          <ac:chgData name="Scott Beckford" userId="97f88ce4-fa8b-4163-b87d-92edb22d088f" providerId="ADAL" clId="{ADC934EB-76DE-5A1C-92BA-F001C2335EFE}" dt="2026-04-27T13:20:21.929" v="18555" actId="20577"/>
          <ac:spMkLst>
            <pc:docMk/>
            <pc:sldMk cId="596335147" sldId="305"/>
            <ac:spMk id="3" creationId="{9CA53C44-4D1C-0E34-3406-515658603071}"/>
          </ac:spMkLst>
        </pc:spChg>
        <pc:spChg chg="mod">
          <ac:chgData name="Scott Beckford" userId="97f88ce4-fa8b-4163-b87d-92edb22d088f" providerId="ADAL" clId="{ADC934EB-76DE-5A1C-92BA-F001C2335EFE}" dt="2026-04-27T16:35:52.641" v="19966"/>
          <ac:spMkLst>
            <pc:docMk/>
            <pc:sldMk cId="596335147" sldId="305"/>
            <ac:spMk id="5" creationId="{D89F168F-B392-A9D8-EF61-832268E21853}"/>
          </ac:spMkLst>
        </pc:spChg>
      </pc:sldChg>
      <pc:sldChg chg="delSp modSp add mod ord">
        <pc:chgData name="Scott Beckford" userId="97f88ce4-fa8b-4163-b87d-92edb22d088f" providerId="ADAL" clId="{ADC934EB-76DE-5A1C-92BA-F001C2335EFE}" dt="2026-04-27T08:45:29.402" v="16952" actId="478"/>
        <pc:sldMkLst>
          <pc:docMk/>
          <pc:sldMk cId="4131245589" sldId="305"/>
        </pc:sldMkLst>
        <pc:spChg chg="del">
          <ac:chgData name="Scott Beckford" userId="97f88ce4-fa8b-4163-b87d-92edb22d088f" providerId="ADAL" clId="{ADC934EB-76DE-5A1C-92BA-F001C2335EFE}" dt="2026-04-27T08:45:23.589" v="16937" actId="478"/>
          <ac:spMkLst>
            <pc:docMk/>
            <pc:sldMk cId="4131245589" sldId="305"/>
            <ac:spMk id="3" creationId="{FA37285D-866E-CC7C-3938-BA275DC1DA10}"/>
          </ac:spMkLst>
        </pc:spChg>
        <pc:spChg chg="mod">
          <ac:chgData name="Scott Beckford" userId="97f88ce4-fa8b-4163-b87d-92edb22d088f" providerId="ADAL" clId="{ADC934EB-76DE-5A1C-92BA-F001C2335EFE}" dt="2026-04-27T08:45:27.706" v="16951" actId="20577"/>
          <ac:spMkLst>
            <pc:docMk/>
            <pc:sldMk cId="4131245589" sldId="305"/>
            <ac:spMk id="4" creationId="{CA9A45B4-015D-2B25-A434-758393EFC581}"/>
          </ac:spMkLst>
        </pc:spChg>
        <pc:picChg chg="del">
          <ac:chgData name="Scott Beckford" userId="97f88ce4-fa8b-4163-b87d-92edb22d088f" providerId="ADAL" clId="{ADC934EB-76DE-5A1C-92BA-F001C2335EFE}" dt="2026-04-27T08:45:24.276" v="16938" actId="478"/>
          <ac:picMkLst>
            <pc:docMk/>
            <pc:sldMk cId="4131245589" sldId="305"/>
            <ac:picMk id="5" creationId="{271F5898-7D78-5BA2-30BB-7FD314D8AEA7}"/>
          </ac:picMkLst>
        </pc:picChg>
        <pc:picChg chg="del">
          <ac:chgData name="Scott Beckford" userId="97f88ce4-fa8b-4163-b87d-92edb22d088f" providerId="ADAL" clId="{ADC934EB-76DE-5A1C-92BA-F001C2335EFE}" dt="2026-04-27T08:45:29.402" v="16952" actId="478"/>
          <ac:picMkLst>
            <pc:docMk/>
            <pc:sldMk cId="4131245589" sldId="305"/>
            <ac:picMk id="6" creationId="{79DDE720-FAC7-D4D7-3C29-FA1CE5A0CFCD}"/>
          </ac:picMkLst>
        </pc:picChg>
      </pc:sldChg>
      <pc:sldChg chg="modSp mod">
        <pc:chgData name="Scott Beckford" userId="97f88ce4-fa8b-4163-b87d-92edb22d088f" providerId="ADAL" clId="{ADC934EB-76DE-5A1C-92BA-F001C2335EFE}" dt="2026-04-27T16:59:03.903" v="20224" actId="20577"/>
        <pc:sldMkLst>
          <pc:docMk/>
          <pc:sldMk cId="1218766419" sldId="306"/>
        </pc:sldMkLst>
        <pc:spChg chg="mod">
          <ac:chgData name="Scott Beckford" userId="97f88ce4-fa8b-4163-b87d-92edb22d088f" providerId="ADAL" clId="{ADC934EB-76DE-5A1C-92BA-F001C2335EFE}" dt="2026-04-27T16:59:03.903" v="20224" actId="20577"/>
          <ac:spMkLst>
            <pc:docMk/>
            <pc:sldMk cId="1218766419" sldId="306"/>
            <ac:spMk id="43" creationId="{486D85FF-658C-A7D3-EAC2-E13611A603B5}"/>
          </ac:spMkLst>
        </pc:spChg>
      </pc:sldChg>
      <pc:sldChg chg="add">
        <pc:chgData name="Scott Beckford" userId="97f88ce4-fa8b-4163-b87d-92edb22d088f" providerId="ADAL" clId="{ADC934EB-76DE-5A1C-92BA-F001C2335EFE}" dt="2026-04-27T15:56:54.223" v="19416" actId="2890"/>
        <pc:sldMkLst>
          <pc:docMk/>
          <pc:sldMk cId="916069052" sldId="307"/>
        </pc:sldMkLst>
      </pc:sldChg>
      <pc:sldChg chg="add del">
        <pc:chgData name="Scott Beckford" userId="97f88ce4-fa8b-4163-b87d-92edb22d088f" providerId="ADAL" clId="{ADC934EB-76DE-5A1C-92BA-F001C2335EFE}" dt="2026-04-27T16:39:46.948" v="19970" actId="2890"/>
        <pc:sldMkLst>
          <pc:docMk/>
          <pc:sldMk cId="159122810" sldId="308"/>
        </pc:sldMkLst>
      </pc:sldChg>
      <pc:sldChg chg="modSp add mod ord">
        <pc:chgData name="Scott Beckford" userId="97f88ce4-fa8b-4163-b87d-92edb22d088f" providerId="ADAL" clId="{ADC934EB-76DE-5A1C-92BA-F001C2335EFE}" dt="2026-04-27T16:40:10.093" v="20030" actId="20577"/>
        <pc:sldMkLst>
          <pc:docMk/>
          <pc:sldMk cId="1070158909" sldId="308"/>
        </pc:sldMkLst>
        <pc:spChg chg="mod">
          <ac:chgData name="Scott Beckford" userId="97f88ce4-fa8b-4163-b87d-92edb22d088f" providerId="ADAL" clId="{ADC934EB-76DE-5A1C-92BA-F001C2335EFE}" dt="2026-04-27T16:40:01.834" v="19990" actId="20577"/>
          <ac:spMkLst>
            <pc:docMk/>
            <pc:sldMk cId="1070158909" sldId="308"/>
            <ac:spMk id="3" creationId="{4CE10743-6852-3CA9-3E51-3B81CC7E645F}"/>
          </ac:spMkLst>
        </pc:spChg>
        <pc:spChg chg="mod">
          <ac:chgData name="Scott Beckford" userId="97f88ce4-fa8b-4163-b87d-92edb22d088f" providerId="ADAL" clId="{ADC934EB-76DE-5A1C-92BA-F001C2335EFE}" dt="2026-04-27T16:40:10.093" v="20030" actId="20577"/>
          <ac:spMkLst>
            <pc:docMk/>
            <pc:sldMk cId="1070158909" sldId="308"/>
            <ac:spMk id="5" creationId="{C65C6A89-2329-3903-A6B3-4B14F337508D}"/>
          </ac:spMkLst>
        </pc:spChg>
      </pc:sldChg>
      <pc:sldChg chg="addSp delSp modSp add mod">
        <pc:chgData name="Scott Beckford" userId="97f88ce4-fa8b-4163-b87d-92edb22d088f" providerId="ADAL" clId="{ADC934EB-76DE-5A1C-92BA-F001C2335EFE}" dt="2026-04-27T16:42:16.541" v="20057" actId="14100"/>
        <pc:sldMkLst>
          <pc:docMk/>
          <pc:sldMk cId="2515668122" sldId="309"/>
        </pc:sldMkLst>
        <pc:spChg chg="del mod">
          <ac:chgData name="Scott Beckford" userId="97f88ce4-fa8b-4163-b87d-92edb22d088f" providerId="ADAL" clId="{ADC934EB-76DE-5A1C-92BA-F001C2335EFE}" dt="2026-04-27T16:40:51.835" v="20036" actId="478"/>
          <ac:spMkLst>
            <pc:docMk/>
            <pc:sldMk cId="2515668122" sldId="309"/>
            <ac:spMk id="3" creationId="{C70C7C5C-D8D2-9A8D-E2FE-3E193B4CEC3E}"/>
          </ac:spMkLst>
        </pc:spChg>
        <pc:spChg chg="del">
          <ac:chgData name="Scott Beckford" userId="97f88ce4-fa8b-4163-b87d-92edb22d088f" providerId="ADAL" clId="{ADC934EB-76DE-5A1C-92BA-F001C2335EFE}" dt="2026-04-27T16:40:53.782" v="20038" actId="478"/>
          <ac:spMkLst>
            <pc:docMk/>
            <pc:sldMk cId="2515668122" sldId="309"/>
            <ac:spMk id="20" creationId="{18EB4BA0-2058-70D1-F8BB-6410D2000F8B}"/>
          </ac:spMkLst>
        </pc:spChg>
        <pc:graphicFrameChg chg="add mod">
          <ac:chgData name="Scott Beckford" userId="97f88ce4-fa8b-4163-b87d-92edb22d088f" providerId="ADAL" clId="{ADC934EB-76DE-5A1C-92BA-F001C2335EFE}" dt="2026-04-27T16:41:06.220" v="20039"/>
          <ac:graphicFrameMkLst>
            <pc:docMk/>
            <pc:sldMk cId="2515668122" sldId="309"/>
            <ac:graphicFrameMk id="5" creationId="{96FD4E20-FDB8-FD4E-8ADF-8FF21976FF60}"/>
          </ac:graphicFrameMkLst>
        </pc:graphicFrameChg>
        <pc:graphicFrameChg chg="add mod modGraphic">
          <ac:chgData name="Scott Beckford" userId="97f88ce4-fa8b-4163-b87d-92edb22d088f" providerId="ADAL" clId="{ADC934EB-76DE-5A1C-92BA-F001C2335EFE}" dt="2026-04-27T16:42:16.541" v="20057" actId="14100"/>
          <ac:graphicFrameMkLst>
            <pc:docMk/>
            <pc:sldMk cId="2515668122" sldId="309"/>
            <ac:graphicFrameMk id="6" creationId="{F73416FA-7846-1EF1-264B-1844D92FE28D}"/>
          </ac:graphicFrameMkLst>
        </pc:graphicFrameChg>
        <pc:picChg chg="del">
          <ac:chgData name="Scott Beckford" userId="97f88ce4-fa8b-4163-b87d-92edb22d088f" providerId="ADAL" clId="{ADC934EB-76DE-5A1C-92BA-F001C2335EFE}" dt="2026-04-27T16:40:48.971" v="20034" actId="478"/>
          <ac:picMkLst>
            <pc:docMk/>
            <pc:sldMk cId="2515668122" sldId="309"/>
            <ac:picMk id="7" creationId="{A0A9FD0B-83AC-847C-BE8A-0B838E4315E7}"/>
          </ac:picMkLst>
        </pc:picChg>
        <pc:picChg chg="del">
          <ac:chgData name="Scott Beckford" userId="97f88ce4-fa8b-4163-b87d-92edb22d088f" providerId="ADAL" clId="{ADC934EB-76DE-5A1C-92BA-F001C2335EFE}" dt="2026-04-27T16:40:48.971" v="20034" actId="478"/>
          <ac:picMkLst>
            <pc:docMk/>
            <pc:sldMk cId="2515668122" sldId="309"/>
            <ac:picMk id="8" creationId="{2B6BB291-F87A-A5C3-1CC8-22F90100CD95}"/>
          </ac:picMkLst>
        </pc:picChg>
        <pc:picChg chg="del">
          <ac:chgData name="Scott Beckford" userId="97f88ce4-fa8b-4163-b87d-92edb22d088f" providerId="ADAL" clId="{ADC934EB-76DE-5A1C-92BA-F001C2335EFE}" dt="2026-04-27T16:40:48.971" v="20034" actId="478"/>
          <ac:picMkLst>
            <pc:docMk/>
            <pc:sldMk cId="2515668122" sldId="309"/>
            <ac:picMk id="9" creationId="{8A2B748D-4B94-27B6-2DF5-13E2F48AFF05}"/>
          </ac:picMkLst>
        </pc:picChg>
        <pc:picChg chg="del">
          <ac:chgData name="Scott Beckford" userId="97f88ce4-fa8b-4163-b87d-92edb22d088f" providerId="ADAL" clId="{ADC934EB-76DE-5A1C-92BA-F001C2335EFE}" dt="2026-04-27T16:40:48.971" v="20034" actId="478"/>
          <ac:picMkLst>
            <pc:docMk/>
            <pc:sldMk cId="2515668122" sldId="309"/>
            <ac:picMk id="11" creationId="{DC1EE262-2AFD-23C5-1C3B-EC04043789D8}"/>
          </ac:picMkLst>
        </pc:picChg>
        <pc:picChg chg="del">
          <ac:chgData name="Scott Beckford" userId="97f88ce4-fa8b-4163-b87d-92edb22d088f" providerId="ADAL" clId="{ADC934EB-76DE-5A1C-92BA-F001C2335EFE}" dt="2026-04-27T16:40:48.971" v="20034" actId="478"/>
          <ac:picMkLst>
            <pc:docMk/>
            <pc:sldMk cId="2515668122" sldId="309"/>
            <ac:picMk id="15" creationId="{5993E909-BA24-E56C-2047-912B9EA3B2F5}"/>
          </ac:picMkLst>
        </pc:picChg>
        <pc:picChg chg="del">
          <ac:chgData name="Scott Beckford" userId="97f88ce4-fa8b-4163-b87d-92edb22d088f" providerId="ADAL" clId="{ADC934EB-76DE-5A1C-92BA-F001C2335EFE}" dt="2026-04-27T16:40:52.867" v="20037" actId="478"/>
          <ac:picMkLst>
            <pc:docMk/>
            <pc:sldMk cId="2515668122" sldId="309"/>
            <ac:picMk id="17" creationId="{0FDB1312-657E-385A-B942-3D3B58AD47B2}"/>
          </ac:picMkLst>
        </pc:picChg>
      </pc:sldChg>
      <pc:sldChg chg="add">
        <pc:chgData name="Scott Beckford" userId="97f88ce4-fa8b-4163-b87d-92edb22d088f" providerId="ADAL" clId="{ADC934EB-76DE-5A1C-92BA-F001C2335EFE}" dt="2026-04-27T16:54:39.132" v="20185"/>
        <pc:sldMkLst>
          <pc:docMk/>
          <pc:sldMk cId="3813000102" sldId="310"/>
        </pc:sldMkLst>
      </pc:sldChg>
      <pc:sldChg chg="modNotesTx">
        <pc:chgData name="Scott Beckford" userId="97f88ce4-fa8b-4163-b87d-92edb22d088f" providerId="ADAL" clId="{ADC934EB-76DE-5A1C-92BA-F001C2335EFE}" dt="2026-04-27T09:58:45.034" v="17429" actId="20577"/>
        <pc:sldMkLst>
          <pc:docMk/>
          <pc:sldMk cId="2102493218" sldId="2147478929"/>
        </pc:sldMkLst>
      </pc:sldChg>
      <pc:sldChg chg="modSp mod">
        <pc:chgData name="Scott Beckford" userId="97f88ce4-fa8b-4163-b87d-92edb22d088f" providerId="ADAL" clId="{ADC934EB-76DE-5A1C-92BA-F001C2335EFE}" dt="2026-04-24T12:52:29.149" v="9332" actId="20577"/>
        <pc:sldMkLst>
          <pc:docMk/>
          <pc:sldMk cId="2997075761" sldId="2147483644"/>
        </pc:sldMkLst>
        <pc:spChg chg="mod">
          <ac:chgData name="Scott Beckford" userId="97f88ce4-fa8b-4163-b87d-92edb22d088f" providerId="ADAL" clId="{ADC934EB-76DE-5A1C-92BA-F001C2335EFE}" dt="2026-04-24T12:52:29.149" v="9332" actId="20577"/>
          <ac:spMkLst>
            <pc:docMk/>
            <pc:sldMk cId="2997075761" sldId="2147483644"/>
            <ac:spMk id="3" creationId="{05B76263-DCD2-0B78-B135-9C8C642516C8}"/>
          </ac:spMkLst>
        </pc:spChg>
      </pc:sldChg>
      <pc:sldChg chg="modSp add mod ord">
        <pc:chgData name="Scott Beckford" userId="97f88ce4-fa8b-4163-b87d-92edb22d088f" providerId="ADAL" clId="{ADC934EB-76DE-5A1C-92BA-F001C2335EFE}" dt="2026-04-27T06:31:57.501" v="15367" actId="20577"/>
        <pc:sldMkLst>
          <pc:docMk/>
          <pc:sldMk cId="3795709086" sldId="2147483647"/>
        </pc:sldMkLst>
        <pc:spChg chg="mod">
          <ac:chgData name="Scott Beckford" userId="97f88ce4-fa8b-4163-b87d-92edb22d088f" providerId="ADAL" clId="{ADC934EB-76DE-5A1C-92BA-F001C2335EFE}" dt="2026-04-27T06:31:57.501" v="15367" actId="20577"/>
          <ac:spMkLst>
            <pc:docMk/>
            <pc:sldMk cId="3795709086" sldId="2147483647"/>
            <ac:spMk id="3" creationId="{E0ED3138-C58B-9099-47A5-E29757C156E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A0C39B-B38C-4AAA-B27A-B351D17E9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458503-EC51-4570-9EFC-84D0DE753D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8552C3-53A9-4EAE-98D2-96F7E807C082}" type="datetimeFigureOut">
              <a:rPr lang="en-US" smtClean="0"/>
              <a:t>4/27/2026</a:t>
            </a:fld>
            <a:endParaRPr lang="en-US"/>
          </a:p>
        </p:txBody>
      </p:sp>
      <p:sp>
        <p:nvSpPr>
          <p:cNvPr id="4" name="Footer Placeholder 3">
            <a:extLst>
              <a:ext uri="{FF2B5EF4-FFF2-40B4-BE49-F238E27FC236}">
                <a16:creationId xmlns:a16="http://schemas.microsoft.com/office/drawing/2014/main" id="{CF9542E6-4148-41C6-8765-7774913CF9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0FD1801-DC87-4EE6-ADE9-B29C555E1D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FBD4D7-8404-432A-8B7A-5DDC046EC741}" type="slidenum">
              <a:rPr lang="en-US" smtClean="0"/>
              <a:t>‹#›</a:t>
            </a:fld>
            <a:endParaRPr lang="en-US"/>
          </a:p>
        </p:txBody>
      </p:sp>
    </p:spTree>
    <p:extLst>
      <p:ext uri="{BB962C8B-B14F-4D97-AF65-F5344CB8AC3E}">
        <p14:creationId xmlns:p14="http://schemas.microsoft.com/office/powerpoint/2010/main" val="3582771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1FFEF-7AA5-49AA-AC58-7D6786C64E8F}"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3F7EE4-7D84-4D77-B4B2-0C966043B366}" type="slidenum">
              <a:rPr lang="en-US" smtClean="0"/>
              <a:t>‹#›</a:t>
            </a:fld>
            <a:endParaRPr lang="en-US"/>
          </a:p>
        </p:txBody>
      </p:sp>
    </p:spTree>
    <p:extLst>
      <p:ext uri="{BB962C8B-B14F-4D97-AF65-F5344CB8AC3E}">
        <p14:creationId xmlns:p14="http://schemas.microsoft.com/office/powerpoint/2010/main" val="730966419"/>
      </p:ext>
    </p:extLst>
  </p:cSld>
  <p:clrMap bg1="lt1" tx1="dk1" bg2="lt2" tx2="dk2" accent1="accent1" accent2="accent2" accent3="accent3" accent4="accent4" accent5="accent5" accent6="accent6" hlink="hlink" folHlink="folHlink"/>
  <p:notesStyle>
    <a:lvl1pPr marL="0" algn="l" defTabSz="1828800" rtl="0" eaLnBrk="1" latinLnBrk="0" hangingPunct="1">
      <a:defRPr sz="2400" kern="1200">
        <a:solidFill>
          <a:schemeClr val="tx1"/>
        </a:solidFill>
        <a:latin typeface="+mn-lt"/>
        <a:ea typeface="+mn-ea"/>
        <a:cs typeface="+mn-cs"/>
      </a:defRPr>
    </a:lvl1pPr>
    <a:lvl2pPr marL="914400" algn="l" defTabSz="1828800" rtl="0" eaLnBrk="1" latinLnBrk="0" hangingPunct="1">
      <a:defRPr sz="2400" kern="1200">
        <a:solidFill>
          <a:schemeClr val="tx1"/>
        </a:solidFill>
        <a:latin typeface="+mn-lt"/>
        <a:ea typeface="+mn-ea"/>
        <a:cs typeface="+mn-cs"/>
      </a:defRPr>
    </a:lvl2pPr>
    <a:lvl3pPr marL="1828800" algn="l" defTabSz="1828800" rtl="0" eaLnBrk="1" latinLnBrk="0" hangingPunct="1">
      <a:defRPr sz="2400" kern="1200">
        <a:solidFill>
          <a:schemeClr val="tx1"/>
        </a:solidFill>
        <a:latin typeface="+mn-lt"/>
        <a:ea typeface="+mn-ea"/>
        <a:cs typeface="+mn-cs"/>
      </a:defRPr>
    </a:lvl3pPr>
    <a:lvl4pPr marL="2743200" algn="l" defTabSz="1828800" rtl="0" eaLnBrk="1" latinLnBrk="0" hangingPunct="1">
      <a:defRPr sz="2400" kern="1200">
        <a:solidFill>
          <a:schemeClr val="tx1"/>
        </a:solidFill>
        <a:latin typeface="+mn-lt"/>
        <a:ea typeface="+mn-ea"/>
        <a:cs typeface="+mn-cs"/>
      </a:defRPr>
    </a:lvl4pPr>
    <a:lvl5pPr marL="3657600" algn="l" defTabSz="1828800" rtl="0" eaLnBrk="1" latinLnBrk="0" hangingPunct="1">
      <a:defRPr sz="240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7.png"/><Relationship Id="rId4" Type="http://schemas.openxmlformats.org/officeDocument/2006/relationships/image" Target="../media/image4.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1.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8.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8.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svg"/><Relationship Id="rId3" Type="http://schemas.openxmlformats.org/officeDocument/2006/relationships/image" Target="../media/image2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2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4.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sv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 Id="rId3" Type="http://schemas.openxmlformats.org/officeDocument/2006/relationships/image" Target="../media/image2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sv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sv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png"/><Relationship Id="rId3" Type="http://schemas.openxmlformats.org/officeDocument/2006/relationships/image" Target="../media/image12.sv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7.png"/><Relationship Id="rId3" Type="http://schemas.openxmlformats.org/officeDocument/2006/relationships/image" Target="../media/image27.sv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9.png"/><Relationship Id="rId3" Type="http://schemas.openxmlformats.org/officeDocument/2006/relationships/image" Target="../media/image12.sv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png"/><Relationship Id="rId3" Type="http://schemas.openxmlformats.org/officeDocument/2006/relationships/image" Target="../media/image27.sv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7.svg"/><Relationship Id="rId3" Type="http://schemas.openxmlformats.org/officeDocument/2006/relationships/image" Target="../media/image21.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svg"/><Relationship Id="rId3" Type="http://schemas.openxmlformats.org/officeDocument/2006/relationships/image" Target="../media/image22.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2.sv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3.sv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6.png"/><Relationship Id="rId3" Type="http://schemas.openxmlformats.org/officeDocument/2006/relationships/image" Target="../media/image12.sv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7.png"/><Relationship Id="rId3" Type="http://schemas.openxmlformats.org/officeDocument/2006/relationships/image" Target="../media/image27.sv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9.png"/><Relationship Id="rId3" Type="http://schemas.openxmlformats.org/officeDocument/2006/relationships/image" Target="../media/image12.svg"/></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0.png"/><Relationship Id="rId3" Type="http://schemas.openxmlformats.org/officeDocument/2006/relationships/image" Target="../media/image18.sv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7.svg"/><Relationship Id="rId3" Type="http://schemas.openxmlformats.org/officeDocument/2006/relationships/image" Target="../media/image21.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2.svg"/><Relationship Id="rId3" Type="http://schemas.openxmlformats.org/officeDocument/2006/relationships/image" Target="../media/image22.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4.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4.svg"/></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4.svg"/></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38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3.xml"/><Relationship Id="rId3" Type="http://schemas.openxmlformats.org/officeDocument/2006/relationships/image" Target="../media/image11.svg"/></Relationships>
</file>

<file path=ppt/slideLayouts/_rels/slideLayout38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3.xml"/><Relationship Id="rId3"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72476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655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21079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94309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5550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95101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91257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549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492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59836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65323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03798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333644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70903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51906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425559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621391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1278694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12939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2EA0346-F25C-266C-9220-E0A94729862A}"/>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3"/>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799489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207817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8108864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0018233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811314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86256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405870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297963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742289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BA5F6E2-C36B-50E8-D29A-B716E4997AE7}"/>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17063310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Single Column - Simple">
  <p:cSld name="1_Single Column - Simple">
    <p:spTree>
      <p:nvGrpSpPr>
        <p:cNvPr id="1" name="Shape 190"/>
        <p:cNvGrpSpPr/>
        <p:nvPr/>
      </p:nvGrpSpPr>
      <p:grpSpPr>
        <a:xfrm>
          <a:off x="0" y="0"/>
          <a:ext cx="0" cy="0"/>
          <a:chOff x="0" y="0"/>
          <a:chExt cx="0" cy="0"/>
        </a:xfrm>
      </p:grpSpPr>
      <p:sp>
        <p:nvSpPr>
          <p:cNvPr id="191" name="Google Shape;191;p31"/>
          <p:cNvSpPr txBox="1">
            <a:spLocks noGrp="1"/>
          </p:cNvSpPr>
          <p:nvPr>
            <p:ph type="body" idx="1"/>
          </p:nvPr>
        </p:nvSpPr>
        <p:spPr>
          <a:xfrm>
            <a:off x="723900" y="2781301"/>
            <a:ext cx="22936200" cy="553998"/>
          </a:xfrm>
          <a:prstGeom prst="rect">
            <a:avLst/>
          </a:prstGeom>
          <a:noFill/>
          <a:ln>
            <a:noFill/>
          </a:ln>
        </p:spPr>
        <p:txBody>
          <a:bodyPr spcFirstLastPara="1" wrap="square" lIns="0" tIns="0" rIns="0" bIns="0" anchor="t" anchorCtr="0">
            <a:spAutoFit/>
          </a:bodyPr>
          <a:lstStyle>
            <a:lvl1pPr marL="914400" lvl="0" indent="-685800" algn="l">
              <a:lnSpc>
                <a:spcPct val="100000"/>
              </a:lnSpc>
              <a:spcBef>
                <a:spcPts val="0"/>
              </a:spcBef>
              <a:spcAft>
                <a:spcPts val="0"/>
              </a:spcAft>
              <a:buSzPts val="1800"/>
              <a:buChar char="•"/>
              <a:defRPr/>
            </a:lvl1pPr>
            <a:lvl2pPr marL="1828800" lvl="1" indent="-685800" algn="l">
              <a:lnSpc>
                <a:spcPct val="100000"/>
              </a:lnSpc>
              <a:spcBef>
                <a:spcPts val="1400"/>
              </a:spcBef>
              <a:spcAft>
                <a:spcPts val="0"/>
              </a:spcAft>
              <a:buSzPts val="1800"/>
              <a:buChar char="•"/>
              <a:defRPr/>
            </a:lvl2pPr>
            <a:lvl3pPr marL="2743200" lvl="2" indent="-685800" algn="l">
              <a:lnSpc>
                <a:spcPct val="100000"/>
              </a:lnSpc>
              <a:spcBef>
                <a:spcPts val="1400"/>
              </a:spcBef>
              <a:spcAft>
                <a:spcPts val="0"/>
              </a:spcAft>
              <a:buSzPts val="1800"/>
              <a:buChar char="•"/>
              <a:defRPr/>
            </a:lvl3pPr>
            <a:lvl4pPr marL="3657600" lvl="3" indent="-685800" algn="l">
              <a:lnSpc>
                <a:spcPct val="100000"/>
              </a:lnSpc>
              <a:spcBef>
                <a:spcPts val="1400"/>
              </a:spcBef>
              <a:spcAft>
                <a:spcPts val="0"/>
              </a:spcAft>
              <a:buSzPts val="1800"/>
              <a:buChar char="•"/>
              <a:defRPr/>
            </a:lvl4pPr>
            <a:lvl5pPr marL="4572000" lvl="4" indent="-685800" algn="l">
              <a:lnSpc>
                <a:spcPct val="100000"/>
              </a:lnSpc>
              <a:spcBef>
                <a:spcPts val="1400"/>
              </a:spcBef>
              <a:spcAft>
                <a:spcPts val="0"/>
              </a:spcAft>
              <a:buSzPts val="1800"/>
              <a:buChar char="•"/>
              <a:defRPr/>
            </a:lvl5pPr>
            <a:lvl6pPr marL="5486400" lvl="5" indent="-685800" algn="l">
              <a:lnSpc>
                <a:spcPct val="90000"/>
              </a:lnSpc>
              <a:spcBef>
                <a:spcPts val="1400"/>
              </a:spcBef>
              <a:spcAft>
                <a:spcPts val="0"/>
              </a:spcAft>
              <a:buClr>
                <a:schemeClr val="dk1"/>
              </a:buClr>
              <a:buSzPts val="1800"/>
              <a:buChar char="•"/>
              <a:defRPr/>
            </a:lvl6pPr>
            <a:lvl7pPr marL="6400800" lvl="6" indent="-685800" algn="l">
              <a:lnSpc>
                <a:spcPct val="90000"/>
              </a:lnSpc>
              <a:spcBef>
                <a:spcPts val="1000"/>
              </a:spcBef>
              <a:spcAft>
                <a:spcPts val="0"/>
              </a:spcAft>
              <a:buClr>
                <a:schemeClr val="dk1"/>
              </a:buClr>
              <a:buSzPts val="1800"/>
              <a:buChar char="•"/>
              <a:defRPr/>
            </a:lvl7pPr>
            <a:lvl8pPr marL="7315200" lvl="7" indent="-685800" algn="l">
              <a:lnSpc>
                <a:spcPct val="90000"/>
              </a:lnSpc>
              <a:spcBef>
                <a:spcPts val="1000"/>
              </a:spcBef>
              <a:spcAft>
                <a:spcPts val="0"/>
              </a:spcAft>
              <a:buClr>
                <a:schemeClr val="dk1"/>
              </a:buClr>
              <a:buSzPts val="1800"/>
              <a:buChar char="•"/>
              <a:defRPr/>
            </a:lvl8pPr>
            <a:lvl9pPr marL="8229600" lvl="8" indent="-685800" algn="l">
              <a:lnSpc>
                <a:spcPct val="90000"/>
              </a:lnSpc>
              <a:spcBef>
                <a:spcPts val="1000"/>
              </a:spcBef>
              <a:spcAft>
                <a:spcPts val="0"/>
              </a:spcAft>
              <a:buClr>
                <a:schemeClr val="dk1"/>
              </a:buClr>
              <a:buSzPts val="1800"/>
              <a:buChar char="•"/>
              <a:defRPr/>
            </a:lvl9pPr>
          </a:lstStyle>
          <a:p>
            <a:endParaRPr/>
          </a:p>
        </p:txBody>
      </p:sp>
      <p:sp>
        <p:nvSpPr>
          <p:cNvPr id="192" name="Google Shape;192;p31"/>
          <p:cNvSpPr txBox="1">
            <a:spLocks noGrp="1"/>
          </p:cNvSpPr>
          <p:nvPr>
            <p:ph type="title"/>
          </p:nvPr>
        </p:nvSpPr>
        <p:spPr>
          <a:xfrm>
            <a:off x="668992" y="537179"/>
            <a:ext cx="22991108" cy="1049518"/>
          </a:xfrm>
          <a:prstGeom prst="rect">
            <a:avLst/>
          </a:prstGeom>
          <a:noFill/>
          <a:ln>
            <a:noFill/>
          </a:ln>
        </p:spPr>
        <p:txBody>
          <a:bodyPr spcFirstLastPara="1" wrap="square" lIns="0" tIns="0" rIns="0" bIns="0" anchor="t" anchorCtr="0">
            <a:spAutoFit/>
          </a:bodyPr>
          <a:lstStyle>
            <a:lvl1pPr lvl="0" algn="l">
              <a:lnSpc>
                <a:spcPct val="11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31"/>
          <p:cNvSpPr txBox="1">
            <a:spLocks noGrp="1"/>
          </p:cNvSpPr>
          <p:nvPr>
            <p:ph type="ftr" idx="11"/>
          </p:nvPr>
        </p:nvSpPr>
        <p:spPr>
          <a:xfrm>
            <a:off x="13887450" y="13271500"/>
            <a:ext cx="8146364" cy="215444"/>
          </a:xfrm>
          <a:prstGeom prst="rect">
            <a:avLst/>
          </a:prstGeom>
          <a:noFill/>
          <a:ln>
            <a:noFill/>
          </a:ln>
        </p:spPr>
        <p:txBody>
          <a:bodyPr spcFirstLastPara="1" wrap="square" lIns="0" tIns="0" rIns="0" bIns="0" anchor="t" anchorCtr="0">
            <a:spAutoFit/>
          </a:bodyPr>
          <a:lstStyle>
            <a:lvl1pPr lvl="0" algn="r">
              <a:lnSpc>
                <a:spcPct val="100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4" name="Google Shape;194;p31"/>
          <p:cNvSpPr txBox="1">
            <a:spLocks noGrp="1"/>
          </p:cNvSpPr>
          <p:nvPr>
            <p:ph type="sldNum" idx="12"/>
          </p:nvPr>
        </p:nvSpPr>
        <p:spPr>
          <a:xfrm>
            <a:off x="22402802" y="13271500"/>
            <a:ext cx="1234804" cy="215444"/>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1pPr>
            <a:lvl2pPr marL="0" marR="0" lvl="1"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2pPr>
            <a:lvl3pPr marL="0" marR="0" lvl="2"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3pPr>
            <a:lvl4pPr marL="0" marR="0" lvl="3"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4pPr>
            <a:lvl5pPr marL="0" marR="0" lvl="4"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5pPr>
            <a:lvl6pPr marL="0" marR="0" lvl="5"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6pPr>
            <a:lvl7pPr marL="0" marR="0" lvl="6"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7pPr>
            <a:lvl8pPr marL="0" marR="0" lvl="7"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8pPr>
            <a:lvl9pPr marL="0" marR="0" lvl="8"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8366287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855822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411199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3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85802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088525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6920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301289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39068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150364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2_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27033620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402125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8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500450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3CEBEF5-5F64-D477-77CA-127C6A5E8558}"/>
              </a:ext>
            </a:extLst>
          </p:cNvPr>
          <p:cNvSpPr>
            <a:spLocks noGrp="1"/>
          </p:cNvSpPr>
          <p:nvPr>
            <p:ph type="ftr" sz="quarter" idx="10"/>
          </p:nvPr>
        </p:nvSpPr>
        <p:spPr/>
        <p:txBody>
          <a:bodyPr/>
          <a:lstStyle/>
          <a:p>
            <a:endParaRPr lang="en-US"/>
          </a:p>
        </p:txBody>
      </p:sp>
      <p:sp>
        <p:nvSpPr>
          <p:cNvPr id="3" name="Slide Number Placeholder 2">
            <a:extLst>
              <a:ext uri="{FF2B5EF4-FFF2-40B4-BE49-F238E27FC236}">
                <a16:creationId xmlns:a16="http://schemas.microsoft.com/office/drawing/2014/main" id="{28261476-9687-C505-0878-3971DD50217B}"/>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35622794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2293452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3601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910115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262723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32870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480255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7907928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9930909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770492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7231582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0813392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877128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944518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2007624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2776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584776"/>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650912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3"/>
            <a:ext cx="1716024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8211285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624971"/>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7"/>
            <a:ext cx="731520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3685032"/>
            <a:ext cx="5468112" cy="2339102"/>
          </a:xfrm>
          <a:prstGeom prst="rect">
            <a:avLst/>
          </a:prstGeo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1479446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4833410"/>
            <a:ext cx="17183100" cy="553998"/>
          </a:xfrm>
          <a:prstGeom prst="rect">
            <a:avLst/>
          </a:prstGeo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ktiv Grotesk" panose="020B0604020202020204" pitchFamily="34" charset="0"/>
              <a:buChar char="•"/>
              <a:defRPr>
                <a:solidFill>
                  <a:schemeClr val="bg1"/>
                </a:solidFill>
              </a:defRPr>
            </a:lvl1pPr>
            <a:lvl2pPr marL="1485900" indent="-571500">
              <a:buClr>
                <a:schemeClr val="bg1"/>
              </a:buClr>
              <a:buFont typeface="Aktiv Grotesk" panose="020B0604020202020204" pitchFamily="34" charset="0"/>
              <a:buChar char="•"/>
              <a:defRPr>
                <a:solidFill>
                  <a:schemeClr val="bg1"/>
                </a:solidFill>
              </a:defRPr>
            </a:lvl2pPr>
            <a:lvl3pPr marL="2400300" indent="-571500">
              <a:buClr>
                <a:schemeClr val="bg1"/>
              </a:buClr>
              <a:buFont typeface="Aktiv Grotesk" panose="020B0604020202020204" pitchFamily="34" charset="0"/>
              <a:buChar char="•"/>
              <a:defRPr>
                <a:solidFill>
                  <a:schemeClr val="bg1"/>
                </a:solidFill>
              </a:defRPr>
            </a:lvl3pPr>
            <a:lvl4pPr marL="3314700" indent="-571500">
              <a:buClr>
                <a:schemeClr val="bg1"/>
              </a:buClr>
              <a:buFont typeface="Aktiv Grotesk" panose="020B0604020202020204" pitchFamily="34" charset="0"/>
              <a:buChar char="•"/>
              <a:defRPr>
                <a:solidFill>
                  <a:schemeClr val="bg1"/>
                </a:solidFill>
              </a:defRPr>
            </a:lvl4pPr>
            <a:lvl5pPr marL="4229100" indent="-571500">
              <a:buClr>
                <a:schemeClr val="bg1"/>
              </a:buClr>
              <a:buFont typeface="Aktiv Grotesk"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256095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ktiv Grotesk" panose="020B0604020202020204" pitchFamily="34" charset="0"/>
              <a:buChar char="•"/>
              <a:defRPr>
                <a:solidFill>
                  <a:schemeClr val="bg1"/>
                </a:solidFill>
              </a:defRPr>
            </a:lvl1pPr>
            <a:lvl2pPr marL="1485900" indent="-571500">
              <a:buClr>
                <a:schemeClr val="bg1"/>
              </a:buClr>
              <a:buFont typeface="Aktiv Grotesk" panose="020B0604020202020204" pitchFamily="34" charset="0"/>
              <a:buChar char="•"/>
              <a:defRPr>
                <a:solidFill>
                  <a:schemeClr val="bg1"/>
                </a:solidFill>
              </a:defRPr>
            </a:lvl2pPr>
            <a:lvl3pPr marL="2400300" indent="-571500">
              <a:buClr>
                <a:schemeClr val="bg1"/>
              </a:buClr>
              <a:buFont typeface="Aktiv Grotesk" panose="020B0604020202020204" pitchFamily="34" charset="0"/>
              <a:buChar char="•"/>
              <a:defRPr>
                <a:solidFill>
                  <a:schemeClr val="bg1"/>
                </a:solidFill>
              </a:defRPr>
            </a:lvl3pPr>
            <a:lvl4pPr marL="3314700" indent="-571500">
              <a:buClr>
                <a:schemeClr val="bg1"/>
              </a:buClr>
              <a:buFont typeface="Aktiv Grotesk" panose="020B0604020202020204" pitchFamily="34" charset="0"/>
              <a:buChar char="•"/>
              <a:defRPr>
                <a:solidFill>
                  <a:schemeClr val="bg1"/>
                </a:solidFill>
              </a:defRPr>
            </a:lvl4pPr>
            <a:lvl5pPr marL="4229100" indent="-571500">
              <a:buClr>
                <a:schemeClr val="bg1"/>
              </a:buClr>
              <a:buFont typeface="Aktiv Grotesk"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9165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593051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p>
            <a:r>
              <a:rPr lang="en-US"/>
              <a:t>Click to edit Master title style</a:t>
            </a:r>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8798582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26350596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9943148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a:prstGeom prst="rect">
            <a:avLst/>
          </a:prstGeo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16E729CA-D7F7-9D4C-8995-BE11C5ADAE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71047956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6EC9CD29-2B0B-D84F-9F82-1452EF9A6C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102282216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4"/>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E2B02E0F-958B-D343-8575-8BC713243DC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934D70E-9CAD-904F-9B97-4F8F754E83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48BF7A79-7B50-4445-9318-39F0053D65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61889493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6"/>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4" name="Footer Placeholder 4">
            <a:extLst>
              <a:ext uri="{FF2B5EF4-FFF2-40B4-BE49-F238E27FC236}">
                <a16:creationId xmlns:a16="http://schemas.microsoft.com/office/drawing/2014/main" id="{17A9286D-8AD3-CB46-B613-DFA76629A0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BF77D4FD-4664-EC48-9279-63E7C134C6A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2" name="Graphic 11">
            <a:extLst>
              <a:ext uri="{FF2B5EF4-FFF2-40B4-BE49-F238E27FC236}">
                <a16:creationId xmlns:a16="http://schemas.microsoft.com/office/drawing/2014/main" id="{904AB782-EA23-4E4B-9915-D9A394CD6B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89185362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906472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80632"/>
          </a:xfrm>
          <a:prstGeom prst="rect">
            <a:avLst/>
          </a:prstGeo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41E3877-4B41-9F45-BD42-A1FE25C7E3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E9B603E0-8FA9-9847-B36F-F5BA639FA39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343FC31D-21A8-9944-9030-294192AB357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8242779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3"/>
            <a:ext cx="5202936" cy="2572435"/>
          </a:xfrm>
          <a:prstGeom prst="rect">
            <a:avLst/>
          </a:prstGeom>
        </p:spPr>
        <p:txBody>
          <a:bodyPr vert="horz" lIns="0" tIns="0" rIns="0" bIns="0" rtlCol="0">
            <a:sp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1928990"/>
          </a:xfrm>
          <a:prstGeom prst="rect">
            <a:avLst/>
          </a:prstGeom>
        </p:spPr>
        <p:txBody>
          <a:bodyPr lIns="0">
            <a:spAutoFit/>
          </a:bodyPr>
          <a:lstStyle>
            <a:lvl1pPr marL="0" indent="0">
              <a:buFont typeface="Aktiv Grotesk" panose="020B0604020202020204" pitchFamily="34" charset="0"/>
              <a:buNone/>
              <a:defRPr lang="en-US" sz="13400" kern="1200"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Callout slide</a:t>
            </a:r>
          </a:p>
        </p:txBody>
      </p:sp>
      <p:sp>
        <p:nvSpPr>
          <p:cNvPr id="11" name="Footer Placeholder 4">
            <a:extLst>
              <a:ext uri="{FF2B5EF4-FFF2-40B4-BE49-F238E27FC236}">
                <a16:creationId xmlns:a16="http://schemas.microsoft.com/office/drawing/2014/main" id="{9FD5F880-4836-C449-9783-CE04F8417CA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A2F629D-4995-C54F-9A64-51737169A442}"/>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E4CAF95C-E5AE-C248-B874-0BFED819A78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408392511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3"/>
            <a:ext cx="5238750" cy="2640722"/>
          </a:xfrm>
          <a:prstGeom prst="rect">
            <a:avLst/>
          </a:prstGeom>
        </p:spPr>
        <p:txBody>
          <a:bodyPr lIns="0">
            <a:spAutoFit/>
          </a:bodyPr>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3"/>
            <a:ext cx="17192098" cy="1928990"/>
          </a:xfrm>
          <a:prstGeom prst="rect">
            <a:avLst/>
          </a:prstGeom>
          <a:ln w="12700">
            <a:noFill/>
          </a:ln>
        </p:spPr>
        <p:txBody>
          <a:bodyPr vert="horz" lIns="0" tIns="0" rIns="0" bIns="0" rtlCol="0" anchor="t" anchorCtr="0">
            <a:spAutoFit/>
          </a:bodyPr>
          <a:lstStyle>
            <a:lvl1pPr marL="0" indent="0">
              <a:buNone/>
              <a:defRPr lang="en-US" sz="13400" i="1"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553998"/>
          </a:xfrm>
          <a:prstGeom prst="rect">
            <a:avLst/>
          </a:prstGeom>
        </p:spPr>
        <p:txBody>
          <a:bodyPr vert="horz" lIns="0" tIns="0" rIns="0" bIns="0" rtlCol="0">
            <a:spAutoFit/>
          </a:bodyPr>
          <a:lstStyle>
            <a:lvl1pPr marL="0" indent="0">
              <a:buNone/>
              <a:defRPr lang="en-US" sz="3600" smtClean="0">
                <a:solidFill>
                  <a:schemeClr val="bg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Graphic 8">
            <a:extLst>
              <a:ext uri="{FF2B5EF4-FFF2-40B4-BE49-F238E27FC236}">
                <a16:creationId xmlns:a16="http://schemas.microsoft.com/office/drawing/2014/main" id="{B8B09FA7-0368-CA42-9C8A-2E48C9D933B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336C8641-33A4-5C4F-9DA7-173CE0A509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4536EE17-66CB-DB42-BBD8-8F288A5837A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8250370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2F422BAE-8942-5945-8107-A11B1B5BB16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9117891-6452-0048-963A-6E5C5F95F90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9" name="Text Placeholder 6">
            <a:extLst>
              <a:ext uri="{FF2B5EF4-FFF2-40B4-BE49-F238E27FC236}">
                <a16:creationId xmlns:a16="http://schemas.microsoft.com/office/drawing/2014/main" id="{FD62A0E5-A248-554A-A834-720A8AF128B8}"/>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346141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Image Slide - case study">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7C7733D8-84F1-0447-9A12-FCC275403537}"/>
              </a:ext>
            </a:extLst>
          </p:cNvPr>
          <p:cNvSpPr>
            <a:spLocks noGrp="1"/>
          </p:cNvSpPr>
          <p:nvPr>
            <p:ph type="pic" sz="quarter" idx="18" hasCustomPrompt="1"/>
          </p:nvPr>
        </p:nvSpPr>
        <p:spPr>
          <a:xfrm>
            <a:off x="14538706" y="0"/>
            <a:ext cx="9838944" cy="553998"/>
          </a:xfrm>
          <a:prstGeom prst="rect">
            <a:avLst/>
          </a:prstGeom>
        </p:spPr>
        <p:txBody>
          <a:bodyPr/>
          <a:lstStyle>
            <a:lvl1pPr marL="0" marR="0" indent="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None/>
              <a:tabLst/>
              <a:defRPr/>
            </a:lvl1pPr>
          </a:lstStyle>
          <a:p>
            <a:pPr marL="285750" marR="0" lvl="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pPr>
            <a:r>
              <a:rPr lang="en-US"/>
              <a:t>Image Size: 5.38” x 7.5”</a:t>
            </a:r>
          </a:p>
        </p:txBody>
      </p:sp>
      <p:sp>
        <p:nvSpPr>
          <p:cNvPr id="9" name="Picture Placeholder 8">
            <a:extLst>
              <a:ext uri="{FF2B5EF4-FFF2-40B4-BE49-F238E27FC236}">
                <a16:creationId xmlns:a16="http://schemas.microsoft.com/office/drawing/2014/main" id="{F8BB2227-3D4D-4CC6-A74E-E59F4C42E1E7}"/>
              </a:ext>
            </a:extLst>
          </p:cNvPr>
          <p:cNvSpPr>
            <a:spLocks noGrp="1"/>
          </p:cNvSpPr>
          <p:nvPr>
            <p:ph type="pic" sz="quarter" idx="17" hasCustomPrompt="1"/>
          </p:nvPr>
        </p:nvSpPr>
        <p:spPr>
          <a:xfrm>
            <a:off x="10659995" y="12497521"/>
            <a:ext cx="3333750" cy="553998"/>
          </a:xfrm>
          <a:prstGeom prst="rect">
            <a:avLst/>
          </a:prstGeom>
        </p:spPr>
        <p:txBody>
          <a:bodyPr anchor="ctr" anchorCtr="0"/>
          <a:lstStyle>
            <a:lvl1pPr marL="0" indent="0" algn="ctr">
              <a:buNone/>
              <a:defRPr b="0">
                <a:solidFill>
                  <a:schemeClr val="tx1"/>
                </a:solidFill>
                <a:highlight>
                  <a:srgbClr val="FFFF00"/>
                </a:highlight>
              </a:defRPr>
            </a:lvl1pPr>
          </a:lstStyle>
          <a:p>
            <a:r>
              <a:rPr lang="en-US"/>
              <a:t>LOGO</a:t>
            </a:r>
          </a:p>
        </p:txBody>
      </p:sp>
      <p:pic>
        <p:nvPicPr>
          <p:cNvPr id="5" name="Graphic 4">
            <a:extLst>
              <a:ext uri="{FF2B5EF4-FFF2-40B4-BE49-F238E27FC236}">
                <a16:creationId xmlns:a16="http://schemas.microsoft.com/office/drawing/2014/main" id="{A69AB107-F3A5-DE49-9656-1D28E392B3E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3010714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2" name="Graphic 11">
            <a:extLst>
              <a:ext uri="{FF2B5EF4-FFF2-40B4-BE49-F238E27FC236}">
                <a16:creationId xmlns:a16="http://schemas.microsoft.com/office/drawing/2014/main" id="{855C35C3-B5B3-484A-A7C7-CDC7F3EAC5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C71E9504-2C71-DF49-8C52-11EB893E693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67AAD467-AB33-084D-85C9-C24EC0BEEE68}"/>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3" name="Text Placeholder 6">
            <a:extLst>
              <a:ext uri="{FF2B5EF4-FFF2-40B4-BE49-F238E27FC236}">
                <a16:creationId xmlns:a16="http://schemas.microsoft.com/office/drawing/2014/main" id="{B48B9AFD-8D2A-7742-85F5-9C9AA8908214}"/>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184089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Graphic 10">
            <a:extLst>
              <a:ext uri="{FF2B5EF4-FFF2-40B4-BE49-F238E27FC236}">
                <a16:creationId xmlns:a16="http://schemas.microsoft.com/office/drawing/2014/main" id="{85D6DF84-7473-9D43-9A0F-FDEC904115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48748410-6EFE-A249-927D-70B7A0DF1CE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9FF8626B-572A-5841-BDEC-6538B51FA2A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4523916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matchingName="Title">
  <p:cSld name="Title">
    <p:bg>
      <p:bgPr>
        <a:solidFill>
          <a:schemeClr val="lt1"/>
        </a:solidFill>
        <a:effectLst/>
      </p:bgPr>
    </p:bg>
    <p:spTree>
      <p:nvGrpSpPr>
        <p:cNvPr id="1" name="Shape 13"/>
        <p:cNvGrpSpPr/>
        <p:nvPr/>
      </p:nvGrpSpPr>
      <p:grpSpPr>
        <a:xfrm>
          <a:off x="0" y="0"/>
          <a:ext cx="0" cy="0"/>
          <a:chOff x="0" y="0"/>
          <a:chExt cx="0" cy="0"/>
        </a:xfrm>
      </p:grpSpPr>
      <p:pic>
        <p:nvPicPr>
          <p:cNvPr id="14" name="Google Shape;14;p12"/>
          <p:cNvPicPr preferRelativeResize="0"/>
          <p:nvPr/>
        </p:nvPicPr>
        <p:blipFill rotWithShape="1">
          <a:blip r:embed="rId2">
            <a:alphaModFix/>
          </a:blip>
          <a:srcRect/>
          <a:stretch/>
        </p:blipFill>
        <p:spPr>
          <a:xfrm>
            <a:off x="1099629" y="11937201"/>
            <a:ext cx="4304950" cy="1334534"/>
          </a:xfrm>
          <a:prstGeom prst="rect">
            <a:avLst/>
          </a:prstGeom>
          <a:noFill/>
          <a:ln>
            <a:noFill/>
          </a:ln>
        </p:spPr>
      </p:pic>
      <p:sp>
        <p:nvSpPr>
          <p:cNvPr id="15" name="Google Shape;15;p12"/>
          <p:cNvSpPr txBox="1">
            <a:spLocks noGrp="1"/>
          </p:cNvSpPr>
          <p:nvPr>
            <p:ph type="body" idx="1"/>
          </p:nvPr>
        </p:nvSpPr>
        <p:spPr>
          <a:xfrm>
            <a:off x="1101601" y="9020336"/>
            <a:ext cx="11088118" cy="507831"/>
          </a:xfrm>
          <a:prstGeom prst="rect">
            <a:avLst/>
          </a:prstGeom>
          <a:noFill/>
          <a:ln>
            <a:noFill/>
          </a:ln>
        </p:spPr>
        <p:txBody>
          <a:bodyPr spcFirstLastPara="1" wrap="square" lIns="0" tIns="0" rIns="0" bIns="0" anchor="t" anchorCtr="0">
            <a:spAutoFit/>
          </a:bodyPr>
          <a:lstStyle>
            <a:lvl1pPr marL="914400" lvl="0" indent="-635000" algn="l">
              <a:lnSpc>
                <a:spcPct val="100000"/>
              </a:lnSpc>
              <a:spcBef>
                <a:spcPts val="600"/>
              </a:spcBef>
              <a:spcAft>
                <a:spcPts val="0"/>
              </a:spcAft>
              <a:buClr>
                <a:schemeClr val="dk1"/>
              </a:buClr>
              <a:buSzPts val="1400"/>
              <a:buChar char="​"/>
              <a:defRPr sz="2800"/>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
        <p:nvSpPr>
          <p:cNvPr id="16" name="Google Shape;16;p12"/>
          <p:cNvSpPr txBox="1">
            <a:spLocks noGrp="1"/>
          </p:cNvSpPr>
          <p:nvPr>
            <p:ph type="subTitle" idx="2"/>
          </p:nvPr>
        </p:nvSpPr>
        <p:spPr>
          <a:xfrm>
            <a:off x="1103883" y="8185119"/>
            <a:ext cx="11088118" cy="692497"/>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dk1"/>
              </a:buClr>
              <a:buSzPts val="2000"/>
              <a:buChar char="​"/>
              <a:defRPr sz="4000"/>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17" name="Google Shape;17;p12"/>
          <p:cNvSpPr txBox="1">
            <a:spLocks noGrp="1"/>
          </p:cNvSpPr>
          <p:nvPr>
            <p:ph type="title"/>
          </p:nvPr>
        </p:nvSpPr>
        <p:spPr>
          <a:xfrm>
            <a:off x="1103883" y="6588810"/>
            <a:ext cx="11088118" cy="1354217"/>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400"/>
              <a:buFont typeface="Aktiv Grotesk"/>
              <a:buNone/>
              <a:defRPr sz="8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8" name="Google Shape;18;p12"/>
          <p:cNvPicPr preferRelativeResize="0"/>
          <p:nvPr/>
        </p:nvPicPr>
        <p:blipFill rotWithShape="1">
          <a:blip r:embed="rId3">
            <a:alphaModFix/>
          </a:blip>
          <a:srcRect/>
          <a:stretch/>
        </p:blipFill>
        <p:spPr>
          <a:xfrm>
            <a:off x="13457730" y="0"/>
            <a:ext cx="9822388" cy="13716000"/>
          </a:xfrm>
          <a:prstGeom prst="rect">
            <a:avLst/>
          </a:prstGeom>
          <a:noFill/>
          <a:ln>
            <a:noFill/>
          </a:ln>
        </p:spPr>
      </p:pic>
    </p:spTree>
    <p:extLst>
      <p:ext uri="{BB962C8B-B14F-4D97-AF65-F5344CB8AC3E}">
        <p14:creationId xmlns:p14="http://schemas.microsoft.com/office/powerpoint/2010/main" val="16574942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1_Default">
  <p:cSld name="1_Default">
    <p:spTree>
      <p:nvGrpSpPr>
        <p:cNvPr id="1" name="Shape 24"/>
        <p:cNvGrpSpPr/>
        <p:nvPr/>
      </p:nvGrpSpPr>
      <p:grpSpPr>
        <a:xfrm>
          <a:off x="0" y="0"/>
          <a:ext cx="0" cy="0"/>
          <a:chOff x="0" y="0"/>
          <a:chExt cx="0" cy="0"/>
        </a:xfrm>
      </p:grpSpPr>
      <p:sp>
        <p:nvSpPr>
          <p:cNvPr id="25" name="Google Shape;25;p34"/>
          <p:cNvSpPr/>
          <p:nvPr/>
        </p:nvSpPr>
        <p:spPr>
          <a:xfrm>
            <a:off x="0" y="0"/>
            <a:ext cx="24384000" cy="13716000"/>
          </a:xfrm>
          <a:prstGeom prst="rect">
            <a:avLst/>
          </a:prstGeom>
          <a:gradFill>
            <a:gsLst>
              <a:gs pos="0">
                <a:srgbClr val="C50034"/>
              </a:gs>
              <a:gs pos="100000">
                <a:srgbClr val="8B0084">
                  <a:alpha val="84313"/>
                </a:srgbClr>
              </a:gs>
            </a:gsLst>
            <a:lin ang="3000000" scaled="0"/>
          </a:gradFill>
          <a:ln>
            <a:noFill/>
          </a:ln>
        </p:spPr>
        <p:txBody>
          <a:bodyPr spcFirstLastPara="1" wrap="square" lIns="182850" tIns="91400" rIns="182850" bIns="91400" anchor="ctr" anchorCtr="0">
            <a:noAutofit/>
          </a:bodyPr>
          <a:lstStyle/>
          <a:p>
            <a:pPr marL="0" marR="0" lvl="0" indent="0" algn="ctr" rtl="0">
              <a:lnSpc>
                <a:spcPct val="100000"/>
              </a:lnSpc>
              <a:spcBef>
                <a:spcPts val="0"/>
              </a:spcBef>
              <a:spcAft>
                <a:spcPts val="0"/>
              </a:spcAft>
              <a:buClr>
                <a:schemeClr val="lt1"/>
              </a:buClr>
              <a:buSzPts val="1500"/>
              <a:buFont typeface="Aktiv Grotesk"/>
              <a:buNone/>
            </a:pPr>
            <a:endParaRPr sz="3000" b="1" i="0" u="none" strike="noStrike" cap="none">
              <a:solidFill>
                <a:srgbClr val="FFFFFF"/>
              </a:solidFill>
              <a:latin typeface="Aktiv Grotesk"/>
              <a:ea typeface="Aktiv Grotesk"/>
              <a:cs typeface="Aktiv Grotesk"/>
              <a:sym typeface="Aktiv Grotesk"/>
            </a:endParaRPr>
          </a:p>
        </p:txBody>
      </p:sp>
      <p:sp>
        <p:nvSpPr>
          <p:cNvPr id="26" name="Google Shape;26;p34"/>
          <p:cNvSpPr/>
          <p:nvPr/>
        </p:nvSpPr>
        <p:spPr>
          <a:xfrm>
            <a:off x="1107944" y="12931792"/>
            <a:ext cx="2192448" cy="436740"/>
          </a:xfrm>
          <a:custGeom>
            <a:avLst/>
            <a:gdLst/>
            <a:ahLst/>
            <a:cxnLst/>
            <a:rect l="l" t="t" r="r" b="b"/>
            <a:pathLst>
              <a:path w="5691" h="1139" extrusionOk="0">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lt1"/>
          </a:solidFill>
          <a:ln>
            <a:noFill/>
          </a:ln>
        </p:spPr>
        <p:txBody>
          <a:bodyPr spcFirstLastPara="1" wrap="square" lIns="182800" tIns="91400" rIns="182800" bIns="91400" anchor="t" anchorCtr="0">
            <a:noAutofit/>
          </a:bodyPr>
          <a:lstStyle/>
          <a:p>
            <a:pPr marL="0" marR="0" lvl="0" indent="0" algn="l" rtl="0">
              <a:lnSpc>
                <a:spcPct val="100000"/>
              </a:lnSpc>
              <a:spcBef>
                <a:spcPts val="0"/>
              </a:spcBef>
              <a:spcAft>
                <a:spcPts val="0"/>
              </a:spcAft>
              <a:buClr>
                <a:srgbClr val="000000"/>
              </a:buClr>
              <a:buSzPts val="450"/>
              <a:buFont typeface="Aktiv Grotesk"/>
              <a:buNone/>
            </a:pPr>
            <a:endParaRPr sz="1800" b="0" i="0" u="none" strike="noStrike" cap="none">
              <a:solidFill>
                <a:schemeClr val="dk1"/>
              </a:solidFill>
              <a:latin typeface="Aktiv Grotesk"/>
              <a:ea typeface="Aktiv Grotesk"/>
              <a:cs typeface="Aktiv Grotesk"/>
              <a:sym typeface="Aktiv Grotesk"/>
            </a:endParaRPr>
          </a:p>
        </p:txBody>
      </p:sp>
      <p:sp>
        <p:nvSpPr>
          <p:cNvPr id="27" name="Google Shape;27;p34"/>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lt1"/>
              </a:buClr>
              <a:buSzPts val="2500"/>
              <a:buFont typeface="Aktiv Grotesk"/>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4"/>
          <p:cNvSpPr txBox="1">
            <a:spLocks noGrp="1"/>
          </p:cNvSpPr>
          <p:nvPr>
            <p:ph type="subTitle" idx="1"/>
          </p:nvPr>
        </p:nvSpPr>
        <p:spPr>
          <a:xfrm>
            <a:off x="1109472" y="1215453"/>
            <a:ext cx="22165056" cy="630942"/>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lt1"/>
              </a:buClr>
              <a:buSzPts val="1800"/>
              <a:buChar char="​"/>
              <a:defRPr sz="3600" b="0">
                <a:solidFill>
                  <a:schemeClr val="lt1"/>
                </a:solidFill>
              </a:defRPr>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29" name="Google Shape;29;p34"/>
          <p:cNvSpPr/>
          <p:nvPr/>
        </p:nvSpPr>
        <p:spPr>
          <a:xfrm>
            <a:off x="22625051" y="12997508"/>
            <a:ext cx="651002" cy="276999"/>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000000"/>
              </a:buClr>
              <a:buSzPts val="900"/>
              <a:buFont typeface="Aktiv Grotesk"/>
              <a:buNone/>
            </a:pPr>
            <a:fld id="{00000000-1234-1234-1234-123412341234}" type="slidenum">
              <a:rPr lang="en-US" sz="1800" b="0" i="0" u="none" strike="noStrike" cap="none">
                <a:solidFill>
                  <a:schemeClr val="lt1"/>
                </a:solidFill>
                <a:latin typeface="Aktiv Grotesk"/>
                <a:ea typeface="Aktiv Grotesk"/>
                <a:cs typeface="Aktiv Grotesk"/>
                <a:sym typeface="Aktiv Grotesk"/>
              </a:rPr>
              <a:pPr marL="0" marR="0" lvl="0" indent="0" algn="r" rtl="0">
                <a:lnSpc>
                  <a:spcPct val="100000"/>
                </a:lnSpc>
                <a:spcBef>
                  <a:spcPts val="0"/>
                </a:spcBef>
                <a:spcAft>
                  <a:spcPts val="0"/>
                </a:spcAft>
                <a:buClr>
                  <a:srgbClr val="000000"/>
                </a:buClr>
                <a:buSzPts val="900"/>
                <a:buFont typeface="Aktiv Grotesk"/>
                <a:buNone/>
              </a:pPr>
              <a:t>‹#›</a:t>
            </a:fld>
            <a:endParaRPr sz="1800" b="0" i="0" u="none" strike="noStrike" cap="none">
              <a:solidFill>
                <a:schemeClr val="lt1"/>
              </a:solidFill>
              <a:latin typeface="Aktiv Grotesk"/>
              <a:ea typeface="Aktiv Grotesk"/>
              <a:cs typeface="Aktiv Grotesk"/>
              <a:sym typeface="Aktiv Grotesk"/>
            </a:endParaRPr>
          </a:p>
        </p:txBody>
      </p:sp>
      <p:sp>
        <p:nvSpPr>
          <p:cNvPr id="30" name="Google Shape;30;p34"/>
          <p:cNvSpPr txBox="1">
            <a:spLocks noGrp="1"/>
          </p:cNvSpPr>
          <p:nvPr>
            <p:ph type="body" idx="2"/>
          </p:nvPr>
        </p:nvSpPr>
        <p:spPr>
          <a:xfrm>
            <a:off x="1109470" y="83195"/>
            <a:ext cx="7686676" cy="323165"/>
          </a:xfrm>
          <a:prstGeom prst="rect">
            <a:avLst/>
          </a:prstGeom>
          <a:noFill/>
          <a:ln>
            <a:noFill/>
          </a:ln>
        </p:spPr>
        <p:txBody>
          <a:bodyPr spcFirstLastPara="1" wrap="square" lIns="0" tIns="0" rIns="0" bIns="0" anchor="t" anchorCtr="0">
            <a:spAutoFit/>
          </a:bodyPr>
          <a:lstStyle>
            <a:lvl1pPr marL="914400" lvl="0" indent="-558800" algn="l">
              <a:lnSpc>
                <a:spcPct val="100000"/>
              </a:lnSpc>
              <a:spcBef>
                <a:spcPts val="600"/>
              </a:spcBef>
              <a:spcAft>
                <a:spcPts val="0"/>
              </a:spcAft>
              <a:buClr>
                <a:schemeClr val="lt1"/>
              </a:buClr>
              <a:buSzPts val="800"/>
              <a:buChar char="​"/>
              <a:defRPr sz="1600" b="0">
                <a:solidFill>
                  <a:schemeClr val="lt1"/>
                </a:solidFill>
              </a:defRPr>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Tree>
    <p:extLst>
      <p:ext uri="{BB962C8B-B14F-4D97-AF65-F5344CB8AC3E}">
        <p14:creationId xmlns:p14="http://schemas.microsoft.com/office/powerpoint/2010/main" val="425112034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3"/>
        <p:cNvGrpSpPr/>
        <p:nvPr/>
      </p:nvGrpSpPr>
      <p:grpSpPr>
        <a:xfrm>
          <a:off x="0" y="0"/>
          <a:ext cx="0" cy="0"/>
          <a:chOff x="0" y="0"/>
          <a:chExt cx="0" cy="0"/>
        </a:xfrm>
      </p:grpSpPr>
      <p:sp>
        <p:nvSpPr>
          <p:cNvPr id="104" name="Google Shape;104;p49"/>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accen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49"/>
          <p:cNvSpPr txBox="1"/>
          <p:nvPr/>
        </p:nvSpPr>
        <p:spPr>
          <a:xfrm>
            <a:off x="23304106" y="13280966"/>
            <a:ext cx="256480" cy="25115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16"/>
              <a:buFont typeface="Aktiv Grotesk"/>
              <a:buNone/>
            </a:pPr>
            <a:fld id="{00000000-1234-1234-1234-123412341234}" type="slidenum">
              <a:rPr lang="en-US" sz="1632" b="0" i="0" u="none" strike="noStrike" cap="none">
                <a:solidFill>
                  <a:srgbClr val="808080"/>
                </a:solidFill>
                <a:latin typeface="Aktiv Grotesk"/>
                <a:ea typeface="Aktiv Grotesk"/>
                <a:cs typeface="Aktiv Grotesk"/>
                <a:sym typeface="Aktiv Grotesk"/>
              </a:rPr>
              <a:pPr marL="0" marR="0" lvl="0" indent="0" algn="l" rtl="0">
                <a:lnSpc>
                  <a:spcPct val="100000"/>
                </a:lnSpc>
                <a:spcBef>
                  <a:spcPts val="0"/>
                </a:spcBef>
                <a:spcAft>
                  <a:spcPts val="0"/>
                </a:spcAft>
                <a:buClr>
                  <a:srgbClr val="000000"/>
                </a:buClr>
                <a:buSzPts val="816"/>
                <a:buFont typeface="Aktiv Grotesk"/>
                <a:buNone/>
              </a:pPr>
              <a:t>‹#›</a:t>
            </a:fld>
            <a:endParaRPr sz="1632" b="0" i="0" u="none" strike="noStrike" cap="none">
              <a:solidFill>
                <a:srgbClr val="808080"/>
              </a:solidFill>
              <a:latin typeface="Aktiv Grotesk"/>
              <a:ea typeface="Aktiv Grotesk"/>
              <a:cs typeface="Aktiv Grotesk"/>
              <a:sym typeface="Aktiv Grotesk"/>
            </a:endParaRPr>
          </a:p>
        </p:txBody>
      </p:sp>
      <p:sp>
        <p:nvSpPr>
          <p:cNvPr id="106" name="Google Shape;106;p49"/>
          <p:cNvSpPr/>
          <p:nvPr/>
        </p:nvSpPr>
        <p:spPr>
          <a:xfrm>
            <a:off x="20971988" y="13280966"/>
            <a:ext cx="2058256" cy="25115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16"/>
              <a:buFont typeface="Aktiv Grotesk"/>
              <a:buNone/>
            </a:pPr>
            <a:r>
              <a:rPr lang="en-US" sz="1632" b="0" i="0" u="none" strike="noStrike" cap="none">
                <a:solidFill>
                  <a:srgbClr val="808080"/>
                </a:solidFill>
                <a:latin typeface="Aktiv Grotesk"/>
                <a:ea typeface="Aktiv Grotesk"/>
                <a:cs typeface="Aktiv Grotesk"/>
                <a:sym typeface="Aktiv Grotesk"/>
              </a:rPr>
              <a:t>McKinsey &amp; Company</a:t>
            </a:r>
            <a:endParaRPr sz="2800" b="0" i="0" u="none" strike="noStrike" cap="none">
              <a:solidFill>
                <a:srgbClr val="000000"/>
              </a:solidFill>
              <a:latin typeface="Aktiv Grotesk"/>
              <a:ea typeface="Aktiv Grotesk"/>
              <a:cs typeface="Aktiv Grotesk"/>
              <a:sym typeface="Aktiv Grotesk"/>
            </a:endParaRPr>
          </a:p>
        </p:txBody>
      </p:sp>
    </p:spTree>
    <p:extLst>
      <p:ext uri="{BB962C8B-B14F-4D97-AF65-F5344CB8AC3E}">
        <p14:creationId xmlns:p14="http://schemas.microsoft.com/office/powerpoint/2010/main" val="2317037981"/>
      </p:ext>
    </p:extLst>
  </p:cSld>
  <p:clrMapOvr>
    <a:masterClrMapping/>
  </p:clrMapOvr>
  <p:extLst>
    <p:ext uri="{DCECCB84-F9BA-43D5-87BE-67443E8EF086}">
      <p15:sldGuideLst xmlns:p15="http://schemas.microsoft.com/office/powerpoint/2012/main">
        <p15:guide id="1" pos="5505">
          <p15:clr>
            <a:srgbClr val="F26B43"/>
          </p15:clr>
        </p15:guide>
        <p15:guide id="2" pos="74">
          <p15:clr>
            <a:srgbClr val="F26B43"/>
          </p15:clr>
        </p15:guide>
        <p15:guide id="3" orient="horz" pos="571">
          <p15:clr>
            <a:srgbClr val="F26B43"/>
          </p15:clr>
        </p15:guide>
        <p15:guide id="4" orient="horz" pos="3911">
          <p15:clr>
            <a:srgbClr val="F26B43"/>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798141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14065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2294113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127806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3449928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3394962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2790392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GB"/>
              <a:t>Click to edit Master title style</a:t>
            </a:r>
            <a:endParaRPr lang="en-US"/>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848562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GB"/>
              <a:t>Click icon to add chart</a:t>
            </a:r>
            <a:endParaRPr lang="en-US"/>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444484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862375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GB"/>
              <a:t>Click to edit Master title style</a:t>
            </a:r>
            <a:endParaRPr lang="en-US"/>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7094296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971229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8794427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Graphic 8">
            <a:extLst>
              <a:ext uri="{FF2B5EF4-FFF2-40B4-BE49-F238E27FC236}">
                <a16:creationId xmlns:a16="http://schemas.microsoft.com/office/drawing/2014/main" id="{59F508EA-9B74-CF42-99A9-ABCDB2E9903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1779115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989165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GB"/>
              <a:t>Click to edit Master title style</a:t>
            </a:r>
            <a:endParaRPr lang="en-US"/>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5095230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43089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5248044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223524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5853659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09929162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867484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7493758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96801500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978792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454852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0436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38317098-BF10-BA42-A3E5-65C0634430A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311057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70573453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4757915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58157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60577050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97799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7167754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6731110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8220489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51542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49864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7881344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969527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8489451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239975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25415832"/>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4804598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1904792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3985607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54952590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4465045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5869881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1343623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21745736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367495976"/>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191184130"/>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3162165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4418133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6002734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120396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7069678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57461509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3002644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59054298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26896329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89919401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434897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59718418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60783666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96852765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69036593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68780534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2726565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5872925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844963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4"/>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298"/>
            <a:ext cx="22936200" cy="506360"/>
          </a:xfrm>
        </p:spPr>
        <p:txBody>
          <a:bodyPr/>
          <a:lstStyle>
            <a:lvl1pPr marL="0" indent="0">
              <a:buNone/>
              <a:defRPr sz="3290" b="1"/>
            </a:lvl1pPr>
            <a:lvl2pPr marL="490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05054134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5" y="-4803"/>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4482732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2"/>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7"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416306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85347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1716024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81"/>
            <a:ext cx="10728346" cy="838270"/>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24900128"/>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6"/>
            <a:ext cx="7600948" cy="3020392"/>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731520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7"/>
            <a:ext cx="5468112" cy="1518877"/>
          </a:xfrm>
        </p:spPr>
        <p:txBody>
          <a:bodyPr vert="horz" lIns="0" tIns="0" rIns="0" bIns="0" rtlCol="0">
            <a:spAutoFit/>
          </a:bodyPr>
          <a:lstStyle>
            <a:lvl1pPr>
              <a:defRPr lang="en-US" sz="329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53171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7"/>
            <a:ext cx="17183100" cy="479710"/>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7" y="537181"/>
            <a:ext cx="5466338" cy="838270"/>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21394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7" y="537181"/>
            <a:ext cx="5466338" cy="838270"/>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3940029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83" y="6724560"/>
            <a:ext cx="7183198" cy="1012584"/>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7"/>
            <a:ext cx="7217706" cy="174705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4"/>
            <a:ext cx="15255604" cy="302039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83748532"/>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1323750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3014608"/>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3160736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1752606"/>
            <a:ext cx="11115598" cy="3020392"/>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3425279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3169808"/>
            <a:ext cx="11115598" cy="3020392"/>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6"/>
            <a:ext cx="11122026" cy="101272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9999478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118">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7" y="4800602"/>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2598"/>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75176471"/>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793005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87455073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2629847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3" y="1561561"/>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501"/>
            <a:ext cx="3621768" cy="2025170"/>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652642560"/>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06360"/>
          </a:xfrm>
          <a:ln>
            <a:noFill/>
          </a:ln>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5" y="7127210"/>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5"/>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42933120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17088196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51"/>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7" y="4165856"/>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5" y="4165856"/>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5"/>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107265291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2811113490"/>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5"/>
            <a:ext cx="11120928" cy="1012585"/>
          </a:xfrm>
        </p:spPr>
        <p:txBody>
          <a:bodyPr vert="horz" lIns="0" tIns="0" rIns="0" bIns="0" rtlCol="0">
            <a:spAutoFit/>
          </a:bodyPr>
          <a:lstStyle>
            <a:lvl1pPr marL="19246" indent="-19246" algn="l">
              <a:buFontTx/>
              <a:buNone/>
              <a:tabLst/>
              <a:defRPr lang="en-US" sz="3290" dirty="0">
                <a:ln w="3175">
                  <a:noFill/>
                </a:ln>
                <a:solidFill>
                  <a:schemeClr val="bg1"/>
                </a:solidFill>
              </a:defRPr>
            </a:lvl1pPr>
          </a:lstStyle>
          <a:p>
            <a:pPr marL="247430" lvl="0" indent="-24743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7180604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3799981"/>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5"/>
            <a:ext cx="11120928" cy="1012585"/>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6931109"/>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5"/>
            <a:ext cx="5215428" cy="1518877"/>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3"/>
            <a:ext cx="5207000" cy="3500102"/>
          </a:xfrm>
        </p:spPr>
        <p:txBody>
          <a:bodyPr vert="horz" lIns="0" tIns="0" rIns="0" bIns="0" rtlCol="0">
            <a:spAutoFit/>
          </a:bodyPr>
          <a:lstStyle>
            <a:lvl1pPr marL="247430" marR="0" indent="-247430"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smtClean="0">
                <a:solidFill>
                  <a:schemeClr val="bg1"/>
                </a:solidFill>
              </a:defRPr>
            </a:lvl1pPr>
            <a:lvl2pPr marL="742292" marR="0" indent="-251556"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2pPr>
            <a:lvl3pPr marL="1237154" marR="0" indent="-255680"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3pPr>
            <a:lvl4pPr marL="1732016" marR="0" indent="-259802"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4pPr>
            <a:lvl5pPr marL="2226878" marR="0" indent="-263926"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2281222"/>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22166"/>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3"/>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7794" kern="1200" dirty="0" smtClean="0">
                <a:ln w="3175">
                  <a:noFill/>
                </a:ln>
                <a:solidFill>
                  <a:schemeClr val="bg1"/>
                </a:solidFill>
                <a:latin typeface="+mj-lt"/>
                <a:ea typeface="+mj-ea"/>
                <a:cs typeface="+mj-cs"/>
              </a:defRPr>
            </a:lvl1pPr>
            <a:lvl2pPr marL="197944"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4502"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31" y="12595229"/>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58356" tIns="79178" rIns="158356" bIns="79178" numCol="1" anchor="t" anchorCtr="0" compatLnSpc="1">
            <a:prstTxWarp prst="textNoShape">
              <a:avLst/>
            </a:prstTxWarp>
          </a:bodyPr>
          <a:lstStyle/>
          <a:p>
            <a:endParaRPr lang="en-US" sz="1558"/>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770918808"/>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49079869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829281314"/>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369744782"/>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59754298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05547508"/>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275536829"/>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b="0" i="0" dirty="0">
                <a:ln>
                  <a:noFill/>
                </a:ln>
                <a:solidFill>
                  <a:schemeClr val="bg1"/>
                </a:solidFill>
                <a:latin typeface="Fira Sans" panose="020B0503050000020004" pitchFamily="34" charset="0"/>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421714172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b="0" i="0" dirty="0">
                <a:ln>
                  <a:noFill/>
                </a:ln>
                <a:solidFill>
                  <a:schemeClr val="bg1"/>
                </a:solidFill>
                <a:latin typeface="Fira Sans" panose="020B0503050000020004" pitchFamily="34" charset="0"/>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145835099"/>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0" i="0">
                <a:solidFill>
                  <a:schemeClr val="tx1"/>
                </a:solidFill>
                <a:latin typeface="Fira Sans" panose="020B0503050000020004" pitchFamily="34" charset="0"/>
              </a:rPr>
              <a:t>Rackspace Technology</a:t>
            </a:r>
          </a:p>
          <a:p>
            <a:pPr>
              <a:lnSpc>
                <a:spcPct val="110000"/>
              </a:lnSpc>
              <a:spcBef>
                <a:spcPts val="600"/>
              </a:spcBef>
              <a:spcAft>
                <a:spcPts val="600"/>
              </a:spcAft>
            </a:pPr>
            <a:r>
              <a:rPr lang="en-US" sz="3000" b="0" i="0">
                <a:solidFill>
                  <a:schemeClr val="tx1"/>
                </a:solidFill>
                <a:latin typeface="Fira Sans" panose="020B0503050000020004" pitchFamily="34" charset="0"/>
              </a:rPr>
              <a:t>One Fanatical Place</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San Antonio, TX 78218</a:t>
            </a:r>
          </a:p>
          <a:p>
            <a:pPr>
              <a:lnSpc>
                <a:spcPct val="110000"/>
              </a:lnSpc>
              <a:spcBef>
                <a:spcPts val="600"/>
              </a:spcBef>
              <a:spcAft>
                <a:spcPts val="600"/>
              </a:spcAft>
            </a:pPr>
            <a:r>
              <a:rPr lang="en-US" sz="3000" b="0" i="0">
                <a:solidFill>
                  <a:schemeClr val="tx1"/>
                </a:solidFill>
                <a:latin typeface="Fira Sans" panose="020B0503050000020004" pitchFamily="34" charset="0"/>
              </a:rPr>
              <a:t>US sales: 1-800-961-2888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US support: 1-800-961-4454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6344806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8 Millington Road</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Hayes, Middlesex </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UB3 4AZ</a:t>
            </a:r>
          </a:p>
          <a:p>
            <a:pPr>
              <a:lnSpc>
                <a:spcPct val="110000"/>
              </a:lnSpc>
              <a:spcBef>
                <a:spcPts val="600"/>
              </a:spcBef>
              <a:spcAft>
                <a:spcPts val="600"/>
              </a:spcAft>
            </a:pPr>
            <a:r>
              <a:rPr lang="en-US" sz="3000" b="0" i="0">
                <a:solidFill>
                  <a:schemeClr val="tx1"/>
                </a:solidFill>
                <a:latin typeface="Fira Sans" panose="020B0503050000020004" pitchFamily="34" charset="0"/>
              </a:rPr>
              <a:t>U.K. sales: 020 8734 2600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U.K. support: 020 8734 2700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752062596"/>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Level 1, 37 Pitt Street,</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Sydney NSW 2000, Australia</a:t>
            </a:r>
          </a:p>
          <a:p>
            <a:pPr>
              <a:lnSpc>
                <a:spcPct val="110000"/>
              </a:lnSpc>
              <a:spcBef>
                <a:spcPts val="600"/>
              </a:spcBef>
              <a:spcAft>
                <a:spcPts val="600"/>
              </a:spcAft>
            </a:pPr>
            <a:r>
              <a:rPr lang="en-US" sz="3000" b="0" i="0">
                <a:solidFill>
                  <a:schemeClr val="tx1"/>
                </a:solidFill>
                <a:latin typeface="Fira Sans" panose="020B0503050000020004" pitchFamily="34" charset="0"/>
              </a:rPr>
              <a:t>AUS sales: 1-800-722-577</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AUS support: 1-800-421-267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896700720"/>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b="0" i="0" kern="1200" cap="none">
                <a:solidFill>
                  <a:schemeClr val="tx1"/>
                </a:solidFill>
                <a:latin typeface="Fira Sans" panose="020B0503050000020004" pitchFamily="34" charset="0"/>
                <a:ea typeface="+mn-ea"/>
                <a:cs typeface="+mn-cs"/>
              </a:rPr>
              <a:t>9/F., Cambridge House</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Taikoo Place, 979 King's Road</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Quarry Bay, Hong Kong</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China: +86 21 5058 8808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Hong Kong: +852 3752 6488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India: 000800 100 8796</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Philippines: 1 800 1110 1468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Singapore: +65 6428 6102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Taiwan: +886 2 2650 7441</a:t>
            </a:r>
          </a:p>
          <a:p>
            <a:pPr marL="0" algn="l" defTabSz="457200" rtl="0" eaLnBrk="1" latinLnBrk="0" hangingPunct="1">
              <a:lnSpc>
                <a:spcPct val="110000"/>
              </a:lnSpc>
              <a:spcBef>
                <a:spcPts val="600"/>
              </a:spcBef>
              <a:spcAft>
                <a:spcPts val="1200"/>
              </a:spcAft>
            </a:pPr>
            <a:r>
              <a:rPr lang="en-US" sz="3000" b="0" i="0" kern="1200" cap="none">
                <a:solidFill>
                  <a:schemeClr val="tx1"/>
                </a:solidFill>
                <a:latin typeface="Fira Sans" panose="020B0503050000020004" pitchFamily="34" charset="0"/>
                <a:ea typeface="+mn-ea"/>
                <a:cs typeface="+mn-cs"/>
              </a:rPr>
              <a:t>Thailand: +66 2105 5712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329760981"/>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282026738"/>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534831973"/>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b="0" i="0">
                <a:latin typeface="Fira Sans" panose="020B0503050000020004" pitchFamily="34" charset="0"/>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b="0" i="0">
                <a:latin typeface="Fira Sans" panose="020B0503050000020004" pitchFamily="34" charset="0"/>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b="0" i="0">
                <a:solidFill>
                  <a:schemeClr val="bg1"/>
                </a:solidFill>
                <a:latin typeface="Fira Sans" panose="020B0503050000020004" pitchFamily="34" charset="0"/>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39659234"/>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0726400"/>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1417320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6930330"/>
          </a:xfrm>
        </p:spPr>
        <p:txBody>
          <a:bodyPr>
            <a:spAutoFit/>
          </a:bodyPr>
          <a:lstStyle>
            <a:lvl1pPr>
              <a:defRPr b="0" i="0">
                <a:solidFill>
                  <a:schemeClr val="bg1"/>
                </a:solidFill>
                <a:latin typeface="Fira Sans" panose="020B0503050000020004" pitchFamily="34" charset="0"/>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2773836"/>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0" i="0">
                <a:latin typeface="Fira Sans" panose="020B0503050000020004" pitchFamily="34" charset="0"/>
              </a:endParaRPr>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97838"/>
          </a:xfrm>
        </p:spPr>
        <p:txBody>
          <a:bodyPr/>
          <a:lstStyle>
            <a:lvl1pPr>
              <a:defRPr b="0" i="0">
                <a:latin typeface="Fira Sans" panose="020B0503050000020004" pitchFamily="34" charset="0"/>
              </a:defRPr>
            </a:lvl1p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467205"/>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852863027"/>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66300004"/>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636057819"/>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19599635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0" name="Freeform 5">
            <a:extLst>
              <a:ext uri="{FF2B5EF4-FFF2-40B4-BE49-F238E27FC236}">
                <a16:creationId xmlns:a16="http://schemas.microsoft.com/office/drawing/2014/main" id="{CFFE015B-98FD-1C46-9214-B765A4A59ADC}"/>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7725431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8" name="Freeform 5">
            <a:extLst>
              <a:ext uri="{FF2B5EF4-FFF2-40B4-BE49-F238E27FC236}">
                <a16:creationId xmlns:a16="http://schemas.microsoft.com/office/drawing/2014/main" id="{EEC651F5-C6E2-A04D-81A9-27593887E07E}"/>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97718391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5" name="Freeform 5">
            <a:extLst>
              <a:ext uri="{FF2B5EF4-FFF2-40B4-BE49-F238E27FC236}">
                <a16:creationId xmlns:a16="http://schemas.microsoft.com/office/drawing/2014/main" id="{58E08819-833F-144A-BA8A-41723F41C8A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40198260"/>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reeform 5">
            <a:extLst>
              <a:ext uri="{FF2B5EF4-FFF2-40B4-BE49-F238E27FC236}">
                <a16:creationId xmlns:a16="http://schemas.microsoft.com/office/drawing/2014/main" id="{E9E68A23-5B63-BA4D-84F2-48D9185FF9A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973427542"/>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85172161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reeform 5">
            <a:extLst>
              <a:ext uri="{FF2B5EF4-FFF2-40B4-BE49-F238E27FC236}">
                <a16:creationId xmlns:a16="http://schemas.microsoft.com/office/drawing/2014/main" id="{61BE3BB1-3989-7445-BCE4-110B2167128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584582623"/>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2512333"/>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370379805"/>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0846555"/>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220292703"/>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66332712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2155455740"/>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0" name="Freeform 5">
            <a:extLst>
              <a:ext uri="{FF2B5EF4-FFF2-40B4-BE49-F238E27FC236}">
                <a16:creationId xmlns:a16="http://schemas.microsoft.com/office/drawing/2014/main" id="{B369E10D-C034-5D4E-B41E-A0D5075D5F7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spTree>
    <p:extLst>
      <p:ext uri="{BB962C8B-B14F-4D97-AF65-F5344CB8AC3E}">
        <p14:creationId xmlns:p14="http://schemas.microsoft.com/office/powerpoint/2010/main" val="4005370699"/>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sp>
        <p:nvSpPr>
          <p:cNvPr id="10" name="Freeform 5">
            <a:extLst>
              <a:ext uri="{FF2B5EF4-FFF2-40B4-BE49-F238E27FC236}">
                <a16:creationId xmlns:a16="http://schemas.microsoft.com/office/drawing/2014/main" id="{B924813B-B6BF-7240-B754-7FA0C6A4432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61134961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828256507"/>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645857359"/>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875636431"/>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422994087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3603109"/>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Tree>
    <p:extLst>
      <p:ext uri="{BB962C8B-B14F-4D97-AF65-F5344CB8AC3E}">
        <p14:creationId xmlns:p14="http://schemas.microsoft.com/office/powerpoint/2010/main" val="1695070787"/>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1" name="Freeform 5">
            <a:extLst>
              <a:ext uri="{FF2B5EF4-FFF2-40B4-BE49-F238E27FC236}">
                <a16:creationId xmlns:a16="http://schemas.microsoft.com/office/drawing/2014/main" id="{F157A664-DA27-D54A-9841-80BA581D6EFB}"/>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68909263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791218172"/>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498639133"/>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793267529"/>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727202521"/>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347759742"/>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2887186944"/>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3974710935"/>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458341144"/>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83834508"/>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1237103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033243457"/>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505863654"/>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625764859"/>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35847114"/>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grpSp>
        <p:nvGrpSpPr>
          <p:cNvPr id="5" name="Group 4">
            <a:extLst>
              <a:ext uri="{FF2B5EF4-FFF2-40B4-BE49-F238E27FC236}">
                <a16:creationId xmlns:a16="http://schemas.microsoft.com/office/drawing/2014/main" id="{4CD80BBE-E9C1-4ADE-A161-0379299AA354}"/>
              </a:ext>
            </a:extLst>
          </p:cNvPr>
          <p:cNvGrpSpPr/>
          <p:nvPr userDrawn="1"/>
        </p:nvGrpSpPr>
        <p:grpSpPr>
          <a:xfrm>
            <a:off x="20482559" y="11617235"/>
            <a:ext cx="2910578" cy="1484086"/>
            <a:chOff x="6551613" y="3198813"/>
            <a:chExt cx="5856287" cy="2986087"/>
          </a:xfrm>
          <a:solidFill>
            <a:schemeClr val="bg1"/>
          </a:solidFill>
        </p:grpSpPr>
        <p:sp>
          <p:nvSpPr>
            <p:cNvPr id="7" name="Freeform 5">
              <a:extLst>
                <a:ext uri="{FF2B5EF4-FFF2-40B4-BE49-F238E27FC236}">
                  <a16:creationId xmlns:a16="http://schemas.microsoft.com/office/drawing/2014/main" id="{07ACEAA7-1C6C-469C-841B-DBCC48ED2727}"/>
                </a:ext>
              </a:extLst>
            </p:cNvPr>
            <p:cNvSpPr>
              <a:spLocks/>
            </p:cNvSpPr>
            <p:nvPr/>
          </p:nvSpPr>
          <p:spPr bwMode="auto">
            <a:xfrm>
              <a:off x="6559550" y="3346450"/>
              <a:ext cx="822325" cy="1155700"/>
            </a:xfrm>
            <a:custGeom>
              <a:avLst/>
              <a:gdLst>
                <a:gd name="T0" fmla="*/ 209 w 218"/>
                <a:gd name="T1" fmla="*/ 36 h 306"/>
                <a:gd name="T2" fmla="*/ 181 w 218"/>
                <a:gd name="T3" fmla="*/ 68 h 306"/>
                <a:gd name="T4" fmla="*/ 115 w 218"/>
                <a:gd name="T5" fmla="*/ 42 h 306"/>
                <a:gd name="T6" fmla="*/ 70 w 218"/>
                <a:gd name="T7" fmla="*/ 77 h 306"/>
                <a:gd name="T8" fmla="*/ 130 w 218"/>
                <a:gd name="T9" fmla="*/ 123 h 306"/>
                <a:gd name="T10" fmla="*/ 218 w 218"/>
                <a:gd name="T11" fmla="*/ 216 h 306"/>
                <a:gd name="T12" fmla="*/ 106 w 218"/>
                <a:gd name="T13" fmla="*/ 306 h 306"/>
                <a:gd name="T14" fmla="*/ 0 w 218"/>
                <a:gd name="T15" fmla="*/ 266 h 306"/>
                <a:gd name="T16" fmla="*/ 29 w 218"/>
                <a:gd name="T17" fmla="*/ 233 h 306"/>
                <a:gd name="T18" fmla="*/ 105 w 218"/>
                <a:gd name="T19" fmla="*/ 263 h 306"/>
                <a:gd name="T20" fmla="*/ 159 w 218"/>
                <a:gd name="T21" fmla="*/ 219 h 306"/>
                <a:gd name="T22" fmla="*/ 101 w 218"/>
                <a:gd name="T23" fmla="*/ 169 h 306"/>
                <a:gd name="T24" fmla="*/ 12 w 218"/>
                <a:gd name="T25" fmla="*/ 81 h 306"/>
                <a:gd name="T26" fmla="*/ 112 w 218"/>
                <a:gd name="T27" fmla="*/ 0 h 306"/>
                <a:gd name="T28" fmla="*/ 209 w 218"/>
                <a:gd name="T29" fmla="*/ 3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8" h="306">
                  <a:moveTo>
                    <a:pt x="209" y="36"/>
                  </a:moveTo>
                  <a:cubicBezTo>
                    <a:pt x="181" y="68"/>
                    <a:pt x="181" y="68"/>
                    <a:pt x="181" y="68"/>
                  </a:cubicBezTo>
                  <a:cubicBezTo>
                    <a:pt x="160" y="50"/>
                    <a:pt x="140" y="42"/>
                    <a:pt x="115" y="42"/>
                  </a:cubicBezTo>
                  <a:cubicBezTo>
                    <a:pt x="89" y="42"/>
                    <a:pt x="70" y="54"/>
                    <a:pt x="70" y="77"/>
                  </a:cubicBezTo>
                  <a:cubicBezTo>
                    <a:pt x="70" y="99"/>
                    <a:pt x="81" y="108"/>
                    <a:pt x="130" y="123"/>
                  </a:cubicBezTo>
                  <a:cubicBezTo>
                    <a:pt x="182" y="139"/>
                    <a:pt x="218" y="161"/>
                    <a:pt x="218" y="216"/>
                  </a:cubicBezTo>
                  <a:cubicBezTo>
                    <a:pt x="218" y="269"/>
                    <a:pt x="176" y="306"/>
                    <a:pt x="106" y="306"/>
                  </a:cubicBezTo>
                  <a:cubicBezTo>
                    <a:pt x="59" y="306"/>
                    <a:pt x="24" y="290"/>
                    <a:pt x="0" y="266"/>
                  </a:cubicBezTo>
                  <a:cubicBezTo>
                    <a:pt x="29" y="233"/>
                    <a:pt x="29" y="233"/>
                    <a:pt x="29" y="233"/>
                  </a:cubicBezTo>
                  <a:cubicBezTo>
                    <a:pt x="51" y="252"/>
                    <a:pt x="74" y="263"/>
                    <a:pt x="105" y="263"/>
                  </a:cubicBezTo>
                  <a:cubicBezTo>
                    <a:pt x="136" y="263"/>
                    <a:pt x="159" y="248"/>
                    <a:pt x="159" y="219"/>
                  </a:cubicBezTo>
                  <a:cubicBezTo>
                    <a:pt x="159" y="194"/>
                    <a:pt x="147" y="183"/>
                    <a:pt x="101" y="169"/>
                  </a:cubicBezTo>
                  <a:cubicBezTo>
                    <a:pt x="39" y="150"/>
                    <a:pt x="12" y="125"/>
                    <a:pt x="12" y="81"/>
                  </a:cubicBezTo>
                  <a:cubicBezTo>
                    <a:pt x="12" y="32"/>
                    <a:pt x="54" y="0"/>
                    <a:pt x="112" y="0"/>
                  </a:cubicBezTo>
                  <a:cubicBezTo>
                    <a:pt x="155" y="0"/>
                    <a:pt x="184" y="12"/>
                    <a:pt x="209"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8" name="Freeform 6">
              <a:extLst>
                <a:ext uri="{FF2B5EF4-FFF2-40B4-BE49-F238E27FC236}">
                  <a16:creationId xmlns:a16="http://schemas.microsoft.com/office/drawing/2014/main" id="{781C4BC7-E6C3-48AF-AB86-B4B67AE2B2AC}"/>
                </a:ext>
              </a:extLst>
            </p:cNvPr>
            <p:cNvSpPr>
              <a:spLocks noEditPoints="1"/>
            </p:cNvSpPr>
            <p:nvPr/>
          </p:nvSpPr>
          <p:spPr bwMode="auto">
            <a:xfrm>
              <a:off x="7456488" y="3603625"/>
              <a:ext cx="800100" cy="898525"/>
            </a:xfrm>
            <a:custGeom>
              <a:avLst/>
              <a:gdLst>
                <a:gd name="T0" fmla="*/ 212 w 212"/>
                <a:gd name="T1" fmla="*/ 119 h 238"/>
                <a:gd name="T2" fmla="*/ 106 w 212"/>
                <a:gd name="T3" fmla="*/ 238 h 238"/>
                <a:gd name="T4" fmla="*/ 0 w 212"/>
                <a:gd name="T5" fmla="*/ 119 h 238"/>
                <a:gd name="T6" fmla="*/ 106 w 212"/>
                <a:gd name="T7" fmla="*/ 0 h 238"/>
                <a:gd name="T8" fmla="*/ 212 w 212"/>
                <a:gd name="T9" fmla="*/ 119 h 238"/>
                <a:gd name="T10" fmla="*/ 57 w 212"/>
                <a:gd name="T11" fmla="*/ 119 h 238"/>
                <a:gd name="T12" fmla="*/ 106 w 212"/>
                <a:gd name="T13" fmla="*/ 197 h 238"/>
                <a:gd name="T14" fmla="*/ 154 w 212"/>
                <a:gd name="T15" fmla="*/ 119 h 238"/>
                <a:gd name="T16" fmla="*/ 106 w 212"/>
                <a:gd name="T17" fmla="*/ 42 h 238"/>
                <a:gd name="T18" fmla="*/ 57 w 212"/>
                <a:gd name="T19" fmla="*/ 11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8">
                  <a:moveTo>
                    <a:pt x="212" y="119"/>
                  </a:moveTo>
                  <a:cubicBezTo>
                    <a:pt x="212" y="190"/>
                    <a:pt x="172" y="238"/>
                    <a:pt x="106" y="238"/>
                  </a:cubicBezTo>
                  <a:cubicBezTo>
                    <a:pt x="40" y="238"/>
                    <a:pt x="0" y="193"/>
                    <a:pt x="0" y="119"/>
                  </a:cubicBezTo>
                  <a:cubicBezTo>
                    <a:pt x="0" y="48"/>
                    <a:pt x="40" y="0"/>
                    <a:pt x="106" y="0"/>
                  </a:cubicBezTo>
                  <a:cubicBezTo>
                    <a:pt x="173" y="0"/>
                    <a:pt x="212" y="46"/>
                    <a:pt x="212" y="119"/>
                  </a:cubicBezTo>
                  <a:moveTo>
                    <a:pt x="57" y="119"/>
                  </a:moveTo>
                  <a:cubicBezTo>
                    <a:pt x="57" y="173"/>
                    <a:pt x="74" y="197"/>
                    <a:pt x="106" y="197"/>
                  </a:cubicBezTo>
                  <a:cubicBezTo>
                    <a:pt x="138" y="197"/>
                    <a:pt x="154" y="173"/>
                    <a:pt x="154" y="119"/>
                  </a:cubicBezTo>
                  <a:cubicBezTo>
                    <a:pt x="154" y="66"/>
                    <a:pt x="138" y="42"/>
                    <a:pt x="106" y="42"/>
                  </a:cubicBezTo>
                  <a:cubicBezTo>
                    <a:pt x="74" y="42"/>
                    <a:pt x="57" y="66"/>
                    <a:pt x="57"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0" name="Freeform 7">
              <a:extLst>
                <a:ext uri="{FF2B5EF4-FFF2-40B4-BE49-F238E27FC236}">
                  <a16:creationId xmlns:a16="http://schemas.microsoft.com/office/drawing/2014/main" id="{0EB10CA2-AD98-46FB-904E-3FC53AF6D322}"/>
                </a:ext>
              </a:extLst>
            </p:cNvPr>
            <p:cNvSpPr>
              <a:spLocks/>
            </p:cNvSpPr>
            <p:nvPr/>
          </p:nvSpPr>
          <p:spPr bwMode="auto">
            <a:xfrm>
              <a:off x="8369300" y="3267075"/>
              <a:ext cx="342900" cy="1235075"/>
            </a:xfrm>
            <a:custGeom>
              <a:avLst/>
              <a:gdLst>
                <a:gd name="T0" fmla="*/ 0 w 91"/>
                <a:gd name="T1" fmla="*/ 269 h 327"/>
                <a:gd name="T2" fmla="*/ 0 w 91"/>
                <a:gd name="T3" fmla="*/ 6 h 327"/>
                <a:gd name="T4" fmla="*/ 54 w 91"/>
                <a:gd name="T5" fmla="*/ 0 h 327"/>
                <a:gd name="T6" fmla="*/ 54 w 91"/>
                <a:gd name="T7" fmla="*/ 268 h 327"/>
                <a:gd name="T8" fmla="*/ 67 w 91"/>
                <a:gd name="T9" fmla="*/ 283 h 327"/>
                <a:gd name="T10" fmla="*/ 80 w 91"/>
                <a:gd name="T11" fmla="*/ 281 h 327"/>
                <a:gd name="T12" fmla="*/ 91 w 91"/>
                <a:gd name="T13" fmla="*/ 320 h 327"/>
                <a:gd name="T14" fmla="*/ 55 w 91"/>
                <a:gd name="T15" fmla="*/ 327 h 327"/>
                <a:gd name="T16" fmla="*/ 0 w 91"/>
                <a:gd name="T17" fmla="*/ 269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327">
                  <a:moveTo>
                    <a:pt x="0" y="269"/>
                  </a:moveTo>
                  <a:cubicBezTo>
                    <a:pt x="0" y="6"/>
                    <a:pt x="0" y="6"/>
                    <a:pt x="0" y="6"/>
                  </a:cubicBezTo>
                  <a:cubicBezTo>
                    <a:pt x="54" y="0"/>
                    <a:pt x="54" y="0"/>
                    <a:pt x="54" y="0"/>
                  </a:cubicBezTo>
                  <a:cubicBezTo>
                    <a:pt x="54" y="268"/>
                    <a:pt x="54" y="268"/>
                    <a:pt x="54" y="268"/>
                  </a:cubicBezTo>
                  <a:cubicBezTo>
                    <a:pt x="54" y="278"/>
                    <a:pt x="58" y="283"/>
                    <a:pt x="67" y="283"/>
                  </a:cubicBezTo>
                  <a:cubicBezTo>
                    <a:pt x="72" y="283"/>
                    <a:pt x="76" y="283"/>
                    <a:pt x="80" y="281"/>
                  </a:cubicBezTo>
                  <a:cubicBezTo>
                    <a:pt x="91" y="320"/>
                    <a:pt x="91" y="320"/>
                    <a:pt x="91" y="320"/>
                  </a:cubicBezTo>
                  <a:cubicBezTo>
                    <a:pt x="82" y="324"/>
                    <a:pt x="69" y="327"/>
                    <a:pt x="55" y="327"/>
                  </a:cubicBezTo>
                  <a:cubicBezTo>
                    <a:pt x="20" y="327"/>
                    <a:pt x="0" y="306"/>
                    <a:pt x="0" y="2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1" name="Freeform 8">
              <a:extLst>
                <a:ext uri="{FF2B5EF4-FFF2-40B4-BE49-F238E27FC236}">
                  <a16:creationId xmlns:a16="http://schemas.microsoft.com/office/drawing/2014/main" id="{B9E5C79F-E295-488C-8EE4-9FF1E890F79F}"/>
                </a:ext>
              </a:extLst>
            </p:cNvPr>
            <p:cNvSpPr>
              <a:spLocks/>
            </p:cNvSpPr>
            <p:nvPr/>
          </p:nvSpPr>
          <p:spPr bwMode="auto">
            <a:xfrm>
              <a:off x="8640763" y="3630613"/>
              <a:ext cx="803275" cy="849312"/>
            </a:xfrm>
            <a:custGeom>
              <a:avLst/>
              <a:gdLst>
                <a:gd name="T0" fmla="*/ 330 w 506"/>
                <a:gd name="T1" fmla="*/ 535 h 535"/>
                <a:gd name="T2" fmla="*/ 176 w 506"/>
                <a:gd name="T3" fmla="*/ 535 h 535"/>
                <a:gd name="T4" fmla="*/ 0 w 506"/>
                <a:gd name="T5" fmla="*/ 0 h 535"/>
                <a:gd name="T6" fmla="*/ 140 w 506"/>
                <a:gd name="T7" fmla="*/ 0 h 535"/>
                <a:gd name="T8" fmla="*/ 254 w 506"/>
                <a:gd name="T9" fmla="*/ 430 h 535"/>
                <a:gd name="T10" fmla="*/ 371 w 506"/>
                <a:gd name="T11" fmla="*/ 0 h 535"/>
                <a:gd name="T12" fmla="*/ 506 w 506"/>
                <a:gd name="T13" fmla="*/ 0 h 535"/>
                <a:gd name="T14" fmla="*/ 330 w 506"/>
                <a:gd name="T15" fmla="*/ 535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6" h="535">
                  <a:moveTo>
                    <a:pt x="330" y="535"/>
                  </a:moveTo>
                  <a:lnTo>
                    <a:pt x="176" y="535"/>
                  </a:lnTo>
                  <a:lnTo>
                    <a:pt x="0" y="0"/>
                  </a:lnTo>
                  <a:lnTo>
                    <a:pt x="140" y="0"/>
                  </a:lnTo>
                  <a:lnTo>
                    <a:pt x="254" y="430"/>
                  </a:lnTo>
                  <a:lnTo>
                    <a:pt x="371" y="0"/>
                  </a:lnTo>
                  <a:lnTo>
                    <a:pt x="506" y="0"/>
                  </a:lnTo>
                  <a:lnTo>
                    <a:pt x="330" y="5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3" name="Freeform 9">
              <a:extLst>
                <a:ext uri="{FF2B5EF4-FFF2-40B4-BE49-F238E27FC236}">
                  <a16:creationId xmlns:a16="http://schemas.microsoft.com/office/drawing/2014/main" id="{EFBA0CC9-5A1F-479E-8678-19B836D49C6A}"/>
                </a:ext>
              </a:extLst>
            </p:cNvPr>
            <p:cNvSpPr>
              <a:spLocks noEditPoints="1"/>
            </p:cNvSpPr>
            <p:nvPr/>
          </p:nvSpPr>
          <p:spPr bwMode="auto">
            <a:xfrm>
              <a:off x="9471025" y="3198813"/>
              <a:ext cx="255587" cy="1281112"/>
            </a:xfrm>
            <a:custGeom>
              <a:avLst/>
              <a:gdLst>
                <a:gd name="T0" fmla="*/ 68 w 68"/>
                <a:gd name="T1" fmla="*/ 33 h 339"/>
                <a:gd name="T2" fmla="*/ 34 w 68"/>
                <a:gd name="T3" fmla="*/ 66 h 339"/>
                <a:gd name="T4" fmla="*/ 0 w 68"/>
                <a:gd name="T5" fmla="*/ 33 h 339"/>
                <a:gd name="T6" fmla="*/ 34 w 68"/>
                <a:gd name="T7" fmla="*/ 0 h 339"/>
                <a:gd name="T8" fmla="*/ 68 w 68"/>
                <a:gd name="T9" fmla="*/ 33 h 339"/>
                <a:gd name="T10" fmla="*/ 62 w 68"/>
                <a:gd name="T11" fmla="*/ 339 h 339"/>
                <a:gd name="T12" fmla="*/ 7 w 68"/>
                <a:gd name="T13" fmla="*/ 339 h 339"/>
                <a:gd name="T14" fmla="*/ 7 w 68"/>
                <a:gd name="T15" fmla="*/ 114 h 339"/>
                <a:gd name="T16" fmla="*/ 62 w 68"/>
                <a:gd name="T17" fmla="*/ 114 h 339"/>
                <a:gd name="T18" fmla="*/ 62 w 68"/>
                <a:gd name="T19" fmla="*/ 3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39">
                  <a:moveTo>
                    <a:pt x="68" y="33"/>
                  </a:moveTo>
                  <a:cubicBezTo>
                    <a:pt x="68" y="51"/>
                    <a:pt x="54" y="66"/>
                    <a:pt x="34" y="66"/>
                  </a:cubicBezTo>
                  <a:cubicBezTo>
                    <a:pt x="14" y="66"/>
                    <a:pt x="0" y="51"/>
                    <a:pt x="0" y="33"/>
                  </a:cubicBezTo>
                  <a:cubicBezTo>
                    <a:pt x="0" y="14"/>
                    <a:pt x="14" y="0"/>
                    <a:pt x="34" y="0"/>
                  </a:cubicBezTo>
                  <a:cubicBezTo>
                    <a:pt x="54" y="0"/>
                    <a:pt x="68" y="14"/>
                    <a:pt x="68" y="33"/>
                  </a:cubicBezTo>
                  <a:moveTo>
                    <a:pt x="62" y="339"/>
                  </a:moveTo>
                  <a:cubicBezTo>
                    <a:pt x="7" y="339"/>
                    <a:pt x="7" y="339"/>
                    <a:pt x="7" y="339"/>
                  </a:cubicBezTo>
                  <a:cubicBezTo>
                    <a:pt x="7" y="114"/>
                    <a:pt x="7" y="114"/>
                    <a:pt x="7" y="114"/>
                  </a:cubicBezTo>
                  <a:cubicBezTo>
                    <a:pt x="62" y="114"/>
                    <a:pt x="62" y="114"/>
                    <a:pt x="62" y="114"/>
                  </a:cubicBezTo>
                  <a:lnTo>
                    <a:pt x="62" y="3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4" name="Freeform 10">
              <a:extLst>
                <a:ext uri="{FF2B5EF4-FFF2-40B4-BE49-F238E27FC236}">
                  <a16:creationId xmlns:a16="http://schemas.microsoft.com/office/drawing/2014/main" id="{17FF4A07-8B4D-47A8-9A59-AA3085E43920}"/>
                </a:ext>
              </a:extLst>
            </p:cNvPr>
            <p:cNvSpPr>
              <a:spLocks/>
            </p:cNvSpPr>
            <p:nvPr/>
          </p:nvSpPr>
          <p:spPr bwMode="auto">
            <a:xfrm>
              <a:off x="9877425" y="3603625"/>
              <a:ext cx="693737" cy="876300"/>
            </a:xfrm>
            <a:custGeom>
              <a:avLst/>
              <a:gdLst>
                <a:gd name="T0" fmla="*/ 184 w 184"/>
                <a:gd name="T1" fmla="*/ 69 h 232"/>
                <a:gd name="T2" fmla="*/ 184 w 184"/>
                <a:gd name="T3" fmla="*/ 232 h 232"/>
                <a:gd name="T4" fmla="*/ 129 w 184"/>
                <a:gd name="T5" fmla="*/ 232 h 232"/>
                <a:gd name="T6" fmla="*/ 129 w 184"/>
                <a:gd name="T7" fmla="*/ 77 h 232"/>
                <a:gd name="T8" fmla="*/ 102 w 184"/>
                <a:gd name="T9" fmla="*/ 41 h 232"/>
                <a:gd name="T10" fmla="*/ 54 w 184"/>
                <a:gd name="T11" fmla="*/ 75 h 232"/>
                <a:gd name="T12" fmla="*/ 54 w 184"/>
                <a:gd name="T13" fmla="*/ 232 h 232"/>
                <a:gd name="T14" fmla="*/ 0 w 184"/>
                <a:gd name="T15" fmla="*/ 232 h 232"/>
                <a:gd name="T16" fmla="*/ 0 w 184"/>
                <a:gd name="T17" fmla="*/ 7 h 232"/>
                <a:gd name="T18" fmla="*/ 47 w 184"/>
                <a:gd name="T19" fmla="*/ 7 h 232"/>
                <a:gd name="T20" fmla="*/ 51 w 184"/>
                <a:gd name="T21" fmla="*/ 36 h 232"/>
                <a:gd name="T22" fmla="*/ 120 w 184"/>
                <a:gd name="T23" fmla="*/ 0 h 232"/>
                <a:gd name="T24" fmla="*/ 184 w 184"/>
                <a:gd name="T25" fmla="*/ 6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232">
                  <a:moveTo>
                    <a:pt x="184" y="69"/>
                  </a:moveTo>
                  <a:cubicBezTo>
                    <a:pt x="184" y="232"/>
                    <a:pt x="184" y="232"/>
                    <a:pt x="184" y="232"/>
                  </a:cubicBezTo>
                  <a:cubicBezTo>
                    <a:pt x="129" y="232"/>
                    <a:pt x="129" y="232"/>
                    <a:pt x="129" y="232"/>
                  </a:cubicBezTo>
                  <a:cubicBezTo>
                    <a:pt x="129" y="77"/>
                    <a:pt x="129" y="77"/>
                    <a:pt x="129" y="77"/>
                  </a:cubicBezTo>
                  <a:cubicBezTo>
                    <a:pt x="129" y="49"/>
                    <a:pt x="119" y="41"/>
                    <a:pt x="102" y="41"/>
                  </a:cubicBezTo>
                  <a:cubicBezTo>
                    <a:pt x="82" y="41"/>
                    <a:pt x="68" y="54"/>
                    <a:pt x="54" y="75"/>
                  </a:cubicBezTo>
                  <a:cubicBezTo>
                    <a:pt x="54" y="232"/>
                    <a:pt x="54" y="232"/>
                    <a:pt x="54" y="232"/>
                  </a:cubicBezTo>
                  <a:cubicBezTo>
                    <a:pt x="0" y="232"/>
                    <a:pt x="0" y="232"/>
                    <a:pt x="0" y="232"/>
                  </a:cubicBezTo>
                  <a:cubicBezTo>
                    <a:pt x="0" y="7"/>
                    <a:pt x="0" y="7"/>
                    <a:pt x="0" y="7"/>
                  </a:cubicBezTo>
                  <a:cubicBezTo>
                    <a:pt x="47" y="7"/>
                    <a:pt x="47" y="7"/>
                    <a:pt x="47" y="7"/>
                  </a:cubicBezTo>
                  <a:cubicBezTo>
                    <a:pt x="51" y="36"/>
                    <a:pt x="51" y="36"/>
                    <a:pt x="51" y="36"/>
                  </a:cubicBezTo>
                  <a:cubicBezTo>
                    <a:pt x="69" y="14"/>
                    <a:pt x="91" y="0"/>
                    <a:pt x="120" y="0"/>
                  </a:cubicBezTo>
                  <a:cubicBezTo>
                    <a:pt x="160" y="0"/>
                    <a:pt x="184" y="26"/>
                    <a:pt x="184" y="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5" name="Freeform 11">
              <a:extLst>
                <a:ext uri="{FF2B5EF4-FFF2-40B4-BE49-F238E27FC236}">
                  <a16:creationId xmlns:a16="http://schemas.microsoft.com/office/drawing/2014/main" id="{8693E875-09F4-48DF-AFDE-3A3E0AA5EA2C}"/>
                </a:ext>
              </a:extLst>
            </p:cNvPr>
            <p:cNvSpPr>
              <a:spLocks noEditPoints="1"/>
            </p:cNvSpPr>
            <p:nvPr/>
          </p:nvSpPr>
          <p:spPr bwMode="auto">
            <a:xfrm>
              <a:off x="10628313" y="3509963"/>
              <a:ext cx="836612" cy="1322387"/>
            </a:xfrm>
            <a:custGeom>
              <a:avLst/>
              <a:gdLst>
                <a:gd name="T0" fmla="*/ 222 w 222"/>
                <a:gd name="T1" fmla="*/ 44 h 350"/>
                <a:gd name="T2" fmla="*/ 156 w 222"/>
                <a:gd name="T3" fmla="*/ 51 h 350"/>
                <a:gd name="T4" fmla="*/ 197 w 222"/>
                <a:gd name="T5" fmla="*/ 109 h 350"/>
                <a:gd name="T6" fmla="*/ 107 w 222"/>
                <a:gd name="T7" fmla="*/ 185 h 350"/>
                <a:gd name="T8" fmla="*/ 80 w 222"/>
                <a:gd name="T9" fmla="*/ 182 h 350"/>
                <a:gd name="T10" fmla="*/ 71 w 222"/>
                <a:gd name="T11" fmla="*/ 198 h 350"/>
                <a:gd name="T12" fmla="*/ 98 w 222"/>
                <a:gd name="T13" fmla="*/ 214 h 350"/>
                <a:gd name="T14" fmla="*/ 132 w 222"/>
                <a:gd name="T15" fmla="*/ 214 h 350"/>
                <a:gd name="T16" fmla="*/ 214 w 222"/>
                <a:gd name="T17" fmla="*/ 278 h 350"/>
                <a:gd name="T18" fmla="*/ 102 w 222"/>
                <a:gd name="T19" fmla="*/ 350 h 350"/>
                <a:gd name="T20" fmla="*/ 0 w 222"/>
                <a:gd name="T21" fmla="*/ 279 h 350"/>
                <a:gd name="T22" fmla="*/ 48 w 222"/>
                <a:gd name="T23" fmla="*/ 279 h 350"/>
                <a:gd name="T24" fmla="*/ 103 w 222"/>
                <a:gd name="T25" fmla="*/ 311 h 350"/>
                <a:gd name="T26" fmla="*/ 159 w 222"/>
                <a:gd name="T27" fmla="*/ 281 h 350"/>
                <a:gd name="T28" fmla="*/ 121 w 222"/>
                <a:gd name="T29" fmla="*/ 255 h 350"/>
                <a:gd name="T30" fmla="*/ 87 w 222"/>
                <a:gd name="T31" fmla="*/ 255 h 350"/>
                <a:gd name="T32" fmla="*/ 23 w 222"/>
                <a:gd name="T33" fmla="*/ 211 h 350"/>
                <a:gd name="T34" fmla="*/ 49 w 222"/>
                <a:gd name="T35" fmla="*/ 170 h 350"/>
                <a:gd name="T36" fmla="*/ 10 w 222"/>
                <a:gd name="T37" fmla="*/ 106 h 350"/>
                <a:gd name="T38" fmla="*/ 103 w 222"/>
                <a:gd name="T39" fmla="*/ 25 h 350"/>
                <a:gd name="T40" fmla="*/ 208 w 222"/>
                <a:gd name="T41" fmla="*/ 0 h 350"/>
                <a:gd name="T42" fmla="*/ 222 w 222"/>
                <a:gd name="T43" fmla="*/ 44 h 350"/>
                <a:gd name="T44" fmla="*/ 65 w 222"/>
                <a:gd name="T45" fmla="*/ 105 h 350"/>
                <a:gd name="T46" fmla="*/ 105 w 222"/>
                <a:gd name="T47" fmla="*/ 150 h 350"/>
                <a:gd name="T48" fmla="*/ 145 w 222"/>
                <a:gd name="T49" fmla="*/ 105 h 350"/>
                <a:gd name="T50" fmla="*/ 104 w 222"/>
                <a:gd name="T51" fmla="*/ 62 h 350"/>
                <a:gd name="T52" fmla="*/ 65 w 222"/>
                <a:gd name="T53" fmla="*/ 10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50">
                  <a:moveTo>
                    <a:pt x="222" y="44"/>
                  </a:moveTo>
                  <a:cubicBezTo>
                    <a:pt x="205" y="50"/>
                    <a:pt x="183" y="51"/>
                    <a:pt x="156" y="51"/>
                  </a:cubicBezTo>
                  <a:cubicBezTo>
                    <a:pt x="184" y="64"/>
                    <a:pt x="197" y="81"/>
                    <a:pt x="197" y="109"/>
                  </a:cubicBezTo>
                  <a:cubicBezTo>
                    <a:pt x="197" y="153"/>
                    <a:pt x="163" y="185"/>
                    <a:pt x="107" y="185"/>
                  </a:cubicBezTo>
                  <a:cubicBezTo>
                    <a:pt x="97" y="185"/>
                    <a:pt x="88" y="184"/>
                    <a:pt x="80" y="182"/>
                  </a:cubicBezTo>
                  <a:cubicBezTo>
                    <a:pt x="74" y="185"/>
                    <a:pt x="71" y="191"/>
                    <a:pt x="71" y="198"/>
                  </a:cubicBezTo>
                  <a:cubicBezTo>
                    <a:pt x="71" y="206"/>
                    <a:pt x="75" y="214"/>
                    <a:pt x="98" y="214"/>
                  </a:cubicBezTo>
                  <a:cubicBezTo>
                    <a:pt x="132" y="214"/>
                    <a:pt x="132" y="214"/>
                    <a:pt x="132" y="214"/>
                  </a:cubicBezTo>
                  <a:cubicBezTo>
                    <a:pt x="182" y="214"/>
                    <a:pt x="214" y="241"/>
                    <a:pt x="214" y="278"/>
                  </a:cubicBezTo>
                  <a:cubicBezTo>
                    <a:pt x="214" y="323"/>
                    <a:pt x="176" y="350"/>
                    <a:pt x="102" y="350"/>
                  </a:cubicBezTo>
                  <a:cubicBezTo>
                    <a:pt x="22" y="350"/>
                    <a:pt x="0" y="324"/>
                    <a:pt x="0" y="279"/>
                  </a:cubicBezTo>
                  <a:cubicBezTo>
                    <a:pt x="48" y="279"/>
                    <a:pt x="48" y="279"/>
                    <a:pt x="48" y="279"/>
                  </a:cubicBezTo>
                  <a:cubicBezTo>
                    <a:pt x="48" y="301"/>
                    <a:pt x="58" y="311"/>
                    <a:pt x="103" y="311"/>
                  </a:cubicBezTo>
                  <a:cubicBezTo>
                    <a:pt x="147" y="311"/>
                    <a:pt x="159" y="299"/>
                    <a:pt x="159" y="281"/>
                  </a:cubicBezTo>
                  <a:cubicBezTo>
                    <a:pt x="159" y="265"/>
                    <a:pt x="146" y="255"/>
                    <a:pt x="121" y="255"/>
                  </a:cubicBezTo>
                  <a:cubicBezTo>
                    <a:pt x="87" y="255"/>
                    <a:pt x="87" y="255"/>
                    <a:pt x="87" y="255"/>
                  </a:cubicBezTo>
                  <a:cubicBezTo>
                    <a:pt x="42" y="255"/>
                    <a:pt x="23" y="235"/>
                    <a:pt x="23" y="211"/>
                  </a:cubicBezTo>
                  <a:cubicBezTo>
                    <a:pt x="23" y="196"/>
                    <a:pt x="33" y="180"/>
                    <a:pt x="49" y="170"/>
                  </a:cubicBezTo>
                  <a:cubicBezTo>
                    <a:pt x="22" y="155"/>
                    <a:pt x="10" y="135"/>
                    <a:pt x="10" y="106"/>
                  </a:cubicBezTo>
                  <a:cubicBezTo>
                    <a:pt x="10" y="57"/>
                    <a:pt x="48" y="25"/>
                    <a:pt x="103" y="25"/>
                  </a:cubicBezTo>
                  <a:cubicBezTo>
                    <a:pt x="156" y="27"/>
                    <a:pt x="181" y="15"/>
                    <a:pt x="208" y="0"/>
                  </a:cubicBezTo>
                  <a:lnTo>
                    <a:pt x="222" y="44"/>
                  </a:lnTo>
                  <a:close/>
                  <a:moveTo>
                    <a:pt x="65" y="105"/>
                  </a:moveTo>
                  <a:cubicBezTo>
                    <a:pt x="65" y="133"/>
                    <a:pt x="79" y="150"/>
                    <a:pt x="105" y="150"/>
                  </a:cubicBezTo>
                  <a:cubicBezTo>
                    <a:pt x="131" y="150"/>
                    <a:pt x="145" y="133"/>
                    <a:pt x="145" y="105"/>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6" name="Freeform 12">
              <a:extLst>
                <a:ext uri="{FF2B5EF4-FFF2-40B4-BE49-F238E27FC236}">
                  <a16:creationId xmlns:a16="http://schemas.microsoft.com/office/drawing/2014/main" id="{30BC2F92-20AB-4C9D-83BC-16D359C9AF3A}"/>
                </a:ext>
              </a:extLst>
            </p:cNvPr>
            <p:cNvSpPr>
              <a:spLocks/>
            </p:cNvSpPr>
            <p:nvPr/>
          </p:nvSpPr>
          <p:spPr bwMode="auto">
            <a:xfrm>
              <a:off x="6551613" y="4722813"/>
              <a:ext cx="822325" cy="1109662"/>
            </a:xfrm>
            <a:custGeom>
              <a:avLst/>
              <a:gdLst>
                <a:gd name="T0" fmla="*/ 504 w 518"/>
                <a:gd name="T1" fmla="*/ 107 h 699"/>
                <a:gd name="T2" fmla="*/ 323 w 518"/>
                <a:gd name="T3" fmla="*/ 107 h 699"/>
                <a:gd name="T4" fmla="*/ 323 w 518"/>
                <a:gd name="T5" fmla="*/ 699 h 699"/>
                <a:gd name="T6" fmla="*/ 188 w 518"/>
                <a:gd name="T7" fmla="*/ 699 h 699"/>
                <a:gd name="T8" fmla="*/ 188 w 518"/>
                <a:gd name="T9" fmla="*/ 107 h 699"/>
                <a:gd name="T10" fmla="*/ 0 w 518"/>
                <a:gd name="T11" fmla="*/ 107 h 699"/>
                <a:gd name="T12" fmla="*/ 0 w 518"/>
                <a:gd name="T13" fmla="*/ 0 h 699"/>
                <a:gd name="T14" fmla="*/ 518 w 518"/>
                <a:gd name="T15" fmla="*/ 0 h 699"/>
                <a:gd name="T16" fmla="*/ 504 w 518"/>
                <a:gd name="T17" fmla="*/ 107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8" h="699">
                  <a:moveTo>
                    <a:pt x="504" y="107"/>
                  </a:moveTo>
                  <a:lnTo>
                    <a:pt x="323" y="107"/>
                  </a:lnTo>
                  <a:lnTo>
                    <a:pt x="323" y="699"/>
                  </a:lnTo>
                  <a:lnTo>
                    <a:pt x="188" y="699"/>
                  </a:lnTo>
                  <a:lnTo>
                    <a:pt x="188" y="107"/>
                  </a:lnTo>
                  <a:lnTo>
                    <a:pt x="0" y="107"/>
                  </a:lnTo>
                  <a:lnTo>
                    <a:pt x="0" y="0"/>
                  </a:lnTo>
                  <a:lnTo>
                    <a:pt x="518" y="0"/>
                  </a:lnTo>
                  <a:lnTo>
                    <a:pt x="504" y="1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7" name="Freeform 13">
              <a:extLst>
                <a:ext uri="{FF2B5EF4-FFF2-40B4-BE49-F238E27FC236}">
                  <a16:creationId xmlns:a16="http://schemas.microsoft.com/office/drawing/2014/main" id="{F5677F5A-4561-41FC-A9BB-FD8D5C2FFF86}"/>
                </a:ext>
              </a:extLst>
            </p:cNvPr>
            <p:cNvSpPr>
              <a:spLocks noEditPoints="1"/>
            </p:cNvSpPr>
            <p:nvPr/>
          </p:nvSpPr>
          <p:spPr bwMode="auto">
            <a:xfrm>
              <a:off x="7227888" y="4959350"/>
              <a:ext cx="798512" cy="896937"/>
            </a:xfrm>
            <a:custGeom>
              <a:avLst/>
              <a:gdLst>
                <a:gd name="T0" fmla="*/ 212 w 212"/>
                <a:gd name="T1" fmla="*/ 118 h 237"/>
                <a:gd name="T2" fmla="*/ 106 w 212"/>
                <a:gd name="T3" fmla="*/ 237 h 237"/>
                <a:gd name="T4" fmla="*/ 0 w 212"/>
                <a:gd name="T5" fmla="*/ 118 h 237"/>
                <a:gd name="T6" fmla="*/ 106 w 212"/>
                <a:gd name="T7" fmla="*/ 0 h 237"/>
                <a:gd name="T8" fmla="*/ 212 w 212"/>
                <a:gd name="T9" fmla="*/ 118 h 237"/>
                <a:gd name="T10" fmla="*/ 57 w 212"/>
                <a:gd name="T11" fmla="*/ 118 h 237"/>
                <a:gd name="T12" fmla="*/ 106 w 212"/>
                <a:gd name="T13" fmla="*/ 196 h 237"/>
                <a:gd name="T14" fmla="*/ 154 w 212"/>
                <a:gd name="T15" fmla="*/ 118 h 237"/>
                <a:gd name="T16" fmla="*/ 106 w 212"/>
                <a:gd name="T17" fmla="*/ 41 h 237"/>
                <a:gd name="T18" fmla="*/ 57 w 212"/>
                <a:gd name="T19" fmla="*/ 11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7">
                  <a:moveTo>
                    <a:pt x="212" y="118"/>
                  </a:moveTo>
                  <a:cubicBezTo>
                    <a:pt x="212" y="189"/>
                    <a:pt x="172" y="237"/>
                    <a:pt x="106" y="237"/>
                  </a:cubicBezTo>
                  <a:cubicBezTo>
                    <a:pt x="39" y="237"/>
                    <a:pt x="0" y="192"/>
                    <a:pt x="0" y="118"/>
                  </a:cubicBezTo>
                  <a:cubicBezTo>
                    <a:pt x="0" y="48"/>
                    <a:pt x="39" y="0"/>
                    <a:pt x="106" y="0"/>
                  </a:cubicBezTo>
                  <a:cubicBezTo>
                    <a:pt x="172" y="0"/>
                    <a:pt x="212" y="45"/>
                    <a:pt x="212" y="118"/>
                  </a:cubicBezTo>
                  <a:moveTo>
                    <a:pt x="57" y="118"/>
                  </a:moveTo>
                  <a:cubicBezTo>
                    <a:pt x="57" y="172"/>
                    <a:pt x="74" y="196"/>
                    <a:pt x="106" y="196"/>
                  </a:cubicBezTo>
                  <a:cubicBezTo>
                    <a:pt x="138" y="196"/>
                    <a:pt x="154" y="172"/>
                    <a:pt x="154" y="118"/>
                  </a:cubicBezTo>
                  <a:cubicBezTo>
                    <a:pt x="154" y="65"/>
                    <a:pt x="138" y="41"/>
                    <a:pt x="106" y="41"/>
                  </a:cubicBezTo>
                  <a:cubicBezTo>
                    <a:pt x="74" y="41"/>
                    <a:pt x="57" y="65"/>
                    <a:pt x="57" y="1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8" name="Freeform 14">
              <a:extLst>
                <a:ext uri="{FF2B5EF4-FFF2-40B4-BE49-F238E27FC236}">
                  <a16:creationId xmlns:a16="http://schemas.microsoft.com/office/drawing/2014/main" id="{4EF423AE-2087-4E28-AD07-42A25FBD874C}"/>
                </a:ext>
              </a:extLst>
            </p:cNvPr>
            <p:cNvSpPr>
              <a:spLocks noEditPoints="1"/>
            </p:cNvSpPr>
            <p:nvPr/>
          </p:nvSpPr>
          <p:spPr bwMode="auto">
            <a:xfrm>
              <a:off x="8048625" y="4865688"/>
              <a:ext cx="838200" cy="1319212"/>
            </a:xfrm>
            <a:custGeom>
              <a:avLst/>
              <a:gdLst>
                <a:gd name="T0" fmla="*/ 222 w 222"/>
                <a:gd name="T1" fmla="*/ 43 h 349"/>
                <a:gd name="T2" fmla="*/ 157 w 222"/>
                <a:gd name="T3" fmla="*/ 51 h 349"/>
                <a:gd name="T4" fmla="*/ 197 w 222"/>
                <a:gd name="T5" fmla="*/ 109 h 349"/>
                <a:gd name="T6" fmla="*/ 107 w 222"/>
                <a:gd name="T7" fmla="*/ 184 h 349"/>
                <a:gd name="T8" fmla="*/ 80 w 222"/>
                <a:gd name="T9" fmla="*/ 181 h 349"/>
                <a:gd name="T10" fmla="*/ 71 w 222"/>
                <a:gd name="T11" fmla="*/ 197 h 349"/>
                <a:gd name="T12" fmla="*/ 98 w 222"/>
                <a:gd name="T13" fmla="*/ 213 h 349"/>
                <a:gd name="T14" fmla="*/ 132 w 222"/>
                <a:gd name="T15" fmla="*/ 213 h 349"/>
                <a:gd name="T16" fmla="*/ 214 w 222"/>
                <a:gd name="T17" fmla="*/ 277 h 349"/>
                <a:gd name="T18" fmla="*/ 102 w 222"/>
                <a:gd name="T19" fmla="*/ 349 h 349"/>
                <a:gd name="T20" fmla="*/ 0 w 222"/>
                <a:gd name="T21" fmla="*/ 278 h 349"/>
                <a:gd name="T22" fmla="*/ 48 w 222"/>
                <a:gd name="T23" fmla="*/ 278 h 349"/>
                <a:gd name="T24" fmla="*/ 103 w 222"/>
                <a:gd name="T25" fmla="*/ 311 h 349"/>
                <a:gd name="T26" fmla="*/ 159 w 222"/>
                <a:gd name="T27" fmla="*/ 281 h 349"/>
                <a:gd name="T28" fmla="*/ 121 w 222"/>
                <a:gd name="T29" fmla="*/ 254 h 349"/>
                <a:gd name="T30" fmla="*/ 87 w 222"/>
                <a:gd name="T31" fmla="*/ 254 h 349"/>
                <a:gd name="T32" fmla="*/ 23 w 222"/>
                <a:gd name="T33" fmla="*/ 211 h 349"/>
                <a:gd name="T34" fmla="*/ 49 w 222"/>
                <a:gd name="T35" fmla="*/ 169 h 349"/>
                <a:gd name="T36" fmla="*/ 10 w 222"/>
                <a:gd name="T37" fmla="*/ 106 h 349"/>
                <a:gd name="T38" fmla="*/ 103 w 222"/>
                <a:gd name="T39" fmla="*/ 25 h 349"/>
                <a:gd name="T40" fmla="*/ 208 w 222"/>
                <a:gd name="T41" fmla="*/ 0 h 349"/>
                <a:gd name="T42" fmla="*/ 222 w 222"/>
                <a:gd name="T43" fmla="*/ 43 h 349"/>
                <a:gd name="T44" fmla="*/ 65 w 222"/>
                <a:gd name="T45" fmla="*/ 105 h 349"/>
                <a:gd name="T46" fmla="*/ 105 w 222"/>
                <a:gd name="T47" fmla="*/ 149 h 349"/>
                <a:gd name="T48" fmla="*/ 145 w 222"/>
                <a:gd name="T49" fmla="*/ 104 h 349"/>
                <a:gd name="T50" fmla="*/ 104 w 222"/>
                <a:gd name="T51" fmla="*/ 62 h 349"/>
                <a:gd name="T52" fmla="*/ 65 w 222"/>
                <a:gd name="T53" fmla="*/ 105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49">
                  <a:moveTo>
                    <a:pt x="222" y="43"/>
                  </a:moveTo>
                  <a:cubicBezTo>
                    <a:pt x="205" y="49"/>
                    <a:pt x="183" y="51"/>
                    <a:pt x="157" y="51"/>
                  </a:cubicBezTo>
                  <a:cubicBezTo>
                    <a:pt x="184" y="63"/>
                    <a:pt x="197" y="80"/>
                    <a:pt x="197" y="109"/>
                  </a:cubicBezTo>
                  <a:cubicBezTo>
                    <a:pt x="197" y="152"/>
                    <a:pt x="163" y="184"/>
                    <a:pt x="107" y="184"/>
                  </a:cubicBezTo>
                  <a:cubicBezTo>
                    <a:pt x="97" y="184"/>
                    <a:pt x="88" y="183"/>
                    <a:pt x="80" y="181"/>
                  </a:cubicBezTo>
                  <a:cubicBezTo>
                    <a:pt x="74" y="185"/>
                    <a:pt x="71" y="191"/>
                    <a:pt x="71" y="197"/>
                  </a:cubicBezTo>
                  <a:cubicBezTo>
                    <a:pt x="71" y="205"/>
                    <a:pt x="75" y="213"/>
                    <a:pt x="98" y="213"/>
                  </a:cubicBezTo>
                  <a:cubicBezTo>
                    <a:pt x="132" y="213"/>
                    <a:pt x="132" y="213"/>
                    <a:pt x="132" y="213"/>
                  </a:cubicBezTo>
                  <a:cubicBezTo>
                    <a:pt x="182" y="213"/>
                    <a:pt x="214" y="240"/>
                    <a:pt x="214" y="277"/>
                  </a:cubicBezTo>
                  <a:cubicBezTo>
                    <a:pt x="214" y="322"/>
                    <a:pt x="176" y="349"/>
                    <a:pt x="102" y="349"/>
                  </a:cubicBezTo>
                  <a:cubicBezTo>
                    <a:pt x="22" y="349"/>
                    <a:pt x="0" y="323"/>
                    <a:pt x="0" y="278"/>
                  </a:cubicBezTo>
                  <a:cubicBezTo>
                    <a:pt x="48" y="278"/>
                    <a:pt x="48" y="278"/>
                    <a:pt x="48" y="278"/>
                  </a:cubicBezTo>
                  <a:cubicBezTo>
                    <a:pt x="48" y="301"/>
                    <a:pt x="58" y="311"/>
                    <a:pt x="103" y="311"/>
                  </a:cubicBezTo>
                  <a:cubicBezTo>
                    <a:pt x="147" y="311"/>
                    <a:pt x="159" y="299"/>
                    <a:pt x="159" y="281"/>
                  </a:cubicBezTo>
                  <a:cubicBezTo>
                    <a:pt x="159" y="264"/>
                    <a:pt x="146" y="254"/>
                    <a:pt x="121" y="254"/>
                  </a:cubicBezTo>
                  <a:cubicBezTo>
                    <a:pt x="87" y="254"/>
                    <a:pt x="87" y="254"/>
                    <a:pt x="87" y="254"/>
                  </a:cubicBezTo>
                  <a:cubicBezTo>
                    <a:pt x="42" y="254"/>
                    <a:pt x="23" y="234"/>
                    <a:pt x="23" y="211"/>
                  </a:cubicBezTo>
                  <a:cubicBezTo>
                    <a:pt x="23" y="195"/>
                    <a:pt x="33" y="179"/>
                    <a:pt x="49" y="169"/>
                  </a:cubicBezTo>
                  <a:cubicBezTo>
                    <a:pt x="22" y="154"/>
                    <a:pt x="10" y="134"/>
                    <a:pt x="10" y="106"/>
                  </a:cubicBezTo>
                  <a:cubicBezTo>
                    <a:pt x="10" y="57"/>
                    <a:pt x="48" y="25"/>
                    <a:pt x="103" y="25"/>
                  </a:cubicBezTo>
                  <a:cubicBezTo>
                    <a:pt x="156" y="26"/>
                    <a:pt x="181" y="14"/>
                    <a:pt x="208" y="0"/>
                  </a:cubicBezTo>
                  <a:lnTo>
                    <a:pt x="222" y="43"/>
                  </a:lnTo>
                  <a:close/>
                  <a:moveTo>
                    <a:pt x="65" y="105"/>
                  </a:moveTo>
                  <a:cubicBezTo>
                    <a:pt x="65" y="132"/>
                    <a:pt x="80" y="149"/>
                    <a:pt x="105" y="149"/>
                  </a:cubicBezTo>
                  <a:cubicBezTo>
                    <a:pt x="131" y="149"/>
                    <a:pt x="145" y="133"/>
                    <a:pt x="145" y="104"/>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9" name="Freeform 15">
              <a:extLst>
                <a:ext uri="{FF2B5EF4-FFF2-40B4-BE49-F238E27FC236}">
                  <a16:creationId xmlns:a16="http://schemas.microsoft.com/office/drawing/2014/main" id="{88875B8D-1DDF-474C-8A0D-CA26410880F2}"/>
                </a:ext>
              </a:extLst>
            </p:cNvPr>
            <p:cNvSpPr>
              <a:spLocks noEditPoints="1"/>
            </p:cNvSpPr>
            <p:nvPr/>
          </p:nvSpPr>
          <p:spPr bwMode="auto">
            <a:xfrm>
              <a:off x="8851900" y="4959350"/>
              <a:ext cx="750887" cy="896937"/>
            </a:xfrm>
            <a:custGeom>
              <a:avLst/>
              <a:gdLst>
                <a:gd name="T0" fmla="*/ 197 w 199"/>
                <a:gd name="T1" fmla="*/ 135 h 237"/>
                <a:gd name="T2" fmla="*/ 56 w 199"/>
                <a:gd name="T3" fmla="*/ 135 h 237"/>
                <a:gd name="T4" fmla="*/ 112 w 199"/>
                <a:gd name="T5" fmla="*/ 196 h 237"/>
                <a:gd name="T6" fmla="*/ 168 w 199"/>
                <a:gd name="T7" fmla="*/ 176 h 237"/>
                <a:gd name="T8" fmla="*/ 190 w 199"/>
                <a:gd name="T9" fmla="*/ 207 h 237"/>
                <a:gd name="T10" fmla="*/ 107 w 199"/>
                <a:gd name="T11" fmla="*/ 237 h 237"/>
                <a:gd name="T12" fmla="*/ 0 w 199"/>
                <a:gd name="T13" fmla="*/ 120 h 237"/>
                <a:gd name="T14" fmla="*/ 100 w 199"/>
                <a:gd name="T15" fmla="*/ 0 h 237"/>
                <a:gd name="T16" fmla="*/ 199 w 199"/>
                <a:gd name="T17" fmla="*/ 113 h 237"/>
                <a:gd name="T18" fmla="*/ 197 w 199"/>
                <a:gd name="T19" fmla="*/ 135 h 237"/>
                <a:gd name="T20" fmla="*/ 145 w 199"/>
                <a:gd name="T21" fmla="*/ 98 h 237"/>
                <a:gd name="T22" fmla="*/ 101 w 199"/>
                <a:gd name="T23" fmla="*/ 38 h 237"/>
                <a:gd name="T24" fmla="*/ 56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7" y="135"/>
                  </a:moveTo>
                  <a:cubicBezTo>
                    <a:pt x="56" y="135"/>
                    <a:pt x="56" y="135"/>
                    <a:pt x="56" y="135"/>
                  </a:cubicBezTo>
                  <a:cubicBezTo>
                    <a:pt x="60" y="181"/>
                    <a:pt x="82" y="196"/>
                    <a:pt x="112" y="196"/>
                  </a:cubicBezTo>
                  <a:cubicBezTo>
                    <a:pt x="132" y="196"/>
                    <a:pt x="148" y="190"/>
                    <a:pt x="168" y="176"/>
                  </a:cubicBezTo>
                  <a:cubicBezTo>
                    <a:pt x="190" y="207"/>
                    <a:pt x="190" y="207"/>
                    <a:pt x="190" y="207"/>
                  </a:cubicBezTo>
                  <a:cubicBezTo>
                    <a:pt x="168" y="225"/>
                    <a:pt x="141" y="237"/>
                    <a:pt x="107" y="237"/>
                  </a:cubicBezTo>
                  <a:cubicBezTo>
                    <a:pt x="37" y="237"/>
                    <a:pt x="0" y="191"/>
                    <a:pt x="0" y="120"/>
                  </a:cubicBezTo>
                  <a:cubicBezTo>
                    <a:pt x="0" y="52"/>
                    <a:pt x="36" y="0"/>
                    <a:pt x="100" y="0"/>
                  </a:cubicBezTo>
                  <a:cubicBezTo>
                    <a:pt x="163" y="0"/>
                    <a:pt x="199" y="42"/>
                    <a:pt x="199" y="113"/>
                  </a:cubicBezTo>
                  <a:cubicBezTo>
                    <a:pt x="199" y="121"/>
                    <a:pt x="198" y="129"/>
                    <a:pt x="197" y="135"/>
                  </a:cubicBezTo>
                  <a:moveTo>
                    <a:pt x="145" y="98"/>
                  </a:moveTo>
                  <a:cubicBezTo>
                    <a:pt x="145" y="61"/>
                    <a:pt x="132" y="38"/>
                    <a:pt x="101" y="38"/>
                  </a:cubicBezTo>
                  <a:cubicBezTo>
                    <a:pt x="75" y="38"/>
                    <a:pt x="59" y="55"/>
                    <a:pt x="56"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0" name="Freeform 16">
              <a:extLst>
                <a:ext uri="{FF2B5EF4-FFF2-40B4-BE49-F238E27FC236}">
                  <a16:creationId xmlns:a16="http://schemas.microsoft.com/office/drawing/2014/main" id="{AD24EEE4-D914-4CA5-863B-380C164D7818}"/>
                </a:ext>
              </a:extLst>
            </p:cNvPr>
            <p:cNvSpPr>
              <a:spLocks/>
            </p:cNvSpPr>
            <p:nvPr/>
          </p:nvSpPr>
          <p:spPr bwMode="auto">
            <a:xfrm>
              <a:off x="9598025" y="4770438"/>
              <a:ext cx="600075" cy="1085850"/>
            </a:xfrm>
            <a:custGeom>
              <a:avLst/>
              <a:gdLst>
                <a:gd name="T0" fmla="*/ 159 w 159"/>
                <a:gd name="T1" fmla="*/ 270 h 287"/>
                <a:gd name="T2" fmla="*/ 103 w 159"/>
                <a:gd name="T3" fmla="*/ 287 h 287"/>
                <a:gd name="T4" fmla="*/ 35 w 159"/>
                <a:gd name="T5" fmla="*/ 214 h 287"/>
                <a:gd name="T6" fmla="*/ 35 w 159"/>
                <a:gd name="T7" fmla="*/ 95 h 287"/>
                <a:gd name="T8" fmla="*/ 0 w 159"/>
                <a:gd name="T9" fmla="*/ 95 h 287"/>
                <a:gd name="T10" fmla="*/ 0 w 159"/>
                <a:gd name="T11" fmla="*/ 56 h 287"/>
                <a:gd name="T12" fmla="*/ 35 w 159"/>
                <a:gd name="T13" fmla="*/ 56 h 287"/>
                <a:gd name="T14" fmla="*/ 35 w 159"/>
                <a:gd name="T15" fmla="*/ 6 h 287"/>
                <a:gd name="T16" fmla="*/ 90 w 159"/>
                <a:gd name="T17" fmla="*/ 0 h 287"/>
                <a:gd name="T18" fmla="*/ 90 w 159"/>
                <a:gd name="T19" fmla="*/ 56 h 287"/>
                <a:gd name="T20" fmla="*/ 142 w 159"/>
                <a:gd name="T21" fmla="*/ 56 h 287"/>
                <a:gd name="T22" fmla="*/ 136 w 159"/>
                <a:gd name="T23" fmla="*/ 95 h 287"/>
                <a:gd name="T24" fmla="*/ 90 w 159"/>
                <a:gd name="T25" fmla="*/ 95 h 287"/>
                <a:gd name="T26" fmla="*/ 90 w 159"/>
                <a:gd name="T27" fmla="*/ 213 h 287"/>
                <a:gd name="T28" fmla="*/ 113 w 159"/>
                <a:gd name="T29" fmla="*/ 244 h 287"/>
                <a:gd name="T30" fmla="*/ 140 w 159"/>
                <a:gd name="T31" fmla="*/ 236 h 287"/>
                <a:gd name="T32" fmla="*/ 159 w 159"/>
                <a:gd name="T33" fmla="*/ 27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9" h="287">
                  <a:moveTo>
                    <a:pt x="159" y="270"/>
                  </a:moveTo>
                  <a:cubicBezTo>
                    <a:pt x="143" y="282"/>
                    <a:pt x="123" y="287"/>
                    <a:pt x="103" y="287"/>
                  </a:cubicBezTo>
                  <a:cubicBezTo>
                    <a:pt x="59" y="287"/>
                    <a:pt x="35" y="262"/>
                    <a:pt x="35" y="214"/>
                  </a:cubicBezTo>
                  <a:cubicBezTo>
                    <a:pt x="35" y="95"/>
                    <a:pt x="35" y="95"/>
                    <a:pt x="35" y="95"/>
                  </a:cubicBezTo>
                  <a:cubicBezTo>
                    <a:pt x="0" y="95"/>
                    <a:pt x="0" y="95"/>
                    <a:pt x="0" y="95"/>
                  </a:cubicBezTo>
                  <a:cubicBezTo>
                    <a:pt x="0" y="56"/>
                    <a:pt x="0" y="56"/>
                    <a:pt x="0" y="56"/>
                  </a:cubicBezTo>
                  <a:cubicBezTo>
                    <a:pt x="35" y="56"/>
                    <a:pt x="35" y="56"/>
                    <a:pt x="35" y="56"/>
                  </a:cubicBezTo>
                  <a:cubicBezTo>
                    <a:pt x="35" y="6"/>
                    <a:pt x="35" y="6"/>
                    <a:pt x="35" y="6"/>
                  </a:cubicBezTo>
                  <a:cubicBezTo>
                    <a:pt x="90" y="0"/>
                    <a:pt x="90" y="0"/>
                    <a:pt x="90" y="0"/>
                  </a:cubicBezTo>
                  <a:cubicBezTo>
                    <a:pt x="90" y="56"/>
                    <a:pt x="90" y="56"/>
                    <a:pt x="90" y="56"/>
                  </a:cubicBezTo>
                  <a:cubicBezTo>
                    <a:pt x="142" y="56"/>
                    <a:pt x="142" y="56"/>
                    <a:pt x="142" y="56"/>
                  </a:cubicBezTo>
                  <a:cubicBezTo>
                    <a:pt x="136" y="95"/>
                    <a:pt x="136" y="95"/>
                    <a:pt x="136" y="95"/>
                  </a:cubicBezTo>
                  <a:cubicBezTo>
                    <a:pt x="90" y="95"/>
                    <a:pt x="90" y="95"/>
                    <a:pt x="90" y="95"/>
                  </a:cubicBezTo>
                  <a:cubicBezTo>
                    <a:pt x="90" y="213"/>
                    <a:pt x="90" y="213"/>
                    <a:pt x="90" y="213"/>
                  </a:cubicBezTo>
                  <a:cubicBezTo>
                    <a:pt x="90" y="235"/>
                    <a:pt x="97" y="244"/>
                    <a:pt x="113" y="244"/>
                  </a:cubicBezTo>
                  <a:cubicBezTo>
                    <a:pt x="122" y="244"/>
                    <a:pt x="130" y="241"/>
                    <a:pt x="140" y="236"/>
                  </a:cubicBezTo>
                  <a:lnTo>
                    <a:pt x="159" y="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1" name="Freeform 17">
              <a:extLst>
                <a:ext uri="{FF2B5EF4-FFF2-40B4-BE49-F238E27FC236}">
                  <a16:creationId xmlns:a16="http://schemas.microsoft.com/office/drawing/2014/main" id="{0974722C-B5F3-45EE-AE0D-5977D6CAA91E}"/>
                </a:ext>
              </a:extLst>
            </p:cNvPr>
            <p:cNvSpPr>
              <a:spLocks/>
            </p:cNvSpPr>
            <p:nvPr/>
          </p:nvSpPr>
          <p:spPr bwMode="auto">
            <a:xfrm>
              <a:off x="10244138" y="4624388"/>
              <a:ext cx="693737" cy="1208087"/>
            </a:xfrm>
            <a:custGeom>
              <a:avLst/>
              <a:gdLst>
                <a:gd name="T0" fmla="*/ 184 w 184"/>
                <a:gd name="T1" fmla="*/ 157 h 320"/>
                <a:gd name="T2" fmla="*/ 184 w 184"/>
                <a:gd name="T3" fmla="*/ 320 h 320"/>
                <a:gd name="T4" fmla="*/ 129 w 184"/>
                <a:gd name="T5" fmla="*/ 320 h 320"/>
                <a:gd name="T6" fmla="*/ 129 w 184"/>
                <a:gd name="T7" fmla="*/ 166 h 320"/>
                <a:gd name="T8" fmla="*/ 102 w 184"/>
                <a:gd name="T9" fmla="*/ 130 h 320"/>
                <a:gd name="T10" fmla="*/ 54 w 184"/>
                <a:gd name="T11" fmla="*/ 163 h 320"/>
                <a:gd name="T12" fmla="*/ 54 w 184"/>
                <a:gd name="T13" fmla="*/ 320 h 320"/>
                <a:gd name="T14" fmla="*/ 0 w 184"/>
                <a:gd name="T15" fmla="*/ 320 h 320"/>
                <a:gd name="T16" fmla="*/ 0 w 184"/>
                <a:gd name="T17" fmla="*/ 5 h 320"/>
                <a:gd name="T18" fmla="*/ 54 w 184"/>
                <a:gd name="T19" fmla="*/ 0 h 320"/>
                <a:gd name="T20" fmla="*/ 54 w 184"/>
                <a:gd name="T21" fmla="*/ 122 h 320"/>
                <a:gd name="T22" fmla="*/ 120 w 184"/>
                <a:gd name="T23" fmla="*/ 89 h 320"/>
                <a:gd name="T24" fmla="*/ 184 w 184"/>
                <a:gd name="T25" fmla="*/ 15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320">
                  <a:moveTo>
                    <a:pt x="184" y="157"/>
                  </a:moveTo>
                  <a:cubicBezTo>
                    <a:pt x="184" y="320"/>
                    <a:pt x="184" y="320"/>
                    <a:pt x="184" y="320"/>
                  </a:cubicBezTo>
                  <a:cubicBezTo>
                    <a:pt x="129" y="320"/>
                    <a:pt x="129" y="320"/>
                    <a:pt x="129" y="320"/>
                  </a:cubicBezTo>
                  <a:cubicBezTo>
                    <a:pt x="129" y="166"/>
                    <a:pt x="129" y="166"/>
                    <a:pt x="129" y="166"/>
                  </a:cubicBezTo>
                  <a:cubicBezTo>
                    <a:pt x="129" y="138"/>
                    <a:pt x="118" y="130"/>
                    <a:pt x="102" y="130"/>
                  </a:cubicBezTo>
                  <a:cubicBezTo>
                    <a:pt x="82" y="130"/>
                    <a:pt x="67" y="143"/>
                    <a:pt x="54" y="163"/>
                  </a:cubicBezTo>
                  <a:cubicBezTo>
                    <a:pt x="54" y="320"/>
                    <a:pt x="54" y="320"/>
                    <a:pt x="54" y="320"/>
                  </a:cubicBezTo>
                  <a:cubicBezTo>
                    <a:pt x="0" y="320"/>
                    <a:pt x="0" y="320"/>
                    <a:pt x="0" y="320"/>
                  </a:cubicBezTo>
                  <a:cubicBezTo>
                    <a:pt x="0" y="5"/>
                    <a:pt x="0" y="5"/>
                    <a:pt x="0" y="5"/>
                  </a:cubicBezTo>
                  <a:cubicBezTo>
                    <a:pt x="54" y="0"/>
                    <a:pt x="54" y="0"/>
                    <a:pt x="54" y="0"/>
                  </a:cubicBezTo>
                  <a:cubicBezTo>
                    <a:pt x="54" y="122"/>
                    <a:pt x="54" y="122"/>
                    <a:pt x="54" y="122"/>
                  </a:cubicBezTo>
                  <a:cubicBezTo>
                    <a:pt x="72" y="101"/>
                    <a:pt x="93" y="89"/>
                    <a:pt x="120" y="89"/>
                  </a:cubicBezTo>
                  <a:cubicBezTo>
                    <a:pt x="160" y="89"/>
                    <a:pt x="184" y="115"/>
                    <a:pt x="184" y="15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2" name="Freeform 18">
              <a:extLst>
                <a:ext uri="{FF2B5EF4-FFF2-40B4-BE49-F238E27FC236}">
                  <a16:creationId xmlns:a16="http://schemas.microsoft.com/office/drawing/2014/main" id="{6AA35440-C817-473B-8A19-8A9BA333C734}"/>
                </a:ext>
              </a:extLst>
            </p:cNvPr>
            <p:cNvSpPr>
              <a:spLocks noEditPoints="1"/>
            </p:cNvSpPr>
            <p:nvPr/>
          </p:nvSpPr>
          <p:spPr bwMode="auto">
            <a:xfrm>
              <a:off x="11039475" y="4959350"/>
              <a:ext cx="749300" cy="896937"/>
            </a:xfrm>
            <a:custGeom>
              <a:avLst/>
              <a:gdLst>
                <a:gd name="T0" fmla="*/ 198 w 199"/>
                <a:gd name="T1" fmla="*/ 135 h 237"/>
                <a:gd name="T2" fmla="*/ 57 w 199"/>
                <a:gd name="T3" fmla="*/ 135 h 237"/>
                <a:gd name="T4" fmla="*/ 112 w 199"/>
                <a:gd name="T5" fmla="*/ 196 h 237"/>
                <a:gd name="T6" fmla="*/ 168 w 199"/>
                <a:gd name="T7" fmla="*/ 176 h 237"/>
                <a:gd name="T8" fmla="*/ 191 w 199"/>
                <a:gd name="T9" fmla="*/ 207 h 237"/>
                <a:gd name="T10" fmla="*/ 107 w 199"/>
                <a:gd name="T11" fmla="*/ 237 h 237"/>
                <a:gd name="T12" fmla="*/ 0 w 199"/>
                <a:gd name="T13" fmla="*/ 120 h 237"/>
                <a:gd name="T14" fmla="*/ 100 w 199"/>
                <a:gd name="T15" fmla="*/ 0 h 237"/>
                <a:gd name="T16" fmla="*/ 199 w 199"/>
                <a:gd name="T17" fmla="*/ 113 h 237"/>
                <a:gd name="T18" fmla="*/ 198 w 199"/>
                <a:gd name="T19" fmla="*/ 135 h 237"/>
                <a:gd name="T20" fmla="*/ 145 w 199"/>
                <a:gd name="T21" fmla="*/ 98 h 237"/>
                <a:gd name="T22" fmla="*/ 101 w 199"/>
                <a:gd name="T23" fmla="*/ 38 h 237"/>
                <a:gd name="T24" fmla="*/ 57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8" y="135"/>
                  </a:moveTo>
                  <a:cubicBezTo>
                    <a:pt x="57" y="135"/>
                    <a:pt x="57" y="135"/>
                    <a:pt x="57" y="135"/>
                  </a:cubicBezTo>
                  <a:cubicBezTo>
                    <a:pt x="61" y="181"/>
                    <a:pt x="82" y="196"/>
                    <a:pt x="112" y="196"/>
                  </a:cubicBezTo>
                  <a:cubicBezTo>
                    <a:pt x="132" y="196"/>
                    <a:pt x="149" y="190"/>
                    <a:pt x="168" y="176"/>
                  </a:cubicBezTo>
                  <a:cubicBezTo>
                    <a:pt x="191" y="207"/>
                    <a:pt x="191" y="207"/>
                    <a:pt x="191" y="207"/>
                  </a:cubicBezTo>
                  <a:cubicBezTo>
                    <a:pt x="169" y="225"/>
                    <a:pt x="141" y="237"/>
                    <a:pt x="107" y="237"/>
                  </a:cubicBezTo>
                  <a:cubicBezTo>
                    <a:pt x="38" y="237"/>
                    <a:pt x="0" y="191"/>
                    <a:pt x="0" y="120"/>
                  </a:cubicBezTo>
                  <a:cubicBezTo>
                    <a:pt x="0" y="52"/>
                    <a:pt x="36" y="0"/>
                    <a:pt x="100" y="0"/>
                  </a:cubicBezTo>
                  <a:cubicBezTo>
                    <a:pt x="163" y="0"/>
                    <a:pt x="199" y="42"/>
                    <a:pt x="199" y="113"/>
                  </a:cubicBezTo>
                  <a:cubicBezTo>
                    <a:pt x="199" y="121"/>
                    <a:pt x="198" y="129"/>
                    <a:pt x="198" y="135"/>
                  </a:cubicBezTo>
                  <a:moveTo>
                    <a:pt x="145" y="98"/>
                  </a:moveTo>
                  <a:cubicBezTo>
                    <a:pt x="145" y="61"/>
                    <a:pt x="132" y="38"/>
                    <a:pt x="101" y="38"/>
                  </a:cubicBezTo>
                  <a:cubicBezTo>
                    <a:pt x="76" y="38"/>
                    <a:pt x="60" y="55"/>
                    <a:pt x="57"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3" name="Freeform 19">
              <a:extLst>
                <a:ext uri="{FF2B5EF4-FFF2-40B4-BE49-F238E27FC236}">
                  <a16:creationId xmlns:a16="http://schemas.microsoft.com/office/drawing/2014/main" id="{9806855E-1115-4D33-B7D2-7867ACC82E85}"/>
                </a:ext>
              </a:extLst>
            </p:cNvPr>
            <p:cNvSpPr>
              <a:spLocks/>
            </p:cNvSpPr>
            <p:nvPr/>
          </p:nvSpPr>
          <p:spPr bwMode="auto">
            <a:xfrm>
              <a:off x="11903075" y="4959350"/>
              <a:ext cx="504825" cy="873125"/>
            </a:xfrm>
            <a:custGeom>
              <a:avLst/>
              <a:gdLst>
                <a:gd name="T0" fmla="*/ 134 w 134"/>
                <a:gd name="T1" fmla="*/ 3 h 231"/>
                <a:gd name="T2" fmla="*/ 124 w 134"/>
                <a:gd name="T3" fmla="*/ 56 h 231"/>
                <a:gd name="T4" fmla="*/ 104 w 134"/>
                <a:gd name="T5" fmla="*/ 53 h 231"/>
                <a:gd name="T6" fmla="*/ 55 w 134"/>
                <a:gd name="T7" fmla="*/ 111 h 231"/>
                <a:gd name="T8" fmla="*/ 55 w 134"/>
                <a:gd name="T9" fmla="*/ 231 h 231"/>
                <a:gd name="T10" fmla="*/ 0 w 134"/>
                <a:gd name="T11" fmla="*/ 231 h 231"/>
                <a:gd name="T12" fmla="*/ 0 w 134"/>
                <a:gd name="T13" fmla="*/ 6 h 231"/>
                <a:gd name="T14" fmla="*/ 47 w 134"/>
                <a:gd name="T15" fmla="*/ 6 h 231"/>
                <a:gd name="T16" fmla="*/ 52 w 134"/>
                <a:gd name="T17" fmla="*/ 50 h 231"/>
                <a:gd name="T18" fmla="*/ 111 w 134"/>
                <a:gd name="T19" fmla="*/ 0 h 231"/>
                <a:gd name="T20" fmla="*/ 134 w 134"/>
                <a:gd name="T21" fmla="*/ 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231">
                  <a:moveTo>
                    <a:pt x="134" y="3"/>
                  </a:moveTo>
                  <a:cubicBezTo>
                    <a:pt x="124" y="56"/>
                    <a:pt x="124" y="56"/>
                    <a:pt x="124" y="56"/>
                  </a:cubicBezTo>
                  <a:cubicBezTo>
                    <a:pt x="118" y="54"/>
                    <a:pt x="112" y="53"/>
                    <a:pt x="104" y="53"/>
                  </a:cubicBezTo>
                  <a:cubicBezTo>
                    <a:pt x="77" y="53"/>
                    <a:pt x="63" y="73"/>
                    <a:pt x="55" y="111"/>
                  </a:cubicBezTo>
                  <a:cubicBezTo>
                    <a:pt x="55" y="231"/>
                    <a:pt x="55" y="231"/>
                    <a:pt x="55" y="231"/>
                  </a:cubicBezTo>
                  <a:cubicBezTo>
                    <a:pt x="0" y="231"/>
                    <a:pt x="0" y="231"/>
                    <a:pt x="0" y="231"/>
                  </a:cubicBezTo>
                  <a:cubicBezTo>
                    <a:pt x="0" y="6"/>
                    <a:pt x="0" y="6"/>
                    <a:pt x="0" y="6"/>
                  </a:cubicBezTo>
                  <a:cubicBezTo>
                    <a:pt x="47" y="6"/>
                    <a:pt x="47" y="6"/>
                    <a:pt x="47" y="6"/>
                  </a:cubicBezTo>
                  <a:cubicBezTo>
                    <a:pt x="52" y="50"/>
                    <a:pt x="52" y="50"/>
                    <a:pt x="52" y="50"/>
                  </a:cubicBezTo>
                  <a:cubicBezTo>
                    <a:pt x="63" y="18"/>
                    <a:pt x="85" y="0"/>
                    <a:pt x="111" y="0"/>
                  </a:cubicBezTo>
                  <a:cubicBezTo>
                    <a:pt x="119" y="0"/>
                    <a:pt x="126" y="1"/>
                    <a:pt x="134" y="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4" name="Freeform 20">
              <a:extLst>
                <a:ext uri="{FF2B5EF4-FFF2-40B4-BE49-F238E27FC236}">
                  <a16:creationId xmlns:a16="http://schemas.microsoft.com/office/drawing/2014/main" id="{80621759-201B-44E2-B1DC-8EA13B8E70BE}"/>
                </a:ext>
              </a:extLst>
            </p:cNvPr>
            <p:cNvSpPr>
              <a:spLocks/>
            </p:cNvSpPr>
            <p:nvPr/>
          </p:nvSpPr>
          <p:spPr bwMode="auto">
            <a:xfrm>
              <a:off x="12158663" y="5703888"/>
              <a:ext cx="87312" cy="128587"/>
            </a:xfrm>
            <a:custGeom>
              <a:avLst/>
              <a:gdLst>
                <a:gd name="T0" fmla="*/ 52 w 55"/>
                <a:gd name="T1" fmla="*/ 7 h 81"/>
                <a:gd name="T2" fmla="*/ 29 w 55"/>
                <a:gd name="T3" fmla="*/ 7 h 81"/>
                <a:gd name="T4" fmla="*/ 29 w 55"/>
                <a:gd name="T5" fmla="*/ 81 h 81"/>
                <a:gd name="T6" fmla="*/ 24 w 55"/>
                <a:gd name="T7" fmla="*/ 81 h 81"/>
                <a:gd name="T8" fmla="*/ 24 w 55"/>
                <a:gd name="T9" fmla="*/ 7 h 81"/>
                <a:gd name="T10" fmla="*/ 0 w 55"/>
                <a:gd name="T11" fmla="*/ 7 h 81"/>
                <a:gd name="T12" fmla="*/ 0 w 55"/>
                <a:gd name="T13" fmla="*/ 0 h 81"/>
                <a:gd name="T14" fmla="*/ 55 w 55"/>
                <a:gd name="T15" fmla="*/ 0 h 81"/>
                <a:gd name="T16" fmla="*/ 52 w 55"/>
                <a:gd name="T17"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81">
                  <a:moveTo>
                    <a:pt x="52" y="7"/>
                  </a:moveTo>
                  <a:lnTo>
                    <a:pt x="29" y="7"/>
                  </a:lnTo>
                  <a:lnTo>
                    <a:pt x="29" y="81"/>
                  </a:lnTo>
                  <a:lnTo>
                    <a:pt x="24" y="81"/>
                  </a:lnTo>
                  <a:lnTo>
                    <a:pt x="24" y="7"/>
                  </a:lnTo>
                  <a:lnTo>
                    <a:pt x="0" y="7"/>
                  </a:lnTo>
                  <a:lnTo>
                    <a:pt x="0" y="0"/>
                  </a:lnTo>
                  <a:lnTo>
                    <a:pt x="55" y="0"/>
                  </a:lnTo>
                  <a:lnTo>
                    <a:pt x="5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5" name="Freeform 21">
              <a:extLst>
                <a:ext uri="{FF2B5EF4-FFF2-40B4-BE49-F238E27FC236}">
                  <a16:creationId xmlns:a16="http://schemas.microsoft.com/office/drawing/2014/main" id="{97FC4F56-3F67-4DAF-BCB9-0CF464380EE0}"/>
                </a:ext>
              </a:extLst>
            </p:cNvPr>
            <p:cNvSpPr>
              <a:spLocks/>
            </p:cNvSpPr>
            <p:nvPr/>
          </p:nvSpPr>
          <p:spPr bwMode="auto">
            <a:xfrm>
              <a:off x="12245975" y="5703888"/>
              <a:ext cx="115887" cy="128587"/>
            </a:xfrm>
            <a:custGeom>
              <a:avLst/>
              <a:gdLst>
                <a:gd name="T0" fmla="*/ 31 w 31"/>
                <a:gd name="T1" fmla="*/ 34 h 34"/>
                <a:gd name="T2" fmla="*/ 28 w 31"/>
                <a:gd name="T3" fmla="*/ 34 h 34"/>
                <a:gd name="T4" fmla="*/ 27 w 31"/>
                <a:gd name="T5" fmla="*/ 18 h 34"/>
                <a:gd name="T6" fmla="*/ 26 w 31"/>
                <a:gd name="T7" fmla="*/ 3 h 34"/>
                <a:gd name="T8" fmla="*/ 17 w 31"/>
                <a:gd name="T9" fmla="*/ 30 h 34"/>
                <a:gd name="T10" fmla="*/ 14 w 31"/>
                <a:gd name="T11" fmla="*/ 30 h 34"/>
                <a:gd name="T12" fmla="*/ 6 w 31"/>
                <a:gd name="T13" fmla="*/ 3 h 34"/>
                <a:gd name="T14" fmla="*/ 4 w 31"/>
                <a:gd name="T15" fmla="*/ 18 h 34"/>
                <a:gd name="T16" fmla="*/ 3 w 31"/>
                <a:gd name="T17" fmla="*/ 34 h 34"/>
                <a:gd name="T18" fmla="*/ 0 w 31"/>
                <a:gd name="T19" fmla="*/ 34 h 34"/>
                <a:gd name="T20" fmla="*/ 3 w 31"/>
                <a:gd name="T21" fmla="*/ 0 h 34"/>
                <a:gd name="T22" fmla="*/ 7 w 31"/>
                <a:gd name="T23" fmla="*/ 0 h 34"/>
                <a:gd name="T24" fmla="*/ 16 w 31"/>
                <a:gd name="T25" fmla="*/ 26 h 34"/>
                <a:gd name="T26" fmla="*/ 24 w 31"/>
                <a:gd name="T27" fmla="*/ 0 h 34"/>
                <a:gd name="T28" fmla="*/ 28 w 31"/>
                <a:gd name="T29" fmla="*/ 0 h 34"/>
                <a:gd name="T30" fmla="*/ 31 w 31"/>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4">
                  <a:moveTo>
                    <a:pt x="31" y="34"/>
                  </a:moveTo>
                  <a:cubicBezTo>
                    <a:pt x="28" y="34"/>
                    <a:pt x="28" y="34"/>
                    <a:pt x="28" y="34"/>
                  </a:cubicBezTo>
                  <a:cubicBezTo>
                    <a:pt x="27" y="18"/>
                    <a:pt x="27" y="18"/>
                    <a:pt x="27" y="18"/>
                  </a:cubicBezTo>
                  <a:cubicBezTo>
                    <a:pt x="26" y="12"/>
                    <a:pt x="26" y="6"/>
                    <a:pt x="26" y="3"/>
                  </a:cubicBezTo>
                  <a:cubicBezTo>
                    <a:pt x="17" y="30"/>
                    <a:pt x="17" y="30"/>
                    <a:pt x="17" y="30"/>
                  </a:cubicBezTo>
                  <a:cubicBezTo>
                    <a:pt x="14" y="30"/>
                    <a:pt x="14" y="30"/>
                    <a:pt x="14" y="30"/>
                  </a:cubicBezTo>
                  <a:cubicBezTo>
                    <a:pt x="6" y="3"/>
                    <a:pt x="6" y="3"/>
                    <a:pt x="6" y="3"/>
                  </a:cubicBezTo>
                  <a:cubicBezTo>
                    <a:pt x="5" y="6"/>
                    <a:pt x="5" y="12"/>
                    <a:pt x="4" y="18"/>
                  </a:cubicBezTo>
                  <a:cubicBezTo>
                    <a:pt x="3" y="34"/>
                    <a:pt x="3" y="34"/>
                    <a:pt x="3" y="34"/>
                  </a:cubicBezTo>
                  <a:cubicBezTo>
                    <a:pt x="0" y="34"/>
                    <a:pt x="0" y="34"/>
                    <a:pt x="0" y="34"/>
                  </a:cubicBezTo>
                  <a:cubicBezTo>
                    <a:pt x="3" y="0"/>
                    <a:pt x="3" y="0"/>
                    <a:pt x="3" y="0"/>
                  </a:cubicBezTo>
                  <a:cubicBezTo>
                    <a:pt x="7" y="0"/>
                    <a:pt x="7" y="0"/>
                    <a:pt x="7" y="0"/>
                  </a:cubicBezTo>
                  <a:cubicBezTo>
                    <a:pt x="16" y="26"/>
                    <a:pt x="16" y="26"/>
                    <a:pt x="16" y="26"/>
                  </a:cubicBezTo>
                  <a:cubicBezTo>
                    <a:pt x="24" y="0"/>
                    <a:pt x="24" y="0"/>
                    <a:pt x="24" y="0"/>
                  </a:cubicBezTo>
                  <a:cubicBezTo>
                    <a:pt x="28" y="0"/>
                    <a:pt x="28" y="0"/>
                    <a:pt x="28" y="0"/>
                  </a:cubicBezTo>
                  <a:lnTo>
                    <a:pt x="31"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grpSp>
    </p:spTree>
    <p:extLst>
      <p:ext uri="{BB962C8B-B14F-4D97-AF65-F5344CB8AC3E}">
        <p14:creationId xmlns:p14="http://schemas.microsoft.com/office/powerpoint/2010/main" val="515001298"/>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2364613526"/>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637898163"/>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2380029800"/>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hasCustomPrompt="1"/>
          </p:nvPr>
        </p:nvSpPr>
        <p:spPr>
          <a:xfrm>
            <a:off x="16059154" y="624971"/>
            <a:ext cx="7600948" cy="1235077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182880"/>
          <a:lstStyle/>
          <a:p>
            <a:endParaRPr lang="en-US"/>
          </a:p>
        </p:txBody>
      </p:sp>
    </p:spTree>
    <p:extLst>
      <p:ext uri="{BB962C8B-B14F-4D97-AF65-F5344CB8AC3E}">
        <p14:creationId xmlns:p14="http://schemas.microsoft.com/office/powerpoint/2010/main" val="455601854"/>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7626612"/>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090034870"/>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672544882"/>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10" name="Rectangle 9">
            <a:extLst>
              <a:ext uri="{FF2B5EF4-FFF2-40B4-BE49-F238E27FC236}">
                <a16:creationId xmlns:a16="http://schemas.microsoft.com/office/drawing/2014/main" id="{67BB237D-A36D-4310-9C78-F94A591DE369}"/>
              </a:ext>
            </a:extLst>
          </p:cNvPr>
          <p:cNvSpPr/>
          <p:nvPr/>
        </p:nvSpPr>
        <p:spPr>
          <a:xfrm>
            <a:off x="8552834" y="8520844"/>
            <a:ext cx="6728748" cy="5195156"/>
          </a:xfrm>
          <a:prstGeom prst="rect">
            <a:avLst/>
          </a:prstGeom>
          <a:gradFill flip="none" rotWithShape="1">
            <a:gsLst>
              <a:gs pos="0">
                <a:srgbClr val="666666"/>
              </a:gs>
              <a:gs pos="64000">
                <a:srgbClr val="494949"/>
              </a:gs>
              <a:gs pos="97000">
                <a:schemeClr val="tx1">
                  <a:lumMod val="85000"/>
                  <a:lumOff val="1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r>
              <a:rPr lang="en-GB" sz="2400" b="1">
                <a:solidFill>
                  <a:schemeClr val="bg1"/>
                </a:solidFill>
              </a:rPr>
              <a:t>   SERVER FOOTPRINT</a:t>
            </a:r>
          </a:p>
        </p:txBody>
      </p:sp>
      <p:sp>
        <p:nvSpPr>
          <p:cNvPr id="22" name="Rectangle 21">
            <a:extLst>
              <a:ext uri="{FF2B5EF4-FFF2-40B4-BE49-F238E27FC236}">
                <a16:creationId xmlns:a16="http://schemas.microsoft.com/office/drawing/2014/main" id="{95C3D5F0-E8E0-4305-91A8-58425CC96E53}"/>
              </a:ext>
            </a:extLst>
          </p:cNvPr>
          <p:cNvSpPr/>
          <p:nvPr userDrawn="1"/>
        </p:nvSpPr>
        <p:spPr>
          <a:xfrm>
            <a:off x="0" y="0"/>
            <a:ext cx="19336552" cy="34783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23" name="TextBox 22">
            <a:extLst>
              <a:ext uri="{FF2B5EF4-FFF2-40B4-BE49-F238E27FC236}">
                <a16:creationId xmlns:a16="http://schemas.microsoft.com/office/drawing/2014/main" id="{2870DD5E-57BA-4758-AE12-C69D53EA2D87}"/>
              </a:ext>
            </a:extLst>
          </p:cNvPr>
          <p:cNvSpPr txBox="1"/>
          <p:nvPr userDrawn="1"/>
        </p:nvSpPr>
        <p:spPr>
          <a:xfrm>
            <a:off x="391994" y="3667375"/>
            <a:ext cx="13757008" cy="461665"/>
          </a:xfrm>
          <a:prstGeom prst="rect">
            <a:avLst/>
          </a:prstGeom>
          <a:noFill/>
        </p:spPr>
        <p:txBody>
          <a:bodyPr wrap="square" rtlCol="0">
            <a:spAutoFit/>
          </a:bodyPr>
          <a:lstStyle/>
          <a:p>
            <a:r>
              <a:rPr lang="en-GB" sz="2400" b="1"/>
              <a:t>INFRASTRUCTURE &amp; TECHNOLOGY</a:t>
            </a:r>
          </a:p>
        </p:txBody>
      </p:sp>
      <p:sp>
        <p:nvSpPr>
          <p:cNvPr id="24" name="TextBox 23">
            <a:extLst>
              <a:ext uri="{FF2B5EF4-FFF2-40B4-BE49-F238E27FC236}">
                <a16:creationId xmlns:a16="http://schemas.microsoft.com/office/drawing/2014/main" id="{6A7444CD-E422-490C-819C-FF01E113F82B}"/>
              </a:ext>
            </a:extLst>
          </p:cNvPr>
          <p:cNvSpPr txBox="1"/>
          <p:nvPr userDrawn="1"/>
        </p:nvSpPr>
        <p:spPr>
          <a:xfrm>
            <a:off x="391994" y="1391183"/>
            <a:ext cx="18929736" cy="830997"/>
          </a:xfrm>
          <a:prstGeom prst="rect">
            <a:avLst/>
          </a:prstGeom>
          <a:noFill/>
        </p:spPr>
        <p:txBody>
          <a:bodyPr wrap="square" rtlCol="0">
            <a:spAutoFit/>
          </a:bodyPr>
          <a:lstStyle/>
          <a:p>
            <a:r>
              <a:rPr lang="en-GB" sz="2400" b="1"/>
              <a:t>DESCRIPTION</a:t>
            </a:r>
          </a:p>
          <a:p>
            <a:endParaRPr lang="en-GB" sz="2400"/>
          </a:p>
        </p:txBody>
      </p:sp>
      <p:sp>
        <p:nvSpPr>
          <p:cNvPr id="25" name="Rectangle 24">
            <a:extLst>
              <a:ext uri="{FF2B5EF4-FFF2-40B4-BE49-F238E27FC236}">
                <a16:creationId xmlns:a16="http://schemas.microsoft.com/office/drawing/2014/main" id="{D60FEB19-83FF-45CB-BC9E-B7BCD08E7EA5}"/>
              </a:ext>
            </a:extLst>
          </p:cNvPr>
          <p:cNvSpPr/>
          <p:nvPr userDrawn="1"/>
        </p:nvSpPr>
        <p:spPr>
          <a:xfrm>
            <a:off x="19338330" y="1137498"/>
            <a:ext cx="5045672" cy="233666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27" name="Group 26">
            <a:extLst>
              <a:ext uri="{FF2B5EF4-FFF2-40B4-BE49-F238E27FC236}">
                <a16:creationId xmlns:a16="http://schemas.microsoft.com/office/drawing/2014/main" id="{37AC1D33-28DE-4267-AECA-E276F06FD1F6}"/>
              </a:ext>
            </a:extLst>
          </p:cNvPr>
          <p:cNvGrpSpPr/>
          <p:nvPr userDrawn="1"/>
        </p:nvGrpSpPr>
        <p:grpSpPr>
          <a:xfrm>
            <a:off x="19824584" y="1433577"/>
            <a:ext cx="970108" cy="1335010"/>
            <a:chOff x="8852116" y="593421"/>
            <a:chExt cx="431818" cy="594245"/>
          </a:xfrm>
          <a:effectLst>
            <a:outerShdw blurRad="50800" dist="38100" dir="2700000" algn="tl" rotWithShape="0">
              <a:prstClr val="black">
                <a:alpha val="40000"/>
              </a:prstClr>
            </a:outerShdw>
          </a:effectLst>
        </p:grpSpPr>
        <p:sp>
          <p:nvSpPr>
            <p:cNvPr id="28" name="Freeform 483">
              <a:extLst>
                <a:ext uri="{FF2B5EF4-FFF2-40B4-BE49-F238E27FC236}">
                  <a16:creationId xmlns:a16="http://schemas.microsoft.com/office/drawing/2014/main" id="{B5F0D06D-7A0A-4DC7-8126-E4AC3EF40CF5}"/>
                </a:ext>
              </a:extLst>
            </p:cNvPr>
            <p:cNvSpPr>
              <a:spLocks noChangeArrowheads="1"/>
            </p:cNvSpPr>
            <p:nvPr/>
          </p:nvSpPr>
          <p:spPr bwMode="auto">
            <a:xfrm>
              <a:off x="8889752" y="593421"/>
              <a:ext cx="356547" cy="186197"/>
            </a:xfrm>
            <a:custGeom>
              <a:avLst/>
              <a:gdLst>
                <a:gd name="T0" fmla="*/ 612 w 793"/>
                <a:gd name="T1" fmla="*/ 413 h 414"/>
                <a:gd name="T2" fmla="*/ 612 w 793"/>
                <a:gd name="T3" fmla="*/ 320 h 414"/>
                <a:gd name="T4" fmla="*/ 626 w 793"/>
                <a:gd name="T5" fmla="*/ 306 h 414"/>
                <a:gd name="T6" fmla="*/ 776 w 793"/>
                <a:gd name="T7" fmla="*/ 306 h 414"/>
                <a:gd name="T8" fmla="*/ 790 w 793"/>
                <a:gd name="T9" fmla="*/ 296 h 414"/>
                <a:gd name="T10" fmla="*/ 785 w 793"/>
                <a:gd name="T11" fmla="*/ 280 h 414"/>
                <a:gd name="T12" fmla="*/ 413 w 793"/>
                <a:gd name="T13" fmla="*/ 7 h 414"/>
                <a:gd name="T14" fmla="*/ 379 w 793"/>
                <a:gd name="T15" fmla="*/ 7 h 414"/>
                <a:gd name="T16" fmla="*/ 7 w 793"/>
                <a:gd name="T17" fmla="*/ 280 h 414"/>
                <a:gd name="T18" fmla="*/ 2 w 793"/>
                <a:gd name="T19" fmla="*/ 296 h 414"/>
                <a:gd name="T20" fmla="*/ 16 w 793"/>
                <a:gd name="T21" fmla="*/ 306 h 414"/>
                <a:gd name="T22" fmla="*/ 166 w 793"/>
                <a:gd name="T23" fmla="*/ 306 h 414"/>
                <a:gd name="T24" fmla="*/ 180 w 793"/>
                <a:gd name="T25" fmla="*/ 320 h 414"/>
                <a:gd name="T26" fmla="*/ 180 w 793"/>
                <a:gd name="T27" fmla="*/ 413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3" h="414">
                  <a:moveTo>
                    <a:pt x="612" y="413"/>
                  </a:moveTo>
                  <a:cubicBezTo>
                    <a:pt x="612" y="382"/>
                    <a:pt x="612" y="351"/>
                    <a:pt x="612" y="320"/>
                  </a:cubicBezTo>
                  <a:cubicBezTo>
                    <a:pt x="612" y="312"/>
                    <a:pt x="618" y="306"/>
                    <a:pt x="626" y="306"/>
                  </a:cubicBezTo>
                  <a:cubicBezTo>
                    <a:pt x="676" y="306"/>
                    <a:pt x="726" y="306"/>
                    <a:pt x="776" y="306"/>
                  </a:cubicBezTo>
                  <a:cubicBezTo>
                    <a:pt x="782" y="306"/>
                    <a:pt x="788" y="302"/>
                    <a:pt x="790" y="296"/>
                  </a:cubicBezTo>
                  <a:cubicBezTo>
                    <a:pt x="792" y="290"/>
                    <a:pt x="790" y="284"/>
                    <a:pt x="785" y="280"/>
                  </a:cubicBezTo>
                  <a:cubicBezTo>
                    <a:pt x="661" y="189"/>
                    <a:pt x="537" y="98"/>
                    <a:pt x="413" y="7"/>
                  </a:cubicBezTo>
                  <a:cubicBezTo>
                    <a:pt x="403" y="0"/>
                    <a:pt x="389" y="0"/>
                    <a:pt x="379" y="7"/>
                  </a:cubicBezTo>
                  <a:cubicBezTo>
                    <a:pt x="255" y="98"/>
                    <a:pt x="131" y="189"/>
                    <a:pt x="7" y="280"/>
                  </a:cubicBezTo>
                  <a:cubicBezTo>
                    <a:pt x="3" y="284"/>
                    <a:pt x="0" y="290"/>
                    <a:pt x="2" y="296"/>
                  </a:cubicBezTo>
                  <a:cubicBezTo>
                    <a:pt x="3" y="302"/>
                    <a:pt x="10" y="306"/>
                    <a:pt x="16" y="306"/>
                  </a:cubicBezTo>
                  <a:cubicBezTo>
                    <a:pt x="66" y="306"/>
                    <a:pt x="116" y="306"/>
                    <a:pt x="166" y="306"/>
                  </a:cubicBezTo>
                  <a:cubicBezTo>
                    <a:pt x="174" y="306"/>
                    <a:pt x="180" y="312"/>
                    <a:pt x="180" y="320"/>
                  </a:cubicBezTo>
                  <a:cubicBezTo>
                    <a:pt x="180" y="351"/>
                    <a:pt x="180" y="382"/>
                    <a:pt x="180" y="41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29" name="Freeform 484">
              <a:extLst>
                <a:ext uri="{FF2B5EF4-FFF2-40B4-BE49-F238E27FC236}">
                  <a16:creationId xmlns:a16="http://schemas.microsoft.com/office/drawing/2014/main" id="{3FB37720-E2EB-4C1B-86CB-25D60CDCA011}"/>
                </a:ext>
              </a:extLst>
            </p:cNvPr>
            <p:cNvSpPr>
              <a:spLocks noChangeArrowheads="1"/>
            </p:cNvSpPr>
            <p:nvPr/>
          </p:nvSpPr>
          <p:spPr bwMode="auto">
            <a:xfrm>
              <a:off x="8852116" y="755848"/>
              <a:ext cx="431818" cy="431818"/>
            </a:xfrm>
            <a:custGeom>
              <a:avLst/>
              <a:gdLst>
                <a:gd name="T0" fmla="*/ 960 w 961"/>
                <a:gd name="T1" fmla="*/ 479 h 960"/>
                <a:gd name="T2" fmla="*/ 896 w 961"/>
                <a:gd name="T3" fmla="*/ 719 h 960"/>
                <a:gd name="T4" fmla="*/ 720 w 961"/>
                <a:gd name="T5" fmla="*/ 895 h 960"/>
                <a:gd name="T6" fmla="*/ 480 w 961"/>
                <a:gd name="T7" fmla="*/ 959 h 960"/>
                <a:gd name="T8" fmla="*/ 240 w 961"/>
                <a:gd name="T9" fmla="*/ 895 h 960"/>
                <a:gd name="T10" fmla="*/ 65 w 961"/>
                <a:gd name="T11" fmla="*/ 719 h 960"/>
                <a:gd name="T12" fmla="*/ 0 w 961"/>
                <a:gd name="T13" fmla="*/ 479 h 960"/>
                <a:gd name="T14" fmla="*/ 65 w 961"/>
                <a:gd name="T15" fmla="*/ 240 h 960"/>
                <a:gd name="T16" fmla="*/ 240 w 961"/>
                <a:gd name="T17" fmla="*/ 64 h 960"/>
                <a:gd name="T18" fmla="*/ 480 w 961"/>
                <a:gd name="T19" fmla="*/ 0 h 960"/>
                <a:gd name="T20" fmla="*/ 720 w 961"/>
                <a:gd name="T21" fmla="*/ 64 h 960"/>
                <a:gd name="T22" fmla="*/ 896 w 961"/>
                <a:gd name="T23" fmla="*/ 240 h 960"/>
                <a:gd name="T24" fmla="*/ 960 w 961"/>
                <a:gd name="T25" fmla="*/ 479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1" h="960">
                  <a:moveTo>
                    <a:pt x="960" y="479"/>
                  </a:moveTo>
                  <a:cubicBezTo>
                    <a:pt x="960" y="568"/>
                    <a:pt x="940" y="642"/>
                    <a:pt x="896" y="719"/>
                  </a:cubicBezTo>
                  <a:cubicBezTo>
                    <a:pt x="851" y="795"/>
                    <a:pt x="796" y="851"/>
                    <a:pt x="720" y="895"/>
                  </a:cubicBezTo>
                  <a:cubicBezTo>
                    <a:pt x="644" y="939"/>
                    <a:pt x="568" y="959"/>
                    <a:pt x="480" y="959"/>
                  </a:cubicBezTo>
                  <a:cubicBezTo>
                    <a:pt x="392" y="959"/>
                    <a:pt x="316" y="939"/>
                    <a:pt x="240" y="895"/>
                  </a:cubicBezTo>
                  <a:cubicBezTo>
                    <a:pt x="163" y="851"/>
                    <a:pt x="109" y="795"/>
                    <a:pt x="65" y="719"/>
                  </a:cubicBezTo>
                  <a:cubicBezTo>
                    <a:pt x="20" y="642"/>
                    <a:pt x="0" y="567"/>
                    <a:pt x="0" y="479"/>
                  </a:cubicBezTo>
                  <a:cubicBezTo>
                    <a:pt x="0" y="390"/>
                    <a:pt x="20" y="316"/>
                    <a:pt x="65" y="240"/>
                  </a:cubicBezTo>
                  <a:cubicBezTo>
                    <a:pt x="109" y="163"/>
                    <a:pt x="163" y="108"/>
                    <a:pt x="240" y="64"/>
                  </a:cubicBezTo>
                  <a:cubicBezTo>
                    <a:pt x="316" y="20"/>
                    <a:pt x="392" y="0"/>
                    <a:pt x="480" y="0"/>
                  </a:cubicBezTo>
                  <a:cubicBezTo>
                    <a:pt x="568" y="0"/>
                    <a:pt x="644" y="20"/>
                    <a:pt x="720" y="64"/>
                  </a:cubicBezTo>
                  <a:cubicBezTo>
                    <a:pt x="796" y="108"/>
                    <a:pt x="851" y="163"/>
                    <a:pt x="896" y="240"/>
                  </a:cubicBezTo>
                  <a:cubicBezTo>
                    <a:pt x="940" y="316"/>
                    <a:pt x="960" y="391"/>
                    <a:pt x="960" y="47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0" name="Freeform 485">
              <a:extLst>
                <a:ext uri="{FF2B5EF4-FFF2-40B4-BE49-F238E27FC236}">
                  <a16:creationId xmlns:a16="http://schemas.microsoft.com/office/drawing/2014/main" id="{E250C8C6-E646-40CD-990E-41AD3DBFF04A}"/>
                </a:ext>
              </a:extLst>
            </p:cNvPr>
            <p:cNvSpPr>
              <a:spLocks noChangeArrowheads="1"/>
            </p:cNvSpPr>
            <p:nvPr/>
          </p:nvSpPr>
          <p:spPr bwMode="auto">
            <a:xfrm>
              <a:off x="9093776" y="969776"/>
              <a:ext cx="99041" cy="1980"/>
            </a:xfrm>
            <a:custGeom>
              <a:avLst/>
              <a:gdLst>
                <a:gd name="T0" fmla="*/ 0 w 219"/>
                <a:gd name="T1" fmla="*/ 0 h 1"/>
                <a:gd name="T2" fmla="*/ 218 w 219"/>
                <a:gd name="T3" fmla="*/ 0 h 1"/>
              </a:gdLst>
              <a:ahLst/>
              <a:cxnLst>
                <a:cxn ang="0">
                  <a:pos x="T0" y="T1"/>
                </a:cxn>
                <a:cxn ang="0">
                  <a:pos x="T2" y="T3"/>
                </a:cxn>
              </a:cxnLst>
              <a:rect l="0" t="0" r="r" b="b"/>
              <a:pathLst>
                <a:path w="219" h="1">
                  <a:moveTo>
                    <a:pt x="0" y="0"/>
                  </a:moveTo>
                  <a:cubicBezTo>
                    <a:pt x="72" y="0"/>
                    <a:pt x="145" y="0"/>
                    <a:pt x="218"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1" name="Freeform 486">
              <a:extLst>
                <a:ext uri="{FF2B5EF4-FFF2-40B4-BE49-F238E27FC236}">
                  <a16:creationId xmlns:a16="http://schemas.microsoft.com/office/drawing/2014/main" id="{FB083B1C-AD2A-4817-83FE-99AB4B1C2D57}"/>
                </a:ext>
              </a:extLst>
            </p:cNvPr>
            <p:cNvSpPr>
              <a:spLocks noChangeArrowheads="1"/>
            </p:cNvSpPr>
            <p:nvPr/>
          </p:nvSpPr>
          <p:spPr bwMode="auto">
            <a:xfrm>
              <a:off x="9068026" y="898467"/>
              <a:ext cx="1980" cy="47540"/>
            </a:xfrm>
            <a:custGeom>
              <a:avLst/>
              <a:gdLst>
                <a:gd name="T0" fmla="*/ 0 w 1"/>
                <a:gd name="T1" fmla="*/ 106 h 107"/>
                <a:gd name="T2" fmla="*/ 0 w 1"/>
                <a:gd name="T3" fmla="*/ 0 h 107"/>
              </a:gdLst>
              <a:ahLst/>
              <a:cxnLst>
                <a:cxn ang="0">
                  <a:pos x="T0" y="T1"/>
                </a:cxn>
                <a:cxn ang="0">
                  <a:pos x="T2" y="T3"/>
                </a:cxn>
              </a:cxnLst>
              <a:rect l="0" t="0" r="r" b="b"/>
              <a:pathLst>
                <a:path w="1" h="107">
                  <a:moveTo>
                    <a:pt x="0" y="106"/>
                  </a:moveTo>
                  <a:cubicBezTo>
                    <a:pt x="0" y="70"/>
                    <a:pt x="0" y="3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2" name="Freeform 487">
              <a:extLst>
                <a:ext uri="{FF2B5EF4-FFF2-40B4-BE49-F238E27FC236}">
                  <a16:creationId xmlns:a16="http://schemas.microsoft.com/office/drawing/2014/main" id="{9D1F4D11-F3E0-47A5-92DA-64B41155C0B2}"/>
                </a:ext>
              </a:extLst>
            </p:cNvPr>
            <p:cNvSpPr>
              <a:spLocks noChangeArrowheads="1"/>
            </p:cNvSpPr>
            <p:nvPr/>
          </p:nvSpPr>
          <p:spPr bwMode="auto">
            <a:xfrm>
              <a:off x="9042274" y="946006"/>
              <a:ext cx="51501" cy="51501"/>
            </a:xfrm>
            <a:custGeom>
              <a:avLst/>
              <a:gdLst>
                <a:gd name="T0" fmla="*/ 113 w 114"/>
                <a:gd name="T1" fmla="*/ 56 h 114"/>
                <a:gd name="T2" fmla="*/ 105 w 114"/>
                <a:gd name="T3" fmla="*/ 85 h 114"/>
                <a:gd name="T4" fmla="*/ 84 w 114"/>
                <a:gd name="T5" fmla="*/ 105 h 114"/>
                <a:gd name="T6" fmla="*/ 56 w 114"/>
                <a:gd name="T7" fmla="*/ 113 h 114"/>
                <a:gd name="T8" fmla="*/ 28 w 114"/>
                <a:gd name="T9" fmla="*/ 105 h 114"/>
                <a:gd name="T10" fmla="*/ 7 w 114"/>
                <a:gd name="T11" fmla="*/ 85 h 114"/>
                <a:gd name="T12" fmla="*/ 0 w 114"/>
                <a:gd name="T13" fmla="*/ 56 h 114"/>
                <a:gd name="T14" fmla="*/ 7 w 114"/>
                <a:gd name="T15" fmla="*/ 28 h 114"/>
                <a:gd name="T16" fmla="*/ 28 w 114"/>
                <a:gd name="T17" fmla="*/ 8 h 114"/>
                <a:gd name="T18" fmla="*/ 56 w 114"/>
                <a:gd name="T19" fmla="*/ 0 h 114"/>
                <a:gd name="T20" fmla="*/ 84 w 114"/>
                <a:gd name="T21" fmla="*/ 8 h 114"/>
                <a:gd name="T22" fmla="*/ 105 w 114"/>
                <a:gd name="T23" fmla="*/ 28 h 114"/>
                <a:gd name="T24" fmla="*/ 113 w 114"/>
                <a:gd name="T25" fmla="*/ 5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14">
                  <a:moveTo>
                    <a:pt x="113" y="56"/>
                  </a:moveTo>
                  <a:cubicBezTo>
                    <a:pt x="113" y="67"/>
                    <a:pt x="110" y="76"/>
                    <a:pt x="105" y="85"/>
                  </a:cubicBezTo>
                  <a:cubicBezTo>
                    <a:pt x="100" y="94"/>
                    <a:pt x="93" y="99"/>
                    <a:pt x="84" y="105"/>
                  </a:cubicBezTo>
                  <a:cubicBezTo>
                    <a:pt x="75" y="110"/>
                    <a:pt x="66" y="113"/>
                    <a:pt x="56" y="113"/>
                  </a:cubicBezTo>
                  <a:cubicBezTo>
                    <a:pt x="45" y="113"/>
                    <a:pt x="37" y="110"/>
                    <a:pt x="28" y="105"/>
                  </a:cubicBezTo>
                  <a:cubicBezTo>
                    <a:pt x="19" y="99"/>
                    <a:pt x="12" y="94"/>
                    <a:pt x="7" y="85"/>
                  </a:cubicBezTo>
                  <a:cubicBezTo>
                    <a:pt x="2" y="76"/>
                    <a:pt x="0" y="66"/>
                    <a:pt x="0" y="56"/>
                  </a:cubicBezTo>
                  <a:cubicBezTo>
                    <a:pt x="0" y="45"/>
                    <a:pt x="2" y="37"/>
                    <a:pt x="7" y="28"/>
                  </a:cubicBezTo>
                  <a:cubicBezTo>
                    <a:pt x="12" y="19"/>
                    <a:pt x="19" y="13"/>
                    <a:pt x="28" y="8"/>
                  </a:cubicBezTo>
                  <a:cubicBezTo>
                    <a:pt x="37" y="2"/>
                    <a:pt x="46" y="0"/>
                    <a:pt x="56" y="0"/>
                  </a:cubicBezTo>
                  <a:cubicBezTo>
                    <a:pt x="67" y="0"/>
                    <a:pt x="75" y="2"/>
                    <a:pt x="84" y="8"/>
                  </a:cubicBezTo>
                  <a:cubicBezTo>
                    <a:pt x="93" y="13"/>
                    <a:pt x="100" y="19"/>
                    <a:pt x="105" y="28"/>
                  </a:cubicBezTo>
                  <a:cubicBezTo>
                    <a:pt x="110" y="37"/>
                    <a:pt x="113" y="46"/>
                    <a:pt x="113" y="5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3" name="Freeform 488">
              <a:extLst>
                <a:ext uri="{FF2B5EF4-FFF2-40B4-BE49-F238E27FC236}">
                  <a16:creationId xmlns:a16="http://schemas.microsoft.com/office/drawing/2014/main" id="{D5BBBE63-E846-4154-959D-975F5CAB3900}"/>
                </a:ext>
              </a:extLst>
            </p:cNvPr>
            <p:cNvSpPr>
              <a:spLocks noChangeArrowheads="1"/>
            </p:cNvSpPr>
            <p:nvPr/>
          </p:nvSpPr>
          <p:spPr bwMode="auto">
            <a:xfrm>
              <a:off x="8903617" y="805368"/>
              <a:ext cx="330797" cy="328816"/>
            </a:xfrm>
            <a:custGeom>
              <a:avLst/>
              <a:gdLst>
                <a:gd name="T0" fmla="*/ 734 w 735"/>
                <a:gd name="T1" fmla="*/ 366 h 734"/>
                <a:gd name="T2" fmla="*/ 685 w 735"/>
                <a:gd name="T3" fmla="*/ 550 h 734"/>
                <a:gd name="T4" fmla="*/ 551 w 735"/>
                <a:gd name="T5" fmla="*/ 684 h 734"/>
                <a:gd name="T6" fmla="*/ 367 w 735"/>
                <a:gd name="T7" fmla="*/ 733 h 734"/>
                <a:gd name="T8" fmla="*/ 184 w 735"/>
                <a:gd name="T9" fmla="*/ 684 h 734"/>
                <a:gd name="T10" fmla="*/ 49 w 735"/>
                <a:gd name="T11" fmla="*/ 550 h 734"/>
                <a:gd name="T12" fmla="*/ 0 w 735"/>
                <a:gd name="T13" fmla="*/ 366 h 734"/>
                <a:gd name="T14" fmla="*/ 49 w 735"/>
                <a:gd name="T15" fmla="*/ 183 h 734"/>
                <a:gd name="T16" fmla="*/ 184 w 735"/>
                <a:gd name="T17" fmla="*/ 49 h 734"/>
                <a:gd name="T18" fmla="*/ 367 w 735"/>
                <a:gd name="T19" fmla="*/ 0 h 734"/>
                <a:gd name="T20" fmla="*/ 551 w 735"/>
                <a:gd name="T21" fmla="*/ 49 h 734"/>
                <a:gd name="T22" fmla="*/ 685 w 735"/>
                <a:gd name="T23" fmla="*/ 183 h 734"/>
                <a:gd name="T24" fmla="*/ 734 w 735"/>
                <a:gd name="T25" fmla="*/ 366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5" h="734">
                  <a:moveTo>
                    <a:pt x="734" y="366"/>
                  </a:moveTo>
                  <a:cubicBezTo>
                    <a:pt x="734" y="434"/>
                    <a:pt x="719" y="491"/>
                    <a:pt x="685" y="550"/>
                  </a:cubicBezTo>
                  <a:cubicBezTo>
                    <a:pt x="651" y="608"/>
                    <a:pt x="609" y="650"/>
                    <a:pt x="551" y="684"/>
                  </a:cubicBezTo>
                  <a:cubicBezTo>
                    <a:pt x="492" y="718"/>
                    <a:pt x="434" y="733"/>
                    <a:pt x="367" y="733"/>
                  </a:cubicBezTo>
                  <a:cubicBezTo>
                    <a:pt x="299" y="733"/>
                    <a:pt x="242" y="718"/>
                    <a:pt x="184" y="684"/>
                  </a:cubicBezTo>
                  <a:cubicBezTo>
                    <a:pt x="125" y="650"/>
                    <a:pt x="82" y="608"/>
                    <a:pt x="49" y="550"/>
                  </a:cubicBezTo>
                  <a:cubicBezTo>
                    <a:pt x="15" y="491"/>
                    <a:pt x="0" y="433"/>
                    <a:pt x="0" y="366"/>
                  </a:cubicBezTo>
                  <a:cubicBezTo>
                    <a:pt x="0" y="298"/>
                    <a:pt x="15" y="241"/>
                    <a:pt x="49" y="183"/>
                  </a:cubicBezTo>
                  <a:cubicBezTo>
                    <a:pt x="82" y="124"/>
                    <a:pt x="125" y="83"/>
                    <a:pt x="184" y="49"/>
                  </a:cubicBezTo>
                  <a:cubicBezTo>
                    <a:pt x="242" y="15"/>
                    <a:pt x="300" y="0"/>
                    <a:pt x="367" y="0"/>
                  </a:cubicBezTo>
                  <a:cubicBezTo>
                    <a:pt x="435" y="0"/>
                    <a:pt x="492" y="15"/>
                    <a:pt x="551" y="49"/>
                  </a:cubicBezTo>
                  <a:cubicBezTo>
                    <a:pt x="609" y="83"/>
                    <a:pt x="651" y="124"/>
                    <a:pt x="685" y="183"/>
                  </a:cubicBezTo>
                  <a:cubicBezTo>
                    <a:pt x="719" y="241"/>
                    <a:pt x="734" y="299"/>
                    <a:pt x="734" y="36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4" name="Freeform 489">
              <a:extLst>
                <a:ext uri="{FF2B5EF4-FFF2-40B4-BE49-F238E27FC236}">
                  <a16:creationId xmlns:a16="http://schemas.microsoft.com/office/drawing/2014/main" id="{FB6FE389-EE66-4A6A-9E2E-9C93C6D3EA6D}"/>
                </a:ext>
              </a:extLst>
            </p:cNvPr>
            <p:cNvSpPr>
              <a:spLocks noChangeArrowheads="1"/>
            </p:cNvSpPr>
            <p:nvPr/>
          </p:nvSpPr>
          <p:spPr bwMode="auto">
            <a:xfrm>
              <a:off x="9068026" y="843004"/>
              <a:ext cx="1980" cy="13865"/>
            </a:xfrm>
            <a:custGeom>
              <a:avLst/>
              <a:gdLst>
                <a:gd name="T0" fmla="*/ 0 w 1"/>
                <a:gd name="T1" fmla="*/ 28 h 29"/>
                <a:gd name="T2" fmla="*/ 0 w 1"/>
                <a:gd name="T3" fmla="*/ 0 h 29"/>
              </a:gdLst>
              <a:ahLst/>
              <a:cxnLst>
                <a:cxn ang="0">
                  <a:pos x="T0" y="T1"/>
                </a:cxn>
                <a:cxn ang="0">
                  <a:pos x="T2" y="T3"/>
                </a:cxn>
              </a:cxnLst>
              <a:rect l="0" t="0" r="r" b="b"/>
              <a:pathLst>
                <a:path w="1" h="29">
                  <a:moveTo>
                    <a:pt x="0" y="28"/>
                  </a:moveTo>
                  <a:cubicBezTo>
                    <a:pt x="0" y="18"/>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5" name="Freeform 490">
              <a:extLst>
                <a:ext uri="{FF2B5EF4-FFF2-40B4-BE49-F238E27FC236}">
                  <a16:creationId xmlns:a16="http://schemas.microsoft.com/office/drawing/2014/main" id="{B719E170-46CE-4FC6-B852-61CA8A441FB4}"/>
                </a:ext>
              </a:extLst>
            </p:cNvPr>
            <p:cNvSpPr>
              <a:spLocks noChangeArrowheads="1"/>
            </p:cNvSpPr>
            <p:nvPr/>
          </p:nvSpPr>
          <p:spPr bwMode="auto">
            <a:xfrm>
              <a:off x="9068026" y="1084664"/>
              <a:ext cx="1980" cy="13865"/>
            </a:xfrm>
            <a:custGeom>
              <a:avLst/>
              <a:gdLst>
                <a:gd name="T0" fmla="*/ 0 w 1"/>
                <a:gd name="T1" fmla="*/ 29 h 30"/>
                <a:gd name="T2" fmla="*/ 0 w 1"/>
                <a:gd name="T3" fmla="*/ 0 h 30"/>
              </a:gdLst>
              <a:ahLst/>
              <a:cxnLst>
                <a:cxn ang="0">
                  <a:pos x="T0" y="T1"/>
                </a:cxn>
                <a:cxn ang="0">
                  <a:pos x="T2" y="T3"/>
                </a:cxn>
              </a:cxnLst>
              <a:rect l="0" t="0" r="r" b="b"/>
              <a:pathLst>
                <a:path w="1" h="30">
                  <a:moveTo>
                    <a:pt x="0" y="29"/>
                  </a:moveTo>
                  <a:cubicBezTo>
                    <a:pt x="0" y="19"/>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6" name="Freeform 491">
              <a:extLst>
                <a:ext uri="{FF2B5EF4-FFF2-40B4-BE49-F238E27FC236}">
                  <a16:creationId xmlns:a16="http://schemas.microsoft.com/office/drawing/2014/main" id="{2258B39D-1162-4297-9772-1A6BB8BE18FD}"/>
                </a:ext>
              </a:extLst>
            </p:cNvPr>
            <p:cNvSpPr>
              <a:spLocks noChangeArrowheads="1"/>
            </p:cNvSpPr>
            <p:nvPr/>
          </p:nvSpPr>
          <p:spPr bwMode="auto">
            <a:xfrm>
              <a:off x="8941253" y="969776"/>
              <a:ext cx="13865" cy="1980"/>
            </a:xfrm>
            <a:custGeom>
              <a:avLst/>
              <a:gdLst>
                <a:gd name="T0" fmla="*/ 28 w 29"/>
                <a:gd name="T1" fmla="*/ 0 h 1"/>
                <a:gd name="T2" fmla="*/ 0 w 29"/>
                <a:gd name="T3" fmla="*/ 0 h 1"/>
              </a:gdLst>
              <a:ahLst/>
              <a:cxnLst>
                <a:cxn ang="0">
                  <a:pos x="T0" y="T1"/>
                </a:cxn>
                <a:cxn ang="0">
                  <a:pos x="T2" y="T3"/>
                </a:cxn>
              </a:cxnLst>
              <a:rect l="0" t="0" r="r" b="b"/>
              <a:pathLst>
                <a:path w="29" h="1">
                  <a:moveTo>
                    <a:pt x="28" y="0"/>
                  </a:moveTo>
                  <a:cubicBezTo>
                    <a:pt x="19" y="0"/>
                    <a:pt x="9"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7" name="Freeform 492">
              <a:extLst>
                <a:ext uri="{FF2B5EF4-FFF2-40B4-BE49-F238E27FC236}">
                  <a16:creationId xmlns:a16="http://schemas.microsoft.com/office/drawing/2014/main" id="{E5BE5008-DDB0-4E75-8974-6105DD702F19}"/>
                </a:ext>
              </a:extLst>
            </p:cNvPr>
            <p:cNvSpPr>
              <a:spLocks noChangeArrowheads="1"/>
            </p:cNvSpPr>
            <p:nvPr/>
          </p:nvSpPr>
          <p:spPr bwMode="auto">
            <a:xfrm>
              <a:off x="9004639" y="860831"/>
              <a:ext cx="5942"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5"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8" name="Freeform 493">
              <a:extLst>
                <a:ext uri="{FF2B5EF4-FFF2-40B4-BE49-F238E27FC236}">
                  <a16:creationId xmlns:a16="http://schemas.microsoft.com/office/drawing/2014/main" id="{09834015-67A7-4B09-A7A0-21E04AB84521}"/>
                </a:ext>
              </a:extLst>
            </p:cNvPr>
            <p:cNvSpPr>
              <a:spLocks noChangeArrowheads="1"/>
            </p:cNvSpPr>
            <p:nvPr/>
          </p:nvSpPr>
          <p:spPr bwMode="auto">
            <a:xfrm>
              <a:off x="9125469" y="1068817"/>
              <a:ext cx="5943"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4"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9" name="Freeform 494">
              <a:extLst>
                <a:ext uri="{FF2B5EF4-FFF2-40B4-BE49-F238E27FC236}">
                  <a16:creationId xmlns:a16="http://schemas.microsoft.com/office/drawing/2014/main" id="{72A75E7C-3C53-4D66-88B9-59F852CA0521}"/>
                </a:ext>
              </a:extLst>
            </p:cNvPr>
            <p:cNvSpPr>
              <a:spLocks noChangeArrowheads="1"/>
            </p:cNvSpPr>
            <p:nvPr/>
          </p:nvSpPr>
          <p:spPr bwMode="auto">
            <a:xfrm>
              <a:off x="8957100" y="1027219"/>
              <a:ext cx="11885" cy="7923"/>
            </a:xfrm>
            <a:custGeom>
              <a:avLst/>
              <a:gdLst>
                <a:gd name="T0" fmla="*/ 24 w 25"/>
                <a:gd name="T1" fmla="*/ 0 h 16"/>
                <a:gd name="T2" fmla="*/ 0 w 25"/>
                <a:gd name="T3" fmla="*/ 15 h 16"/>
              </a:gdLst>
              <a:ahLst/>
              <a:cxnLst>
                <a:cxn ang="0">
                  <a:pos x="T0" y="T1"/>
                </a:cxn>
                <a:cxn ang="0">
                  <a:pos x="T2" y="T3"/>
                </a:cxn>
              </a:cxnLst>
              <a:rect l="0" t="0" r="r" b="b"/>
              <a:pathLst>
                <a:path w="25" h="16">
                  <a:moveTo>
                    <a:pt x="24" y="0"/>
                  </a:moveTo>
                  <a:cubicBezTo>
                    <a:pt x="16" y="5"/>
                    <a:pt x="8" y="10"/>
                    <a:pt x="0"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0" name="Freeform 495">
              <a:extLst>
                <a:ext uri="{FF2B5EF4-FFF2-40B4-BE49-F238E27FC236}">
                  <a16:creationId xmlns:a16="http://schemas.microsoft.com/office/drawing/2014/main" id="{90E4CB1D-83CD-45E8-BF68-693CD9B2E110}"/>
                </a:ext>
              </a:extLst>
            </p:cNvPr>
            <p:cNvSpPr>
              <a:spLocks noChangeArrowheads="1"/>
            </p:cNvSpPr>
            <p:nvPr/>
          </p:nvSpPr>
          <p:spPr bwMode="auto">
            <a:xfrm>
              <a:off x="8957100" y="906390"/>
              <a:ext cx="11885" cy="5942"/>
            </a:xfrm>
            <a:custGeom>
              <a:avLst/>
              <a:gdLst>
                <a:gd name="T0" fmla="*/ 24 w 25"/>
                <a:gd name="T1" fmla="*/ 14 h 15"/>
                <a:gd name="T2" fmla="*/ 0 w 25"/>
                <a:gd name="T3" fmla="*/ 0 h 15"/>
              </a:gdLst>
              <a:ahLst/>
              <a:cxnLst>
                <a:cxn ang="0">
                  <a:pos x="T0" y="T1"/>
                </a:cxn>
                <a:cxn ang="0">
                  <a:pos x="T2" y="T3"/>
                </a:cxn>
              </a:cxnLst>
              <a:rect l="0" t="0" r="r" b="b"/>
              <a:pathLst>
                <a:path w="25" h="15">
                  <a:moveTo>
                    <a:pt x="24" y="14"/>
                  </a:moveTo>
                  <a:cubicBezTo>
                    <a:pt x="16" y="9"/>
                    <a:pt x="8" y="4"/>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1" name="Freeform 497">
              <a:extLst>
                <a:ext uri="{FF2B5EF4-FFF2-40B4-BE49-F238E27FC236}">
                  <a16:creationId xmlns:a16="http://schemas.microsoft.com/office/drawing/2014/main" id="{9A3222BC-AF78-46B3-9939-BF05AF121060}"/>
                </a:ext>
              </a:extLst>
            </p:cNvPr>
            <p:cNvSpPr>
              <a:spLocks noChangeArrowheads="1"/>
            </p:cNvSpPr>
            <p:nvPr/>
          </p:nvSpPr>
          <p:spPr bwMode="auto">
            <a:xfrm>
              <a:off x="9167066" y="906390"/>
              <a:ext cx="11885" cy="5942"/>
            </a:xfrm>
            <a:custGeom>
              <a:avLst/>
              <a:gdLst>
                <a:gd name="T0" fmla="*/ 0 w 26"/>
                <a:gd name="T1" fmla="*/ 14 h 15"/>
                <a:gd name="T2" fmla="*/ 25 w 26"/>
                <a:gd name="T3" fmla="*/ 0 h 15"/>
              </a:gdLst>
              <a:ahLst/>
              <a:cxnLst>
                <a:cxn ang="0">
                  <a:pos x="T0" y="T1"/>
                </a:cxn>
                <a:cxn ang="0">
                  <a:pos x="T2" y="T3"/>
                </a:cxn>
              </a:cxnLst>
              <a:rect l="0" t="0" r="r" b="b"/>
              <a:pathLst>
                <a:path w="26" h="15">
                  <a:moveTo>
                    <a:pt x="0" y="14"/>
                  </a:moveTo>
                  <a:cubicBezTo>
                    <a:pt x="8" y="9"/>
                    <a:pt x="16" y="4"/>
                    <a:pt x="2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2" name="Freeform 498">
              <a:extLst>
                <a:ext uri="{FF2B5EF4-FFF2-40B4-BE49-F238E27FC236}">
                  <a16:creationId xmlns:a16="http://schemas.microsoft.com/office/drawing/2014/main" id="{58425F11-1BDA-4AD0-87B9-BB200C5D91E7}"/>
                </a:ext>
              </a:extLst>
            </p:cNvPr>
            <p:cNvSpPr>
              <a:spLocks noChangeArrowheads="1"/>
            </p:cNvSpPr>
            <p:nvPr/>
          </p:nvSpPr>
          <p:spPr bwMode="auto">
            <a:xfrm>
              <a:off x="9167066" y="1027219"/>
              <a:ext cx="11885" cy="7923"/>
            </a:xfrm>
            <a:custGeom>
              <a:avLst/>
              <a:gdLst>
                <a:gd name="T0" fmla="*/ 25 w 26"/>
                <a:gd name="T1" fmla="*/ 15 h 16"/>
                <a:gd name="T2" fmla="*/ 0 w 26"/>
                <a:gd name="T3" fmla="*/ 0 h 16"/>
              </a:gdLst>
              <a:ahLst/>
              <a:cxnLst>
                <a:cxn ang="0">
                  <a:pos x="T0" y="T1"/>
                </a:cxn>
                <a:cxn ang="0">
                  <a:pos x="T2" y="T3"/>
                </a:cxn>
              </a:cxnLst>
              <a:rect l="0" t="0" r="r" b="b"/>
              <a:pathLst>
                <a:path w="26" h="16">
                  <a:moveTo>
                    <a:pt x="25" y="15"/>
                  </a:moveTo>
                  <a:cubicBezTo>
                    <a:pt x="16" y="10"/>
                    <a:pt x="8"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3" name="Freeform 499">
              <a:extLst>
                <a:ext uri="{FF2B5EF4-FFF2-40B4-BE49-F238E27FC236}">
                  <a16:creationId xmlns:a16="http://schemas.microsoft.com/office/drawing/2014/main" id="{8E05DDFE-05C2-4D1B-98BC-6BAE23052671}"/>
                </a:ext>
              </a:extLst>
            </p:cNvPr>
            <p:cNvSpPr>
              <a:spLocks noChangeArrowheads="1"/>
            </p:cNvSpPr>
            <p:nvPr/>
          </p:nvSpPr>
          <p:spPr bwMode="auto">
            <a:xfrm>
              <a:off x="9004639" y="1068817"/>
              <a:ext cx="5942"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5"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4" name="Freeform 500">
              <a:extLst>
                <a:ext uri="{FF2B5EF4-FFF2-40B4-BE49-F238E27FC236}">
                  <a16:creationId xmlns:a16="http://schemas.microsoft.com/office/drawing/2014/main" id="{3FB01653-A392-42E0-9BE2-41C05E16AA25}"/>
                </a:ext>
              </a:extLst>
            </p:cNvPr>
            <p:cNvSpPr>
              <a:spLocks noChangeArrowheads="1"/>
            </p:cNvSpPr>
            <p:nvPr/>
          </p:nvSpPr>
          <p:spPr bwMode="auto">
            <a:xfrm>
              <a:off x="9125469" y="860831"/>
              <a:ext cx="5943"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4"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grpSp>
      <p:sp>
        <p:nvSpPr>
          <p:cNvPr id="45" name="TextBox 44">
            <a:extLst>
              <a:ext uri="{FF2B5EF4-FFF2-40B4-BE49-F238E27FC236}">
                <a16:creationId xmlns:a16="http://schemas.microsoft.com/office/drawing/2014/main" id="{92293C7C-AED3-47B9-B315-F3249471E1B1}"/>
              </a:ext>
            </a:extLst>
          </p:cNvPr>
          <p:cNvSpPr txBox="1"/>
          <p:nvPr userDrawn="1"/>
        </p:nvSpPr>
        <p:spPr>
          <a:xfrm>
            <a:off x="391994" y="5947245"/>
            <a:ext cx="13677516" cy="461665"/>
          </a:xfrm>
          <a:prstGeom prst="rect">
            <a:avLst/>
          </a:prstGeom>
          <a:noFill/>
        </p:spPr>
        <p:txBody>
          <a:bodyPr wrap="square" rtlCol="0">
            <a:spAutoFit/>
          </a:bodyPr>
          <a:lstStyle/>
          <a:p>
            <a:r>
              <a:rPr lang="en-GB" sz="2400" b="1"/>
              <a:t>ENVIRONMENTS</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871258"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
        <p:nvSpPr>
          <p:cNvPr id="50" name="TextBox 49">
            <a:extLst>
              <a:ext uri="{FF2B5EF4-FFF2-40B4-BE49-F238E27FC236}">
                <a16:creationId xmlns:a16="http://schemas.microsoft.com/office/drawing/2014/main" id="{C0CBA648-4538-43C3-A70C-141F4EA6D228}"/>
              </a:ext>
            </a:extLst>
          </p:cNvPr>
          <p:cNvSpPr txBox="1"/>
          <p:nvPr userDrawn="1"/>
        </p:nvSpPr>
        <p:spPr>
          <a:xfrm>
            <a:off x="19808469" y="2845527"/>
            <a:ext cx="1002342" cy="461665"/>
          </a:xfrm>
          <a:prstGeom prst="rect">
            <a:avLst/>
          </a:prstGeom>
          <a:noFill/>
        </p:spPr>
        <p:txBody>
          <a:bodyPr wrap="square" rtlCol="0">
            <a:spAutoFit/>
          </a:bodyPr>
          <a:lstStyle/>
          <a:p>
            <a:pPr algn="r"/>
            <a:r>
              <a:rPr lang="en-GB" sz="2400" b="1">
                <a:solidFill>
                  <a:schemeClr val="bg1"/>
                </a:solidFill>
              </a:rPr>
              <a:t>SLA</a:t>
            </a:r>
          </a:p>
        </p:txBody>
      </p:sp>
      <p:sp>
        <p:nvSpPr>
          <p:cNvPr id="55" name="Rectangle 54">
            <a:extLst>
              <a:ext uri="{FF2B5EF4-FFF2-40B4-BE49-F238E27FC236}">
                <a16:creationId xmlns:a16="http://schemas.microsoft.com/office/drawing/2014/main" id="{B0CDC1FF-DC03-4FF5-9148-4E63C82481B5}"/>
              </a:ext>
            </a:extLst>
          </p:cNvPr>
          <p:cNvSpPr/>
          <p:nvPr userDrawn="1"/>
        </p:nvSpPr>
        <p:spPr>
          <a:xfrm>
            <a:off x="14653549" y="3474168"/>
            <a:ext cx="9730450" cy="5084664"/>
          </a:xfrm>
          <a:prstGeom prst="rect">
            <a:avLst/>
          </a:prstGeom>
          <a:solidFill>
            <a:srgbClr val="D8EB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56" name="Group 55">
            <a:extLst>
              <a:ext uri="{FF2B5EF4-FFF2-40B4-BE49-F238E27FC236}">
                <a16:creationId xmlns:a16="http://schemas.microsoft.com/office/drawing/2014/main" id="{5F8277F1-9589-42A0-941C-8DECE7E7FEB8}"/>
              </a:ext>
            </a:extLst>
          </p:cNvPr>
          <p:cNvGrpSpPr/>
          <p:nvPr userDrawn="1"/>
        </p:nvGrpSpPr>
        <p:grpSpPr>
          <a:xfrm>
            <a:off x="15380206" y="7453657"/>
            <a:ext cx="709436" cy="674754"/>
            <a:chOff x="2899462" y="3986801"/>
            <a:chExt cx="446638" cy="424803"/>
          </a:xfrm>
        </p:grpSpPr>
        <p:sp>
          <p:nvSpPr>
            <p:cNvPr id="57" name="Freeform 50">
              <a:extLst>
                <a:ext uri="{FF2B5EF4-FFF2-40B4-BE49-F238E27FC236}">
                  <a16:creationId xmlns:a16="http://schemas.microsoft.com/office/drawing/2014/main" id="{8B2A3A71-B67F-4941-9ED9-9FD5E504BF12}"/>
                </a:ext>
              </a:extLst>
            </p:cNvPr>
            <p:cNvSpPr>
              <a:spLocks noChangeArrowheads="1"/>
            </p:cNvSpPr>
            <p:nvPr/>
          </p:nvSpPr>
          <p:spPr bwMode="auto">
            <a:xfrm>
              <a:off x="2899462" y="3986801"/>
              <a:ext cx="446638" cy="190565"/>
            </a:xfrm>
            <a:custGeom>
              <a:avLst/>
              <a:gdLst>
                <a:gd name="T0" fmla="*/ 496 w 992"/>
                <a:gd name="T1" fmla="*/ 422 h 423"/>
                <a:gd name="T2" fmla="*/ 991 w 992"/>
                <a:gd name="T3" fmla="*/ 211 h 423"/>
                <a:gd name="T4" fmla="*/ 496 w 992"/>
                <a:gd name="T5" fmla="*/ 0 h 423"/>
                <a:gd name="T6" fmla="*/ 0 w 992"/>
                <a:gd name="T7" fmla="*/ 211 h 423"/>
                <a:gd name="T8" fmla="*/ 496 w 992"/>
                <a:gd name="T9" fmla="*/ 422 h 423"/>
              </a:gdLst>
              <a:ahLst/>
              <a:cxnLst>
                <a:cxn ang="0">
                  <a:pos x="T0" y="T1"/>
                </a:cxn>
                <a:cxn ang="0">
                  <a:pos x="T2" y="T3"/>
                </a:cxn>
                <a:cxn ang="0">
                  <a:pos x="T4" y="T5"/>
                </a:cxn>
                <a:cxn ang="0">
                  <a:pos x="T6" y="T7"/>
                </a:cxn>
                <a:cxn ang="0">
                  <a:pos x="T8" y="T9"/>
                </a:cxn>
              </a:cxnLst>
              <a:rect l="0" t="0" r="r" b="b"/>
              <a:pathLst>
                <a:path w="992" h="423">
                  <a:moveTo>
                    <a:pt x="496" y="422"/>
                  </a:moveTo>
                  <a:cubicBezTo>
                    <a:pt x="769" y="422"/>
                    <a:pt x="991" y="327"/>
                    <a:pt x="991" y="211"/>
                  </a:cubicBezTo>
                  <a:cubicBezTo>
                    <a:pt x="991" y="95"/>
                    <a:pt x="769" y="0"/>
                    <a:pt x="496" y="0"/>
                  </a:cubicBezTo>
                  <a:cubicBezTo>
                    <a:pt x="222" y="0"/>
                    <a:pt x="0" y="95"/>
                    <a:pt x="0" y="211"/>
                  </a:cubicBezTo>
                  <a:cubicBezTo>
                    <a:pt x="0" y="327"/>
                    <a:pt x="222" y="422"/>
                    <a:pt x="496" y="422"/>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8" name="Freeform 51">
              <a:extLst>
                <a:ext uri="{FF2B5EF4-FFF2-40B4-BE49-F238E27FC236}">
                  <a16:creationId xmlns:a16="http://schemas.microsoft.com/office/drawing/2014/main" id="{B596B805-FC2A-416C-B0AC-3EE7EEDC8220}"/>
                </a:ext>
              </a:extLst>
            </p:cNvPr>
            <p:cNvSpPr>
              <a:spLocks noChangeArrowheads="1"/>
            </p:cNvSpPr>
            <p:nvPr/>
          </p:nvSpPr>
          <p:spPr bwMode="auto">
            <a:xfrm>
              <a:off x="3056282" y="4058263"/>
              <a:ext cx="134984" cy="45656"/>
            </a:xfrm>
            <a:custGeom>
              <a:avLst/>
              <a:gdLst>
                <a:gd name="T0" fmla="*/ 149 w 298"/>
                <a:gd name="T1" fmla="*/ 99 h 100"/>
                <a:gd name="T2" fmla="*/ 297 w 298"/>
                <a:gd name="T3" fmla="*/ 50 h 100"/>
                <a:gd name="T4" fmla="*/ 149 w 298"/>
                <a:gd name="T5" fmla="*/ 0 h 100"/>
                <a:gd name="T6" fmla="*/ 0 w 298"/>
                <a:gd name="T7" fmla="*/ 50 h 100"/>
                <a:gd name="T8" fmla="*/ 149 w 298"/>
                <a:gd name="T9" fmla="*/ 99 h 100"/>
              </a:gdLst>
              <a:ahLst/>
              <a:cxnLst>
                <a:cxn ang="0">
                  <a:pos x="T0" y="T1"/>
                </a:cxn>
                <a:cxn ang="0">
                  <a:pos x="T2" y="T3"/>
                </a:cxn>
                <a:cxn ang="0">
                  <a:pos x="T4" y="T5"/>
                </a:cxn>
                <a:cxn ang="0">
                  <a:pos x="T6" y="T7"/>
                </a:cxn>
                <a:cxn ang="0">
                  <a:pos x="T8" y="T9"/>
                </a:cxn>
              </a:cxnLst>
              <a:rect l="0" t="0" r="r" b="b"/>
              <a:pathLst>
                <a:path w="298" h="100">
                  <a:moveTo>
                    <a:pt x="149" y="99"/>
                  </a:moveTo>
                  <a:cubicBezTo>
                    <a:pt x="231" y="99"/>
                    <a:pt x="297" y="77"/>
                    <a:pt x="297" y="50"/>
                  </a:cubicBezTo>
                  <a:cubicBezTo>
                    <a:pt x="297" y="23"/>
                    <a:pt x="231" y="0"/>
                    <a:pt x="149" y="0"/>
                  </a:cubicBezTo>
                  <a:cubicBezTo>
                    <a:pt x="67" y="0"/>
                    <a:pt x="0" y="23"/>
                    <a:pt x="0" y="50"/>
                  </a:cubicBezTo>
                  <a:cubicBezTo>
                    <a:pt x="0" y="77"/>
                    <a:pt x="67" y="99"/>
                    <a:pt x="149" y="99"/>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9" name="Freeform 52">
              <a:extLst>
                <a:ext uri="{FF2B5EF4-FFF2-40B4-BE49-F238E27FC236}">
                  <a16:creationId xmlns:a16="http://schemas.microsoft.com/office/drawing/2014/main" id="{1E9A2A6F-5BD3-4E51-B0DE-C44E2F62F914}"/>
                </a:ext>
              </a:extLst>
            </p:cNvPr>
            <p:cNvSpPr>
              <a:spLocks noChangeArrowheads="1"/>
            </p:cNvSpPr>
            <p:nvPr/>
          </p:nvSpPr>
          <p:spPr bwMode="auto">
            <a:xfrm>
              <a:off x="2899462" y="4119799"/>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0" name="Freeform 53">
              <a:extLst>
                <a:ext uri="{FF2B5EF4-FFF2-40B4-BE49-F238E27FC236}">
                  <a16:creationId xmlns:a16="http://schemas.microsoft.com/office/drawing/2014/main" id="{CFC29199-B0C0-4562-A3A0-C1E67A4DEB2B}"/>
                </a:ext>
              </a:extLst>
            </p:cNvPr>
            <p:cNvSpPr>
              <a:spLocks noChangeArrowheads="1"/>
            </p:cNvSpPr>
            <p:nvPr/>
          </p:nvSpPr>
          <p:spPr bwMode="auto">
            <a:xfrm>
              <a:off x="2899462" y="4197217"/>
              <a:ext cx="446638" cy="134984"/>
            </a:xfrm>
            <a:custGeom>
              <a:avLst/>
              <a:gdLst>
                <a:gd name="T0" fmla="*/ 44 w 992"/>
                <a:gd name="T1" fmla="*/ 0 h 298"/>
                <a:gd name="T2" fmla="*/ 0 w 992"/>
                <a:gd name="T3" fmla="*/ 87 h 298"/>
                <a:gd name="T4" fmla="*/ 496 w 992"/>
                <a:gd name="T5" fmla="*/ 297 h 298"/>
                <a:gd name="T6" fmla="*/ 991 w 992"/>
                <a:gd name="T7" fmla="*/ 87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7"/>
                    <a:pt x="0" y="56"/>
                    <a:pt x="0" y="87"/>
                  </a:cubicBezTo>
                  <a:cubicBezTo>
                    <a:pt x="0" y="203"/>
                    <a:pt x="222" y="297"/>
                    <a:pt x="496" y="297"/>
                  </a:cubicBezTo>
                  <a:cubicBezTo>
                    <a:pt x="769" y="297"/>
                    <a:pt x="991" y="203"/>
                    <a:pt x="991" y="87"/>
                  </a:cubicBezTo>
                  <a:cubicBezTo>
                    <a:pt x="991" y="56"/>
                    <a:pt x="975" y="27"/>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1" name="Freeform 54">
              <a:extLst>
                <a:ext uri="{FF2B5EF4-FFF2-40B4-BE49-F238E27FC236}">
                  <a16:creationId xmlns:a16="http://schemas.microsoft.com/office/drawing/2014/main" id="{F7D5F134-FE4A-4512-A34D-DA1B36F80642}"/>
                </a:ext>
              </a:extLst>
            </p:cNvPr>
            <p:cNvSpPr>
              <a:spLocks noChangeArrowheads="1"/>
            </p:cNvSpPr>
            <p:nvPr/>
          </p:nvSpPr>
          <p:spPr bwMode="auto">
            <a:xfrm>
              <a:off x="2899462" y="4276620"/>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grpSp>
        <p:nvGrpSpPr>
          <p:cNvPr id="62" name="Group 61">
            <a:extLst>
              <a:ext uri="{FF2B5EF4-FFF2-40B4-BE49-F238E27FC236}">
                <a16:creationId xmlns:a16="http://schemas.microsoft.com/office/drawing/2014/main" id="{45D2D09C-CCD3-46C4-ADF8-378AC0A2535D}"/>
              </a:ext>
            </a:extLst>
          </p:cNvPr>
          <p:cNvGrpSpPr/>
          <p:nvPr userDrawn="1"/>
        </p:nvGrpSpPr>
        <p:grpSpPr>
          <a:xfrm>
            <a:off x="15414891" y="5971293"/>
            <a:ext cx="640070" cy="655834"/>
            <a:chOff x="8866544" y="2345158"/>
            <a:chExt cx="402967" cy="412892"/>
          </a:xfrm>
        </p:grpSpPr>
        <p:sp>
          <p:nvSpPr>
            <p:cNvPr id="63" name="Freeform 88">
              <a:extLst>
                <a:ext uri="{FF2B5EF4-FFF2-40B4-BE49-F238E27FC236}">
                  <a16:creationId xmlns:a16="http://schemas.microsoft.com/office/drawing/2014/main" id="{1B96C5CE-0AFE-4399-8400-DA69FDD369E1}"/>
                </a:ext>
              </a:extLst>
            </p:cNvPr>
            <p:cNvSpPr>
              <a:spLocks noChangeArrowheads="1"/>
            </p:cNvSpPr>
            <p:nvPr/>
          </p:nvSpPr>
          <p:spPr bwMode="auto">
            <a:xfrm>
              <a:off x="8866544" y="2400739"/>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4" name="Freeform 89">
              <a:extLst>
                <a:ext uri="{FF2B5EF4-FFF2-40B4-BE49-F238E27FC236}">
                  <a16:creationId xmlns:a16="http://schemas.microsoft.com/office/drawing/2014/main" id="{8F37E960-9AD1-4536-B891-DE521473E555}"/>
                </a:ext>
              </a:extLst>
            </p:cNvPr>
            <p:cNvSpPr>
              <a:spLocks noChangeArrowheads="1"/>
            </p:cNvSpPr>
            <p:nvPr/>
          </p:nvSpPr>
          <p:spPr bwMode="auto">
            <a:xfrm>
              <a:off x="8866544" y="2499992"/>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5" name="Freeform 90">
              <a:extLst>
                <a:ext uri="{FF2B5EF4-FFF2-40B4-BE49-F238E27FC236}">
                  <a16:creationId xmlns:a16="http://schemas.microsoft.com/office/drawing/2014/main" id="{41F16239-177A-435C-BEA6-D9B81F12BB64}"/>
                </a:ext>
              </a:extLst>
            </p:cNvPr>
            <p:cNvSpPr>
              <a:spLocks noChangeArrowheads="1"/>
            </p:cNvSpPr>
            <p:nvPr/>
          </p:nvSpPr>
          <p:spPr bwMode="auto">
            <a:xfrm>
              <a:off x="8866544" y="2601231"/>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6" name="Freeform 91">
              <a:extLst>
                <a:ext uri="{FF2B5EF4-FFF2-40B4-BE49-F238E27FC236}">
                  <a16:creationId xmlns:a16="http://schemas.microsoft.com/office/drawing/2014/main" id="{6C670908-1D3D-459A-9002-889E9DE41E14}"/>
                </a:ext>
              </a:extLst>
            </p:cNvPr>
            <p:cNvSpPr>
              <a:spLocks noChangeArrowheads="1"/>
            </p:cNvSpPr>
            <p:nvPr/>
          </p:nvSpPr>
          <p:spPr bwMode="auto">
            <a:xfrm>
              <a:off x="8866544" y="2345158"/>
              <a:ext cx="402967" cy="412892"/>
            </a:xfrm>
            <a:custGeom>
              <a:avLst/>
              <a:gdLst>
                <a:gd name="T0" fmla="*/ 446 w 893"/>
                <a:gd name="T1" fmla="*/ 0 h 917"/>
                <a:gd name="T2" fmla="*/ 0 w 893"/>
                <a:gd name="T3" fmla="*/ 123 h 917"/>
                <a:gd name="T4" fmla="*/ 0 w 893"/>
                <a:gd name="T5" fmla="*/ 792 h 917"/>
                <a:gd name="T6" fmla="*/ 446 w 893"/>
                <a:gd name="T7" fmla="*/ 916 h 917"/>
                <a:gd name="T8" fmla="*/ 892 w 893"/>
                <a:gd name="T9" fmla="*/ 792 h 917"/>
                <a:gd name="T10" fmla="*/ 892 w 893"/>
                <a:gd name="T11" fmla="*/ 123 h 917"/>
                <a:gd name="T12" fmla="*/ 446 w 893"/>
                <a:gd name="T13" fmla="*/ 0 h 917"/>
              </a:gdLst>
              <a:ahLst/>
              <a:cxnLst>
                <a:cxn ang="0">
                  <a:pos x="T0" y="T1"/>
                </a:cxn>
                <a:cxn ang="0">
                  <a:pos x="T2" y="T3"/>
                </a:cxn>
                <a:cxn ang="0">
                  <a:pos x="T4" y="T5"/>
                </a:cxn>
                <a:cxn ang="0">
                  <a:pos x="T6" y="T7"/>
                </a:cxn>
                <a:cxn ang="0">
                  <a:pos x="T8" y="T9"/>
                </a:cxn>
                <a:cxn ang="0">
                  <a:pos x="T10" y="T11"/>
                </a:cxn>
                <a:cxn ang="0">
                  <a:pos x="T12" y="T13"/>
                </a:cxn>
              </a:cxnLst>
              <a:rect l="0" t="0" r="r" b="b"/>
              <a:pathLst>
                <a:path w="893" h="917">
                  <a:moveTo>
                    <a:pt x="446" y="0"/>
                  </a:moveTo>
                  <a:cubicBezTo>
                    <a:pt x="200" y="0"/>
                    <a:pt x="0" y="55"/>
                    <a:pt x="0" y="123"/>
                  </a:cubicBezTo>
                  <a:cubicBezTo>
                    <a:pt x="0" y="346"/>
                    <a:pt x="0" y="569"/>
                    <a:pt x="0" y="792"/>
                  </a:cubicBezTo>
                  <a:cubicBezTo>
                    <a:pt x="0" y="861"/>
                    <a:pt x="200" y="916"/>
                    <a:pt x="446" y="916"/>
                  </a:cubicBezTo>
                  <a:cubicBezTo>
                    <a:pt x="693" y="916"/>
                    <a:pt x="892" y="861"/>
                    <a:pt x="892" y="792"/>
                  </a:cubicBezTo>
                  <a:cubicBezTo>
                    <a:pt x="892" y="569"/>
                    <a:pt x="892" y="346"/>
                    <a:pt x="892" y="123"/>
                  </a:cubicBezTo>
                  <a:cubicBezTo>
                    <a:pt x="892" y="55"/>
                    <a:pt x="693" y="0"/>
                    <a:pt x="446"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grpSp>
      <p:grpSp>
        <p:nvGrpSpPr>
          <p:cNvPr id="67" name="Group 66">
            <a:extLst>
              <a:ext uri="{FF2B5EF4-FFF2-40B4-BE49-F238E27FC236}">
                <a16:creationId xmlns:a16="http://schemas.microsoft.com/office/drawing/2014/main" id="{9BD5A7BF-91ED-4FB5-B275-6EA4BA544375}"/>
              </a:ext>
            </a:extLst>
          </p:cNvPr>
          <p:cNvGrpSpPr/>
          <p:nvPr userDrawn="1"/>
        </p:nvGrpSpPr>
        <p:grpSpPr>
          <a:xfrm>
            <a:off x="15375477" y="4530374"/>
            <a:ext cx="718898" cy="649528"/>
            <a:chOff x="10823810" y="5630428"/>
            <a:chExt cx="452594" cy="408922"/>
          </a:xfrm>
        </p:grpSpPr>
        <p:sp>
          <p:nvSpPr>
            <p:cNvPr id="68" name="Freeform 293">
              <a:extLst>
                <a:ext uri="{FF2B5EF4-FFF2-40B4-BE49-F238E27FC236}">
                  <a16:creationId xmlns:a16="http://schemas.microsoft.com/office/drawing/2014/main" id="{CD8D5090-2FA9-4CA3-AE56-80794C679D2A}"/>
                </a:ext>
              </a:extLst>
            </p:cNvPr>
            <p:cNvSpPr>
              <a:spLocks noChangeArrowheads="1"/>
            </p:cNvSpPr>
            <p:nvPr/>
          </p:nvSpPr>
          <p:spPr bwMode="auto">
            <a:xfrm>
              <a:off x="10998495" y="5630428"/>
              <a:ext cx="101239" cy="101237"/>
            </a:xfrm>
            <a:custGeom>
              <a:avLst/>
              <a:gdLst>
                <a:gd name="T0" fmla="*/ 226 w 227"/>
                <a:gd name="T1" fmla="*/ 113 h 227"/>
                <a:gd name="T2" fmla="*/ 211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2" y="152"/>
                    <a:pt x="211" y="170"/>
                  </a:cubicBezTo>
                  <a:cubicBezTo>
                    <a:pt x="201" y="188"/>
                    <a:pt x="187" y="201"/>
                    <a:pt x="169" y="211"/>
                  </a:cubicBezTo>
                  <a:cubicBezTo>
                    <a:pt x="151" y="221"/>
                    <a:pt x="134" y="226"/>
                    <a:pt x="113" y="226"/>
                  </a:cubicBezTo>
                  <a:cubicBezTo>
                    <a:pt x="92" y="226"/>
                    <a:pt x="74" y="221"/>
                    <a:pt x="56" y="211"/>
                  </a:cubicBezTo>
                  <a:cubicBezTo>
                    <a:pt x="39" y="201"/>
                    <a:pt x="26" y="188"/>
                    <a:pt x="15" y="170"/>
                  </a:cubicBezTo>
                  <a:cubicBezTo>
                    <a:pt x="5" y="152"/>
                    <a:pt x="0" y="134"/>
                    <a:pt x="0" y="113"/>
                  </a:cubicBezTo>
                  <a:cubicBezTo>
                    <a:pt x="0" y="93"/>
                    <a:pt x="5" y="75"/>
                    <a:pt x="15" y="57"/>
                  </a:cubicBezTo>
                  <a:cubicBezTo>
                    <a:pt x="26" y="39"/>
                    <a:pt x="39" y="27"/>
                    <a:pt x="56" y="16"/>
                  </a:cubicBezTo>
                  <a:cubicBezTo>
                    <a:pt x="74" y="6"/>
                    <a:pt x="92" y="0"/>
                    <a:pt x="113" y="0"/>
                  </a:cubicBezTo>
                  <a:cubicBezTo>
                    <a:pt x="134" y="0"/>
                    <a:pt x="151" y="6"/>
                    <a:pt x="169" y="16"/>
                  </a:cubicBezTo>
                  <a:cubicBezTo>
                    <a:pt x="187" y="27"/>
                    <a:pt x="201" y="39"/>
                    <a:pt x="211" y="57"/>
                  </a:cubicBezTo>
                  <a:cubicBezTo>
                    <a:pt x="222" y="75"/>
                    <a:pt x="226" y="93"/>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69" name="Freeform 294">
              <a:extLst>
                <a:ext uri="{FF2B5EF4-FFF2-40B4-BE49-F238E27FC236}">
                  <a16:creationId xmlns:a16="http://schemas.microsoft.com/office/drawing/2014/main" id="{99999A3F-FEB1-4617-A3C9-B3097BED8B50}"/>
                </a:ext>
              </a:extLst>
            </p:cNvPr>
            <p:cNvSpPr>
              <a:spLocks noChangeArrowheads="1"/>
            </p:cNvSpPr>
            <p:nvPr/>
          </p:nvSpPr>
          <p:spPr bwMode="auto">
            <a:xfrm>
              <a:off x="10950854" y="5731666"/>
              <a:ext cx="198506" cy="77418"/>
            </a:xfrm>
            <a:custGeom>
              <a:avLst/>
              <a:gdLst>
                <a:gd name="T0" fmla="*/ 438 w 439"/>
                <a:gd name="T1" fmla="*/ 170 h 171"/>
                <a:gd name="T2" fmla="*/ 219 w 439"/>
                <a:gd name="T3" fmla="*/ 0 h 171"/>
                <a:gd name="T4" fmla="*/ 0 w 439"/>
                <a:gd name="T5" fmla="*/ 170 h 171"/>
              </a:gdLst>
              <a:ahLst/>
              <a:cxnLst>
                <a:cxn ang="0">
                  <a:pos x="T0" y="T1"/>
                </a:cxn>
                <a:cxn ang="0">
                  <a:pos x="T2" y="T3"/>
                </a:cxn>
                <a:cxn ang="0">
                  <a:pos x="T4" y="T5"/>
                </a:cxn>
              </a:cxnLst>
              <a:rect l="0" t="0" r="r" b="b"/>
              <a:pathLst>
                <a:path w="439" h="171">
                  <a:moveTo>
                    <a:pt x="438" y="170"/>
                  </a:moveTo>
                  <a:cubicBezTo>
                    <a:pt x="413" y="72"/>
                    <a:pt x="324" y="0"/>
                    <a:pt x="219" y="0"/>
                  </a:cubicBezTo>
                  <a:cubicBezTo>
                    <a:pt x="114" y="0"/>
                    <a:pt x="25" y="72"/>
                    <a:pt x="0" y="170"/>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0" name="Freeform 295">
              <a:extLst>
                <a:ext uri="{FF2B5EF4-FFF2-40B4-BE49-F238E27FC236}">
                  <a16:creationId xmlns:a16="http://schemas.microsoft.com/office/drawing/2014/main" id="{D3EB1F70-5437-4747-96FE-751D427471D9}"/>
                </a:ext>
              </a:extLst>
            </p:cNvPr>
            <p:cNvSpPr>
              <a:spLocks noChangeArrowheads="1"/>
            </p:cNvSpPr>
            <p:nvPr/>
          </p:nvSpPr>
          <p:spPr bwMode="auto">
            <a:xfrm>
              <a:off x="11125539" y="5858709"/>
              <a:ext cx="101239" cy="101239"/>
            </a:xfrm>
            <a:custGeom>
              <a:avLst/>
              <a:gdLst>
                <a:gd name="T0" fmla="*/ 226 w 227"/>
                <a:gd name="T1" fmla="*/ 113 h 227"/>
                <a:gd name="T2" fmla="*/ 211 w 227"/>
                <a:gd name="T3" fmla="*/ 170 h 227"/>
                <a:gd name="T4" fmla="*/ 170 w 227"/>
                <a:gd name="T5" fmla="*/ 211 h 227"/>
                <a:gd name="T6" fmla="*/ 113 w 227"/>
                <a:gd name="T7" fmla="*/ 226 h 227"/>
                <a:gd name="T8" fmla="*/ 57 w 227"/>
                <a:gd name="T9" fmla="*/ 211 h 227"/>
                <a:gd name="T10" fmla="*/ 15 w 227"/>
                <a:gd name="T11" fmla="*/ 170 h 227"/>
                <a:gd name="T12" fmla="*/ 0 w 227"/>
                <a:gd name="T13" fmla="*/ 113 h 227"/>
                <a:gd name="T14" fmla="*/ 15 w 227"/>
                <a:gd name="T15" fmla="*/ 57 h 227"/>
                <a:gd name="T16" fmla="*/ 57 w 227"/>
                <a:gd name="T17" fmla="*/ 16 h 227"/>
                <a:gd name="T18" fmla="*/ 113 w 227"/>
                <a:gd name="T19" fmla="*/ 0 h 227"/>
                <a:gd name="T20" fmla="*/ 170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1" y="170"/>
                  </a:cubicBezTo>
                  <a:cubicBezTo>
                    <a:pt x="201" y="188"/>
                    <a:pt x="188" y="201"/>
                    <a:pt x="170" y="211"/>
                  </a:cubicBezTo>
                  <a:cubicBezTo>
                    <a:pt x="152" y="221"/>
                    <a:pt x="134" y="226"/>
                    <a:pt x="113" y="226"/>
                  </a:cubicBezTo>
                  <a:cubicBezTo>
                    <a:pt x="92" y="226"/>
                    <a:pt x="75" y="221"/>
                    <a:pt x="57" y="211"/>
                  </a:cubicBezTo>
                  <a:cubicBezTo>
                    <a:pt x="39" y="201"/>
                    <a:pt x="26" y="188"/>
                    <a:pt x="15" y="170"/>
                  </a:cubicBezTo>
                  <a:cubicBezTo>
                    <a:pt x="5" y="152"/>
                    <a:pt x="0" y="134"/>
                    <a:pt x="0" y="113"/>
                  </a:cubicBezTo>
                  <a:cubicBezTo>
                    <a:pt x="0" y="92"/>
                    <a:pt x="5" y="75"/>
                    <a:pt x="15" y="57"/>
                  </a:cubicBezTo>
                  <a:cubicBezTo>
                    <a:pt x="26" y="39"/>
                    <a:pt x="39" y="27"/>
                    <a:pt x="57" y="16"/>
                  </a:cubicBezTo>
                  <a:cubicBezTo>
                    <a:pt x="75" y="6"/>
                    <a:pt x="92" y="0"/>
                    <a:pt x="113" y="0"/>
                  </a:cubicBezTo>
                  <a:cubicBezTo>
                    <a:pt x="134" y="0"/>
                    <a:pt x="152" y="6"/>
                    <a:pt x="170" y="16"/>
                  </a:cubicBezTo>
                  <a:cubicBezTo>
                    <a:pt x="188" y="27"/>
                    <a:pt x="201" y="39"/>
                    <a:pt x="211"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1" name="Freeform 296">
              <a:extLst>
                <a:ext uri="{FF2B5EF4-FFF2-40B4-BE49-F238E27FC236}">
                  <a16:creationId xmlns:a16="http://schemas.microsoft.com/office/drawing/2014/main" id="{690BEF4B-77B3-42A2-BA1E-B57022D3FB16}"/>
                </a:ext>
              </a:extLst>
            </p:cNvPr>
            <p:cNvSpPr>
              <a:spLocks noChangeArrowheads="1"/>
            </p:cNvSpPr>
            <p:nvPr/>
          </p:nvSpPr>
          <p:spPr bwMode="auto">
            <a:xfrm>
              <a:off x="11077898" y="5961932"/>
              <a:ext cx="198506" cy="77418"/>
            </a:xfrm>
            <a:custGeom>
              <a:avLst/>
              <a:gdLst>
                <a:gd name="T0" fmla="*/ 438 w 439"/>
                <a:gd name="T1" fmla="*/ 169 h 170"/>
                <a:gd name="T2" fmla="*/ 219 w 439"/>
                <a:gd name="T3" fmla="*/ 0 h 170"/>
                <a:gd name="T4" fmla="*/ 0 w 439"/>
                <a:gd name="T5" fmla="*/ 169 h 170"/>
              </a:gdLst>
              <a:ahLst/>
              <a:cxnLst>
                <a:cxn ang="0">
                  <a:pos x="T0" y="T1"/>
                </a:cxn>
                <a:cxn ang="0">
                  <a:pos x="T2" y="T3"/>
                </a:cxn>
                <a:cxn ang="0">
                  <a:pos x="T4" y="T5"/>
                </a:cxn>
              </a:cxnLst>
              <a:rect l="0" t="0" r="r" b="b"/>
              <a:pathLst>
                <a:path w="439" h="170">
                  <a:moveTo>
                    <a:pt x="438" y="169"/>
                  </a:moveTo>
                  <a:cubicBezTo>
                    <a:pt x="413" y="72"/>
                    <a:pt x="324" y="0"/>
                    <a:pt x="219" y="0"/>
                  </a:cubicBezTo>
                  <a:cubicBezTo>
                    <a:pt x="114" y="0"/>
                    <a:pt x="26"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2" name="Freeform 297">
              <a:extLst>
                <a:ext uri="{FF2B5EF4-FFF2-40B4-BE49-F238E27FC236}">
                  <a16:creationId xmlns:a16="http://schemas.microsoft.com/office/drawing/2014/main" id="{A9359B28-D57A-438E-A4F1-2BA0A663C957}"/>
                </a:ext>
              </a:extLst>
            </p:cNvPr>
            <p:cNvSpPr>
              <a:spLocks noChangeArrowheads="1"/>
            </p:cNvSpPr>
            <p:nvPr/>
          </p:nvSpPr>
          <p:spPr bwMode="auto">
            <a:xfrm>
              <a:off x="10871452" y="5858709"/>
              <a:ext cx="101239" cy="101239"/>
            </a:xfrm>
            <a:custGeom>
              <a:avLst/>
              <a:gdLst>
                <a:gd name="T0" fmla="*/ 226 w 227"/>
                <a:gd name="T1" fmla="*/ 113 h 227"/>
                <a:gd name="T2" fmla="*/ 210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0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0" y="170"/>
                  </a:cubicBezTo>
                  <a:cubicBezTo>
                    <a:pt x="200" y="188"/>
                    <a:pt x="187" y="201"/>
                    <a:pt x="169" y="211"/>
                  </a:cubicBezTo>
                  <a:cubicBezTo>
                    <a:pt x="151" y="221"/>
                    <a:pt x="134" y="226"/>
                    <a:pt x="113" y="226"/>
                  </a:cubicBezTo>
                  <a:cubicBezTo>
                    <a:pt x="92" y="226"/>
                    <a:pt x="74" y="221"/>
                    <a:pt x="56" y="211"/>
                  </a:cubicBezTo>
                  <a:cubicBezTo>
                    <a:pt x="38" y="201"/>
                    <a:pt x="25" y="188"/>
                    <a:pt x="15" y="170"/>
                  </a:cubicBezTo>
                  <a:cubicBezTo>
                    <a:pt x="5" y="152"/>
                    <a:pt x="0" y="134"/>
                    <a:pt x="0" y="113"/>
                  </a:cubicBezTo>
                  <a:cubicBezTo>
                    <a:pt x="0" y="92"/>
                    <a:pt x="5" y="75"/>
                    <a:pt x="15" y="57"/>
                  </a:cubicBezTo>
                  <a:cubicBezTo>
                    <a:pt x="25" y="39"/>
                    <a:pt x="38" y="27"/>
                    <a:pt x="56" y="16"/>
                  </a:cubicBezTo>
                  <a:cubicBezTo>
                    <a:pt x="74" y="6"/>
                    <a:pt x="92" y="0"/>
                    <a:pt x="113" y="0"/>
                  </a:cubicBezTo>
                  <a:cubicBezTo>
                    <a:pt x="134" y="0"/>
                    <a:pt x="151" y="6"/>
                    <a:pt x="169" y="16"/>
                  </a:cubicBezTo>
                  <a:cubicBezTo>
                    <a:pt x="187" y="27"/>
                    <a:pt x="200" y="39"/>
                    <a:pt x="210"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3" name="Freeform 298">
              <a:extLst>
                <a:ext uri="{FF2B5EF4-FFF2-40B4-BE49-F238E27FC236}">
                  <a16:creationId xmlns:a16="http://schemas.microsoft.com/office/drawing/2014/main" id="{9189CF91-AED3-47B7-8C20-15CEC74E9810}"/>
                </a:ext>
              </a:extLst>
            </p:cNvPr>
            <p:cNvSpPr>
              <a:spLocks noChangeArrowheads="1"/>
            </p:cNvSpPr>
            <p:nvPr/>
          </p:nvSpPr>
          <p:spPr bwMode="auto">
            <a:xfrm>
              <a:off x="10823810" y="5961932"/>
              <a:ext cx="196521" cy="77418"/>
            </a:xfrm>
            <a:custGeom>
              <a:avLst/>
              <a:gdLst>
                <a:gd name="T0" fmla="*/ 437 w 438"/>
                <a:gd name="T1" fmla="*/ 169 h 170"/>
                <a:gd name="T2" fmla="*/ 219 w 438"/>
                <a:gd name="T3" fmla="*/ 0 h 170"/>
                <a:gd name="T4" fmla="*/ 0 w 438"/>
                <a:gd name="T5" fmla="*/ 169 h 170"/>
              </a:gdLst>
              <a:ahLst/>
              <a:cxnLst>
                <a:cxn ang="0">
                  <a:pos x="T0" y="T1"/>
                </a:cxn>
                <a:cxn ang="0">
                  <a:pos x="T2" y="T3"/>
                </a:cxn>
                <a:cxn ang="0">
                  <a:pos x="T4" y="T5"/>
                </a:cxn>
              </a:cxnLst>
              <a:rect l="0" t="0" r="r" b="b"/>
              <a:pathLst>
                <a:path w="438" h="170">
                  <a:moveTo>
                    <a:pt x="437" y="169"/>
                  </a:moveTo>
                  <a:cubicBezTo>
                    <a:pt x="412" y="72"/>
                    <a:pt x="324" y="0"/>
                    <a:pt x="219" y="0"/>
                  </a:cubicBezTo>
                  <a:cubicBezTo>
                    <a:pt x="114" y="0"/>
                    <a:pt x="25"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sp>
        <p:nvSpPr>
          <p:cNvPr id="74" name="TextBox 73">
            <a:extLst>
              <a:ext uri="{FF2B5EF4-FFF2-40B4-BE49-F238E27FC236}">
                <a16:creationId xmlns:a16="http://schemas.microsoft.com/office/drawing/2014/main" id="{0CDE86CF-42E6-48B1-8475-F9B94CA60AE2}"/>
              </a:ext>
            </a:extLst>
          </p:cNvPr>
          <p:cNvSpPr txBox="1"/>
          <p:nvPr userDrawn="1"/>
        </p:nvSpPr>
        <p:spPr>
          <a:xfrm>
            <a:off x="14694287" y="3549957"/>
            <a:ext cx="3550346" cy="461665"/>
          </a:xfrm>
          <a:prstGeom prst="rect">
            <a:avLst/>
          </a:prstGeom>
          <a:noFill/>
        </p:spPr>
        <p:txBody>
          <a:bodyPr wrap="square" rtlCol="0">
            <a:spAutoFit/>
          </a:bodyPr>
          <a:lstStyle/>
          <a:p>
            <a:pPr algn="l"/>
            <a:r>
              <a:rPr lang="en-GB" sz="2400" b="1" cap="all">
                <a:solidFill>
                  <a:srgbClr val="404040"/>
                </a:solidFill>
              </a:rPr>
              <a:t>Application Stats</a:t>
            </a:r>
          </a:p>
        </p:txBody>
      </p:sp>
      <p:sp>
        <p:nvSpPr>
          <p:cNvPr id="79" name="Rectangle 78">
            <a:extLst>
              <a:ext uri="{FF2B5EF4-FFF2-40B4-BE49-F238E27FC236}">
                <a16:creationId xmlns:a16="http://schemas.microsoft.com/office/drawing/2014/main" id="{DA69B30A-756E-4234-804A-485CC9472BF2}"/>
              </a:ext>
            </a:extLst>
          </p:cNvPr>
          <p:cNvSpPr/>
          <p:nvPr userDrawn="1"/>
        </p:nvSpPr>
        <p:spPr>
          <a:xfrm>
            <a:off x="14653551" y="8520844"/>
            <a:ext cx="9730450" cy="5195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180000" rtlCol="0" anchor="t"/>
          <a:lstStyle/>
          <a:p>
            <a:r>
              <a:rPr lang="en-GB" sz="2400" b="1">
                <a:solidFill>
                  <a:schemeClr val="bg1"/>
                </a:solidFill>
              </a:rPr>
              <a:t>MIGRATION CONSIDERATIONS</a:t>
            </a:r>
          </a:p>
        </p:txBody>
      </p:sp>
      <p:grpSp>
        <p:nvGrpSpPr>
          <p:cNvPr id="82" name="Group 81">
            <a:extLst>
              <a:ext uri="{FF2B5EF4-FFF2-40B4-BE49-F238E27FC236}">
                <a16:creationId xmlns:a16="http://schemas.microsoft.com/office/drawing/2014/main" id="{941F8BA7-D9D3-4FA0-B176-F6C839211B60}"/>
              </a:ext>
            </a:extLst>
          </p:cNvPr>
          <p:cNvGrpSpPr/>
          <p:nvPr userDrawn="1"/>
        </p:nvGrpSpPr>
        <p:grpSpPr>
          <a:xfrm>
            <a:off x="6940146" y="3"/>
            <a:ext cx="10748992" cy="1455226"/>
            <a:chOff x="3470073" y="1"/>
            <a:chExt cx="5374496" cy="727613"/>
          </a:xfrm>
        </p:grpSpPr>
        <p:sp>
          <p:nvSpPr>
            <p:cNvPr id="83" name="Rectangle 82">
              <a:extLst>
                <a:ext uri="{FF2B5EF4-FFF2-40B4-BE49-F238E27FC236}">
                  <a16:creationId xmlns:a16="http://schemas.microsoft.com/office/drawing/2014/main" id="{0AA578D5-2473-4A18-BA4E-4D08029B9CF7}"/>
                </a:ext>
              </a:extLst>
            </p:cNvPr>
            <p:cNvSpPr/>
            <p:nvPr/>
          </p:nvSpPr>
          <p:spPr>
            <a:xfrm>
              <a:off x="5262385"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Scope</a:t>
              </a:r>
            </a:p>
          </p:txBody>
        </p:sp>
        <p:sp>
          <p:nvSpPr>
            <p:cNvPr id="84" name="Rectangle 83">
              <a:extLst>
                <a:ext uri="{FF2B5EF4-FFF2-40B4-BE49-F238E27FC236}">
                  <a16:creationId xmlns:a16="http://schemas.microsoft.com/office/drawing/2014/main" id="{66B790FE-DD54-41E7-B7C5-5E87BF6859B4}"/>
                </a:ext>
              </a:extLst>
            </p:cNvPr>
            <p:cNvSpPr/>
            <p:nvPr/>
          </p:nvSpPr>
          <p:spPr>
            <a:xfrm>
              <a:off x="7053477"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Strategy</a:t>
              </a:r>
            </a:p>
          </p:txBody>
        </p:sp>
        <p:sp>
          <p:nvSpPr>
            <p:cNvPr id="85" name="Rectangle 84">
              <a:extLst>
                <a:ext uri="{FF2B5EF4-FFF2-40B4-BE49-F238E27FC236}">
                  <a16:creationId xmlns:a16="http://schemas.microsoft.com/office/drawing/2014/main" id="{E0CBF8BF-B5D9-4D62-9948-65EAB5E0CA3F}"/>
                </a:ext>
              </a:extLst>
            </p:cNvPr>
            <p:cNvSpPr/>
            <p:nvPr/>
          </p:nvSpPr>
          <p:spPr>
            <a:xfrm>
              <a:off x="5262386"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sp>
          <p:nvSpPr>
            <p:cNvPr id="86" name="Rectangle 85">
              <a:extLst>
                <a:ext uri="{FF2B5EF4-FFF2-40B4-BE49-F238E27FC236}">
                  <a16:creationId xmlns:a16="http://schemas.microsoft.com/office/drawing/2014/main" id="{02A8E6DB-6318-4433-B645-5C27E2621E72}"/>
                </a:ext>
              </a:extLst>
            </p:cNvPr>
            <p:cNvSpPr/>
            <p:nvPr/>
          </p:nvSpPr>
          <p:spPr>
            <a:xfrm>
              <a:off x="7053477" y="291261"/>
              <a:ext cx="1784031"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endParaRPr>
            </a:p>
          </p:txBody>
        </p:sp>
        <p:sp>
          <p:nvSpPr>
            <p:cNvPr id="87" name="Rectangle 86">
              <a:extLst>
                <a:ext uri="{FF2B5EF4-FFF2-40B4-BE49-F238E27FC236}">
                  <a16:creationId xmlns:a16="http://schemas.microsoft.com/office/drawing/2014/main" id="{34E1E051-077F-4A58-AA8D-035F451093BB}"/>
                </a:ext>
              </a:extLst>
            </p:cNvPr>
            <p:cNvSpPr/>
            <p:nvPr/>
          </p:nvSpPr>
          <p:spPr>
            <a:xfrm>
              <a:off x="3470073"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Classification</a:t>
              </a:r>
            </a:p>
          </p:txBody>
        </p:sp>
        <p:sp>
          <p:nvSpPr>
            <p:cNvPr id="88" name="Rectangle 87">
              <a:extLst>
                <a:ext uri="{FF2B5EF4-FFF2-40B4-BE49-F238E27FC236}">
                  <a16:creationId xmlns:a16="http://schemas.microsoft.com/office/drawing/2014/main" id="{FD664E14-CFFF-46F2-9BD5-D0CE96F7202F}"/>
                </a:ext>
              </a:extLst>
            </p:cNvPr>
            <p:cNvSpPr/>
            <p:nvPr/>
          </p:nvSpPr>
          <p:spPr>
            <a:xfrm>
              <a:off x="3470074"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gr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1194152686"/>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2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5" name="Rectangle 74">
            <a:extLst>
              <a:ext uri="{FF2B5EF4-FFF2-40B4-BE49-F238E27FC236}">
                <a16:creationId xmlns:a16="http://schemas.microsoft.com/office/drawing/2014/main" id="{7F3240E7-B1A4-4D69-97AF-98E251F2B598}"/>
              </a:ext>
            </a:extLst>
          </p:cNvPr>
          <p:cNvSpPr/>
          <p:nvPr userDrawn="1"/>
        </p:nvSpPr>
        <p:spPr>
          <a:xfrm>
            <a:off x="146304" y="970122"/>
            <a:ext cx="13935456" cy="114912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77" name="Rectangle 76">
            <a:extLst>
              <a:ext uri="{FF2B5EF4-FFF2-40B4-BE49-F238E27FC236}">
                <a16:creationId xmlns:a16="http://schemas.microsoft.com/office/drawing/2014/main" id="{41986F08-B57F-49AA-A79F-3B83ABFBE0E9}"/>
              </a:ext>
            </a:extLst>
          </p:cNvPr>
          <p:cNvSpPr/>
          <p:nvPr/>
        </p:nvSpPr>
        <p:spPr>
          <a:xfrm>
            <a:off x="312380" y="1112363"/>
            <a:ext cx="7070104" cy="11189290"/>
          </a:xfrm>
          <a:prstGeom prst="rect">
            <a:avLst/>
          </a:prstGeom>
          <a:solidFill>
            <a:schemeClr val="bg2"/>
          </a:solidFill>
          <a:ln>
            <a:solidFill>
              <a:schemeClr val="accent5">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0" tIns="180000" bIns="180000" rtlCol="0" anchor="t"/>
          <a:lstStyle/>
          <a:p>
            <a:pPr>
              <a:spcAft>
                <a:spcPts val="600"/>
              </a:spcAft>
            </a:pPr>
            <a:r>
              <a:rPr lang="en-GB" sz="2800" b="1">
                <a:solidFill>
                  <a:schemeClr val="bg1"/>
                </a:solidFill>
              </a:rPr>
              <a:t>Application</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472294"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Tree>
    <p:extLst>
      <p:ext uri="{BB962C8B-B14F-4D97-AF65-F5344CB8AC3E}">
        <p14:creationId xmlns:p14="http://schemas.microsoft.com/office/powerpoint/2010/main" val="1381634556"/>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DDE50C59-4891-4B61-861D-AFDDCDDDB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554843926"/>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A82C6687-F817-452E-A9E5-14021D46A7D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016381359"/>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18288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CD43B523-15C5-4B07-814A-A20877C99FBE}"/>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7099140"/>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D6BEBB49-959A-4EB0-A47F-63B63FBBE2B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18836922"/>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56D9CD07-5AE1-482F-A618-9E43C9B6026D}"/>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8412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74CDD492-DA90-450D-9611-0AF03FB0F9F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687256645"/>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E10A35F-A572-41B6-9982-B2D09CD0041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176562040"/>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7" name="Freeform 5">
            <a:extLst>
              <a:ext uri="{FF2B5EF4-FFF2-40B4-BE49-F238E27FC236}">
                <a16:creationId xmlns:a16="http://schemas.microsoft.com/office/drawing/2014/main" id="{62A334C7-39E0-4BC9-909A-79A06CAC7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553052778"/>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EBA87B6E-F16C-4855-A953-A8C4737FFBD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234625"/>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4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11" name="Picture 10">
            <a:extLst>
              <a:ext uri="{FF2B5EF4-FFF2-40B4-BE49-F238E27FC236}">
                <a16:creationId xmlns:a16="http://schemas.microsoft.com/office/drawing/2014/main" id="{D4434CB0-2D97-49C4-9549-325F9A985CA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19155189"/>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2"/>
            <a:ext cx="5238750" cy="12344400"/>
          </a:xfrm>
        </p:spPr>
        <p:txBody>
          <a:bodyPr lIns="0"/>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4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60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Picture 8">
            <a:extLst>
              <a:ext uri="{FF2B5EF4-FFF2-40B4-BE49-F238E27FC236}">
                <a16:creationId xmlns:a16="http://schemas.microsoft.com/office/drawing/2014/main" id="{841E7A66-D870-4C1E-9E6E-1A17919A41F5}"/>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32352101"/>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E1422F4A-F341-4586-A8F8-46D4C727661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7834419"/>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B5845AAA-BED0-4398-B713-72768175EAC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595423907"/>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a:ln>
            <a:noFill/>
          </a:ln>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3" name="Picture 22">
            <a:extLst>
              <a:ext uri="{FF2B5EF4-FFF2-40B4-BE49-F238E27FC236}">
                <a16:creationId xmlns:a16="http://schemas.microsoft.com/office/drawing/2014/main" id="{A5EF6E62-49B7-4648-BD94-6E22AA138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77659975"/>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7" name="Picture 16">
            <a:extLst>
              <a:ext uri="{FF2B5EF4-FFF2-40B4-BE49-F238E27FC236}">
                <a16:creationId xmlns:a16="http://schemas.microsoft.com/office/drawing/2014/main" id="{003C9149-C5DE-41D7-AA30-BF91FED573C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241336799"/>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12" name="Freeform 5">
            <a:extLst>
              <a:ext uri="{FF2B5EF4-FFF2-40B4-BE49-F238E27FC236}">
                <a16:creationId xmlns:a16="http://schemas.microsoft.com/office/drawing/2014/main" id="{D54D659C-D8FD-4F93-8C77-B8A55AFB2AE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334872985"/>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1" name="Freeform 5">
            <a:extLst>
              <a:ext uri="{FF2B5EF4-FFF2-40B4-BE49-F238E27FC236}">
                <a16:creationId xmlns:a16="http://schemas.microsoft.com/office/drawing/2014/main" id="{E2A96162-D306-4576-A5C2-48AEDBC2A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14256617"/>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DE5BFC79-186A-4929-B2E7-4CC5D37CF89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75859536"/>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31751B68-E87A-4B97-835D-658C3BACD65D}"/>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2943A067-BA21-420F-B462-83F14269CE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5647137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53601784-4D78-4579-A49D-1EDD743CA563}"/>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D263A39B-32BF-4C6F-BD0D-5E8D082789D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51463114"/>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01993295"/>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62B4C78-B914-4446-A66F-140BF3BF063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9192943"/>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80" y="7805568"/>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BE21847E-13F4-4E38-8691-D656AF93AA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73922581"/>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22BED7DB-D222-46CF-9B99-F1C631E2EF7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902213455"/>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6A2D20C4-66D0-4CE2-8BD3-9DDCFA49A2E1}"/>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31A78552-D992-4658-BA5E-E928AC9D8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21704872"/>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01DF4AB6-0CA0-4F6F-A402-D64FFDDB2FD6}"/>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7AB3128C-224A-4FCF-B9C8-5AC4ED524C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64527129"/>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5">
            <a:extLst>
              <a:ext uri="{FF2B5EF4-FFF2-40B4-BE49-F238E27FC236}">
                <a16:creationId xmlns:a16="http://schemas.microsoft.com/office/drawing/2014/main" id="{9805233A-26E2-42B0-A929-15D77E5D60AD}"/>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02442860"/>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2462C2CF-31F5-416E-BCB4-4A82A49459D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34607325"/>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79D19EE4-D3FD-46BD-90D3-24A8C433649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970595080"/>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8FBD6D32-C64B-4DE4-BF37-7CF847BA88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00645100"/>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B3DF85A6-1AD2-4BCB-AAB5-75DBE64F6165}"/>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95EB7D96-D7B0-4CDD-8226-A5B6926114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2664935"/>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DE114E42-B9CD-419F-AF34-28A5B96009CA}"/>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58B04D86-084D-4319-96B9-CA48FBCF4170}"/>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4184690"/>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showMasterSp="0" type="tx">
  <p:cSld name="White Blank No Logo">
    <p:spTree>
      <p:nvGrpSpPr>
        <p:cNvPr id="1" name=""/>
        <p:cNvGrpSpPr/>
        <p:nvPr/>
      </p:nvGrpSpPr>
      <p:grpSpPr>
        <a:xfrm>
          <a:off x="0" y="0"/>
          <a:ext cx="0" cy="0"/>
          <a:chOff x="0" y="0"/>
          <a:chExt cx="0" cy="0"/>
        </a:xfrm>
      </p:grpSpPr>
      <p:sp>
        <p:nvSpPr>
          <p:cNvPr id="877" name="Rectangle"/>
          <p:cNvSpPr/>
          <p:nvPr/>
        </p:nvSpPr>
        <p:spPr>
          <a:xfrm>
            <a:off x="-1343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8" name="Rectangle"/>
          <p:cNvSpPr/>
          <p:nvPr/>
        </p:nvSpPr>
        <p:spPr>
          <a:xfrm>
            <a:off x="-1343783" y="537825"/>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9" name="Rectangle"/>
          <p:cNvSpPr/>
          <p:nvPr/>
        </p:nvSpPr>
        <p:spPr>
          <a:xfrm>
            <a:off x="-1343783" y="1075649"/>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0" name="Rectangle"/>
          <p:cNvSpPr/>
          <p:nvPr/>
        </p:nvSpPr>
        <p:spPr>
          <a:xfrm>
            <a:off x="-1343783" y="1613473"/>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1" name="Rectangle"/>
          <p:cNvSpPr/>
          <p:nvPr/>
        </p:nvSpPr>
        <p:spPr>
          <a:xfrm>
            <a:off x="-1343783" y="2151297"/>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2" name="Rectangle"/>
          <p:cNvSpPr/>
          <p:nvPr/>
        </p:nvSpPr>
        <p:spPr>
          <a:xfrm>
            <a:off x="-1343783" y="268912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3" name="Rectangle"/>
          <p:cNvSpPr/>
          <p:nvPr/>
        </p:nvSpPr>
        <p:spPr>
          <a:xfrm>
            <a:off x="-1343783" y="3226945"/>
            <a:ext cx="1119822" cy="537826"/>
          </a:xfrm>
          <a:prstGeom prst="rect">
            <a:avLst/>
          </a:prstGeom>
          <a:solidFill>
            <a:srgbClr val="1AE9E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4" name="Rectangle"/>
          <p:cNvSpPr/>
          <p:nvPr/>
        </p:nvSpPr>
        <p:spPr>
          <a:xfrm>
            <a:off x="-1343783" y="3764769"/>
            <a:ext cx="1119822" cy="537826"/>
          </a:xfrm>
          <a:prstGeom prst="rect">
            <a:avLst/>
          </a:prstGeom>
          <a:solidFill>
            <a:srgbClr val="0DCFD9"/>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5" name="Rectangle"/>
          <p:cNvSpPr/>
          <p:nvPr/>
        </p:nvSpPr>
        <p:spPr>
          <a:xfrm>
            <a:off x="-1343783" y="4302593"/>
            <a:ext cx="1119822" cy="537826"/>
          </a:xfrm>
          <a:prstGeom prst="rect">
            <a:avLst/>
          </a:prstGeom>
          <a:solidFill>
            <a:srgbClr val="00B4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6" name="Rectangle"/>
          <p:cNvSpPr/>
          <p:nvPr/>
        </p:nvSpPr>
        <p:spPr>
          <a:xfrm>
            <a:off x="-1343783" y="4840417"/>
            <a:ext cx="1119822" cy="537826"/>
          </a:xfrm>
          <a:prstGeom prst="rect">
            <a:avLst/>
          </a:prstGeom>
          <a:solidFill>
            <a:srgbClr val="F6B1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7" name="Rectangle"/>
          <p:cNvSpPr/>
          <p:nvPr/>
        </p:nvSpPr>
        <p:spPr>
          <a:xfrm>
            <a:off x="-1343783" y="5378241"/>
            <a:ext cx="1119822" cy="537826"/>
          </a:xfrm>
          <a:prstGeom prst="rect">
            <a:avLst/>
          </a:prstGeom>
          <a:solidFill>
            <a:srgbClr val="F69D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8" name="Rectangle"/>
          <p:cNvSpPr/>
          <p:nvPr/>
        </p:nvSpPr>
        <p:spPr>
          <a:xfrm>
            <a:off x="-1343783" y="5916065"/>
            <a:ext cx="1119822" cy="537826"/>
          </a:xfrm>
          <a:prstGeom prst="rect">
            <a:avLst/>
          </a:prstGeom>
          <a:solidFill>
            <a:srgbClr val="F689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9" name="Rectangle"/>
          <p:cNvSpPr/>
          <p:nvPr/>
        </p:nvSpPr>
        <p:spPr>
          <a:xfrm>
            <a:off x="-1343783" y="6453889"/>
            <a:ext cx="1119822" cy="537826"/>
          </a:xfrm>
          <a:prstGeom prst="rect">
            <a:avLst/>
          </a:prstGeom>
          <a:solidFill>
            <a:srgbClr val="969CE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0" name="Rectangle"/>
          <p:cNvSpPr/>
          <p:nvPr/>
        </p:nvSpPr>
        <p:spPr>
          <a:xfrm>
            <a:off x="-1343787" y="6991713"/>
            <a:ext cx="1119822" cy="537826"/>
          </a:xfrm>
          <a:prstGeom prst="rect">
            <a:avLst/>
          </a:prstGeom>
          <a:solidFill>
            <a:srgbClr val="8A8BD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1" name="Rectangle"/>
          <p:cNvSpPr/>
          <p:nvPr/>
        </p:nvSpPr>
        <p:spPr>
          <a:xfrm>
            <a:off x="-1343787" y="7529537"/>
            <a:ext cx="1119822" cy="537826"/>
          </a:xfrm>
          <a:prstGeom prst="rect">
            <a:avLst/>
          </a:prstGeom>
          <a:solidFill>
            <a:srgbClr val="7D79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2" name="Rectangle"/>
          <p:cNvSpPr/>
          <p:nvPr/>
        </p:nvSpPr>
        <p:spPr>
          <a:xfrm>
            <a:off x="-1343783" y="8067361"/>
            <a:ext cx="1119822" cy="537826"/>
          </a:xfrm>
          <a:prstGeom prst="rect">
            <a:avLst/>
          </a:prstGeom>
          <a:solidFill>
            <a:srgbClr val="88CD7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3" name="Rectangle"/>
          <p:cNvSpPr/>
          <p:nvPr/>
        </p:nvSpPr>
        <p:spPr>
          <a:xfrm>
            <a:off x="-1343787" y="8605185"/>
            <a:ext cx="1119822" cy="537826"/>
          </a:xfrm>
          <a:prstGeom prst="rect">
            <a:avLst/>
          </a:prstGeom>
          <a:solidFill>
            <a:srgbClr val="74B96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4" name="Rectangle"/>
          <p:cNvSpPr/>
          <p:nvPr/>
        </p:nvSpPr>
        <p:spPr>
          <a:xfrm>
            <a:off x="-1343787" y="9143009"/>
            <a:ext cx="1119822" cy="537826"/>
          </a:xfrm>
          <a:prstGeom prst="rect">
            <a:avLst/>
          </a:prstGeom>
          <a:solidFill>
            <a:srgbClr val="60A55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5" name="Rectangle"/>
          <p:cNvSpPr/>
          <p:nvPr/>
        </p:nvSpPr>
        <p:spPr>
          <a:xfrm>
            <a:off x="24769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6" name="Rectangle"/>
          <p:cNvSpPr/>
          <p:nvPr/>
        </p:nvSpPr>
        <p:spPr>
          <a:xfrm>
            <a:off x="24769781" y="537825"/>
            <a:ext cx="1119822" cy="537826"/>
          </a:xfrm>
          <a:prstGeom prst="rect">
            <a:avLst/>
          </a:prstGeom>
          <a:solidFill>
            <a:srgbClr val="B0000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7" name="Rectangle"/>
          <p:cNvSpPr/>
          <p:nvPr/>
        </p:nvSpPr>
        <p:spPr>
          <a:xfrm>
            <a:off x="24769781" y="1075649"/>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8" name="Rectangle"/>
          <p:cNvSpPr/>
          <p:nvPr/>
        </p:nvSpPr>
        <p:spPr>
          <a:xfrm>
            <a:off x="24769783" y="1613473"/>
            <a:ext cx="1119822" cy="537826"/>
          </a:xfrm>
          <a:prstGeom prst="rect">
            <a:avLst/>
          </a:prstGeom>
          <a:solidFill>
            <a:srgbClr val="88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9" name="Rectangle"/>
          <p:cNvSpPr/>
          <p:nvPr/>
        </p:nvSpPr>
        <p:spPr>
          <a:xfrm>
            <a:off x="24769781" y="2151297"/>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0" name="Rectangle"/>
          <p:cNvSpPr/>
          <p:nvPr/>
        </p:nvSpPr>
        <p:spPr>
          <a:xfrm>
            <a:off x="24769781" y="2689121"/>
            <a:ext cx="1119822" cy="537826"/>
          </a:xfrm>
          <a:prstGeom prst="rect">
            <a:avLst/>
          </a:prstGeom>
          <a:solidFill>
            <a:srgbClr val="ECF0F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1" name="Rectangle"/>
          <p:cNvSpPr/>
          <p:nvPr/>
        </p:nvSpPr>
        <p:spPr>
          <a:xfrm>
            <a:off x="24769781" y="3226945"/>
            <a:ext cx="1119822" cy="537826"/>
          </a:xfrm>
          <a:prstGeom prst="rect">
            <a:avLst/>
          </a:prstGeom>
          <a:solidFill>
            <a:srgbClr val="D8DCE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2" name="Rectangle"/>
          <p:cNvSpPr/>
          <p:nvPr/>
        </p:nvSpPr>
        <p:spPr>
          <a:xfrm>
            <a:off x="24769781" y="3764769"/>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3" name="Rectangle"/>
          <p:cNvSpPr/>
          <p:nvPr/>
        </p:nvSpPr>
        <p:spPr>
          <a:xfrm>
            <a:off x="24769781" y="4302593"/>
            <a:ext cx="1119822" cy="537826"/>
          </a:xfrm>
          <a:prstGeom prst="rect">
            <a:avLst/>
          </a:prstGeom>
          <a:solidFill>
            <a:srgbClr val="BABEC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4" name="Rectangle"/>
          <p:cNvSpPr/>
          <p:nvPr/>
        </p:nvSpPr>
        <p:spPr>
          <a:xfrm>
            <a:off x="24769781" y="4840417"/>
            <a:ext cx="1119822" cy="537826"/>
          </a:xfrm>
          <a:prstGeom prst="rect">
            <a:avLst/>
          </a:prstGeom>
          <a:solidFill>
            <a:srgbClr val="A6AAB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5" name="Rectangle"/>
          <p:cNvSpPr/>
          <p:nvPr/>
        </p:nvSpPr>
        <p:spPr>
          <a:xfrm>
            <a:off x="24769781" y="5378241"/>
            <a:ext cx="1119822" cy="537826"/>
          </a:xfrm>
          <a:prstGeom prst="rect">
            <a:avLst/>
          </a:prstGeom>
          <a:solidFill>
            <a:srgbClr val="92969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6" name="Rectangle"/>
          <p:cNvSpPr/>
          <p:nvPr/>
        </p:nvSpPr>
        <p:spPr>
          <a:xfrm>
            <a:off x="24769781" y="5916065"/>
            <a:ext cx="1119822" cy="537826"/>
          </a:xfrm>
          <a:prstGeom prst="rect">
            <a:avLst/>
          </a:prstGeom>
          <a:solidFill>
            <a:srgbClr val="7E828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7" name="Rectangle"/>
          <p:cNvSpPr/>
          <p:nvPr/>
        </p:nvSpPr>
        <p:spPr>
          <a:xfrm>
            <a:off x="24769781" y="6453889"/>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8" name="Rectangle"/>
          <p:cNvSpPr/>
          <p:nvPr/>
        </p:nvSpPr>
        <p:spPr>
          <a:xfrm>
            <a:off x="24769779" y="6991713"/>
            <a:ext cx="1119822" cy="537826"/>
          </a:xfrm>
          <a:prstGeom prst="rect">
            <a:avLst/>
          </a:prstGeom>
          <a:solidFill>
            <a:srgbClr val="565A6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9" name="Rectangle"/>
          <p:cNvSpPr/>
          <p:nvPr/>
        </p:nvSpPr>
        <p:spPr>
          <a:xfrm>
            <a:off x="24769779" y="7529537"/>
            <a:ext cx="1119822" cy="537826"/>
          </a:xfrm>
          <a:prstGeom prst="rect">
            <a:avLst/>
          </a:prstGeom>
          <a:solidFill>
            <a:srgbClr val="42464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0" name="Rectangle"/>
          <p:cNvSpPr/>
          <p:nvPr/>
        </p:nvSpPr>
        <p:spPr>
          <a:xfrm>
            <a:off x="24769781" y="806736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1" name="Rectangle"/>
          <p:cNvSpPr/>
          <p:nvPr/>
        </p:nvSpPr>
        <p:spPr>
          <a:xfrm>
            <a:off x="24769779" y="8605185"/>
            <a:ext cx="1119822" cy="537826"/>
          </a:xfrm>
          <a:prstGeom prst="rect">
            <a:avLst/>
          </a:prstGeom>
          <a:solidFill>
            <a:srgbClr val="2E323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2" name="Rectangle"/>
          <p:cNvSpPr/>
          <p:nvPr/>
        </p:nvSpPr>
        <p:spPr>
          <a:xfrm>
            <a:off x="24769779" y="9143009"/>
            <a:ext cx="1119822" cy="537826"/>
          </a:xfrm>
          <a:prstGeom prst="rect">
            <a:avLst/>
          </a:prstGeom>
          <a:solidFill>
            <a:srgbClr val="24282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3" name="Rectangle"/>
          <p:cNvSpPr/>
          <p:nvPr/>
        </p:nvSpPr>
        <p:spPr>
          <a:xfrm>
            <a:off x="24769777" y="9680833"/>
            <a:ext cx="1119822" cy="537826"/>
          </a:xfrm>
          <a:prstGeom prst="rect">
            <a:avLst/>
          </a:prstGeom>
          <a:solidFill>
            <a:srgbClr val="1A1E2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4" name="Rectangle"/>
          <p:cNvSpPr/>
          <p:nvPr/>
        </p:nvSpPr>
        <p:spPr>
          <a:xfrm>
            <a:off x="24769777" y="10218657"/>
            <a:ext cx="1119822" cy="537826"/>
          </a:xfrm>
          <a:prstGeom prst="rect">
            <a:avLst/>
          </a:prstGeom>
          <a:solidFill>
            <a:srgbClr val="10141A"/>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5" name="Rectangle"/>
          <p:cNvSpPr/>
          <p:nvPr/>
        </p:nvSpPr>
        <p:spPr>
          <a:xfrm>
            <a:off x="24769779" y="10756481"/>
            <a:ext cx="1119822" cy="537826"/>
          </a:xfrm>
          <a:prstGeom prst="rect">
            <a:avLst/>
          </a:prstGeom>
          <a:solidFill>
            <a:srgbClr val="060A1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6" name="Rectangle"/>
          <p:cNvSpPr/>
          <p:nvPr/>
        </p:nvSpPr>
        <p:spPr>
          <a:xfrm>
            <a:off x="24769777" y="11294305"/>
            <a:ext cx="1119822" cy="537826"/>
          </a:xfrm>
          <a:prstGeom prst="rect">
            <a:avLst/>
          </a:prstGeom>
          <a:solidFill>
            <a:srgbClr val="FFFFF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7" name="Rectangle"/>
          <p:cNvSpPr/>
          <p:nvPr/>
        </p:nvSpPr>
        <p:spPr>
          <a:xfrm>
            <a:off x="24769779" y="11832129"/>
            <a:ext cx="1119822" cy="537826"/>
          </a:xfrm>
          <a:prstGeom prst="rect">
            <a:avLst/>
          </a:prstGeom>
          <a:solidFill>
            <a:srgbClr val="00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919" name="Footer"/>
          <p:cNvSpPr txBox="1">
            <a:spLocks noGrp="1"/>
          </p:cNvSpPr>
          <p:nvPr>
            <p:ph type="body" sz="quarter" idx="13"/>
          </p:nvPr>
        </p:nvSpPr>
        <p:spPr>
          <a:xfrm>
            <a:off x="1727200" y="12807441"/>
            <a:ext cx="6210696" cy="276998"/>
          </a:xfrm>
          <a:prstGeom prst="rect">
            <a:avLst/>
          </a:prstGeom>
        </p:spPr>
        <p:txBody>
          <a:bodyPr>
            <a:spAutoFit/>
          </a:bodyPr>
          <a:lstStyle>
            <a:lvl1pPr marL="0" indent="0" defTabSz="1828892">
              <a:lnSpc>
                <a:spcPct val="100000"/>
              </a:lnSpc>
              <a:spcBef>
                <a:spcPts val="0"/>
              </a:spcBef>
              <a:buClrTx/>
              <a:buSzTx/>
              <a:buFontTx/>
              <a:buNone/>
              <a:defRPr sz="1800" b="1" spc="92">
                <a:solidFill>
                  <a:srgbClr val="9CA0A6"/>
                </a:solidFill>
              </a:defRPr>
            </a:lvl1pPr>
          </a:lstStyle>
          <a:p>
            <a:r>
              <a:t>Footer</a:t>
            </a:r>
          </a:p>
        </p:txBody>
      </p:sp>
    </p:spTree>
    <p:extLst>
      <p:ext uri="{BB962C8B-B14F-4D97-AF65-F5344CB8AC3E}">
        <p14:creationId xmlns:p14="http://schemas.microsoft.com/office/powerpoint/2010/main" val="2621715949"/>
      </p:ext>
    </p:extLst>
  </p:cSld>
  <p:clrMapOvr>
    <a:masterClrMapping/>
  </p:clrMapOvr>
  <p:transition spd="med"/>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941911613"/>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999888055"/>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3102298794"/>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2029628577"/>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733527831"/>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196148558"/>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520484D5-16DE-4712-B129-D2A66A2FCE2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726587640"/>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8DEF417-431A-4C33-8A76-58BBE129E96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04482127"/>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E01928CC-EE62-4CC7-B7D1-1F8AD45338D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24993476"/>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88492984-4EB5-4E4A-8FC1-E5337341B70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8349863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C7F59C7-6089-4A74-BCED-ACDC9A78027F}"/>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6216599"/>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CB6528F4-B103-418F-B114-1DFE38B86E2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37416727"/>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EA4E166B-520B-45F4-AEB1-079C224DD27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07067566"/>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D8E05D2-F04D-41D8-8B79-A72C6B5BB816}"/>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892527221"/>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902A831D-23BF-4C78-BD6E-375B8EEC186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919947300"/>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48484F5-F9A7-49D4-82F2-F109C6EDA02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92987072"/>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8" name="Picture 7">
            <a:extLst>
              <a:ext uri="{FF2B5EF4-FFF2-40B4-BE49-F238E27FC236}">
                <a16:creationId xmlns:a16="http://schemas.microsoft.com/office/drawing/2014/main" id="{D0FEDF07-2F82-420C-94A2-62D6554BEA1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24868432"/>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11" name="Picture 10">
            <a:extLst>
              <a:ext uri="{FF2B5EF4-FFF2-40B4-BE49-F238E27FC236}">
                <a16:creationId xmlns:a16="http://schemas.microsoft.com/office/drawing/2014/main" id="{02FA3E51-7126-49BB-AEEB-D6ADD15D3E1A}"/>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85870639"/>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1CF5BF08-9925-43E8-91A6-E1D67778F47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31771848"/>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F9DE99E-8802-4D87-A0BB-5C0BED02360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16165800"/>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23" name="Picture 22">
            <a:extLst>
              <a:ext uri="{FF2B5EF4-FFF2-40B4-BE49-F238E27FC236}">
                <a16:creationId xmlns:a16="http://schemas.microsoft.com/office/drawing/2014/main" id="{2B13526F-D661-4B4D-A012-B0B4FA8383A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6916790"/>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F0D9B8CA-A228-4CA4-90F2-2C16B5B6429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09906992"/>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08B903AE-3FEF-49ED-A049-44973DCE982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12120298"/>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0" name="Freeform 5">
            <a:extLst>
              <a:ext uri="{FF2B5EF4-FFF2-40B4-BE49-F238E27FC236}">
                <a16:creationId xmlns:a16="http://schemas.microsoft.com/office/drawing/2014/main" id="{EEF1AFAF-2421-493C-806B-2FBA1427BDA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13404183"/>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11BF3AF-6E43-4A1A-A814-8C52B1AE48F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373892066"/>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D610A9BD-424B-4759-89B6-9AB73E4DF3F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335749"/>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AEAE3CF-1B66-42CE-B82A-9BBD9C08CDD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11115513"/>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59CA273E-354C-4099-BD3B-72488E3AD77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234847319"/>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4D08F3D-D744-4759-9D4C-A7E7BDF5AF3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734553733"/>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884C8F79-7DA2-4E9F-9651-417DF832F3E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48537765"/>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72744DCE-C3CF-495F-9AEF-B2E276524D6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332980980"/>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89F7D717-4240-48F3-A18B-094446C5646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72623861"/>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D1DE763-0A5C-4E6C-ADAD-63E5D4EE154C}"/>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738351611"/>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B94E043-64BC-4ABE-8DF4-6F0A6FC91FC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431139"/>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E3A5068-5C28-48D0-BF5E-93FA41F4EF5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256995403"/>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B1C3CAD3-1CA7-493E-9AD3-8B0C1BB152B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25598195"/>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D849D188-5CF7-40B4-9CE3-E8F2826430C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27252139"/>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CB8122EE-77B3-4D25-9D8E-8FB52B3C2AC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558177388"/>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0457777-0493-42E3-8F48-152CCF754CB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26652323"/>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showMasterSp="0" userDrawn="1">
  <p:cSld name="Title Slide 3">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49224" y="557784"/>
            <a:ext cx="11542776" cy="4315968"/>
          </a:xfrm>
        </p:spPr>
        <p:txBody>
          <a:bodyPr anchor="b" anchorCtr="0">
            <a:noAutofit/>
          </a:bodyPr>
          <a:lstStyle>
            <a:lvl1pPr algn="l" fontAlgn="b">
              <a:lnSpc>
                <a:spcPct val="112000"/>
              </a:lnSpc>
              <a:defRPr sz="9000">
                <a:ln w="9525">
                  <a:noFill/>
                </a:ln>
                <a:solidFill>
                  <a:srgbClr val="EB0000"/>
                </a:solidFill>
              </a:defRPr>
            </a:lvl1pPr>
          </a:lstStyle>
          <a:p>
            <a:r>
              <a:rPr lang="en-US"/>
              <a:t>Title with</a:t>
            </a:r>
            <a:br>
              <a:rPr lang="en-US"/>
            </a:br>
            <a:r>
              <a:rPr lang="en-US"/>
              <a:t>multiple lines</a:t>
            </a:r>
            <a:br>
              <a:rPr lang="en-US"/>
            </a:br>
            <a:r>
              <a:rPr lang="en-US"/>
              <a:t>here</a:t>
            </a:r>
          </a:p>
        </p:txBody>
      </p:sp>
      <p:sp>
        <p:nvSpPr>
          <p:cNvPr id="3" name="Subtitle 2"/>
          <p:cNvSpPr>
            <a:spLocks noGrp="1"/>
          </p:cNvSpPr>
          <p:nvPr>
            <p:ph type="subTitle" idx="1" hasCustomPrompt="1"/>
          </p:nvPr>
        </p:nvSpPr>
        <p:spPr>
          <a:xfrm>
            <a:off x="676656" y="5029203"/>
            <a:ext cx="11515344" cy="2306638"/>
          </a:xfrm>
        </p:spPr>
        <p:txBody>
          <a:bodyPr vert="horz" lIns="0" tIns="0" rIns="0" bIns="0" rtlCol="0" anchor="t">
            <a:noAutofit/>
          </a:bodyPr>
          <a:lstStyle>
            <a:lvl1pPr marL="0" indent="0">
              <a:buNone/>
              <a:defRPr lang="en-US" sz="5250" dirty="0">
                <a:ln>
                  <a:noFill/>
                </a:ln>
              </a:defRPr>
            </a:lvl1pPr>
          </a:lstStyle>
          <a:p>
            <a:pPr lvl="0"/>
            <a:r>
              <a:rPr lang="en-US"/>
              <a:t>Date/subtitle goes here</a:t>
            </a:r>
          </a:p>
        </p:txBody>
      </p:sp>
      <p:sp>
        <p:nvSpPr>
          <p:cNvPr id="17" name="Text Placeholder 16">
            <a:extLst>
              <a:ext uri="{FF2B5EF4-FFF2-40B4-BE49-F238E27FC236}">
                <a16:creationId xmlns:a16="http://schemas.microsoft.com/office/drawing/2014/main" id="{53F3D094-8507-4675-9425-D7CCB291279A}"/>
              </a:ext>
            </a:extLst>
          </p:cNvPr>
          <p:cNvSpPr>
            <a:spLocks noGrp="1"/>
          </p:cNvSpPr>
          <p:nvPr>
            <p:ph type="body" sz="quarter" idx="10" hasCustomPrompt="1"/>
          </p:nvPr>
        </p:nvSpPr>
        <p:spPr>
          <a:xfrm>
            <a:off x="694944" y="9802371"/>
            <a:ext cx="11497056" cy="1581150"/>
          </a:xfrm>
        </p:spPr>
        <p:txBody>
          <a:bodyPr/>
          <a:lstStyle>
            <a:lvl1pPr marL="0" indent="0">
              <a:spcBef>
                <a:spcPts val="0"/>
              </a:spcBef>
              <a:buNone/>
              <a:defRPr/>
            </a:lvl1pPr>
          </a:lstStyle>
          <a:p>
            <a:pPr lvl="0"/>
            <a:r>
              <a:rPr lang="en-US"/>
              <a:t>Name goes here</a:t>
            </a:r>
            <a:br>
              <a:rPr lang="en-US"/>
            </a:br>
            <a:r>
              <a:rPr lang="en-US"/>
              <a:t>Position goes here</a:t>
            </a:r>
          </a:p>
        </p:txBody>
      </p:sp>
      <p:sp>
        <p:nvSpPr>
          <p:cNvPr id="8" name="Freeform: Shape 13">
            <a:extLst>
              <a:ext uri="{FF2B5EF4-FFF2-40B4-BE49-F238E27FC236}">
                <a16:creationId xmlns:a16="http://schemas.microsoft.com/office/drawing/2014/main" id="{9F557C70-FE77-1840-9176-02291FB36A72}"/>
              </a:ext>
            </a:extLst>
          </p:cNvPr>
          <p:cNvSpPr/>
          <p:nvPr userDrawn="1"/>
        </p:nvSpPr>
        <p:spPr>
          <a:xfrm>
            <a:off x="14157962" y="3"/>
            <a:ext cx="10226040" cy="13719262"/>
          </a:xfrm>
          <a:custGeom>
            <a:avLst/>
            <a:gdLst>
              <a:gd name="connsiteX0" fmla="*/ 2570684 w 10226039"/>
              <a:gd name="connsiteY0" fmla="*/ 0 h 13719261"/>
              <a:gd name="connsiteX1" fmla="*/ 6040601 w 10226039"/>
              <a:gd name="connsiteY1" fmla="*/ 0 h 13719261"/>
              <a:gd name="connsiteX2" fmla="*/ 5489003 w 10226039"/>
              <a:gd name="connsiteY2" fmla="*/ 2946777 h 13719261"/>
              <a:gd name="connsiteX3" fmla="*/ 8422727 w 10226039"/>
              <a:gd name="connsiteY3" fmla="*/ 44613 h 13719261"/>
              <a:gd name="connsiteX4" fmla="*/ 8543311 w 10226039"/>
              <a:gd name="connsiteY4" fmla="*/ 0 h 13719261"/>
              <a:gd name="connsiteX5" fmla="*/ 10226039 w 10226039"/>
              <a:gd name="connsiteY5" fmla="*/ 0 h 13719261"/>
              <a:gd name="connsiteX6" fmla="*/ 10226039 w 10226039"/>
              <a:gd name="connsiteY6" fmla="*/ 3726234 h 13719261"/>
              <a:gd name="connsiteX7" fmla="*/ 10218619 w 10226039"/>
              <a:gd name="connsiteY7" fmla="*/ 3765852 h 13719261"/>
              <a:gd name="connsiteX8" fmla="*/ 5004857 w 10226039"/>
              <a:gd name="connsiteY8" fmla="*/ 8040537 h 13719261"/>
              <a:gd name="connsiteX9" fmla="*/ 3940763 w 10226039"/>
              <a:gd name="connsiteY9" fmla="*/ 13719261 h 13719261"/>
              <a:gd name="connsiteX10" fmla="*/ 0 w 10226039"/>
              <a:gd name="connsiteY10" fmla="*/ 13719261 h 13719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6039" h="13719261">
                <a:moveTo>
                  <a:pt x="2570684" y="0"/>
                </a:moveTo>
                <a:lnTo>
                  <a:pt x="6040601" y="0"/>
                </a:lnTo>
                <a:lnTo>
                  <a:pt x="5489003" y="2946777"/>
                </a:lnTo>
                <a:cubicBezTo>
                  <a:pt x="6058449" y="1630922"/>
                  <a:pt x="7116933" y="587408"/>
                  <a:pt x="8422727" y="44613"/>
                </a:cubicBezTo>
                <a:lnTo>
                  <a:pt x="8543311" y="0"/>
                </a:lnTo>
                <a:lnTo>
                  <a:pt x="10226039" y="0"/>
                </a:lnTo>
                <a:lnTo>
                  <a:pt x="10226039" y="3726234"/>
                </a:lnTo>
                <a:lnTo>
                  <a:pt x="10218619" y="3765852"/>
                </a:lnTo>
                <a:cubicBezTo>
                  <a:pt x="7524903" y="3351926"/>
                  <a:pt x="5632205" y="4691887"/>
                  <a:pt x="5004857" y="8040537"/>
                </a:cubicBezTo>
                <a:lnTo>
                  <a:pt x="3940763" y="13719261"/>
                </a:lnTo>
                <a:lnTo>
                  <a:pt x="0" y="13719261"/>
                </a:lnTo>
                <a:close/>
              </a:path>
            </a:pathLst>
          </a:custGeom>
          <a:gradFill>
            <a:gsLst>
              <a:gs pos="0">
                <a:schemeClr val="tx2"/>
              </a:gs>
              <a:gs pos="100000">
                <a:schemeClr val="accent4"/>
              </a:gs>
              <a:gs pos="50000">
                <a:schemeClr val="accent2"/>
              </a:gs>
            </a:gsLst>
            <a:lin ang="5400000" scaled="1"/>
          </a:gradFill>
          <a:ln w="12537" cap="flat">
            <a:noFill/>
            <a:prstDash val="solid"/>
            <a:miter/>
          </a:ln>
        </p:spPr>
        <p:txBody>
          <a:bodyPr wrap="square" rtlCol="0" anchor="ctr">
            <a:noAutofit/>
          </a:bodyPr>
          <a:lstStyle/>
          <a:p>
            <a:endParaRPr lang="en-US" sz="900"/>
          </a:p>
        </p:txBody>
      </p:sp>
      <p:sp>
        <p:nvSpPr>
          <p:cNvPr id="7" name="TextBox 6">
            <a:extLst>
              <a:ext uri="{FF2B5EF4-FFF2-40B4-BE49-F238E27FC236}">
                <a16:creationId xmlns:a16="http://schemas.microsoft.com/office/drawing/2014/main" id="{8E86A58D-A8F4-7A42-B2E2-D3E6C32D02EC}"/>
              </a:ext>
            </a:extLst>
          </p:cNvPr>
          <p:cNvSpPr txBox="1"/>
          <p:nvPr userDrawn="1"/>
        </p:nvSpPr>
        <p:spPr>
          <a:xfrm>
            <a:off x="18162739" y="13162003"/>
            <a:ext cx="2430050" cy="461665"/>
          </a:xfrm>
          <a:prstGeom prst="rect">
            <a:avLst/>
          </a:prstGeom>
          <a:noFill/>
        </p:spPr>
        <p:txBody>
          <a:bodyPr wrap="square" rtlCol="0">
            <a:spAutoFit/>
          </a:bodyPr>
          <a:lstStyle/>
          <a:p>
            <a:pPr algn="l"/>
            <a:r>
              <a:rPr lang="en-US" sz="2400">
                <a:solidFill>
                  <a:schemeClr val="accent4"/>
                </a:solidFill>
              </a:rPr>
              <a:t>TM</a:t>
            </a:r>
          </a:p>
        </p:txBody>
      </p:sp>
      <p:pic>
        <p:nvPicPr>
          <p:cNvPr id="9" name="Picture 8">
            <a:extLst>
              <a:ext uri="{FF2B5EF4-FFF2-40B4-BE49-F238E27FC236}">
                <a16:creationId xmlns:a16="http://schemas.microsoft.com/office/drawing/2014/main" id="{B18C2F85-53AD-4385-86D2-047DFF3E103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4016414"/>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97403756"/>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319641"/>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698166794"/>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84595506"/>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7462156" y="-4805"/>
            <a:ext cx="31846156" cy="2199366"/>
            <a:chOff x="-3731078" y="-2403"/>
            <a:chExt cx="15923078"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31078"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64494257"/>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2" y="-4805"/>
            <a:ext cx="21433536" cy="1394694"/>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44557356"/>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93923412"/>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3701106"/>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92731566"/>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2594616"/>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585485"/>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30815182"/>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9327586"/>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52116063"/>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1913183"/>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1560070"/>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73197743"/>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7016744"/>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8027071"/>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87700942"/>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95084789"/>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2028793"/>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14927504"/>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2691079024"/>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101520019"/>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216712293"/>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8268933"/>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2767621"/>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3645595"/>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67192974"/>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077900692"/>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showMasterSp="0"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Unit 2, 6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0800 988 0100  </a:t>
            </a:r>
            <a:br>
              <a:rPr lang="en-US" sz="3000">
                <a:solidFill>
                  <a:schemeClr val="tx1"/>
                </a:solidFill>
              </a:rPr>
            </a:br>
            <a:r>
              <a:rPr lang="en-US" sz="3000">
                <a:solidFill>
                  <a:schemeClr val="tx1"/>
                </a:solidFill>
              </a:rPr>
              <a:t>U.K. support: 0800 988 0300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429931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59338555"/>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0877093"/>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903036756"/>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0874459"/>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02484887"/>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47559096"/>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9723646"/>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2652136"/>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3738115"/>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8237865"/>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4839741"/>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77104041"/>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41643546"/>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74398072"/>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45338246"/>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94182183"/>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1279751"/>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15976591"/>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403269356"/>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5265906"/>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3042128"/>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41875463"/>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854702488"/>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4271625791"/>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58459224"/>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76389408"/>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5339421"/>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52554931"/>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43DE420-8D0F-08AC-8010-59FF6CB700A5}"/>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962912488"/>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showMasterSp="0" userDrawn="1">
  <p:cSld name="6_Single Column - Clouds">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5A1D9BC3-452F-9EA4-DF34-837D316BE2C0}"/>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12192000" cy="1371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Medium" panose="020B0503050000020004" pitchFamily="34" charset="0"/>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56914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 Id="rId45" Type="http://schemas.openxmlformats.org/officeDocument/2006/relationships/image" Target="../media/image1.svg"/><Relationship Id="rId4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 Id="rId11" Type="http://schemas.openxmlformats.org/officeDocument/2006/relationships/slideLayout" Target="../slideLayouts/slideLayout54.xml"/><Relationship Id="rId12" Type="http://schemas.openxmlformats.org/officeDocument/2006/relationships/slideLayout" Target="../slideLayouts/slideLayout55.xml"/><Relationship Id="rId13" Type="http://schemas.openxmlformats.org/officeDocument/2006/relationships/slideLayout" Target="../slideLayouts/slideLayout56.xml"/><Relationship Id="rId14" Type="http://schemas.openxmlformats.org/officeDocument/2006/relationships/theme" Target="../theme/theme2.xml"/><Relationship Id="rId15" Type="http://schemas.openxmlformats.org/officeDocument/2006/relationships/image" Target="../media/image15.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9" Type="http://schemas.openxmlformats.org/officeDocument/2006/relationships/slideLayout" Target="../slideLayouts/slideLayout65.xml"/><Relationship Id="rId10" Type="http://schemas.openxmlformats.org/officeDocument/2006/relationships/slideLayout" Target="../slideLayouts/slideLayout66.xml"/><Relationship Id="rId11" Type="http://schemas.openxmlformats.org/officeDocument/2006/relationships/slideLayout" Target="../slideLayouts/slideLayout67.xml"/><Relationship Id="rId12" Type="http://schemas.openxmlformats.org/officeDocument/2006/relationships/slideLayout" Target="../slideLayouts/slideLayout68.xml"/><Relationship Id="rId13" Type="http://schemas.openxmlformats.org/officeDocument/2006/relationships/slideLayout" Target="../slideLayouts/slideLayout69.xml"/><Relationship Id="rId14" Type="http://schemas.openxmlformats.org/officeDocument/2006/relationships/slideLayout" Target="../slideLayouts/slideLayout70.xml"/><Relationship Id="rId15" Type="http://schemas.openxmlformats.org/officeDocument/2006/relationships/slideLayout" Target="../slideLayouts/slideLayout71.xml"/><Relationship Id="rId16" Type="http://schemas.openxmlformats.org/officeDocument/2006/relationships/slideLayout" Target="../slideLayouts/slideLayout72.xml"/><Relationship Id="rId17" Type="http://schemas.openxmlformats.org/officeDocument/2006/relationships/slideLayout" Target="../slideLayouts/slideLayout73.xml"/><Relationship Id="rId18" Type="http://schemas.openxmlformats.org/officeDocument/2006/relationships/slideLayout" Target="../slideLayouts/slideLayout74.xml"/><Relationship Id="rId19" Type="http://schemas.openxmlformats.org/officeDocument/2006/relationships/slideLayout" Target="../slideLayouts/slideLayout75.xml"/><Relationship Id="rId20" Type="http://schemas.openxmlformats.org/officeDocument/2006/relationships/slideLayout" Target="../slideLayouts/slideLayout76.xml"/><Relationship Id="rId21" Type="http://schemas.openxmlformats.org/officeDocument/2006/relationships/slideLayout" Target="../slideLayouts/slideLayout77.xml"/><Relationship Id="rId22" Type="http://schemas.openxmlformats.org/officeDocument/2006/relationships/slideLayout" Target="../slideLayouts/slideLayout78.xml"/><Relationship Id="rId23" Type="http://schemas.openxmlformats.org/officeDocument/2006/relationships/slideLayout" Target="../slideLayouts/slideLayout79.xml"/><Relationship Id="rId24" Type="http://schemas.openxmlformats.org/officeDocument/2006/relationships/slideLayout" Target="../slideLayouts/slideLayout80.xml"/><Relationship Id="rId25" Type="http://schemas.openxmlformats.org/officeDocument/2006/relationships/slideLayout" Target="../slideLayouts/slideLayout81.xml"/><Relationship Id="rId26" Type="http://schemas.openxmlformats.org/officeDocument/2006/relationships/theme" Target="../theme/theme3.xml"/><Relationship Id="rId27" Type="http://schemas.openxmlformats.org/officeDocument/2006/relationships/image" Target="../media/image12.sv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slideLayout" Target="../slideLayouts/slideLayout83.xml"/><Relationship Id="rId3" Type="http://schemas.openxmlformats.org/officeDocument/2006/relationships/slideLayout" Target="../slideLayouts/slideLayout84.xml"/><Relationship Id="rId4" Type="http://schemas.openxmlformats.org/officeDocument/2006/relationships/slideLayout" Target="../slideLayouts/slideLayout85.xml"/><Relationship Id="rId5" Type="http://schemas.openxmlformats.org/officeDocument/2006/relationships/slideLayout" Target="../slideLayouts/slideLayout86.xml"/><Relationship Id="rId6" Type="http://schemas.openxmlformats.org/officeDocument/2006/relationships/slideLayout" Target="../slideLayouts/slideLayout87.xml"/><Relationship Id="rId7" Type="http://schemas.openxmlformats.org/officeDocument/2006/relationships/slideLayout" Target="../slideLayouts/slideLayout88.xml"/><Relationship Id="rId8" Type="http://schemas.openxmlformats.org/officeDocument/2006/relationships/slideLayout" Target="../slideLayouts/slideLayout89.xml"/><Relationship Id="rId9" Type="http://schemas.openxmlformats.org/officeDocument/2006/relationships/slideLayout" Target="../slideLayouts/slideLayout90.xml"/><Relationship Id="rId10" Type="http://schemas.openxmlformats.org/officeDocument/2006/relationships/slideLayout" Target="../slideLayouts/slideLayout91.xml"/><Relationship Id="rId11" Type="http://schemas.openxmlformats.org/officeDocument/2006/relationships/slideLayout" Target="../slideLayouts/slideLayout92.xml"/><Relationship Id="rId12" Type="http://schemas.openxmlformats.org/officeDocument/2006/relationships/slideLayout" Target="../slideLayouts/slideLayout93.xml"/><Relationship Id="rId13" Type="http://schemas.openxmlformats.org/officeDocument/2006/relationships/slideLayout" Target="../slideLayouts/slideLayout94.xml"/><Relationship Id="rId14" Type="http://schemas.openxmlformats.org/officeDocument/2006/relationships/slideLayout" Target="../slideLayouts/slideLayout95.xml"/><Relationship Id="rId15" Type="http://schemas.openxmlformats.org/officeDocument/2006/relationships/slideLayout" Target="../slideLayouts/slideLayout96.xml"/><Relationship Id="rId16" Type="http://schemas.openxmlformats.org/officeDocument/2006/relationships/slideLayout" Target="../slideLayouts/slideLayout97.xml"/><Relationship Id="rId17" Type="http://schemas.openxmlformats.org/officeDocument/2006/relationships/slideLayout" Target="../slideLayouts/slideLayout98.xml"/><Relationship Id="rId18" Type="http://schemas.openxmlformats.org/officeDocument/2006/relationships/slideLayout" Target="../slideLayouts/slideLayout99.xml"/><Relationship Id="rId19" Type="http://schemas.openxmlformats.org/officeDocument/2006/relationships/slideLayout" Target="../slideLayouts/slideLayout100.xml"/><Relationship Id="rId20" Type="http://schemas.openxmlformats.org/officeDocument/2006/relationships/slideLayout" Target="../slideLayouts/slideLayout101.xml"/><Relationship Id="rId21" Type="http://schemas.openxmlformats.org/officeDocument/2006/relationships/slideLayout" Target="../slideLayouts/slideLayout102.xml"/><Relationship Id="rId22" Type="http://schemas.openxmlformats.org/officeDocument/2006/relationships/slideLayout" Target="../slideLayouts/slideLayout103.xml"/><Relationship Id="rId23" Type="http://schemas.openxmlformats.org/officeDocument/2006/relationships/slideLayout" Target="../slideLayouts/slideLayout104.xml"/><Relationship Id="rId24" Type="http://schemas.openxmlformats.org/officeDocument/2006/relationships/slideLayout" Target="../slideLayouts/slideLayout105.xml"/><Relationship Id="rId25" Type="http://schemas.openxmlformats.org/officeDocument/2006/relationships/slideLayout" Target="../slideLayouts/slideLayout106.xml"/><Relationship Id="rId26" Type="http://schemas.openxmlformats.org/officeDocument/2006/relationships/slideLayout" Target="../slideLayouts/slideLayout107.xml"/><Relationship Id="rId27" Type="http://schemas.openxmlformats.org/officeDocument/2006/relationships/slideLayout" Target="../slideLayouts/slideLayout108.xml"/><Relationship Id="rId28" Type="http://schemas.openxmlformats.org/officeDocument/2006/relationships/slideLayout" Target="../slideLayouts/slideLayout109.xml"/><Relationship Id="rId29" Type="http://schemas.openxmlformats.org/officeDocument/2006/relationships/slideLayout" Target="../slideLayouts/slideLayout110.xml"/><Relationship Id="rId30" Type="http://schemas.openxmlformats.org/officeDocument/2006/relationships/theme" Target="../theme/theme4.xml"/><Relationship Id="rId31" Type="http://schemas.openxmlformats.org/officeDocument/2006/relationships/image" Target="../media/image1.svg"/><Relationship Id="rId32"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slideLayout" Target="../slideLayouts/slideLayout112.xml"/><Relationship Id="rId3" Type="http://schemas.openxmlformats.org/officeDocument/2006/relationships/slideLayout" Target="../slideLayouts/slideLayout113.xml"/><Relationship Id="rId4" Type="http://schemas.openxmlformats.org/officeDocument/2006/relationships/slideLayout" Target="../slideLayouts/slideLayout114.xml"/><Relationship Id="rId5" Type="http://schemas.openxmlformats.org/officeDocument/2006/relationships/slideLayout" Target="../slideLayouts/slideLayout115.xml"/><Relationship Id="rId6" Type="http://schemas.openxmlformats.org/officeDocument/2006/relationships/slideLayout" Target="../slideLayouts/slideLayout116.xml"/><Relationship Id="rId7" Type="http://schemas.openxmlformats.org/officeDocument/2006/relationships/slideLayout" Target="../slideLayouts/slideLayout117.xml"/><Relationship Id="rId8" Type="http://schemas.openxmlformats.org/officeDocument/2006/relationships/slideLayout" Target="../slideLayouts/slideLayout118.xml"/><Relationship Id="rId9" Type="http://schemas.openxmlformats.org/officeDocument/2006/relationships/slideLayout" Target="../slideLayouts/slideLayout119.xml"/><Relationship Id="rId10" Type="http://schemas.openxmlformats.org/officeDocument/2006/relationships/slideLayout" Target="../slideLayouts/slideLayout120.xml"/><Relationship Id="rId11" Type="http://schemas.openxmlformats.org/officeDocument/2006/relationships/slideLayout" Target="../slideLayouts/slideLayout121.xml"/><Relationship Id="rId12" Type="http://schemas.openxmlformats.org/officeDocument/2006/relationships/slideLayout" Target="../slideLayouts/slideLayout122.xml"/><Relationship Id="rId13" Type="http://schemas.openxmlformats.org/officeDocument/2006/relationships/slideLayout" Target="../slideLayouts/slideLayout123.xml"/><Relationship Id="rId14" Type="http://schemas.openxmlformats.org/officeDocument/2006/relationships/slideLayout" Target="../slideLayouts/slideLayout124.xml"/><Relationship Id="rId15" Type="http://schemas.openxmlformats.org/officeDocument/2006/relationships/slideLayout" Target="../slideLayouts/slideLayout125.xml"/><Relationship Id="rId16" Type="http://schemas.openxmlformats.org/officeDocument/2006/relationships/slideLayout" Target="../slideLayouts/slideLayout126.xml"/><Relationship Id="rId17" Type="http://schemas.openxmlformats.org/officeDocument/2006/relationships/slideLayout" Target="../slideLayouts/slideLayout127.xml"/><Relationship Id="rId18" Type="http://schemas.openxmlformats.org/officeDocument/2006/relationships/slideLayout" Target="../slideLayouts/slideLayout128.xml"/><Relationship Id="rId19" Type="http://schemas.openxmlformats.org/officeDocument/2006/relationships/slideLayout" Target="../slideLayouts/slideLayout129.xml"/><Relationship Id="rId20" Type="http://schemas.openxmlformats.org/officeDocument/2006/relationships/slideLayout" Target="../slideLayouts/slideLayout130.xml"/><Relationship Id="rId21" Type="http://schemas.openxmlformats.org/officeDocument/2006/relationships/slideLayout" Target="../slideLayouts/slideLayout131.xml"/><Relationship Id="rId22" Type="http://schemas.openxmlformats.org/officeDocument/2006/relationships/slideLayout" Target="../slideLayouts/slideLayout132.xml"/><Relationship Id="rId23" Type="http://schemas.openxmlformats.org/officeDocument/2006/relationships/slideLayout" Target="../slideLayouts/slideLayout133.xml"/><Relationship Id="rId24" Type="http://schemas.openxmlformats.org/officeDocument/2006/relationships/slideLayout" Target="../slideLayouts/slideLayout134.xml"/><Relationship Id="rId25" Type="http://schemas.openxmlformats.org/officeDocument/2006/relationships/slideLayout" Target="../slideLayouts/slideLayout135.xml"/><Relationship Id="rId26" Type="http://schemas.openxmlformats.org/officeDocument/2006/relationships/slideLayout" Target="../slideLayouts/slideLayout136.xml"/><Relationship Id="rId27" Type="http://schemas.openxmlformats.org/officeDocument/2006/relationships/slideLayout" Target="../slideLayouts/slideLayout137.xml"/><Relationship Id="rId28" Type="http://schemas.openxmlformats.org/officeDocument/2006/relationships/slideLayout" Target="../slideLayouts/slideLayout138.xml"/><Relationship Id="rId29" Type="http://schemas.openxmlformats.org/officeDocument/2006/relationships/theme" Target="../theme/theme5.xml"/><Relationship Id="rId30" Type="http://schemas.openxmlformats.org/officeDocument/2006/relationships/image" Target="../media/image1.svg"/><Relationship Id="rId31"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39.xml"/><Relationship Id="rId2" Type="http://schemas.openxmlformats.org/officeDocument/2006/relationships/slideLayout" Target="../slideLayouts/slideLayout140.xml"/><Relationship Id="rId3" Type="http://schemas.openxmlformats.org/officeDocument/2006/relationships/slideLayout" Target="../slideLayouts/slideLayout141.xml"/><Relationship Id="rId4" Type="http://schemas.openxmlformats.org/officeDocument/2006/relationships/slideLayout" Target="../slideLayouts/slideLayout142.xml"/><Relationship Id="rId5" Type="http://schemas.openxmlformats.org/officeDocument/2006/relationships/slideLayout" Target="../slideLayouts/slideLayout143.xml"/><Relationship Id="rId6" Type="http://schemas.openxmlformats.org/officeDocument/2006/relationships/slideLayout" Target="../slideLayouts/slideLayout144.xml"/><Relationship Id="rId7" Type="http://schemas.openxmlformats.org/officeDocument/2006/relationships/slideLayout" Target="../slideLayouts/slideLayout145.xml"/><Relationship Id="rId8" Type="http://schemas.openxmlformats.org/officeDocument/2006/relationships/slideLayout" Target="../slideLayouts/slideLayout146.xml"/><Relationship Id="rId9" Type="http://schemas.openxmlformats.org/officeDocument/2006/relationships/slideLayout" Target="../slideLayouts/slideLayout147.xml"/><Relationship Id="rId10" Type="http://schemas.openxmlformats.org/officeDocument/2006/relationships/slideLayout" Target="../slideLayouts/slideLayout148.xml"/><Relationship Id="rId11" Type="http://schemas.openxmlformats.org/officeDocument/2006/relationships/slideLayout" Target="../slideLayouts/slideLayout149.xml"/><Relationship Id="rId12" Type="http://schemas.openxmlformats.org/officeDocument/2006/relationships/slideLayout" Target="../slideLayouts/slideLayout150.xml"/><Relationship Id="rId13" Type="http://schemas.openxmlformats.org/officeDocument/2006/relationships/slideLayout" Target="../slideLayouts/slideLayout151.xml"/><Relationship Id="rId14" Type="http://schemas.openxmlformats.org/officeDocument/2006/relationships/theme" Target="../theme/theme6.xml"/><Relationship Id="rId15" Type="http://schemas.openxmlformats.org/officeDocument/2006/relationships/image" Target="../media/image1.svg"/></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52.xml"/><Relationship Id="rId2" Type="http://schemas.openxmlformats.org/officeDocument/2006/relationships/slideLayout" Target="../slideLayouts/slideLayout153.xml"/><Relationship Id="rId3" Type="http://schemas.openxmlformats.org/officeDocument/2006/relationships/slideLayout" Target="../slideLayouts/slideLayout154.xml"/><Relationship Id="rId4" Type="http://schemas.openxmlformats.org/officeDocument/2006/relationships/slideLayout" Target="../slideLayouts/slideLayout155.xml"/><Relationship Id="rId5" Type="http://schemas.openxmlformats.org/officeDocument/2006/relationships/slideLayout" Target="../slideLayouts/slideLayout156.xml"/><Relationship Id="rId6" Type="http://schemas.openxmlformats.org/officeDocument/2006/relationships/slideLayout" Target="../slideLayouts/slideLayout157.xml"/><Relationship Id="rId7" Type="http://schemas.openxmlformats.org/officeDocument/2006/relationships/slideLayout" Target="../slideLayouts/slideLayout158.xml"/><Relationship Id="rId8" Type="http://schemas.openxmlformats.org/officeDocument/2006/relationships/slideLayout" Target="../slideLayouts/slideLayout159.xml"/><Relationship Id="rId9" Type="http://schemas.openxmlformats.org/officeDocument/2006/relationships/slideLayout" Target="../slideLayouts/slideLayout160.xml"/><Relationship Id="rId10" Type="http://schemas.openxmlformats.org/officeDocument/2006/relationships/slideLayout" Target="../slideLayouts/slideLayout161.xml"/><Relationship Id="rId11" Type="http://schemas.openxmlformats.org/officeDocument/2006/relationships/slideLayout" Target="../slideLayouts/slideLayout162.xml"/><Relationship Id="rId12" Type="http://schemas.openxmlformats.org/officeDocument/2006/relationships/slideLayout" Target="../slideLayouts/slideLayout163.xml"/><Relationship Id="rId13" Type="http://schemas.openxmlformats.org/officeDocument/2006/relationships/slideLayout" Target="../slideLayouts/slideLayout164.xml"/><Relationship Id="rId14" Type="http://schemas.openxmlformats.org/officeDocument/2006/relationships/slideLayout" Target="../slideLayouts/slideLayout165.xml"/><Relationship Id="rId15" Type="http://schemas.openxmlformats.org/officeDocument/2006/relationships/slideLayout" Target="../slideLayouts/slideLayout166.xml"/><Relationship Id="rId16" Type="http://schemas.openxmlformats.org/officeDocument/2006/relationships/slideLayout" Target="../slideLayouts/slideLayout167.xml"/><Relationship Id="rId17" Type="http://schemas.openxmlformats.org/officeDocument/2006/relationships/slideLayout" Target="../slideLayouts/slideLayout168.xml"/><Relationship Id="rId18" Type="http://schemas.openxmlformats.org/officeDocument/2006/relationships/slideLayout" Target="../slideLayouts/slideLayout169.xml"/><Relationship Id="rId19" Type="http://schemas.openxmlformats.org/officeDocument/2006/relationships/slideLayout" Target="../slideLayouts/slideLayout170.xml"/><Relationship Id="rId20" Type="http://schemas.openxmlformats.org/officeDocument/2006/relationships/slideLayout" Target="../slideLayouts/slideLayout171.xml"/><Relationship Id="rId21" Type="http://schemas.openxmlformats.org/officeDocument/2006/relationships/slideLayout" Target="../slideLayouts/slideLayout172.xml"/><Relationship Id="rId22" Type="http://schemas.openxmlformats.org/officeDocument/2006/relationships/slideLayout" Target="../slideLayouts/slideLayout173.xml"/><Relationship Id="rId23" Type="http://schemas.openxmlformats.org/officeDocument/2006/relationships/slideLayout" Target="../slideLayouts/slideLayout174.xml"/><Relationship Id="rId24" Type="http://schemas.openxmlformats.org/officeDocument/2006/relationships/slideLayout" Target="../slideLayouts/slideLayout175.xml"/><Relationship Id="rId25" Type="http://schemas.openxmlformats.org/officeDocument/2006/relationships/slideLayout" Target="../slideLayouts/slideLayout176.xml"/><Relationship Id="rId26" Type="http://schemas.openxmlformats.org/officeDocument/2006/relationships/slideLayout" Target="../slideLayouts/slideLayout177.xml"/><Relationship Id="rId27" Type="http://schemas.openxmlformats.org/officeDocument/2006/relationships/slideLayout" Target="../slideLayouts/slideLayout178.xml"/><Relationship Id="rId28" Type="http://schemas.openxmlformats.org/officeDocument/2006/relationships/slideLayout" Target="../slideLayouts/slideLayout179.xml"/><Relationship Id="rId29" Type="http://schemas.openxmlformats.org/officeDocument/2006/relationships/slideLayout" Target="../slideLayouts/slideLayout180.xml"/><Relationship Id="rId30" Type="http://schemas.openxmlformats.org/officeDocument/2006/relationships/slideLayout" Target="../slideLayouts/slideLayout181.xml"/><Relationship Id="rId31" Type="http://schemas.openxmlformats.org/officeDocument/2006/relationships/slideLayout" Target="../slideLayouts/slideLayout182.xml"/><Relationship Id="rId32" Type="http://schemas.openxmlformats.org/officeDocument/2006/relationships/theme" Target="../theme/theme7.xml"/><Relationship Id="rId33" Type="http://schemas.openxmlformats.org/officeDocument/2006/relationships/image" Target="../media/image1.svg"/><Relationship Id="rId3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83.xml"/><Relationship Id="rId2" Type="http://schemas.openxmlformats.org/officeDocument/2006/relationships/slideLayout" Target="../slideLayouts/slideLayout184.xml"/><Relationship Id="rId3" Type="http://schemas.openxmlformats.org/officeDocument/2006/relationships/slideLayout" Target="../slideLayouts/slideLayout185.xml"/><Relationship Id="rId4" Type="http://schemas.openxmlformats.org/officeDocument/2006/relationships/slideLayout" Target="../slideLayouts/slideLayout186.xml"/><Relationship Id="rId5" Type="http://schemas.openxmlformats.org/officeDocument/2006/relationships/slideLayout" Target="../slideLayouts/slideLayout187.xml"/><Relationship Id="rId6" Type="http://schemas.openxmlformats.org/officeDocument/2006/relationships/slideLayout" Target="../slideLayouts/slideLayout188.xml"/><Relationship Id="rId7" Type="http://schemas.openxmlformats.org/officeDocument/2006/relationships/slideLayout" Target="../slideLayouts/slideLayout189.xml"/><Relationship Id="rId8" Type="http://schemas.openxmlformats.org/officeDocument/2006/relationships/slideLayout" Target="../slideLayouts/slideLayout190.xml"/><Relationship Id="rId9" Type="http://schemas.openxmlformats.org/officeDocument/2006/relationships/slideLayout" Target="../slideLayouts/slideLayout191.xml"/><Relationship Id="rId10" Type="http://schemas.openxmlformats.org/officeDocument/2006/relationships/slideLayout" Target="../slideLayouts/slideLayout192.xml"/><Relationship Id="rId11" Type="http://schemas.openxmlformats.org/officeDocument/2006/relationships/slideLayout" Target="../slideLayouts/slideLayout193.xml"/><Relationship Id="rId12" Type="http://schemas.openxmlformats.org/officeDocument/2006/relationships/slideLayout" Target="../slideLayouts/slideLayout194.xml"/><Relationship Id="rId13" Type="http://schemas.openxmlformats.org/officeDocument/2006/relationships/slideLayout" Target="../slideLayouts/slideLayout195.xml"/><Relationship Id="rId14" Type="http://schemas.openxmlformats.org/officeDocument/2006/relationships/slideLayout" Target="../slideLayouts/slideLayout196.xml"/><Relationship Id="rId15" Type="http://schemas.openxmlformats.org/officeDocument/2006/relationships/slideLayout" Target="../slideLayouts/slideLayout197.xml"/><Relationship Id="rId16" Type="http://schemas.openxmlformats.org/officeDocument/2006/relationships/slideLayout" Target="../slideLayouts/slideLayout198.xml"/><Relationship Id="rId17" Type="http://schemas.openxmlformats.org/officeDocument/2006/relationships/theme" Target="../theme/theme8.xml"/><Relationship Id="rId18" Type="http://schemas.openxmlformats.org/officeDocument/2006/relationships/image" Target="../media/image1.svg"/></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199.xml"/><Relationship Id="rId2" Type="http://schemas.openxmlformats.org/officeDocument/2006/relationships/slideLayout" Target="../slideLayouts/slideLayout200.xml"/><Relationship Id="rId3" Type="http://schemas.openxmlformats.org/officeDocument/2006/relationships/slideLayout" Target="../slideLayouts/slideLayout201.xml"/><Relationship Id="rId4" Type="http://schemas.openxmlformats.org/officeDocument/2006/relationships/slideLayout" Target="../slideLayouts/slideLayout202.xml"/><Relationship Id="rId5" Type="http://schemas.openxmlformats.org/officeDocument/2006/relationships/slideLayout" Target="../slideLayouts/slideLayout203.xml"/><Relationship Id="rId6" Type="http://schemas.openxmlformats.org/officeDocument/2006/relationships/slideLayout" Target="../slideLayouts/slideLayout204.xml"/><Relationship Id="rId7" Type="http://schemas.openxmlformats.org/officeDocument/2006/relationships/slideLayout" Target="../slideLayouts/slideLayout205.xml"/><Relationship Id="rId8" Type="http://schemas.openxmlformats.org/officeDocument/2006/relationships/slideLayout" Target="../slideLayouts/slideLayout206.xml"/><Relationship Id="rId9" Type="http://schemas.openxmlformats.org/officeDocument/2006/relationships/slideLayout" Target="../slideLayouts/slideLayout207.xml"/><Relationship Id="rId10" Type="http://schemas.openxmlformats.org/officeDocument/2006/relationships/slideLayout" Target="../slideLayouts/slideLayout208.xml"/><Relationship Id="rId11" Type="http://schemas.openxmlformats.org/officeDocument/2006/relationships/slideLayout" Target="../slideLayouts/slideLayout209.xml"/><Relationship Id="rId12" Type="http://schemas.openxmlformats.org/officeDocument/2006/relationships/slideLayout" Target="../slideLayouts/slideLayout210.xml"/><Relationship Id="rId13" Type="http://schemas.openxmlformats.org/officeDocument/2006/relationships/slideLayout" Target="../slideLayouts/slideLayout211.xml"/><Relationship Id="rId14" Type="http://schemas.openxmlformats.org/officeDocument/2006/relationships/slideLayout" Target="../slideLayouts/slideLayout212.xml"/><Relationship Id="rId15" Type="http://schemas.openxmlformats.org/officeDocument/2006/relationships/slideLayout" Target="../slideLayouts/slideLayout213.xml"/><Relationship Id="rId16" Type="http://schemas.openxmlformats.org/officeDocument/2006/relationships/slideLayout" Target="../slideLayouts/slideLayout214.xml"/><Relationship Id="rId17" Type="http://schemas.openxmlformats.org/officeDocument/2006/relationships/slideLayout" Target="../slideLayouts/slideLayout215.xml"/><Relationship Id="rId18" Type="http://schemas.openxmlformats.org/officeDocument/2006/relationships/slideLayout" Target="../slideLayouts/slideLayout216.xml"/><Relationship Id="rId19" Type="http://schemas.openxmlformats.org/officeDocument/2006/relationships/slideLayout" Target="../slideLayouts/slideLayout217.xml"/><Relationship Id="rId20" Type="http://schemas.openxmlformats.org/officeDocument/2006/relationships/slideLayout" Target="../slideLayouts/slideLayout218.xml"/><Relationship Id="rId21" Type="http://schemas.openxmlformats.org/officeDocument/2006/relationships/slideLayout" Target="../slideLayouts/slideLayout219.xml"/><Relationship Id="rId22" Type="http://schemas.openxmlformats.org/officeDocument/2006/relationships/slideLayout" Target="../slideLayouts/slideLayout220.xml"/><Relationship Id="rId23" Type="http://schemas.openxmlformats.org/officeDocument/2006/relationships/slideLayout" Target="../slideLayouts/slideLayout221.xml"/><Relationship Id="rId24" Type="http://schemas.openxmlformats.org/officeDocument/2006/relationships/slideLayout" Target="../slideLayouts/slideLayout222.xml"/><Relationship Id="rId25" Type="http://schemas.openxmlformats.org/officeDocument/2006/relationships/slideLayout" Target="../slideLayouts/slideLayout223.xml"/><Relationship Id="rId26" Type="http://schemas.openxmlformats.org/officeDocument/2006/relationships/slideLayout" Target="../slideLayouts/slideLayout224.xml"/><Relationship Id="rId27" Type="http://schemas.openxmlformats.org/officeDocument/2006/relationships/slideLayout" Target="../slideLayouts/slideLayout225.xml"/><Relationship Id="rId28" Type="http://schemas.openxmlformats.org/officeDocument/2006/relationships/slideLayout" Target="../slideLayouts/slideLayout226.xml"/><Relationship Id="rId29" Type="http://schemas.openxmlformats.org/officeDocument/2006/relationships/slideLayout" Target="../slideLayouts/slideLayout227.xml"/><Relationship Id="rId30" Type="http://schemas.openxmlformats.org/officeDocument/2006/relationships/slideLayout" Target="../slideLayouts/slideLayout228.xml"/><Relationship Id="rId31" Type="http://schemas.openxmlformats.org/officeDocument/2006/relationships/slideLayout" Target="../slideLayouts/slideLayout229.xml"/><Relationship Id="rId32" Type="http://schemas.openxmlformats.org/officeDocument/2006/relationships/slideLayout" Target="../slideLayouts/slideLayout230.xml"/><Relationship Id="rId33" Type="http://schemas.openxmlformats.org/officeDocument/2006/relationships/slideLayout" Target="../slideLayouts/slideLayout231.xml"/><Relationship Id="rId34" Type="http://schemas.openxmlformats.org/officeDocument/2006/relationships/slideLayout" Target="../slideLayouts/slideLayout232.xml"/><Relationship Id="rId35" Type="http://schemas.openxmlformats.org/officeDocument/2006/relationships/slideLayout" Target="../slideLayouts/slideLayout233.xml"/><Relationship Id="rId36" Type="http://schemas.openxmlformats.org/officeDocument/2006/relationships/slideLayout" Target="../slideLayouts/slideLayout234.xml"/><Relationship Id="rId37" Type="http://schemas.openxmlformats.org/officeDocument/2006/relationships/slideLayout" Target="../slideLayouts/slideLayout235.xml"/><Relationship Id="rId38" Type="http://schemas.openxmlformats.org/officeDocument/2006/relationships/slideLayout" Target="../slideLayouts/slideLayout236.xml"/><Relationship Id="rId39" Type="http://schemas.openxmlformats.org/officeDocument/2006/relationships/slideLayout" Target="../slideLayouts/slideLayout237.xml"/><Relationship Id="rId40" Type="http://schemas.openxmlformats.org/officeDocument/2006/relationships/slideLayout" Target="../slideLayouts/slideLayout238.xml"/><Relationship Id="rId4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239.xml"/><Relationship Id="rId2" Type="http://schemas.openxmlformats.org/officeDocument/2006/relationships/slideLayout" Target="../slideLayouts/slideLayout240.xml"/><Relationship Id="rId3" Type="http://schemas.openxmlformats.org/officeDocument/2006/relationships/slideLayout" Target="../slideLayouts/slideLayout241.xml"/><Relationship Id="rId4" Type="http://schemas.openxmlformats.org/officeDocument/2006/relationships/slideLayout" Target="../slideLayouts/slideLayout242.xml"/><Relationship Id="rId5" Type="http://schemas.openxmlformats.org/officeDocument/2006/relationships/slideLayout" Target="../slideLayouts/slideLayout243.xml"/><Relationship Id="rId6" Type="http://schemas.openxmlformats.org/officeDocument/2006/relationships/slideLayout" Target="../slideLayouts/slideLayout244.xml"/><Relationship Id="rId7" Type="http://schemas.openxmlformats.org/officeDocument/2006/relationships/slideLayout" Target="../slideLayouts/slideLayout245.xml"/><Relationship Id="rId8" Type="http://schemas.openxmlformats.org/officeDocument/2006/relationships/slideLayout" Target="../slideLayouts/slideLayout246.xml"/><Relationship Id="rId9" Type="http://schemas.openxmlformats.org/officeDocument/2006/relationships/slideLayout" Target="../slideLayouts/slideLayout247.xml"/><Relationship Id="rId10" Type="http://schemas.openxmlformats.org/officeDocument/2006/relationships/slideLayout" Target="../slideLayouts/slideLayout248.xml"/><Relationship Id="rId11" Type="http://schemas.openxmlformats.org/officeDocument/2006/relationships/slideLayout" Target="../slideLayouts/slideLayout249.xml"/><Relationship Id="rId12" Type="http://schemas.openxmlformats.org/officeDocument/2006/relationships/slideLayout" Target="../slideLayouts/slideLayout250.xml"/><Relationship Id="rId13" Type="http://schemas.openxmlformats.org/officeDocument/2006/relationships/slideLayout" Target="../slideLayouts/slideLayout251.xml"/><Relationship Id="rId14" Type="http://schemas.openxmlformats.org/officeDocument/2006/relationships/slideLayout" Target="../slideLayouts/slideLayout252.xml"/><Relationship Id="rId15" Type="http://schemas.openxmlformats.org/officeDocument/2006/relationships/slideLayout" Target="../slideLayouts/slideLayout253.xml"/><Relationship Id="rId16" Type="http://schemas.openxmlformats.org/officeDocument/2006/relationships/slideLayout" Target="../slideLayouts/slideLayout254.xml"/><Relationship Id="rId17" Type="http://schemas.openxmlformats.org/officeDocument/2006/relationships/slideLayout" Target="../slideLayouts/slideLayout255.xml"/><Relationship Id="rId18" Type="http://schemas.openxmlformats.org/officeDocument/2006/relationships/slideLayout" Target="../slideLayouts/slideLayout256.xml"/><Relationship Id="rId19" Type="http://schemas.openxmlformats.org/officeDocument/2006/relationships/slideLayout" Target="../slideLayouts/slideLayout257.xml"/><Relationship Id="rId20" Type="http://schemas.openxmlformats.org/officeDocument/2006/relationships/slideLayout" Target="../slideLayouts/slideLayout258.xml"/><Relationship Id="rId21" Type="http://schemas.openxmlformats.org/officeDocument/2006/relationships/slideLayout" Target="../slideLayouts/slideLayout259.xml"/><Relationship Id="rId22" Type="http://schemas.openxmlformats.org/officeDocument/2006/relationships/slideLayout" Target="../slideLayouts/slideLayout260.xml"/><Relationship Id="rId23" Type="http://schemas.openxmlformats.org/officeDocument/2006/relationships/slideLayout" Target="../slideLayouts/slideLayout261.xml"/><Relationship Id="rId24" Type="http://schemas.openxmlformats.org/officeDocument/2006/relationships/slideLayout" Target="../slideLayouts/slideLayout262.xml"/><Relationship Id="rId25" Type="http://schemas.openxmlformats.org/officeDocument/2006/relationships/slideLayout" Target="../slideLayouts/slideLayout263.xml"/><Relationship Id="rId26" Type="http://schemas.openxmlformats.org/officeDocument/2006/relationships/slideLayout" Target="../slideLayouts/slideLayout264.xml"/><Relationship Id="rId27" Type="http://schemas.openxmlformats.org/officeDocument/2006/relationships/slideLayout" Target="../slideLayouts/slideLayout265.xml"/><Relationship Id="rId28" Type="http://schemas.openxmlformats.org/officeDocument/2006/relationships/slideLayout" Target="../slideLayouts/slideLayout266.xml"/><Relationship Id="rId29" Type="http://schemas.openxmlformats.org/officeDocument/2006/relationships/slideLayout" Target="../slideLayouts/slideLayout267.xml"/><Relationship Id="rId30" Type="http://schemas.openxmlformats.org/officeDocument/2006/relationships/slideLayout" Target="../slideLayouts/slideLayout268.xml"/><Relationship Id="rId31" Type="http://schemas.openxmlformats.org/officeDocument/2006/relationships/slideLayout" Target="../slideLayouts/slideLayout269.xml"/><Relationship Id="rId32" Type="http://schemas.openxmlformats.org/officeDocument/2006/relationships/slideLayout" Target="../slideLayouts/slideLayout270.xml"/><Relationship Id="rId33" Type="http://schemas.openxmlformats.org/officeDocument/2006/relationships/slideLayout" Target="../slideLayouts/slideLayout271.xml"/><Relationship Id="rId34" Type="http://schemas.openxmlformats.org/officeDocument/2006/relationships/slideLayout" Target="../slideLayouts/slideLayout272.xml"/><Relationship Id="rId35" Type="http://schemas.openxmlformats.org/officeDocument/2006/relationships/slideLayout" Target="../slideLayouts/slideLayout273.xml"/><Relationship Id="rId36" Type="http://schemas.openxmlformats.org/officeDocument/2006/relationships/slideLayout" Target="../slideLayouts/slideLayout274.xml"/><Relationship Id="rId37" Type="http://schemas.openxmlformats.org/officeDocument/2006/relationships/slideLayout" Target="../slideLayouts/slideLayout275.xml"/><Relationship Id="rId38" Type="http://schemas.openxmlformats.org/officeDocument/2006/relationships/slideLayout" Target="../slideLayouts/slideLayout276.xml"/><Relationship Id="rId39" Type="http://schemas.openxmlformats.org/officeDocument/2006/relationships/slideLayout" Target="../slideLayouts/slideLayout277.xml"/><Relationship Id="rId40" Type="http://schemas.openxmlformats.org/officeDocument/2006/relationships/slideLayout" Target="../slideLayouts/slideLayout278.xml"/><Relationship Id="rId41" Type="http://schemas.openxmlformats.org/officeDocument/2006/relationships/slideLayout" Target="../slideLayouts/slideLayout279.xml"/><Relationship Id="rId42" Type="http://schemas.openxmlformats.org/officeDocument/2006/relationships/slideLayout" Target="../slideLayouts/slideLayout280.xml"/><Relationship Id="rId43" Type="http://schemas.openxmlformats.org/officeDocument/2006/relationships/theme" Target="../theme/theme10.xml"/><Relationship Id="rId44" Type="http://schemas.openxmlformats.org/officeDocument/2006/relationships/image" Target="../media/image14.emf"/></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281.xml"/><Relationship Id="rId2" Type="http://schemas.openxmlformats.org/officeDocument/2006/relationships/slideLayout" Target="../slideLayouts/slideLayout282.xml"/><Relationship Id="rId3" Type="http://schemas.openxmlformats.org/officeDocument/2006/relationships/slideLayout" Target="../slideLayouts/slideLayout283.xml"/><Relationship Id="rId4" Type="http://schemas.openxmlformats.org/officeDocument/2006/relationships/slideLayout" Target="../slideLayouts/slideLayout284.xml"/><Relationship Id="rId5" Type="http://schemas.openxmlformats.org/officeDocument/2006/relationships/slideLayout" Target="../slideLayouts/slideLayout285.xml"/><Relationship Id="rId6" Type="http://schemas.openxmlformats.org/officeDocument/2006/relationships/slideLayout" Target="../slideLayouts/slideLayout286.xml"/><Relationship Id="rId7" Type="http://schemas.openxmlformats.org/officeDocument/2006/relationships/slideLayout" Target="../slideLayouts/slideLayout287.xml"/><Relationship Id="rId8" Type="http://schemas.openxmlformats.org/officeDocument/2006/relationships/slideLayout" Target="../slideLayouts/slideLayout288.xml"/><Relationship Id="rId9" Type="http://schemas.openxmlformats.org/officeDocument/2006/relationships/slideLayout" Target="../slideLayouts/slideLayout289.xml"/><Relationship Id="rId10" Type="http://schemas.openxmlformats.org/officeDocument/2006/relationships/slideLayout" Target="../slideLayouts/slideLayout290.xml"/><Relationship Id="rId11" Type="http://schemas.openxmlformats.org/officeDocument/2006/relationships/slideLayout" Target="../slideLayouts/slideLayout291.xml"/><Relationship Id="rId12" Type="http://schemas.openxmlformats.org/officeDocument/2006/relationships/slideLayout" Target="../slideLayouts/slideLayout292.xml"/><Relationship Id="rId13" Type="http://schemas.openxmlformats.org/officeDocument/2006/relationships/slideLayout" Target="../slideLayouts/slideLayout293.xml"/><Relationship Id="rId14" Type="http://schemas.openxmlformats.org/officeDocument/2006/relationships/slideLayout" Target="../slideLayouts/slideLayout294.xml"/><Relationship Id="rId15" Type="http://schemas.openxmlformats.org/officeDocument/2006/relationships/slideLayout" Target="../slideLayouts/slideLayout295.xml"/><Relationship Id="rId16" Type="http://schemas.openxmlformats.org/officeDocument/2006/relationships/slideLayout" Target="../slideLayouts/slideLayout296.xml"/><Relationship Id="rId17" Type="http://schemas.openxmlformats.org/officeDocument/2006/relationships/slideLayout" Target="../slideLayouts/slideLayout297.xml"/><Relationship Id="rId18" Type="http://schemas.openxmlformats.org/officeDocument/2006/relationships/slideLayout" Target="../slideLayouts/slideLayout298.xml"/><Relationship Id="rId19" Type="http://schemas.openxmlformats.org/officeDocument/2006/relationships/slideLayout" Target="../slideLayouts/slideLayout299.xml"/><Relationship Id="rId20" Type="http://schemas.openxmlformats.org/officeDocument/2006/relationships/slideLayout" Target="../slideLayouts/slideLayout300.xml"/><Relationship Id="rId21" Type="http://schemas.openxmlformats.org/officeDocument/2006/relationships/slideLayout" Target="../slideLayouts/slideLayout301.xml"/><Relationship Id="rId22" Type="http://schemas.openxmlformats.org/officeDocument/2006/relationships/slideLayout" Target="../slideLayouts/slideLayout302.xml"/><Relationship Id="rId23" Type="http://schemas.openxmlformats.org/officeDocument/2006/relationships/slideLayout" Target="../slideLayouts/slideLayout303.xml"/><Relationship Id="rId24" Type="http://schemas.openxmlformats.org/officeDocument/2006/relationships/slideLayout" Target="../slideLayouts/slideLayout304.xml"/><Relationship Id="rId25" Type="http://schemas.openxmlformats.org/officeDocument/2006/relationships/slideLayout" Target="../slideLayouts/slideLayout305.xml"/><Relationship Id="rId26" Type="http://schemas.openxmlformats.org/officeDocument/2006/relationships/slideLayout" Target="../slideLayouts/slideLayout306.xml"/><Relationship Id="rId27" Type="http://schemas.openxmlformats.org/officeDocument/2006/relationships/slideLayout" Target="../slideLayouts/slideLayout307.xml"/><Relationship Id="rId28" Type="http://schemas.openxmlformats.org/officeDocument/2006/relationships/slideLayout" Target="../slideLayouts/slideLayout308.xml"/><Relationship Id="rId29" Type="http://schemas.openxmlformats.org/officeDocument/2006/relationships/slideLayout" Target="../slideLayouts/slideLayout309.xml"/><Relationship Id="rId30" Type="http://schemas.openxmlformats.org/officeDocument/2006/relationships/slideLayout" Target="../slideLayouts/slideLayout310.xml"/><Relationship Id="rId31" Type="http://schemas.openxmlformats.org/officeDocument/2006/relationships/slideLayout" Target="../slideLayouts/slideLayout311.xml"/><Relationship Id="rId32" Type="http://schemas.openxmlformats.org/officeDocument/2006/relationships/slideLayout" Target="../slideLayouts/slideLayout312.xml"/><Relationship Id="rId33" Type="http://schemas.openxmlformats.org/officeDocument/2006/relationships/slideLayout" Target="../slideLayouts/slideLayout313.xml"/><Relationship Id="rId34" Type="http://schemas.openxmlformats.org/officeDocument/2006/relationships/slideLayout" Target="../slideLayouts/slideLayout314.xml"/><Relationship Id="rId35" Type="http://schemas.openxmlformats.org/officeDocument/2006/relationships/slideLayout" Target="../slideLayouts/slideLayout315.xml"/><Relationship Id="rId36" Type="http://schemas.openxmlformats.org/officeDocument/2006/relationships/slideLayout" Target="../slideLayouts/slideLayout316.xml"/><Relationship Id="rId37" Type="http://schemas.openxmlformats.org/officeDocument/2006/relationships/slideLayout" Target="../slideLayouts/slideLayout317.xml"/><Relationship Id="rId38" Type="http://schemas.openxmlformats.org/officeDocument/2006/relationships/slideLayout" Target="../slideLayouts/slideLayout318.xml"/><Relationship Id="rId39" Type="http://schemas.openxmlformats.org/officeDocument/2006/relationships/slideLayout" Target="../slideLayouts/slideLayout319.xml"/><Relationship Id="rId40" Type="http://schemas.openxmlformats.org/officeDocument/2006/relationships/slideLayout" Target="../slideLayouts/slideLayout320.xml"/><Relationship Id="rId41" Type="http://schemas.openxmlformats.org/officeDocument/2006/relationships/theme" Target="../theme/theme11.xml"/><Relationship Id="rId42" Type="http://schemas.openxmlformats.org/officeDocument/2006/relationships/image" Target="../media/image14.emf"/></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321.xml"/><Relationship Id="rId2" Type="http://schemas.openxmlformats.org/officeDocument/2006/relationships/slideLayout" Target="../slideLayouts/slideLayout322.xml"/><Relationship Id="rId3" Type="http://schemas.openxmlformats.org/officeDocument/2006/relationships/slideLayout" Target="../slideLayouts/slideLayout323.xml"/><Relationship Id="rId4" Type="http://schemas.openxmlformats.org/officeDocument/2006/relationships/slideLayout" Target="../slideLayouts/slideLayout324.xml"/><Relationship Id="rId5" Type="http://schemas.openxmlformats.org/officeDocument/2006/relationships/slideLayout" Target="../slideLayouts/slideLayout325.xml"/><Relationship Id="rId6" Type="http://schemas.openxmlformats.org/officeDocument/2006/relationships/slideLayout" Target="../slideLayouts/slideLayout326.xml"/><Relationship Id="rId7" Type="http://schemas.openxmlformats.org/officeDocument/2006/relationships/slideLayout" Target="../slideLayouts/slideLayout327.xml"/><Relationship Id="rId8" Type="http://schemas.openxmlformats.org/officeDocument/2006/relationships/slideLayout" Target="../slideLayouts/slideLayout328.xml"/><Relationship Id="rId9" Type="http://schemas.openxmlformats.org/officeDocument/2006/relationships/slideLayout" Target="../slideLayouts/slideLayout329.xml"/><Relationship Id="rId10" Type="http://schemas.openxmlformats.org/officeDocument/2006/relationships/slideLayout" Target="../slideLayouts/slideLayout330.xml"/><Relationship Id="rId11" Type="http://schemas.openxmlformats.org/officeDocument/2006/relationships/slideLayout" Target="../slideLayouts/slideLayout331.xml"/><Relationship Id="rId12" Type="http://schemas.openxmlformats.org/officeDocument/2006/relationships/slideLayout" Target="../slideLayouts/slideLayout332.xml"/><Relationship Id="rId13" Type="http://schemas.openxmlformats.org/officeDocument/2006/relationships/slideLayout" Target="../slideLayouts/slideLayout333.xml"/><Relationship Id="rId14" Type="http://schemas.openxmlformats.org/officeDocument/2006/relationships/slideLayout" Target="../slideLayouts/slideLayout334.xml"/><Relationship Id="rId15" Type="http://schemas.openxmlformats.org/officeDocument/2006/relationships/slideLayout" Target="../slideLayouts/slideLayout335.xml"/><Relationship Id="rId16" Type="http://schemas.openxmlformats.org/officeDocument/2006/relationships/slideLayout" Target="../slideLayouts/slideLayout336.xml"/><Relationship Id="rId17" Type="http://schemas.openxmlformats.org/officeDocument/2006/relationships/slideLayout" Target="../slideLayouts/slideLayout337.xml"/><Relationship Id="rId18" Type="http://schemas.openxmlformats.org/officeDocument/2006/relationships/slideLayout" Target="../slideLayouts/slideLayout338.xml"/><Relationship Id="rId19" Type="http://schemas.openxmlformats.org/officeDocument/2006/relationships/slideLayout" Target="../slideLayouts/slideLayout339.xml"/><Relationship Id="rId20" Type="http://schemas.openxmlformats.org/officeDocument/2006/relationships/slideLayout" Target="../slideLayouts/slideLayout340.xml"/><Relationship Id="rId21" Type="http://schemas.openxmlformats.org/officeDocument/2006/relationships/slideLayout" Target="../slideLayouts/slideLayout341.xml"/><Relationship Id="rId22" Type="http://schemas.openxmlformats.org/officeDocument/2006/relationships/slideLayout" Target="../slideLayouts/slideLayout342.xml"/><Relationship Id="rId23" Type="http://schemas.openxmlformats.org/officeDocument/2006/relationships/slideLayout" Target="../slideLayouts/slideLayout343.xml"/><Relationship Id="rId24" Type="http://schemas.openxmlformats.org/officeDocument/2006/relationships/slideLayout" Target="../slideLayouts/slideLayout344.xml"/><Relationship Id="rId25" Type="http://schemas.openxmlformats.org/officeDocument/2006/relationships/slideLayout" Target="../slideLayouts/slideLayout345.xml"/><Relationship Id="rId26" Type="http://schemas.openxmlformats.org/officeDocument/2006/relationships/slideLayout" Target="../slideLayouts/slideLayout346.xml"/><Relationship Id="rId27" Type="http://schemas.openxmlformats.org/officeDocument/2006/relationships/slideLayout" Target="../slideLayouts/slideLayout347.xml"/><Relationship Id="rId28" Type="http://schemas.openxmlformats.org/officeDocument/2006/relationships/slideLayout" Target="../slideLayouts/slideLayout348.xml"/><Relationship Id="rId29" Type="http://schemas.openxmlformats.org/officeDocument/2006/relationships/slideLayout" Target="../slideLayouts/slideLayout349.xml"/><Relationship Id="rId30" Type="http://schemas.openxmlformats.org/officeDocument/2006/relationships/slideLayout" Target="../slideLayouts/slideLayout350.xml"/><Relationship Id="rId31" Type="http://schemas.openxmlformats.org/officeDocument/2006/relationships/slideLayout" Target="../slideLayouts/slideLayout351.xml"/><Relationship Id="rId32" Type="http://schemas.openxmlformats.org/officeDocument/2006/relationships/slideLayout" Target="../slideLayouts/slideLayout352.xml"/><Relationship Id="rId33" Type="http://schemas.openxmlformats.org/officeDocument/2006/relationships/theme" Target="../theme/theme12.xml"/><Relationship Id="rId34" Type="http://schemas.openxmlformats.org/officeDocument/2006/relationships/image" Target="../media/image1.svg"/><Relationship Id="rId35" Type="http://schemas.openxmlformats.org/officeDocument/2006/relationships/image" Target="../media/image2.png"/></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353.xml"/><Relationship Id="rId2" Type="http://schemas.openxmlformats.org/officeDocument/2006/relationships/slideLayout" Target="../slideLayouts/slideLayout354.xml"/><Relationship Id="rId3" Type="http://schemas.openxmlformats.org/officeDocument/2006/relationships/slideLayout" Target="../slideLayouts/slideLayout355.xml"/><Relationship Id="rId4" Type="http://schemas.openxmlformats.org/officeDocument/2006/relationships/slideLayout" Target="../slideLayouts/slideLayout356.xml"/><Relationship Id="rId5" Type="http://schemas.openxmlformats.org/officeDocument/2006/relationships/slideLayout" Target="../slideLayouts/slideLayout357.xml"/><Relationship Id="rId6" Type="http://schemas.openxmlformats.org/officeDocument/2006/relationships/slideLayout" Target="../slideLayouts/slideLayout358.xml"/><Relationship Id="rId7" Type="http://schemas.openxmlformats.org/officeDocument/2006/relationships/slideLayout" Target="../slideLayouts/slideLayout359.xml"/><Relationship Id="rId8" Type="http://schemas.openxmlformats.org/officeDocument/2006/relationships/slideLayout" Target="../slideLayouts/slideLayout360.xml"/><Relationship Id="rId9" Type="http://schemas.openxmlformats.org/officeDocument/2006/relationships/slideLayout" Target="../slideLayouts/slideLayout361.xml"/><Relationship Id="rId10" Type="http://schemas.openxmlformats.org/officeDocument/2006/relationships/slideLayout" Target="../slideLayouts/slideLayout362.xml"/><Relationship Id="rId11" Type="http://schemas.openxmlformats.org/officeDocument/2006/relationships/slideLayout" Target="../slideLayouts/slideLayout363.xml"/><Relationship Id="rId12" Type="http://schemas.openxmlformats.org/officeDocument/2006/relationships/slideLayout" Target="../slideLayouts/slideLayout364.xml"/><Relationship Id="rId13" Type="http://schemas.openxmlformats.org/officeDocument/2006/relationships/slideLayout" Target="../slideLayouts/slideLayout365.xml"/><Relationship Id="rId14" Type="http://schemas.openxmlformats.org/officeDocument/2006/relationships/slideLayout" Target="../slideLayouts/slideLayout366.xml"/><Relationship Id="rId15" Type="http://schemas.openxmlformats.org/officeDocument/2006/relationships/slideLayout" Target="../slideLayouts/slideLayout367.xml"/><Relationship Id="rId16" Type="http://schemas.openxmlformats.org/officeDocument/2006/relationships/slideLayout" Target="../slideLayouts/slideLayout368.xml"/><Relationship Id="rId17" Type="http://schemas.openxmlformats.org/officeDocument/2006/relationships/slideLayout" Target="../slideLayouts/slideLayout369.xml"/><Relationship Id="rId18" Type="http://schemas.openxmlformats.org/officeDocument/2006/relationships/slideLayout" Target="../slideLayouts/slideLayout370.xml"/><Relationship Id="rId19" Type="http://schemas.openxmlformats.org/officeDocument/2006/relationships/slideLayout" Target="../slideLayouts/slideLayout371.xml"/><Relationship Id="rId20" Type="http://schemas.openxmlformats.org/officeDocument/2006/relationships/slideLayout" Target="../slideLayouts/slideLayout372.xml"/><Relationship Id="rId21" Type="http://schemas.openxmlformats.org/officeDocument/2006/relationships/slideLayout" Target="../slideLayouts/slideLayout373.xml"/><Relationship Id="rId22" Type="http://schemas.openxmlformats.org/officeDocument/2006/relationships/slideLayout" Target="../slideLayouts/slideLayout374.xml"/><Relationship Id="rId23" Type="http://schemas.openxmlformats.org/officeDocument/2006/relationships/slideLayout" Target="../slideLayouts/slideLayout375.xml"/><Relationship Id="rId24" Type="http://schemas.openxmlformats.org/officeDocument/2006/relationships/slideLayout" Target="../slideLayouts/slideLayout376.xml"/><Relationship Id="rId25" Type="http://schemas.openxmlformats.org/officeDocument/2006/relationships/slideLayout" Target="../slideLayouts/slideLayout377.xml"/><Relationship Id="rId26" Type="http://schemas.openxmlformats.org/officeDocument/2006/relationships/slideLayout" Target="../slideLayouts/slideLayout378.xml"/><Relationship Id="rId27" Type="http://schemas.openxmlformats.org/officeDocument/2006/relationships/slideLayout" Target="../slideLayouts/slideLayout379.xml"/><Relationship Id="rId28" Type="http://schemas.openxmlformats.org/officeDocument/2006/relationships/slideLayout" Target="../slideLayouts/slideLayout380.xml"/><Relationship Id="rId29" Type="http://schemas.openxmlformats.org/officeDocument/2006/relationships/slideLayout" Target="../slideLayouts/slideLayout381.xml"/><Relationship Id="rId30" Type="http://schemas.openxmlformats.org/officeDocument/2006/relationships/slideLayout" Target="../slideLayouts/slideLayout382.xml"/><Relationship Id="rId31" Type="http://schemas.openxmlformats.org/officeDocument/2006/relationships/theme" Target="../theme/theme13.xml"/><Relationship Id="rId32" Type="http://schemas.openxmlformats.org/officeDocument/2006/relationships/image" Target="../media/image1.svg"/><Relationship Id="rId33"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5"/>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46"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1558842252"/>
      </p:ext>
    </p:extLst>
  </p:cSld>
  <p:clrMap bg1="lt1" tx1="dk1" bg2="lt2" tx2="dk2" accent1="accent1" accent2="accent2" accent3="accent3" accent4="accent4" accent5="accent5" accent6="accent6" hlink="hlink" folHlink="folHlink"/>
  <p:sldLayoutIdLst>
    <p:sldLayoutId id="2147484074" r:id="rId1"/>
    <p:sldLayoutId id="2147484075" r:id="rId2"/>
    <p:sldLayoutId id="2147484076" r:id="rId3"/>
    <p:sldLayoutId id="2147484077" r:id="rId4"/>
    <p:sldLayoutId id="2147484078" r:id="rId5"/>
    <p:sldLayoutId id="2147484079" r:id="rId6"/>
    <p:sldLayoutId id="2147484080" r:id="rId7"/>
    <p:sldLayoutId id="2147484081" r:id="rId8"/>
    <p:sldLayoutId id="2147484082" r:id="rId9"/>
    <p:sldLayoutId id="2147484083" r:id="rId10"/>
    <p:sldLayoutId id="2147484084" r:id="rId11"/>
    <p:sldLayoutId id="2147484085" r:id="rId12"/>
    <p:sldLayoutId id="2147484086" r:id="rId13"/>
    <p:sldLayoutId id="2147484087" r:id="rId14"/>
    <p:sldLayoutId id="2147484088" r:id="rId15"/>
    <p:sldLayoutId id="2147484089" r:id="rId16"/>
    <p:sldLayoutId id="2147484090" r:id="rId17"/>
    <p:sldLayoutId id="2147484091" r:id="rId18"/>
    <p:sldLayoutId id="2147484092" r:id="rId19"/>
    <p:sldLayoutId id="2147484093" r:id="rId20"/>
    <p:sldLayoutId id="2147484094" r:id="rId21"/>
    <p:sldLayoutId id="2147484095" r:id="rId22"/>
    <p:sldLayoutId id="2147484096" r:id="rId23"/>
    <p:sldLayoutId id="2147484097" r:id="rId24"/>
    <p:sldLayoutId id="2147484098" r:id="rId25"/>
    <p:sldLayoutId id="2147484099" r:id="rId26"/>
    <p:sldLayoutId id="2147484100" r:id="rId27"/>
    <p:sldLayoutId id="2147484101" r:id="rId28"/>
    <p:sldLayoutId id="2147484102" r:id="rId29"/>
    <p:sldLayoutId id="2147484284" r:id="rId30"/>
    <p:sldLayoutId id="2147484465" r:id="rId31"/>
    <p:sldLayoutId id="2147484467" r:id="rId32"/>
    <p:sldLayoutId id="2147484468" r:id="rId33"/>
    <p:sldLayoutId id="2147484469" r:id="rId34"/>
    <p:sldLayoutId id="2147484474" r:id="rId35"/>
    <p:sldLayoutId id="2147484475" r:id="rId36"/>
    <p:sldLayoutId id="2147484476" r:id="rId37"/>
    <p:sldLayoutId id="2147484477" r:id="rId38"/>
    <p:sldLayoutId id="2147484478" r:id="rId39"/>
    <p:sldLayoutId id="2147484480" r:id="rId40"/>
    <p:sldLayoutId id="2147484588" r:id="rId41"/>
    <p:sldLayoutId id="2147484702" r:id="rId42"/>
    <p:sldLayoutId id="2147484769" r:id="rId43"/>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38594422"/>
      </p:ext>
    </p:extLst>
  </p:cSld>
  <p:clrMap bg1="lt1" tx1="dk1" bg2="lt2" tx2="dk2" accent1="accent1" accent2="accent2" accent3="accent3" accent4="accent4" accent5="accent5" accent6="accent6" hlink="hlink" folHlink="folHlink"/>
  <p:sldLayoutIdLst>
    <p:sldLayoutId id="2147484108" r:id="rId1"/>
    <p:sldLayoutId id="2147484109" r:id="rId2"/>
    <p:sldLayoutId id="2147484110" r:id="rId3"/>
    <p:sldLayoutId id="2147484111" r:id="rId4"/>
    <p:sldLayoutId id="2147484112" r:id="rId5"/>
    <p:sldLayoutId id="2147484113" r:id="rId6"/>
    <p:sldLayoutId id="2147484114" r:id="rId7"/>
    <p:sldLayoutId id="2147484115" r:id="rId8"/>
    <p:sldLayoutId id="2147484116" r:id="rId9"/>
    <p:sldLayoutId id="2147484117" r:id="rId10"/>
    <p:sldLayoutId id="2147484118" r:id="rId11"/>
    <p:sldLayoutId id="2147484119" r:id="rId12"/>
    <p:sldLayoutId id="2147484120"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1C1C1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5609663"/>
      </p:ext>
    </p:extLst>
  </p:cSld>
  <p:clrMap bg1="lt1" tx1="dk1" bg2="lt2" tx2="dk2" accent1="accent1" accent2="accent2" accent3="accent3" accent4="accent4" accent5="accent5" accent6="accent6" hlink="hlink" folHlink="folHlink"/>
  <p:sldLayoutIdLst>
    <p:sldLayoutId id="2147484164" r:id="rId1"/>
    <p:sldLayoutId id="2147484165" r:id="rId2"/>
    <p:sldLayoutId id="2147484166" r:id="rId3"/>
    <p:sldLayoutId id="2147484167" r:id="rId4"/>
    <p:sldLayoutId id="2147484168" r:id="rId5"/>
    <p:sldLayoutId id="2147484169" r:id="rId6"/>
    <p:sldLayoutId id="2147484170" r:id="rId7"/>
    <p:sldLayoutId id="2147484171" r:id="rId8"/>
    <p:sldLayoutId id="2147484172" r:id="rId9"/>
    <p:sldLayoutId id="2147484173" r:id="rId10"/>
    <p:sldLayoutId id="2147484174" r:id="rId11"/>
    <p:sldLayoutId id="2147484175" r:id="rId12"/>
    <p:sldLayoutId id="2147484176" r:id="rId13"/>
    <p:sldLayoutId id="2147484177" r:id="rId14"/>
    <p:sldLayoutId id="2147484178" r:id="rId15"/>
    <p:sldLayoutId id="2147484179" r:id="rId16"/>
    <p:sldLayoutId id="2147484180" r:id="rId17"/>
    <p:sldLayoutId id="2147484181" r:id="rId18"/>
    <p:sldLayoutId id="2147484182" r:id="rId19"/>
    <p:sldLayoutId id="2147484183" r:id="rId20"/>
    <p:sldLayoutId id="2147484184" r:id="rId21"/>
    <p:sldLayoutId id="2147484185" r:id="rId22"/>
    <p:sldLayoutId id="2147484186" r:id="rId23"/>
    <p:sldLayoutId id="2147484187" r:id="rId24"/>
    <p:sldLayoutId id="2147484188" r:id="rId25"/>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p:nvPicPr>
          <p:blipFill rotWithShape="1">
            <a:blip r:embed="rId3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GB"/>
              <a:t>Click to edit Master title style</a:t>
            </a:r>
            <a:endParaRPr lang="en-US"/>
          </a:p>
        </p:txBody>
      </p:sp>
    </p:spTree>
    <p:extLst>
      <p:ext uri="{BB962C8B-B14F-4D97-AF65-F5344CB8AC3E}">
        <p14:creationId xmlns:p14="http://schemas.microsoft.com/office/powerpoint/2010/main" val="3385720569"/>
      </p:ext>
    </p:extLst>
  </p:cSld>
  <p:clrMap bg1="lt1" tx1="dk1" bg2="lt2" tx2="dk2" accent1="accent1" accent2="accent2" accent3="accent3" accent4="accent4" accent5="accent5" accent6="accent6" hlink="hlink" folHlink="folHlink"/>
  <p:sldLayoutIdLst>
    <p:sldLayoutId id="2147484376" r:id="rId1"/>
    <p:sldLayoutId id="2147484377" r:id="rId2"/>
    <p:sldLayoutId id="2147484378" r:id="rId3"/>
    <p:sldLayoutId id="2147484379" r:id="rId4"/>
    <p:sldLayoutId id="2147484380" r:id="rId5"/>
    <p:sldLayoutId id="2147484381" r:id="rId6"/>
    <p:sldLayoutId id="2147484382" r:id="rId7"/>
    <p:sldLayoutId id="2147484383" r:id="rId8"/>
    <p:sldLayoutId id="2147484384" r:id="rId9"/>
    <p:sldLayoutId id="2147484385" r:id="rId10"/>
    <p:sldLayoutId id="2147484386" r:id="rId11"/>
    <p:sldLayoutId id="2147484387" r:id="rId12"/>
    <p:sldLayoutId id="2147484388" r:id="rId13"/>
    <p:sldLayoutId id="2147484389" r:id="rId14"/>
    <p:sldLayoutId id="2147484390" r:id="rId15"/>
    <p:sldLayoutId id="2147484391" r:id="rId16"/>
    <p:sldLayoutId id="2147484392" r:id="rId17"/>
    <p:sldLayoutId id="2147484393" r:id="rId18"/>
    <p:sldLayoutId id="2147484394" r:id="rId19"/>
    <p:sldLayoutId id="2147484395" r:id="rId20"/>
    <p:sldLayoutId id="2147484396" r:id="rId21"/>
    <p:sldLayoutId id="2147484397" r:id="rId22"/>
    <p:sldLayoutId id="2147484398" r:id="rId23"/>
    <p:sldLayoutId id="2147484399" r:id="rId24"/>
    <p:sldLayoutId id="2147484400" r:id="rId25"/>
    <p:sldLayoutId id="2147484401" r:id="rId26"/>
    <p:sldLayoutId id="2147484402" r:id="rId27"/>
    <p:sldLayoutId id="2147484403" r:id="rId28"/>
    <p:sldLayoutId id="2147484404" r:id="rId29"/>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1"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364535529"/>
      </p:ext>
    </p:extLst>
  </p:cSld>
  <p:clrMap bg1="lt1" tx1="dk1" bg2="lt2" tx2="dk2" accent1="accent1" accent2="accent2" accent3="accent3" accent4="accent4" accent5="accent5" accent6="accent6" hlink="hlink" folHlink="folHlink"/>
  <p:sldLayoutIdLst>
    <p:sldLayoutId id="2147484406" r:id="rId1"/>
    <p:sldLayoutId id="2147484407" r:id="rId2"/>
    <p:sldLayoutId id="2147484408" r:id="rId3"/>
    <p:sldLayoutId id="2147484409" r:id="rId4"/>
    <p:sldLayoutId id="2147484410" r:id="rId5"/>
    <p:sldLayoutId id="2147484411" r:id="rId6"/>
    <p:sldLayoutId id="2147484412" r:id="rId7"/>
    <p:sldLayoutId id="2147484413" r:id="rId8"/>
    <p:sldLayoutId id="2147484414" r:id="rId9"/>
    <p:sldLayoutId id="2147484415" r:id="rId10"/>
    <p:sldLayoutId id="2147484416" r:id="rId11"/>
    <p:sldLayoutId id="2147484417" r:id="rId12"/>
    <p:sldLayoutId id="2147484418" r:id="rId13"/>
    <p:sldLayoutId id="2147484419" r:id="rId14"/>
    <p:sldLayoutId id="2147484420" r:id="rId15"/>
    <p:sldLayoutId id="2147484421" r:id="rId16"/>
    <p:sldLayoutId id="2147484422" r:id="rId17"/>
    <p:sldLayoutId id="2147484423" r:id="rId18"/>
    <p:sldLayoutId id="2147484424" r:id="rId19"/>
    <p:sldLayoutId id="2147484425" r:id="rId20"/>
    <p:sldLayoutId id="2147484426" r:id="rId21"/>
    <p:sldLayoutId id="2147484427" r:id="rId22"/>
    <p:sldLayoutId id="2147484428" r:id="rId23"/>
    <p:sldLayoutId id="2147484429" r:id="rId24"/>
    <p:sldLayoutId id="2147484430" r:id="rId25"/>
    <p:sldLayoutId id="2147484431" r:id="rId26"/>
    <p:sldLayoutId id="2147484432" r:id="rId27"/>
    <p:sldLayoutId id="2147484433" r:id="rId28"/>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98295293"/>
      </p:ext>
    </p:extLst>
  </p:cSld>
  <p:clrMap bg1="lt1" tx1="dk1" bg2="lt2" tx2="dk2" accent1="accent1" accent2="accent2" accent3="accent3" accent4="accent4" accent5="accent5" accent6="accent6" hlink="hlink" folHlink="folHlink"/>
  <p:sldLayoutIdLst>
    <p:sldLayoutId id="2147484436" r:id="rId1"/>
    <p:sldLayoutId id="2147484437" r:id="rId2"/>
    <p:sldLayoutId id="2147484438" r:id="rId3"/>
    <p:sldLayoutId id="2147484439" r:id="rId4"/>
    <p:sldLayoutId id="2147484440" r:id="rId5"/>
    <p:sldLayoutId id="2147484441" r:id="rId6"/>
    <p:sldLayoutId id="2147484442" r:id="rId7"/>
    <p:sldLayoutId id="2147484443" r:id="rId8"/>
    <p:sldLayoutId id="2147484444" r:id="rId9"/>
    <p:sldLayoutId id="2147484445" r:id="rId10"/>
    <p:sldLayoutId id="2147484446" r:id="rId11"/>
    <p:sldLayoutId id="2147484447" r:id="rId12"/>
    <p:sldLayoutId id="2147484448"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7" y="2777164"/>
            <a:ext cx="17160602" cy="3014608"/>
          </a:xfrm>
          <a:prstGeom prst="rect">
            <a:avLst/>
          </a:prstGeom>
        </p:spPr>
        <p:txBody>
          <a:bodyPr vert="horz" lIns="182880" tIns="0" rIns="0" bIns="0" rtlCol="0">
            <a:spAutoFit/>
          </a:body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3"/>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5" y="-4803"/>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4"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81"/>
            <a:ext cx="12295892" cy="838270"/>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238691994"/>
      </p:ext>
    </p:extLst>
  </p:cSld>
  <p:clrMap bg1="lt1" tx1="dk1" bg2="lt2" tx2="dk2" accent1="accent1" accent2="accent2" accent3="accent3" accent4="accent4" accent5="accent5" accent6="accent6" hlink="hlink" folHlink="folHlink"/>
  <p:sldLayoutIdLst>
    <p:sldLayoutId id="2147484482" r:id="rId1"/>
    <p:sldLayoutId id="2147484483" r:id="rId2"/>
    <p:sldLayoutId id="2147484484" r:id="rId3"/>
    <p:sldLayoutId id="2147484485" r:id="rId4"/>
    <p:sldLayoutId id="2147484486" r:id="rId5"/>
    <p:sldLayoutId id="2147484487" r:id="rId6"/>
    <p:sldLayoutId id="2147484488" r:id="rId7"/>
    <p:sldLayoutId id="2147484489" r:id="rId8"/>
    <p:sldLayoutId id="2147484490" r:id="rId9"/>
    <p:sldLayoutId id="2147484491" r:id="rId10"/>
    <p:sldLayoutId id="2147484492" r:id="rId11"/>
    <p:sldLayoutId id="2147484493" r:id="rId12"/>
    <p:sldLayoutId id="2147484494" r:id="rId13"/>
    <p:sldLayoutId id="2147484495" r:id="rId14"/>
    <p:sldLayoutId id="2147484496" r:id="rId15"/>
    <p:sldLayoutId id="2147484497" r:id="rId16"/>
    <p:sldLayoutId id="2147484498" r:id="rId17"/>
    <p:sldLayoutId id="2147484499" r:id="rId18"/>
    <p:sldLayoutId id="2147484500" r:id="rId19"/>
    <p:sldLayoutId id="2147484501" r:id="rId20"/>
    <p:sldLayoutId id="2147484502" r:id="rId21"/>
    <p:sldLayoutId id="2147484503" r:id="rId22"/>
    <p:sldLayoutId id="2147484504" r:id="rId23"/>
    <p:sldLayoutId id="2147484505" r:id="rId24"/>
    <p:sldLayoutId id="2147484506" r:id="rId25"/>
    <p:sldLayoutId id="2147484507" r:id="rId26"/>
    <p:sldLayoutId id="2147484508" r:id="rId27"/>
    <p:sldLayoutId id="2147484509" r:id="rId28"/>
    <p:sldLayoutId id="2147484510" r:id="rId29"/>
    <p:sldLayoutId id="2147484511" r:id="rId30"/>
    <p:sldLayoutId id="2147484512" r:id="rId31"/>
  </p:sldLayoutIdLst>
  <p:hf hdr="0" ftr="0" dt="0"/>
  <p:txStyles>
    <p:titleStyle>
      <a:lvl1pPr algn="l" defTabSz="1583558" rtl="0" eaLnBrk="1" fontAlgn="base" latinLnBrk="0" hangingPunct="1">
        <a:lnSpc>
          <a:spcPct val="110000"/>
        </a:lnSpc>
        <a:spcBef>
          <a:spcPct val="0"/>
        </a:spcBef>
        <a:buNone/>
        <a:defRPr sz="5368" kern="1200">
          <a:ln w="9525">
            <a:noFill/>
          </a:ln>
          <a:solidFill>
            <a:schemeClr val="bg1"/>
          </a:solidFill>
          <a:latin typeface="+mj-lt"/>
          <a:ea typeface="+mj-ea"/>
          <a:cs typeface="+mj-cs"/>
        </a:defRPr>
      </a:lvl1pPr>
    </p:titleStyle>
    <p:body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5pPr>
      <a:lvl6pPr marL="4354784"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6pPr>
      <a:lvl7pPr marL="5146564"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7pPr>
      <a:lvl8pPr marL="5938342"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8pPr>
      <a:lvl9pPr marL="6730122"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9pPr>
    </p:bodyStyle>
    <p:otherStyle>
      <a:defPPr>
        <a:defRPr lang="en-US"/>
      </a:defPPr>
      <a:lvl1pPr marL="0" algn="l" defTabSz="1583558" rtl="0" eaLnBrk="1" latinLnBrk="0" hangingPunct="1">
        <a:defRPr sz="3118" kern="1200">
          <a:solidFill>
            <a:schemeClr val="tx1"/>
          </a:solidFill>
          <a:latin typeface="+mn-lt"/>
          <a:ea typeface="+mn-ea"/>
          <a:cs typeface="+mn-cs"/>
        </a:defRPr>
      </a:lvl1pPr>
      <a:lvl2pPr marL="791778" algn="l" defTabSz="1583558" rtl="0" eaLnBrk="1" latinLnBrk="0" hangingPunct="1">
        <a:defRPr sz="3118" kern="1200">
          <a:solidFill>
            <a:schemeClr val="tx1"/>
          </a:solidFill>
          <a:latin typeface="+mn-lt"/>
          <a:ea typeface="+mn-ea"/>
          <a:cs typeface="+mn-cs"/>
        </a:defRPr>
      </a:lvl2pPr>
      <a:lvl3pPr marL="1583558" algn="l" defTabSz="1583558" rtl="0" eaLnBrk="1" latinLnBrk="0" hangingPunct="1">
        <a:defRPr sz="3118" kern="1200">
          <a:solidFill>
            <a:schemeClr val="tx1"/>
          </a:solidFill>
          <a:latin typeface="+mn-lt"/>
          <a:ea typeface="+mn-ea"/>
          <a:cs typeface="+mn-cs"/>
        </a:defRPr>
      </a:lvl3pPr>
      <a:lvl4pPr marL="2375336" algn="l" defTabSz="1583558" rtl="0" eaLnBrk="1" latinLnBrk="0" hangingPunct="1">
        <a:defRPr sz="3118" kern="1200">
          <a:solidFill>
            <a:schemeClr val="tx1"/>
          </a:solidFill>
          <a:latin typeface="+mn-lt"/>
          <a:ea typeface="+mn-ea"/>
          <a:cs typeface="+mn-cs"/>
        </a:defRPr>
      </a:lvl4pPr>
      <a:lvl5pPr marL="3167116" algn="l" defTabSz="1583558" rtl="0" eaLnBrk="1" latinLnBrk="0" hangingPunct="1">
        <a:defRPr sz="3118" kern="1200">
          <a:solidFill>
            <a:schemeClr val="tx1"/>
          </a:solidFill>
          <a:latin typeface="+mn-lt"/>
          <a:ea typeface="+mn-ea"/>
          <a:cs typeface="+mn-cs"/>
        </a:defRPr>
      </a:lvl5pPr>
      <a:lvl6pPr marL="3958894" algn="l" defTabSz="1583558" rtl="0" eaLnBrk="1" latinLnBrk="0" hangingPunct="1">
        <a:defRPr sz="3118" kern="1200">
          <a:solidFill>
            <a:schemeClr val="tx1"/>
          </a:solidFill>
          <a:latin typeface="+mn-lt"/>
          <a:ea typeface="+mn-ea"/>
          <a:cs typeface="+mn-cs"/>
        </a:defRPr>
      </a:lvl6pPr>
      <a:lvl7pPr marL="4750674" algn="l" defTabSz="1583558" rtl="0" eaLnBrk="1" latinLnBrk="0" hangingPunct="1">
        <a:defRPr sz="3118" kern="1200">
          <a:solidFill>
            <a:schemeClr val="tx1"/>
          </a:solidFill>
          <a:latin typeface="+mn-lt"/>
          <a:ea typeface="+mn-ea"/>
          <a:cs typeface="+mn-cs"/>
        </a:defRPr>
      </a:lvl7pPr>
      <a:lvl8pPr marL="5542452" algn="l" defTabSz="1583558" rtl="0" eaLnBrk="1" latinLnBrk="0" hangingPunct="1">
        <a:defRPr sz="3118" kern="1200">
          <a:solidFill>
            <a:schemeClr val="tx1"/>
          </a:solidFill>
          <a:latin typeface="+mn-lt"/>
          <a:ea typeface="+mn-ea"/>
          <a:cs typeface="+mn-cs"/>
        </a:defRPr>
      </a:lvl8pPr>
      <a:lvl9pPr marL="6334232" algn="l" defTabSz="1583558" rtl="0" eaLnBrk="1" latinLnBrk="0" hangingPunct="1">
        <a:defRPr sz="3118"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63">
          <p15:clr>
            <a:srgbClr val="000000"/>
          </p15:clr>
        </p15:guide>
        <p15:guide id="8" orient="horz" pos="1386">
          <p15:clr>
            <a:srgbClr val="000000"/>
          </p15:clr>
        </p15:guide>
        <p15:guide id="11" orient="horz" pos="2495">
          <p15:clr>
            <a:srgbClr val="000000"/>
          </p15:clr>
        </p15:guide>
        <p15:guide id="14" orient="horz" pos="4726">
          <p15:clr>
            <a:srgbClr val="000000"/>
          </p15:clr>
        </p15:guide>
        <p15:guide id="45" orient="horz" pos="3603">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45988467"/>
      </p:ext>
    </p:extLst>
  </p:cSld>
  <p:clrMap bg1="lt1" tx1="dk1" bg2="lt2" tx2="dk2" accent1="accent1" accent2="accent2" accent3="accent3" accent4="accent4" accent5="accent5" accent6="accent6" hlink="hlink" folHlink="folHlink"/>
  <p:sldLayoutIdLst>
    <p:sldLayoutId id="2147484514" r:id="rId1"/>
    <p:sldLayoutId id="2147484515" r:id="rId2"/>
    <p:sldLayoutId id="2147484516" r:id="rId3"/>
    <p:sldLayoutId id="2147484517" r:id="rId4"/>
    <p:sldLayoutId id="2147484518" r:id="rId5"/>
    <p:sldLayoutId id="2147484519" r:id="rId6"/>
    <p:sldLayoutId id="2147484520" r:id="rId7"/>
    <p:sldLayoutId id="2147484521" r:id="rId8"/>
    <p:sldLayoutId id="2147484522" r:id="rId9"/>
    <p:sldLayoutId id="2147484523" r:id="rId10"/>
    <p:sldLayoutId id="2147484524" r:id="rId11"/>
    <p:sldLayoutId id="2147484525" r:id="rId12"/>
    <p:sldLayoutId id="2147484526" r:id="rId13"/>
    <p:sldLayoutId id="2147484527" r:id="rId14"/>
    <p:sldLayoutId id="2147484528" r:id="rId15"/>
    <p:sldLayoutId id="2147484529" r:id="rId16"/>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reeform 5">
            <a:extLst>
              <a:ext uri="{FF2B5EF4-FFF2-40B4-BE49-F238E27FC236}">
                <a16:creationId xmlns:a16="http://schemas.microsoft.com/office/drawing/2014/main" id="{8FF537FD-1E60-3241-9232-4C8BFB58C4ED}"/>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598808063"/>
      </p:ext>
    </p:extLst>
  </p:cSld>
  <p:clrMap bg1="lt1" tx1="dk1" bg2="lt2" tx2="dk2" accent1="accent1" accent2="accent2" accent3="accent3" accent4="accent4" accent5="accent5" accent6="accent6" hlink="hlink" folHlink="folHlink"/>
  <p:sldLayoutIdLst>
    <p:sldLayoutId id="2147484531" r:id="rId1"/>
    <p:sldLayoutId id="2147484532" r:id="rId2"/>
    <p:sldLayoutId id="2147484533" r:id="rId3"/>
    <p:sldLayoutId id="2147484534" r:id="rId4"/>
    <p:sldLayoutId id="2147484535" r:id="rId5"/>
    <p:sldLayoutId id="2147484536" r:id="rId6"/>
    <p:sldLayoutId id="2147484537" r:id="rId7"/>
    <p:sldLayoutId id="2147484538" r:id="rId8"/>
    <p:sldLayoutId id="2147484539" r:id="rId9"/>
    <p:sldLayoutId id="2147484540" r:id="rId10"/>
    <p:sldLayoutId id="2147484541" r:id="rId11"/>
    <p:sldLayoutId id="2147484542" r:id="rId12"/>
    <p:sldLayoutId id="2147484543" r:id="rId13"/>
    <p:sldLayoutId id="2147484544" r:id="rId14"/>
    <p:sldLayoutId id="2147484545" r:id="rId15"/>
    <p:sldLayoutId id="2147484546" r:id="rId16"/>
    <p:sldLayoutId id="2147484547" r:id="rId17"/>
    <p:sldLayoutId id="2147484548" r:id="rId18"/>
    <p:sldLayoutId id="2147484549" r:id="rId19"/>
    <p:sldLayoutId id="2147484550" r:id="rId20"/>
    <p:sldLayoutId id="2147484551" r:id="rId21"/>
    <p:sldLayoutId id="2147484552" r:id="rId22"/>
    <p:sldLayoutId id="2147484553" r:id="rId23"/>
    <p:sldLayoutId id="2147484554" r:id="rId24"/>
    <p:sldLayoutId id="2147484555" r:id="rId25"/>
    <p:sldLayoutId id="2147484556" r:id="rId26"/>
    <p:sldLayoutId id="2147484557" r:id="rId27"/>
    <p:sldLayoutId id="2147484558" r:id="rId28"/>
    <p:sldLayoutId id="2147484559" r:id="rId29"/>
    <p:sldLayoutId id="2147484560" r:id="rId30"/>
    <p:sldLayoutId id="2147484561" r:id="rId31"/>
    <p:sldLayoutId id="2147484562" r:id="rId32"/>
    <p:sldLayoutId id="2147484563" r:id="rId33"/>
    <p:sldLayoutId id="2147484564" r:id="rId34"/>
    <p:sldLayoutId id="2147484565" r:id="rId35"/>
    <p:sldLayoutId id="2147484566" r:id="rId36"/>
    <p:sldLayoutId id="2147484567" r:id="rId37"/>
    <p:sldLayoutId id="2147484568" r:id="rId38"/>
    <p:sldLayoutId id="2147484569" r:id="rId39"/>
    <p:sldLayoutId id="214748457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182880" tIns="73152" rIns="91440" bIns="45720" rtlCol="0" anchor="t" anchorCtr="0"/>
          <a:lstStyle>
            <a:lvl1pPr algn="l">
              <a:defRPr sz="14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4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38FF4373-A3FC-4217-B28A-1614FA7CF9E0}"/>
              </a:ext>
            </a:extLst>
          </p:cNvPr>
          <p:cNvPicPr>
            <a:picLocks noChangeAspect="1"/>
          </p:cNvPicPr>
          <p:nvPr userDrawn="1"/>
        </p:nvPicPr>
        <p:blipFill>
          <a:blip r:embed="rId44"/>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4648709"/>
      </p:ext>
    </p:extLst>
  </p:cSld>
  <p:clrMap bg1="lt1" tx1="dk1" bg2="lt2" tx2="dk2" accent1="accent1" accent2="accent2" accent3="accent3" accent4="accent4" accent5="accent5" accent6="accent6" hlink="hlink" folHlink="folHlink"/>
  <p:sldLayoutIdLst>
    <p:sldLayoutId id="2147484603" r:id="rId1"/>
    <p:sldLayoutId id="2147484604" r:id="rId2"/>
    <p:sldLayoutId id="2147484605" r:id="rId3"/>
    <p:sldLayoutId id="2147484606" r:id="rId4"/>
    <p:sldLayoutId id="2147484607" r:id="rId5"/>
    <p:sldLayoutId id="2147484608" r:id="rId6"/>
    <p:sldLayoutId id="2147484609" r:id="rId7"/>
    <p:sldLayoutId id="2147484610" r:id="rId8"/>
    <p:sldLayoutId id="2147484611" r:id="rId9"/>
    <p:sldLayoutId id="2147484612" r:id="rId10"/>
    <p:sldLayoutId id="2147484613" r:id="rId11"/>
    <p:sldLayoutId id="2147484614" r:id="rId12"/>
    <p:sldLayoutId id="2147484615" r:id="rId13"/>
    <p:sldLayoutId id="2147484616" r:id="rId14"/>
    <p:sldLayoutId id="2147484617" r:id="rId15"/>
    <p:sldLayoutId id="2147484618" r:id="rId16"/>
    <p:sldLayoutId id="2147484619" r:id="rId17"/>
    <p:sldLayoutId id="2147484620" r:id="rId18"/>
    <p:sldLayoutId id="2147484621" r:id="rId19"/>
    <p:sldLayoutId id="2147484622" r:id="rId20"/>
    <p:sldLayoutId id="2147484623" r:id="rId21"/>
    <p:sldLayoutId id="2147484624" r:id="rId22"/>
    <p:sldLayoutId id="2147484625" r:id="rId23"/>
    <p:sldLayoutId id="2147484626" r:id="rId24"/>
    <p:sldLayoutId id="2147484627" r:id="rId25"/>
    <p:sldLayoutId id="2147484628" r:id="rId26"/>
    <p:sldLayoutId id="2147484629" r:id="rId27"/>
    <p:sldLayoutId id="2147484630" r:id="rId28"/>
    <p:sldLayoutId id="2147484631" r:id="rId29"/>
    <p:sldLayoutId id="2147484632" r:id="rId30"/>
    <p:sldLayoutId id="2147484633" r:id="rId31"/>
    <p:sldLayoutId id="2147484634" r:id="rId32"/>
    <p:sldLayoutId id="2147484635" r:id="rId33"/>
    <p:sldLayoutId id="2147484636" r:id="rId34"/>
    <p:sldLayoutId id="2147484637" r:id="rId35"/>
    <p:sldLayoutId id="2147484638" r:id="rId36"/>
    <p:sldLayoutId id="2147484639" r:id="rId37"/>
    <p:sldLayoutId id="2147484640" r:id="rId38"/>
    <p:sldLayoutId id="2147484641" r:id="rId39"/>
    <p:sldLayoutId id="2147484642" r:id="rId40"/>
    <p:sldLayoutId id="2147484643" r:id="rId41"/>
    <p:sldLayoutId id="2147484644" r:id="rId4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BE10CE6-22AB-4783-96FE-2ABCE27F3849}"/>
              </a:ext>
            </a:extLst>
          </p:cNvPr>
          <p:cNvPicPr>
            <a:picLocks noChangeAspect="1"/>
          </p:cNvPicPr>
          <p:nvPr userDrawn="1"/>
        </p:nvPicPr>
        <p:blipFill>
          <a:blip r:embed="rId4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46536896"/>
      </p:ext>
    </p:extLst>
  </p:cSld>
  <p:clrMap bg1="lt1" tx1="dk1" bg2="lt2" tx2="dk2" accent1="accent1" accent2="accent2" accent3="accent3" accent4="accent4" accent5="accent5" accent6="accent6" hlink="hlink" folHlink="folHlink"/>
  <p:sldLayoutIdLst>
    <p:sldLayoutId id="2147484661" r:id="rId1"/>
    <p:sldLayoutId id="2147484662" r:id="rId2"/>
    <p:sldLayoutId id="2147484663" r:id="rId3"/>
    <p:sldLayoutId id="2147484664" r:id="rId4"/>
    <p:sldLayoutId id="2147484665" r:id="rId5"/>
    <p:sldLayoutId id="2147484666" r:id="rId6"/>
    <p:sldLayoutId id="2147484667" r:id="rId7"/>
    <p:sldLayoutId id="2147484668" r:id="rId8"/>
    <p:sldLayoutId id="2147484669" r:id="rId9"/>
    <p:sldLayoutId id="2147484670" r:id="rId10"/>
    <p:sldLayoutId id="2147484671" r:id="rId11"/>
    <p:sldLayoutId id="2147484672" r:id="rId12"/>
    <p:sldLayoutId id="2147484673" r:id="rId13"/>
    <p:sldLayoutId id="2147484674" r:id="rId14"/>
    <p:sldLayoutId id="2147484675" r:id="rId15"/>
    <p:sldLayoutId id="2147484676" r:id="rId16"/>
    <p:sldLayoutId id="2147484677" r:id="rId17"/>
    <p:sldLayoutId id="2147484678" r:id="rId18"/>
    <p:sldLayoutId id="2147484679" r:id="rId19"/>
    <p:sldLayoutId id="2147484680" r:id="rId20"/>
    <p:sldLayoutId id="2147484681" r:id="rId21"/>
    <p:sldLayoutId id="2147484682" r:id="rId22"/>
    <p:sldLayoutId id="2147484683" r:id="rId23"/>
    <p:sldLayoutId id="2147484684" r:id="rId24"/>
    <p:sldLayoutId id="2147484685" r:id="rId25"/>
    <p:sldLayoutId id="2147484686" r:id="rId26"/>
    <p:sldLayoutId id="2147484687" r:id="rId27"/>
    <p:sldLayoutId id="2147484688" r:id="rId28"/>
    <p:sldLayoutId id="2147484689" r:id="rId29"/>
    <p:sldLayoutId id="2147484690" r:id="rId30"/>
    <p:sldLayoutId id="2147484691" r:id="rId31"/>
    <p:sldLayoutId id="2147484692" r:id="rId32"/>
    <p:sldLayoutId id="2147484693" r:id="rId33"/>
    <p:sldLayoutId id="2147484694" r:id="rId34"/>
    <p:sldLayoutId id="2147484695" r:id="rId35"/>
    <p:sldLayoutId id="2147484696" r:id="rId36"/>
    <p:sldLayoutId id="2147484697" r:id="rId37"/>
    <p:sldLayoutId id="2147484698" r:id="rId38"/>
    <p:sldLayoutId id="2147484699" r:id="rId39"/>
    <p:sldLayoutId id="214748470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5"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605982482"/>
      </p:ext>
    </p:extLst>
  </p:cSld>
  <p:clrMap bg1="lt1" tx1="dk1" bg2="lt2" tx2="dk2" accent1="accent1" accent2="accent2" accent3="accent3" accent4="accent4" accent5="accent5" accent6="accent6" hlink="hlink" folHlink="folHlink"/>
  <p:sldLayoutIdLst>
    <p:sldLayoutId id="2147484705" r:id="rId1"/>
    <p:sldLayoutId id="2147484706" r:id="rId2"/>
    <p:sldLayoutId id="2147484707" r:id="rId3"/>
    <p:sldLayoutId id="2147484708" r:id="rId4"/>
    <p:sldLayoutId id="2147484709" r:id="rId5"/>
    <p:sldLayoutId id="2147484710" r:id="rId6"/>
    <p:sldLayoutId id="2147484711" r:id="rId7"/>
    <p:sldLayoutId id="2147484712" r:id="rId8"/>
    <p:sldLayoutId id="2147484713" r:id="rId9"/>
    <p:sldLayoutId id="2147484714" r:id="rId10"/>
    <p:sldLayoutId id="2147484715" r:id="rId11"/>
    <p:sldLayoutId id="2147484716" r:id="rId12"/>
    <p:sldLayoutId id="2147484717" r:id="rId13"/>
    <p:sldLayoutId id="2147484718" r:id="rId14"/>
    <p:sldLayoutId id="2147484719" r:id="rId15"/>
    <p:sldLayoutId id="2147484720" r:id="rId16"/>
    <p:sldLayoutId id="2147484721" r:id="rId17"/>
    <p:sldLayoutId id="2147484722" r:id="rId18"/>
    <p:sldLayoutId id="2147484723" r:id="rId19"/>
    <p:sldLayoutId id="2147484724" r:id="rId20"/>
    <p:sldLayoutId id="2147484725" r:id="rId21"/>
    <p:sldLayoutId id="2147484726" r:id="rId22"/>
    <p:sldLayoutId id="2147484727" r:id="rId23"/>
    <p:sldLayoutId id="2147484728" r:id="rId24"/>
    <p:sldLayoutId id="2147484729" r:id="rId25"/>
    <p:sldLayoutId id="2147484730" r:id="rId26"/>
    <p:sldLayoutId id="2147484731" r:id="rId27"/>
    <p:sldLayoutId id="2147484732" r:id="rId28"/>
    <p:sldLayoutId id="2147484733" r:id="rId29"/>
    <p:sldLayoutId id="2147484734" r:id="rId30"/>
    <p:sldLayoutId id="2147484735" r:id="rId31"/>
    <p:sldLayoutId id="2147484736" r:id="rId3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3"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730112583"/>
      </p:ext>
    </p:extLst>
  </p:cSld>
  <p:clrMap bg1="lt1" tx1="dk1" bg2="lt2" tx2="dk2" accent1="accent1" accent2="accent2" accent3="accent3" accent4="accent4" accent5="accent5" accent6="accent6" hlink="hlink" folHlink="folHlink"/>
  <p:sldLayoutIdLst>
    <p:sldLayoutId id="2147484739" r:id="rId1"/>
    <p:sldLayoutId id="2147484740" r:id="rId2"/>
    <p:sldLayoutId id="2147484741" r:id="rId3"/>
    <p:sldLayoutId id="2147484742" r:id="rId4"/>
    <p:sldLayoutId id="2147484743" r:id="rId5"/>
    <p:sldLayoutId id="2147484744" r:id="rId6"/>
    <p:sldLayoutId id="2147484745" r:id="rId7"/>
    <p:sldLayoutId id="2147484746" r:id="rId8"/>
    <p:sldLayoutId id="2147484747" r:id="rId9"/>
    <p:sldLayoutId id="2147484748" r:id="rId10"/>
    <p:sldLayoutId id="2147484749" r:id="rId11"/>
    <p:sldLayoutId id="2147484750" r:id="rId12"/>
    <p:sldLayoutId id="2147484751" r:id="rId13"/>
    <p:sldLayoutId id="2147484752" r:id="rId14"/>
    <p:sldLayoutId id="2147484753" r:id="rId15"/>
    <p:sldLayoutId id="2147484754" r:id="rId16"/>
    <p:sldLayoutId id="2147484755" r:id="rId17"/>
    <p:sldLayoutId id="2147484756" r:id="rId18"/>
    <p:sldLayoutId id="2147484757" r:id="rId19"/>
    <p:sldLayoutId id="2147484758" r:id="rId20"/>
    <p:sldLayoutId id="2147484759" r:id="rId21"/>
    <p:sldLayoutId id="2147484760" r:id="rId22"/>
    <p:sldLayoutId id="2147484761" r:id="rId23"/>
    <p:sldLayoutId id="2147484762" r:id="rId24"/>
    <p:sldLayoutId id="2147484763" r:id="rId25"/>
    <p:sldLayoutId id="2147484764" r:id="rId26"/>
    <p:sldLayoutId id="2147484765" r:id="rId27"/>
    <p:sldLayoutId id="2147484766" r:id="rId28"/>
    <p:sldLayoutId id="2147484767" r:id="rId29"/>
    <p:sldLayoutId id="2147484768" r:id="rId30"/>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r>
              <a:rPr sz="2000">
                <a:solidFill>
                  <a:srgbClr val="FFFFFF"/>
                </a:solidFill>
              </a:rPr>
              <a:t>A structured path to a confident, evidence-based cloud migration decision</a:t>
            </a:r>
          </a:p>
        </p:txBody>
      </p:sp>
      <p:sp>
        <p:nvSpPr>
          <p:cNvPr id="3" name="Text Placeholder 2"/>
          <p:cNvSpPr>
            <a:spLocks noGrp="1"/>
          </p:cNvSpPr>
          <p:nvPr>
            <p:ph type="body" idx="13" sz="quarter"/>
          </p:nvPr>
        </p:nvSpPr>
        <p:spPr/>
        <p:txBody>
          <a:bodyPr wrap="square"/>
          <a:lstStyle/>
          <a:p>
            <a:r>
              <a:rPr sz="1400">
                <a:solidFill>
                  <a:srgbClr val="FFCCCC"/>
                </a:solidFill>
              </a:rPr>
              <a:t>Rackspace Cloud Solutions Architecture  |  [Customer Name]  |  [Date]</a:t>
            </a:r>
          </a:p>
        </p:txBody>
      </p:sp>
      <p:sp>
        <p:nvSpPr>
          <p:cNvPr id="4" name="Title 3"/>
          <p:cNvSpPr>
            <a:spLocks noGrp="1"/>
          </p:cNvSpPr>
          <p:nvPr>
            <p:ph type="title"/>
          </p:nvPr>
        </p:nvSpPr>
        <p:spPr/>
        <p:txBody>
          <a:bodyPr wrap="square"/>
          <a:lstStyle/>
          <a:p>
            <a:r>
              <a:rPr sz="3600" b="1">
                <a:solidFill>
                  <a:srgbClr val="FFFFFF"/>
                </a:solidFill>
              </a:rPr>
              <a:t>Cloud Readiness Assessment</a:t>
            </a:r>
          </a:p>
        </p:txBody>
      </p:sp>
      <p:pic>
        <p:nvPicPr>
          <p:cNvPr id="5" name="Picture 4" descr="rackspace-logo-white.png"/>
          <p:cNvPicPr>
            <a:picLocks noChangeAspect="1"/>
          </p:cNvPicPr>
          <p:nvPr/>
        </p:nvPicPr>
        <p:blipFill>
          <a:blip r:embed="rId2"/>
          <a:stretch>
            <a:fillRect/>
          </a:stretch>
        </p:blipFill>
        <p:spPr>
          <a:xfrm>
            <a:off x="19446240" y="228600"/>
            <a:ext cx="4572000" cy="58365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TOO MANY OPINIONS: Every hyperscaler says they are the best choice. Without independent analysis, the loudest voice wins.</a:t>
            </a:r>
          </a:p>
          <a:p>
            <a:pPr>
              <a:spcAft>
                <a:spcPts val="300"/>
              </a:spcAft>
            </a:pPr>
            <a:r>
              <a:rPr sz="1400"/>
              <a:t/>
            </a:r>
          </a:p>
          <a:p>
            <a:pPr>
              <a:spcAft>
                <a:spcPts val="300"/>
              </a:spcAft>
            </a:pPr>
            <a:r>
              <a:rPr sz="1400"/>
              <a:t>COMPLEXITY YOU CANNOT SEE: Oracle databases, end-of-life OS, licensing obligations, and infrastructure dependencies only visible once you look. Most cloud cost estimates start before the data is collected.</a:t>
            </a:r>
          </a:p>
          <a:p>
            <a:pPr>
              <a:spcAft>
                <a:spcPts val="300"/>
              </a:spcAft>
            </a:pPr>
            <a:r>
              <a:rPr sz="1400"/>
              <a:t/>
            </a:r>
          </a:p>
          <a:p>
            <a:pPr>
              <a:spcAft>
                <a:spcPts val="300"/>
              </a:spcAft>
            </a:pPr>
            <a:r>
              <a:rPr sz="1400"/>
              <a:t>THE COST OF GETTING IT WRONG: Organisations without a formal assessment overspend by 30–60% in Year 1.</a:t>
            </a:r>
          </a:p>
          <a:p>
            <a:pPr>
              <a:spcAft>
                <a:spcPts val="300"/>
              </a:spcAft>
            </a:pPr>
            <a:r>
              <a:rPr sz="1400"/>
              <a:t/>
            </a:r>
          </a:p>
          <a:p>
            <a:pPr>
              <a:spcAft>
                <a:spcPts val="300"/>
              </a:spcAft>
            </a:pPr>
            <a:r>
              <a:rPr sz="1400"/>
              <a:t>"A cloud migration decision is a board-level financial commitment of £1M–£10M+. It deserves the same rigour as any capital investment."</a:t>
            </a:r>
          </a:p>
        </p:txBody>
      </p:sp>
      <p:sp>
        <p:nvSpPr>
          <p:cNvPr id="3" name="Title 2"/>
          <p:cNvSpPr>
            <a:spLocks noGrp="1"/>
          </p:cNvSpPr>
          <p:nvPr>
            <p:ph type="title"/>
          </p:nvPr>
        </p:nvSpPr>
        <p:spPr/>
        <p:txBody>
          <a:bodyPr wrap="square"/>
          <a:lstStyle/>
          <a:p>
            <a:r>
              <a:rPr sz="2400" b="1"/>
              <a:t>Moving to cloud is not the hard part — deciding which cloud, when, and at what cost is</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A CRA is a decision-making system, not a report</a:t>
            </a:r>
          </a:p>
        </p:txBody>
      </p:sp>
      <p:sp>
        <p:nvSpPr>
          <p:cNvPr id="4" name="Text Placeholder 3"/>
          <p:cNvSpPr>
            <a:spLocks noGrp="1"/>
          </p:cNvSpPr>
          <p:nvPr>
            <p:ph type="body" idx="13" sz="quarter"/>
          </p:nvPr>
        </p:nvSpPr>
        <p:spPr/>
        <p:txBody>
          <a:bodyPr wrap="square"/>
          <a:lstStyle/>
          <a:p>
            <a:r>
              <a:rPr sz="1300">
                <a:solidFill>
                  <a:srgbClr val="333333"/>
                </a:solidFill>
              </a:rPr>
              <a:t>Four phases · 16–20 weeks · Uses proven tooling · Fully cloud-neutral recommendation</a:t>
            </a:r>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8580120"/>
                <a:gridCol w="8580120"/>
              </a:tblGrid>
              <a:tr h="387570">
                <a:tc>
                  <a:txBody>
                    <a:bodyPr/>
                    <a:lstStyle/>
                    <a:p>
                      <a:r>
                        <a:rPr b="1" sz="1200">
                          <a:solidFill>
                            <a:srgbClr val="FFFFFF"/>
                          </a:solidFill>
                        </a:rPr>
                        <a:t>Deliverable</a:t>
                      </a:r>
                    </a:p>
                  </a:txBody>
                  <a:tcPr>
                    <a:solidFill>
                      <a:srgbClr val="E31C3D"/>
                    </a:solidFill>
                  </a:tcPr>
                </a:tc>
                <a:tc>
                  <a:txBody>
                    <a:bodyPr/>
                    <a:lstStyle/>
                    <a:p>
                      <a:r>
                        <a:rPr b="1" sz="1200">
                          <a:solidFill>
                            <a:srgbClr val="FFFFFF"/>
                          </a:solidFill>
                        </a:rPr>
                        <a:t>Purpose</a:t>
                      </a:r>
                    </a:p>
                  </a:txBody>
                  <a:tcPr>
                    <a:solidFill>
                      <a:srgbClr val="E31C3D"/>
                    </a:solidFill>
                  </a:tcPr>
                </a:tc>
              </a:tr>
              <a:tr h="387570">
                <a:tc>
                  <a:txBody>
                    <a:bodyPr/>
                    <a:lstStyle/>
                    <a:p>
                      <a:r>
                        <a:rPr sz="1100"/>
                        <a:t>Infrastructure &amp; Application Inventory</a:t>
                      </a:r>
                    </a:p>
                  </a:txBody>
                  <a:tcPr>
                    <a:solidFill>
                      <a:srgbClr val="F2F2F2"/>
                    </a:solidFill>
                  </a:tcPr>
                </a:tc>
                <a:tc>
                  <a:txBody>
                    <a:bodyPr/>
                    <a:lstStyle/>
                    <a:p>
                      <a:r>
                        <a:rPr sz="1100"/>
                        <a:t>Definitive record of your estate — scope, complexity, dependencies</a:t>
                      </a:r>
                    </a:p>
                  </a:txBody>
                  <a:tcPr>
                    <a:solidFill>
                      <a:srgbClr val="F2F2F2"/>
                    </a:solidFill>
                  </a:tcPr>
                </a:tc>
              </a:tr>
              <a:tr h="387570">
                <a:tc>
                  <a:txBody>
                    <a:bodyPr/>
                    <a:lstStyle/>
                    <a:p>
                      <a:r>
                        <a:rPr sz="1100"/>
                        <a:t>Cloud Readiness Scores</a:t>
                      </a:r>
                    </a:p>
                  </a:txBody>
                  <a:tcPr>
                    <a:solidFill>
                      <a:srgbClr val="FFFFFF"/>
                    </a:solidFill>
                  </a:tcPr>
                </a:tc>
                <a:tc>
                  <a:txBody>
                    <a:bodyPr/>
                    <a:lstStyle/>
                    <a:p>
                      <a:r>
                        <a:rPr sz="1100"/>
                        <a:t>Per-application traffic-light readiness rating</a:t>
                      </a:r>
                    </a:p>
                  </a:txBody>
                  <a:tcPr>
                    <a:solidFill>
                      <a:srgbClr val="FFFFFF"/>
                    </a:solidFill>
                  </a:tcPr>
                </a:tc>
              </a:tr>
              <a:tr h="387570">
                <a:tc>
                  <a:txBody>
                    <a:bodyPr/>
                    <a:lstStyle/>
                    <a:p>
                      <a:r>
                        <a:rPr sz="1100"/>
                        <a:t>Total Cost of Ownership (TCO) Analysis</a:t>
                      </a:r>
                    </a:p>
                  </a:txBody>
                  <a:tcPr>
                    <a:solidFill>
                      <a:srgbClr val="F2F2F2"/>
                    </a:solidFill>
                  </a:tcPr>
                </a:tc>
                <a:tc>
                  <a:txBody>
                    <a:bodyPr/>
                    <a:lstStyle/>
                    <a:p>
                      <a:r>
                        <a:rPr sz="1100"/>
                        <a:t>7-layer financial model covering all cost scenarios</a:t>
                      </a:r>
                    </a:p>
                  </a:txBody>
                  <a:tcPr>
                    <a:solidFill>
                      <a:srgbClr val="F2F2F2"/>
                    </a:solidFill>
                  </a:tcPr>
                </a:tc>
              </a:tr>
              <a:tr h="387570">
                <a:tc>
                  <a:txBody>
                    <a:bodyPr/>
                    <a:lstStyle/>
                    <a:p>
                      <a:r>
                        <a:rPr sz="1100"/>
                        <a:t>Hyperscaler Evaluation</a:t>
                      </a:r>
                    </a:p>
                  </a:txBody>
                  <a:tcPr>
                    <a:solidFill>
                      <a:srgbClr val="FFFFFF"/>
                    </a:solidFill>
                  </a:tcPr>
                </a:tc>
                <a:tc>
                  <a:txBody>
                    <a:bodyPr/>
                    <a:lstStyle/>
                    <a:p>
                      <a:r>
                        <a:rPr sz="1100"/>
                        <a:t>Scored comparison: AWS vs Azure vs GCP for your specific estate</a:t>
                      </a:r>
                    </a:p>
                  </a:txBody>
                  <a:tcPr>
                    <a:solidFill>
                      <a:srgbClr val="FFFFFF"/>
                    </a:solidFill>
                  </a:tcPr>
                </a:tc>
              </a:tr>
              <a:tr h="387570">
                <a:tc>
                  <a:txBody>
                    <a:bodyPr/>
                    <a:lstStyle/>
                    <a:p>
                      <a:r>
                        <a:rPr sz="1100"/>
                        <a:t>Hyperscaler Recommendation</a:t>
                      </a:r>
                    </a:p>
                  </a:txBody>
                  <a:tcPr>
                    <a:solidFill>
                      <a:srgbClr val="F2F2F2"/>
                    </a:solidFill>
                  </a:tcPr>
                </a:tc>
                <a:tc>
                  <a:txBody>
                    <a:bodyPr/>
                    <a:lstStyle/>
                    <a:p>
                      <a:r>
                        <a:rPr sz="1100"/>
                        <a:t>Evidence-based recommendation with financial justification</a:t>
                      </a:r>
                    </a:p>
                  </a:txBody>
                  <a:tcPr>
                    <a:solidFill>
                      <a:srgbClr val="F2F2F2"/>
                    </a:solidFill>
                  </a:tcPr>
                </a:tc>
              </a:tr>
              <a:tr h="387570">
                <a:tc>
                  <a:txBody>
                    <a:bodyPr/>
                    <a:lstStyle/>
                    <a:p>
                      <a:r>
                        <a:rPr sz="1100"/>
                        <a:t>Risk Register</a:t>
                      </a:r>
                    </a:p>
                  </a:txBody>
                  <a:tcPr>
                    <a:solidFill>
                      <a:srgbClr val="FFFFFF"/>
                    </a:solidFill>
                  </a:tcPr>
                </a:tc>
                <a:tc>
                  <a:txBody>
                    <a:bodyPr/>
                    <a:lstStyle/>
                    <a:p>
                      <a:r>
                        <a:rPr sz="1100"/>
                        <a:t>Technical, licensing, and delivery risks identified and scored</a:t>
                      </a:r>
                    </a:p>
                  </a:txBody>
                  <a:tcPr>
                    <a:solidFill>
                      <a:srgbClr val="FFFFFF"/>
                    </a:solidFill>
                  </a:tcPr>
                </a:tc>
              </a:tr>
              <a:tr h="387570">
                <a:tc>
                  <a:txBody>
                    <a:bodyPr/>
                    <a:lstStyle/>
                    <a:p>
                      <a:r>
                        <a:rPr sz="1100"/>
                        <a:t>Migration Wave Plan</a:t>
                      </a:r>
                    </a:p>
                  </a:txBody>
                  <a:tcPr>
                    <a:solidFill>
                      <a:srgbClr val="F2F2F2"/>
                    </a:solidFill>
                  </a:tcPr>
                </a:tc>
                <a:tc>
                  <a:txBody>
                    <a:bodyPr/>
                    <a:lstStyle/>
                    <a:p>
                      <a:r>
                        <a:rPr sz="1100"/>
                        <a:t>Sequenced application migration roadmap</a:t>
                      </a:r>
                    </a:p>
                  </a:txBody>
                  <a:tcPr>
                    <a:solidFill>
                      <a:srgbClr val="F2F2F2"/>
                    </a:solidFill>
                  </a:tcPr>
                </a:tc>
              </a:tr>
              <a:tr h="387574">
                <a:tc>
                  <a:txBody>
                    <a:bodyPr/>
                    <a:lstStyle/>
                    <a:p>
                      <a:r>
                        <a:rPr sz="1100"/>
                        <a:t>Part 2 Entry Point</a:t>
                      </a:r>
                    </a:p>
                  </a:txBody>
                  <a:tcPr>
                    <a:solidFill>
                      <a:srgbClr val="FFFFFF"/>
                    </a:solidFill>
                  </a:tcPr>
                </a:tc>
                <a:tc>
                  <a:txBody>
                    <a:bodyPr/>
                    <a:lstStyle/>
                    <a:p>
                      <a:r>
                        <a:rPr sz="1100"/>
                        <a:t>Commercial document that initiates the migration engagement</a:t>
                      </a:r>
                    </a:p>
                  </a:txBody>
                  <a:tcPr>
                    <a:solidFill>
                      <a:srgbClr val="FFFFFF"/>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lstStyle/>
          <a:p>
            <a:pPr>
              <a:spcAft>
                <a:spcPts val="300"/>
              </a:spcAft>
            </a:pPr>
            <a:r>
              <a:rPr sz="1300" b="1"/>
              <a:t>Partner Funding:</a:t>
            </a:r>
          </a:p>
          <a:p>
            <a:pPr>
              <a:spcAft>
                <a:spcPts val="300"/>
              </a:spcAft>
            </a:pPr>
            <a:r>
              <a:rPr sz="1300"/>
              <a:t>Qualified partner for Microsoft AMM, AWS MAP, and Google PSO</a:t>
            </a:r>
          </a:p>
          <a:p>
            <a:pPr>
              <a:spcAft>
                <a:spcPts val="300"/>
              </a:spcAft>
            </a:pPr>
            <a:r>
              <a:rPr sz="1300"/>
              <a:t>A correctly documented CRA can unlock £100K–£1M+ in partner funding</a:t>
            </a:r>
          </a:p>
          <a:p>
            <a:pPr>
              <a:spcAft>
                <a:spcPts val="300"/>
              </a:spcAft>
            </a:pPr>
            <a:r>
              <a:rPr sz="1300"/>
              <a:t>We identify funding eligibility as part of the assessment — at no extra cost</a:t>
            </a:r>
          </a:p>
          <a:p>
            <a:pPr>
              <a:spcAft>
                <a:spcPts val="300"/>
              </a:spcAft>
            </a:pPr>
            <a:r>
              <a:rPr sz="1300"/>
              <a:t/>
            </a:r>
          </a:p>
          <a:p>
            <a:pPr>
              <a:spcAft>
                <a:spcPts val="300"/>
              </a:spcAft>
            </a:pPr>
            <a:r>
              <a:rPr sz="1300"/>
              <a:t>"A Rackspace CRA pays for itself when partner funding is identified."</a:t>
            </a:r>
          </a:p>
        </p:txBody>
      </p:sp>
      <p:sp>
        <p:nvSpPr>
          <p:cNvPr id="3" name="Text Placeholder 2"/>
          <p:cNvSpPr>
            <a:spLocks noGrp="1"/>
          </p:cNvSpPr>
          <p:nvPr>
            <p:ph type="body" idx="12" sz="quarter"/>
          </p:nvPr>
        </p:nvSpPr>
        <p:spPr/>
        <p:txBody>
          <a:bodyPr wrap="square"/>
          <a:lstStyle/>
          <a:p>
            <a:pPr>
              <a:spcAft>
                <a:spcPts val="300"/>
              </a:spcAft>
            </a:pPr>
            <a:r>
              <a:rPr sz="1300" b="1"/>
              <a:t>Independence:</a:t>
            </a:r>
          </a:p>
          <a:p>
            <a:pPr>
              <a:spcAft>
                <a:spcPts val="300"/>
              </a:spcAft>
            </a:pPr>
            <a:r>
              <a:rPr sz="1300"/>
              <a:t>Rackspace has no hyperscaler revenue target</a:t>
            </a:r>
          </a:p>
          <a:p>
            <a:pPr>
              <a:spcAft>
                <a:spcPts val="300"/>
              </a:spcAft>
            </a:pPr>
            <a:r>
              <a:rPr sz="1300"/>
              <a:t>Our recommendation is based entirely on your data</a:t>
            </a:r>
          </a:p>
          <a:p>
            <a:pPr>
              <a:spcAft>
                <a:spcPts val="300"/>
              </a:spcAft>
            </a:pPr>
            <a:r>
              <a:rPr sz="1300"/>
              <a:t>We have delivered assessments recommending all three hyperscalers</a:t>
            </a:r>
          </a:p>
          <a:p>
            <a:pPr>
              <a:spcAft>
                <a:spcPts val="300"/>
              </a:spcAft>
            </a:pPr>
            <a:r>
              <a:rPr sz="1300"/>
              <a:t>If AWS is the right answer, we recommend AWS</a:t>
            </a:r>
          </a:p>
        </p:txBody>
      </p:sp>
      <p:sp>
        <p:nvSpPr>
          <p:cNvPr id="4" name="Text Placeholder 3"/>
          <p:cNvSpPr>
            <a:spLocks noGrp="1"/>
          </p:cNvSpPr>
          <p:nvPr>
            <p:ph type="body" idx="13" sz="quarter"/>
          </p:nvPr>
        </p:nvSpPr>
        <p:spPr/>
        <p:txBody>
          <a:bodyPr/>
          <a:lstStyle/>
          <a:p/>
        </p:txBody>
      </p:sp>
      <p:sp>
        <p:nvSpPr>
          <p:cNvPr id="5" name="Title 4"/>
          <p:cNvSpPr>
            <a:spLocks noGrp="1"/>
          </p:cNvSpPr>
          <p:nvPr>
            <p:ph type="title"/>
          </p:nvPr>
        </p:nvSpPr>
        <p:spPr/>
        <p:txBody>
          <a:bodyPr wrap="square"/>
          <a:lstStyle/>
          <a:p>
            <a:r>
              <a:rPr sz="2400" b="1"/>
              <a:t>The difference is independence — and the ability to unlock partner funding</a:t>
            </a:r>
          </a:p>
        </p:txBody>
      </p:sp>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PHASE 1: DISCOVERY (7 weeks): Deploy tooling · Collect VM, app, storage &amp; network data · Map app dependencies</a:t>
            </a:r>
          </a:p>
          <a:p>
            <a:pPr>
              <a:spcAft>
                <a:spcPts val="300"/>
              </a:spcAft>
            </a:pPr>
            <a:r>
              <a:rPr sz="1400"/>
              <a:t>PHASE 2: ANALYSIS (4 weeks, starts at Phase 1 Week 6): Score each app across 5 cloud readiness dimensions</a:t>
            </a:r>
          </a:p>
          <a:p>
            <a:pPr>
              <a:spcAft>
                <a:spcPts val="300"/>
              </a:spcAft>
            </a:pPr>
            <a:r>
              <a:rPr sz="1400"/>
              <a:t>PHASE 3: EVALUATION (3 weeks): Model TCO for all 3 clouds · Evaluate all 3 hyperscalers · Produce recommendation</a:t>
            </a:r>
          </a:p>
          <a:p>
            <a:pPr>
              <a:spcAft>
                <a:spcPts val="300"/>
              </a:spcAft>
            </a:pPr>
            <a:r>
              <a:rPr sz="1400"/>
              <a:t>  GATE 2: Alliance partner deal registration complete before Part 2 SOW</a:t>
            </a:r>
          </a:p>
          <a:p>
            <a:pPr>
              <a:spcAft>
                <a:spcPts val="300"/>
              </a:spcAft>
            </a:pPr>
            <a:r>
              <a:rPr sz="1400"/>
              <a:t>PHASE 4: PLANNING (6 weeks): Build migration waves · Define risk register · Finalise Part 2 Entry Point</a:t>
            </a:r>
          </a:p>
          <a:p>
            <a:pPr>
              <a:spcAft>
                <a:spcPts val="300"/>
              </a:spcAft>
            </a:pPr>
            <a:r>
              <a:rPr sz="1400"/>
              <a:t/>
            </a:r>
          </a:p>
          <a:p>
            <a:pPr>
              <a:spcAft>
                <a:spcPts val="300"/>
              </a:spcAft>
            </a:pPr>
            <a:r>
              <a:rPr sz="1400"/>
              <a:t>GATE 1 (hard): &gt;=14 days clean utilisation data required before Phase 3 can begin</a:t>
            </a:r>
          </a:p>
          <a:p>
            <a:pPr>
              <a:spcAft>
                <a:spcPts val="300"/>
              </a:spcAft>
            </a:pPr>
            <a:r>
              <a:rPr sz="1400"/>
              <a:t>Total: 16–20 weeks for mid-market estates (200–500 applications)</a:t>
            </a:r>
          </a:p>
        </p:txBody>
      </p:sp>
      <p:sp>
        <p:nvSpPr>
          <p:cNvPr id="3" name="Title 2"/>
          <p:cNvSpPr>
            <a:spLocks noGrp="1"/>
          </p:cNvSpPr>
          <p:nvPr>
            <p:ph type="title"/>
          </p:nvPr>
        </p:nvSpPr>
        <p:spPr/>
        <p:txBody>
          <a:bodyPr wrap="square"/>
          <a:lstStyle/>
          <a:p>
            <a:r>
              <a:rPr sz="2400" b="1"/>
              <a:t>Four phases. Structured gates. No guesswork.</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Phase 3 — A 7-layer cost model you can present to your board</a:t>
            </a:r>
          </a:p>
        </p:txBody>
      </p:sp>
      <p:sp>
        <p:nvSpPr>
          <p:cNvPr id="4" name="Text Placeholder 3"/>
          <p:cNvSpPr>
            <a:spLocks noGrp="1"/>
          </p:cNvSpPr>
          <p:nvPr>
            <p:ph type="body" idx="13" sz="quarter"/>
          </p:nvPr>
        </p:nvSpPr>
        <p:spPr/>
        <p:txBody>
          <a:bodyPr wrap="square"/>
          <a:lstStyle/>
          <a:p>
            <a:r>
              <a:rPr sz="1300">
                <a:solidFill>
                  <a:srgbClr val="333333"/>
                </a:solidFill>
              </a:rPr>
              <a:t>Most cloud cost estimates only cover 2 of these 7 layers. Difference between layers (a) and (g) is typically 40–60% for a Microsoft-heavy estate with AMM funding.</a:t>
            </a:r>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5720080"/>
                <a:gridCol w="5720080"/>
                <a:gridCol w="5720080"/>
              </a:tblGrid>
              <a:tr h="436016">
                <a:tc>
                  <a:txBody>
                    <a:bodyPr/>
                    <a:lstStyle/>
                    <a:p>
                      <a:r>
                        <a:rPr b="1" sz="1200">
                          <a:solidFill>
                            <a:srgbClr val="FFFFFF"/>
                          </a:solidFill>
                        </a:rPr>
                        <a:t>Layer</a:t>
                      </a:r>
                    </a:p>
                  </a:txBody>
                  <a:tcPr>
                    <a:solidFill>
                      <a:srgbClr val="E31C3D"/>
                    </a:solidFill>
                  </a:tcPr>
                </a:tc>
                <a:tc>
                  <a:txBody>
                    <a:bodyPr/>
                    <a:lstStyle/>
                    <a:p>
                      <a:r>
                        <a:rPr b="1" sz="1200">
                          <a:solidFill>
                            <a:srgbClr val="FFFFFF"/>
                          </a:solidFill>
                        </a:rPr>
                        <a:t>What It Models</a:t>
                      </a:r>
                    </a:p>
                  </a:txBody>
                  <a:tcPr>
                    <a:solidFill>
                      <a:srgbClr val="E31C3D"/>
                    </a:solidFill>
                  </a:tcPr>
                </a:tc>
                <a:tc>
                  <a:txBody>
                    <a:bodyPr/>
                    <a:lstStyle/>
                    <a:p>
                      <a:r>
                        <a:rPr b="1" sz="1200">
                          <a:solidFill>
                            <a:srgbClr val="FFFFFF"/>
                          </a:solidFill>
                        </a:rPr>
                        <a:t>Why It Matters</a:t>
                      </a:r>
                    </a:p>
                  </a:txBody>
                  <a:tcPr>
                    <a:solidFill>
                      <a:srgbClr val="E31C3D"/>
                    </a:solidFill>
                  </a:tcPr>
                </a:tc>
              </a:tr>
              <a:tr h="436016">
                <a:tc>
                  <a:txBody>
                    <a:bodyPr/>
                    <a:lstStyle/>
                    <a:p>
                      <a:r>
                        <a:rPr sz="1100"/>
                        <a:t>(a) Like-for-Like Baseline</a:t>
                      </a:r>
                    </a:p>
                  </a:txBody>
                  <a:tcPr>
                    <a:solidFill>
                      <a:srgbClr val="F2F2F2"/>
                    </a:solidFill>
                  </a:tcPr>
                </a:tc>
                <a:tc>
                  <a:txBody>
                    <a:bodyPr/>
                    <a:lstStyle/>
                    <a:p>
                      <a:r>
                        <a:rPr sz="1100"/>
                        <a:t>Exact current specification, lifted to cloud</a:t>
                      </a:r>
                    </a:p>
                  </a:txBody>
                  <a:tcPr>
                    <a:solidFill>
                      <a:srgbClr val="F2F2F2"/>
                    </a:solidFill>
                  </a:tcPr>
                </a:tc>
                <a:tc>
                  <a:txBody>
                    <a:bodyPr/>
                    <a:lstStyle/>
                    <a:p>
                      <a:r>
                        <a:rPr sz="1100"/>
                        <a:t>Starting point — cost of doing nothing extra</a:t>
                      </a:r>
                    </a:p>
                  </a:txBody>
                  <a:tcPr>
                    <a:solidFill>
                      <a:srgbClr val="F2F2F2"/>
                    </a:solidFill>
                  </a:tcPr>
                </a:tc>
              </a:tr>
              <a:tr h="436016">
                <a:tc>
                  <a:txBody>
                    <a:bodyPr/>
                    <a:lstStyle/>
                    <a:p>
                      <a:r>
                        <a:rPr sz="1100"/>
                        <a:t>(b) Optimised / Right-Sized</a:t>
                      </a:r>
                    </a:p>
                  </a:txBody>
                  <a:tcPr>
                    <a:solidFill>
                      <a:srgbClr val="FFFFFF"/>
                    </a:solidFill>
                  </a:tcPr>
                </a:tc>
                <a:tc>
                  <a:txBody>
                    <a:bodyPr/>
                    <a:lstStyle/>
                    <a:p>
                      <a:r>
                        <a:rPr sz="1100"/>
                        <a:t>Cloud-right-sized instances (P95 utilisation data)</a:t>
                      </a:r>
                    </a:p>
                  </a:txBody>
                  <a:tcPr>
                    <a:solidFill>
                      <a:srgbClr val="FFFFFF"/>
                    </a:solidFill>
                  </a:tcPr>
                </a:tc>
                <a:tc>
                  <a:txBody>
                    <a:bodyPr/>
                    <a:lstStyle/>
                    <a:p>
                      <a:r>
                        <a:rPr sz="1100"/>
                        <a:t>Typically 20–35% lower than like-for-like</a:t>
                      </a:r>
                    </a:p>
                  </a:txBody>
                  <a:tcPr>
                    <a:solidFill>
                      <a:srgbClr val="FFFFFF"/>
                    </a:solidFill>
                  </a:tcPr>
                </a:tc>
              </a:tr>
              <a:tr h="436016">
                <a:tc>
                  <a:txBody>
                    <a:bodyPr/>
                    <a:lstStyle/>
                    <a:p>
                      <a:r>
                        <a:rPr sz="1100"/>
                        <a:t>(c) Delta (b minus a)</a:t>
                      </a:r>
                    </a:p>
                  </a:txBody>
                  <a:tcPr>
                    <a:solidFill>
                      <a:srgbClr val="F2F2F2"/>
                    </a:solidFill>
                  </a:tcPr>
                </a:tc>
                <a:tc>
                  <a:txBody>
                    <a:bodyPr/>
                    <a:lstStyle/>
                    <a:p>
                      <a:r>
                        <a:rPr sz="1100"/>
                        <a:t>Financial benefit of right-sizing alone</a:t>
                      </a:r>
                    </a:p>
                  </a:txBody>
                  <a:tcPr>
                    <a:solidFill>
                      <a:srgbClr val="F2F2F2"/>
                    </a:solidFill>
                  </a:tcPr>
                </a:tc>
                <a:tc>
                  <a:txBody>
                    <a:bodyPr/>
                    <a:lstStyle/>
                    <a:p>
                      <a:r>
                        <a:rPr sz="1100"/>
                        <a:t>Headline 'cloud saving' number</a:t>
                      </a:r>
                    </a:p>
                  </a:txBody>
                  <a:tcPr>
                    <a:solidFill>
                      <a:srgbClr val="F2F2F2"/>
                    </a:solidFill>
                  </a:tcPr>
                </a:tc>
              </a:tr>
              <a:tr h="436016">
                <a:tc>
                  <a:txBody>
                    <a:bodyPr/>
                    <a:lstStyle/>
                    <a:p>
                      <a:r>
                        <a:rPr sz="1100"/>
                        <a:t>(d) Licensing Overlay</a:t>
                      </a:r>
                    </a:p>
                  </a:txBody>
                  <a:tcPr>
                    <a:solidFill>
                      <a:srgbClr val="FFFFFF"/>
                    </a:solidFill>
                  </a:tcPr>
                </a:tc>
                <a:tc>
                  <a:txBody>
                    <a:bodyPr/>
                    <a:lstStyle/>
                    <a:p>
                      <a:r>
                        <a:rPr sz="1100"/>
                        <a:t>SQL Server AHB, Oracle BYOL, Windows AHB</a:t>
                      </a:r>
                    </a:p>
                  </a:txBody>
                  <a:tcPr>
                    <a:solidFill>
                      <a:srgbClr val="FFFFFF"/>
                    </a:solidFill>
                  </a:tcPr>
                </a:tc>
                <a:tc>
                  <a:txBody>
                    <a:bodyPr/>
                    <a:lstStyle/>
                    <a:p>
                      <a:r>
                        <a:rPr sz="1100"/>
                        <a:t>Often the single largest cost item in Microsoft-heavy estates</a:t>
                      </a:r>
                    </a:p>
                  </a:txBody>
                  <a:tcPr>
                    <a:solidFill>
                      <a:srgbClr val="FFFFFF"/>
                    </a:solidFill>
                  </a:tcPr>
                </a:tc>
              </a:tr>
              <a:tr h="436016">
                <a:tc>
                  <a:txBody>
                    <a:bodyPr/>
                    <a:lstStyle/>
                    <a:p>
                      <a:r>
                        <a:rPr sz="1100"/>
                        <a:t>(e) On-Premises Status Quo</a:t>
                      </a:r>
                    </a:p>
                  </a:txBody>
                  <a:tcPr>
                    <a:solidFill>
                      <a:srgbClr val="F2F2F2"/>
                    </a:solidFill>
                  </a:tcPr>
                </a:tc>
                <a:tc>
                  <a:txBody>
                    <a:bodyPr/>
                    <a:lstStyle/>
                    <a:p>
                      <a:r>
                        <a:rPr sz="1100"/>
                        <a:t>Current hardware + maintenance + facilities (3yr)</a:t>
                      </a:r>
                    </a:p>
                  </a:txBody>
                  <a:tcPr>
                    <a:solidFill>
                      <a:srgbClr val="F2F2F2"/>
                    </a:solidFill>
                  </a:tcPr>
                </a:tc>
                <a:tc>
                  <a:txBody>
                    <a:bodyPr/>
                    <a:lstStyle/>
                    <a:p>
                      <a:r>
                        <a:rPr sz="1100"/>
                        <a:t>Establishes true cost of staying on-premises</a:t>
                      </a:r>
                    </a:p>
                  </a:txBody>
                  <a:tcPr>
                    <a:solidFill>
                      <a:srgbClr val="F2F2F2"/>
                    </a:solidFill>
                  </a:tcPr>
                </a:tc>
              </a:tr>
              <a:tr h="436016">
                <a:tc>
                  <a:txBody>
                    <a:bodyPr/>
                    <a:lstStyle/>
                    <a:p>
                      <a:r>
                        <a:rPr sz="1100"/>
                        <a:t>(f) Year 1 Dual-Running</a:t>
                      </a:r>
                    </a:p>
                  </a:txBody>
                  <a:tcPr>
                    <a:solidFill>
                      <a:srgbClr val="FFFFFF"/>
                    </a:solidFill>
                  </a:tcPr>
                </a:tc>
                <a:tc>
                  <a:txBody>
                    <a:bodyPr/>
                    <a:lstStyle/>
                    <a:p>
                      <a:r>
                        <a:rPr sz="1100"/>
                        <a:t>Cloud costs + remaining on-prem during overlap</a:t>
                      </a:r>
                    </a:p>
                  </a:txBody>
                  <a:tcPr>
                    <a:solidFill>
                      <a:srgbClr val="FFFFFF"/>
                    </a:solidFill>
                  </a:tcPr>
                </a:tc>
                <a:tc>
                  <a:txBody>
                    <a:bodyPr/>
                    <a:lstStyle/>
                    <a:p>
                      <a:r>
                        <a:rPr sz="1100"/>
                        <a:t>Prevents 'it cost more in Year 1 than expected' problem</a:t>
                      </a:r>
                    </a:p>
                  </a:txBody>
                  <a:tcPr>
                    <a:solidFill>
                      <a:srgbClr val="FFFFFF"/>
                    </a:solidFill>
                  </a:tcPr>
                </a:tc>
              </a:tr>
              <a:tr h="436022">
                <a:tc>
                  <a:txBody>
                    <a:bodyPr/>
                    <a:lstStyle/>
                    <a:p>
                      <a:r>
                        <a:rPr sz="1100"/>
                        <a:t>(g) Partner Discounts &amp; Credits</a:t>
                      </a:r>
                    </a:p>
                  </a:txBody>
                  <a:tcPr>
                    <a:solidFill>
                      <a:srgbClr val="F2F2F2"/>
                    </a:solidFill>
                  </a:tcPr>
                </a:tc>
                <a:tc>
                  <a:txBody>
                    <a:bodyPr/>
                    <a:lstStyle/>
                    <a:p>
                      <a:r>
                        <a:rPr sz="1100"/>
                        <a:t>AMM / MAP / PSO funding applied</a:t>
                      </a:r>
                    </a:p>
                  </a:txBody>
                  <a:tcPr>
                    <a:solidFill>
                      <a:srgbClr val="F2F2F2"/>
                    </a:solidFill>
                  </a:tcPr>
                </a:tc>
                <a:tc>
                  <a:txBody>
                    <a:bodyPr/>
                    <a:lstStyle/>
                    <a:p>
                      <a:r>
                        <a:rPr sz="1100"/>
                        <a:t>Net cost after partner funding — the board-level headline</a:t>
                      </a:r>
                    </a:p>
                  </a:txBody>
                  <a:tcPr>
                    <a:solidFill>
                      <a:srgbClr val="F2F2F2"/>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"The recommendation follows the evidence. We do not start with a preferred cloud and build a case for it."</a:t>
            </a:r>
          </a:p>
          <a:p>
            <a:pPr>
              <a:spcAft>
                <a:spcPts val="300"/>
              </a:spcAft>
            </a:pPr>
            <a:r>
              <a:rPr sz="1400"/>
              <a:t/>
            </a:r>
          </a:p>
          <a:p>
            <a:pPr>
              <a:spcAft>
                <a:spcPts val="300"/>
              </a:spcAft>
            </a:pPr>
            <a:r>
              <a:rPr sz="1400"/>
              <a:t>Evaluation criteria — agreed with you BEFORE scoring begins:</a:t>
            </a:r>
          </a:p>
          <a:p>
            <a:pPr>
              <a:spcAft>
                <a:spcPts val="300"/>
              </a:spcAft>
            </a:pPr>
            <a:r>
              <a:rPr sz="1400"/>
              <a:t>  Technical compatibility with your estate</a:t>
            </a:r>
          </a:p>
          <a:p>
            <a:pPr>
              <a:spcAft>
                <a:spcPts val="300"/>
              </a:spcAft>
            </a:pPr>
            <a:r>
              <a:rPr sz="1400"/>
              <a:t>  3-year Total Cost of Ownership</a:t>
            </a:r>
          </a:p>
          <a:p>
            <a:pPr>
              <a:spcAft>
                <a:spcPts val="300"/>
              </a:spcAft>
            </a:pPr>
            <a:r>
              <a:rPr sz="1400"/>
              <a:t>  Regulatory and compliance fit</a:t>
            </a:r>
          </a:p>
          <a:p>
            <a:pPr>
              <a:spcAft>
                <a:spcPts val="300"/>
              </a:spcAft>
            </a:pPr>
            <a:r>
              <a:rPr sz="1400"/>
              <a:t>  Azure Hybrid Benefit / licensing optimisation</a:t>
            </a:r>
          </a:p>
          <a:p>
            <a:pPr>
              <a:spcAft>
                <a:spcPts val="300"/>
              </a:spcAft>
            </a:pPr>
            <a:r>
              <a:rPr sz="1400"/>
              <a:t>  Migration complexity and tooling</a:t>
            </a:r>
          </a:p>
          <a:p>
            <a:pPr>
              <a:spcAft>
                <a:spcPts val="300"/>
              </a:spcAft>
            </a:pPr>
            <a:r>
              <a:rPr sz="1400"/>
              <a:t>  Hyperscaler roadmap and services</a:t>
            </a:r>
          </a:p>
          <a:p>
            <a:pPr>
              <a:spcAft>
                <a:spcPts val="300"/>
              </a:spcAft>
            </a:pPr>
            <a:r>
              <a:rPr sz="1400"/>
              <a:t/>
            </a:r>
          </a:p>
          <a:p>
            <a:pPr>
              <a:spcAft>
                <a:spcPts val="300"/>
              </a:spcAft>
            </a:pPr>
            <a:r>
              <a:rPr sz="1400"/>
              <a:t>All three hyperscalers are scored — we never eliminate options before the evidence is presented.</a:t>
            </a:r>
          </a:p>
          <a:p>
            <a:pPr>
              <a:spcAft>
                <a:spcPts val="300"/>
              </a:spcAft>
            </a:pPr>
            <a:r>
              <a:rPr sz="1400"/>
              <a:t>The recommendation slide comes AFTER the evidence slides — never before.</a:t>
            </a:r>
          </a:p>
        </p:txBody>
      </p:sp>
      <p:sp>
        <p:nvSpPr>
          <p:cNvPr id="3" name="Title 2"/>
          <p:cNvSpPr>
            <a:spLocks noGrp="1"/>
          </p:cNvSpPr>
          <p:nvPr>
            <p:ph type="title"/>
          </p:nvPr>
        </p:nvSpPr>
        <p:spPr/>
        <p:txBody>
          <a:bodyPr wrap="square"/>
          <a:lstStyle/>
          <a:p>
            <a:r>
              <a:rPr sz="2400" b="1"/>
              <a:t>Phase 3 — How we choose the right cloud for your estate</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Eight formal deliverables — all board-grade</a:t>
            </a:r>
          </a:p>
        </p:txBody>
      </p:sp>
      <p:sp>
        <p:nvSpPr>
          <p:cNvPr id="4" name="Text Placeholder 3"/>
          <p:cNvSpPr>
            <a:spLocks noGrp="1"/>
          </p:cNvSpPr>
          <p:nvPr>
            <p:ph type="body" idx="13" sz="quarter"/>
          </p:nvPr>
        </p:nvSpPr>
        <p:spPr/>
        <p:txBody>
          <a:bodyPr/>
          <a:lstStyle/>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4290060"/>
                <a:gridCol w="4290060"/>
                <a:gridCol w="4290060"/>
                <a:gridCol w="4290060"/>
              </a:tblGrid>
              <a:tr h="387570">
                <a:tc>
                  <a:txBody>
                    <a:bodyPr/>
                    <a:lstStyle/>
                    <a:p>
                      <a:r>
                        <a:rPr b="1" sz="1200">
                          <a:solidFill>
                            <a:srgbClr val="FFFFFF"/>
                          </a:solidFill>
                        </a:rPr>
                        <a:t>#</a:t>
                      </a:r>
                    </a:p>
                  </a:txBody>
                  <a:tcPr>
                    <a:solidFill>
                      <a:srgbClr val="E31C3D"/>
                    </a:solidFill>
                  </a:tcPr>
                </a:tc>
                <a:tc>
                  <a:txBody>
                    <a:bodyPr/>
                    <a:lstStyle/>
                    <a:p>
                      <a:r>
                        <a:rPr b="1" sz="1200">
                          <a:solidFill>
                            <a:srgbClr val="FFFFFF"/>
                          </a:solidFill>
                        </a:rPr>
                        <a:t>Deliverable</a:t>
                      </a:r>
                    </a:p>
                  </a:txBody>
                  <a:tcPr>
                    <a:solidFill>
                      <a:srgbClr val="E31C3D"/>
                    </a:solidFill>
                  </a:tcPr>
                </a:tc>
                <a:tc>
                  <a:txBody>
                    <a:bodyPr/>
                    <a:lstStyle/>
                    <a:p>
                      <a:r>
                        <a:rPr b="1" sz="1200">
                          <a:solidFill>
                            <a:srgbClr val="FFFFFF"/>
                          </a:solidFill>
                        </a:rPr>
                        <a:t>Format</a:t>
                      </a:r>
                    </a:p>
                  </a:txBody>
                  <a:tcPr>
                    <a:solidFill>
                      <a:srgbClr val="E31C3D"/>
                    </a:solidFill>
                  </a:tcPr>
                </a:tc>
                <a:tc>
                  <a:txBody>
                    <a:bodyPr/>
                    <a:lstStyle/>
                    <a:p>
                      <a:r>
                        <a:rPr b="1" sz="1200">
                          <a:solidFill>
                            <a:srgbClr val="FFFFFF"/>
                          </a:solidFill>
                        </a:rPr>
                        <a:t>Phase</a:t>
                      </a:r>
                    </a:p>
                  </a:txBody>
                  <a:tcPr>
                    <a:solidFill>
                      <a:srgbClr val="E31C3D"/>
                    </a:solidFill>
                  </a:tcPr>
                </a:tc>
              </a:tr>
              <a:tr h="387570">
                <a:tc>
                  <a:txBody>
                    <a:bodyPr/>
                    <a:lstStyle/>
                    <a:p>
                      <a:r>
                        <a:rPr sz="1100"/>
                        <a:t>1</a:t>
                      </a:r>
                    </a:p>
                  </a:txBody>
                  <a:tcPr>
                    <a:solidFill>
                      <a:srgbClr val="F2F2F2"/>
                    </a:solidFill>
                  </a:tcPr>
                </a:tc>
                <a:tc>
                  <a:txBody>
                    <a:bodyPr/>
                    <a:lstStyle/>
                    <a:p>
                      <a:r>
                        <a:rPr sz="1100"/>
                        <a:t>Application &amp; Infrastructure Inventory</a:t>
                      </a:r>
                    </a:p>
                  </a:txBody>
                  <a:tcPr>
                    <a:solidFill>
                      <a:srgbClr val="F2F2F2"/>
                    </a:solidFill>
                  </a:tcPr>
                </a:tc>
                <a:tc>
                  <a:txBody>
                    <a:bodyPr/>
                    <a:lstStyle/>
                    <a:p>
                      <a:r>
                        <a:rPr sz="1100"/>
                        <a:t>Excel workbooks (3 files)</a:t>
                      </a:r>
                    </a:p>
                  </a:txBody>
                  <a:tcPr>
                    <a:solidFill>
                      <a:srgbClr val="F2F2F2"/>
                    </a:solidFill>
                  </a:tcPr>
                </a:tc>
                <a:tc>
                  <a:txBody>
                    <a:bodyPr/>
                    <a:lstStyle/>
                    <a:p>
                      <a:r>
                        <a:rPr sz="1100"/>
                        <a:t>Phase 1</a:t>
                      </a:r>
                    </a:p>
                  </a:txBody>
                  <a:tcPr>
                    <a:solidFill>
                      <a:srgbClr val="F2F2F2"/>
                    </a:solidFill>
                  </a:tcPr>
                </a:tc>
              </a:tr>
              <a:tr h="387570">
                <a:tc>
                  <a:txBody>
                    <a:bodyPr/>
                    <a:lstStyle/>
                    <a:p>
                      <a:r>
                        <a:rPr sz="1100"/>
                        <a:t>2</a:t>
                      </a:r>
                    </a:p>
                  </a:txBody>
                  <a:tcPr>
                    <a:solidFill>
                      <a:srgbClr val="FFFFFF"/>
                    </a:solidFill>
                  </a:tcPr>
                </a:tc>
                <a:tc>
                  <a:txBody>
                    <a:bodyPr/>
                    <a:lstStyle/>
                    <a:p>
                      <a:r>
                        <a:rPr sz="1100"/>
                        <a:t>Phase 1 Discovery Report</a:t>
                      </a:r>
                    </a:p>
                  </a:txBody>
                  <a:tcPr>
                    <a:solidFill>
                      <a:srgbClr val="FFFFFF"/>
                    </a:solidFill>
                  </a:tcPr>
                </a:tc>
                <a:tc>
                  <a:txBody>
                    <a:bodyPr/>
                    <a:lstStyle/>
                    <a:p>
                      <a:r>
                        <a:rPr sz="1100"/>
                        <a:t>Word document, 20–30 pages</a:t>
                      </a:r>
                    </a:p>
                  </a:txBody>
                  <a:tcPr>
                    <a:solidFill>
                      <a:srgbClr val="FFFFFF"/>
                    </a:solidFill>
                  </a:tcPr>
                </a:tc>
                <a:tc>
                  <a:txBody>
                    <a:bodyPr/>
                    <a:lstStyle/>
                    <a:p>
                      <a:r>
                        <a:rPr sz="1100"/>
                        <a:t>Phase 1</a:t>
                      </a:r>
                    </a:p>
                  </a:txBody>
                  <a:tcPr>
                    <a:solidFill>
                      <a:srgbClr val="FFFFFF"/>
                    </a:solidFill>
                  </a:tcPr>
                </a:tc>
              </a:tr>
              <a:tr h="387570">
                <a:tc>
                  <a:txBody>
                    <a:bodyPr/>
                    <a:lstStyle/>
                    <a:p>
                      <a:r>
                        <a:rPr sz="1100"/>
                        <a:t>3</a:t>
                      </a:r>
                    </a:p>
                  </a:txBody>
                  <a:tcPr>
                    <a:solidFill>
                      <a:srgbClr val="F2F2F2"/>
                    </a:solidFill>
                  </a:tcPr>
                </a:tc>
                <a:tc>
                  <a:txBody>
                    <a:bodyPr/>
                    <a:lstStyle/>
                    <a:p>
                      <a:r>
                        <a:rPr sz="1100"/>
                        <a:t>Cloud Readiness Scores</a:t>
                      </a:r>
                    </a:p>
                  </a:txBody>
                  <a:tcPr>
                    <a:solidFill>
                      <a:srgbClr val="F2F2F2"/>
                    </a:solidFill>
                  </a:tcPr>
                </a:tc>
                <a:tc>
                  <a:txBody>
                    <a:bodyPr/>
                    <a:lstStyle/>
                    <a:p>
                      <a:r>
                        <a:rPr sz="1100"/>
                        <a:t>Excel workbook</a:t>
                      </a:r>
                    </a:p>
                  </a:txBody>
                  <a:tcPr>
                    <a:solidFill>
                      <a:srgbClr val="F2F2F2"/>
                    </a:solidFill>
                  </a:tcPr>
                </a:tc>
                <a:tc>
                  <a:txBody>
                    <a:bodyPr/>
                    <a:lstStyle/>
                    <a:p>
                      <a:r>
                        <a:rPr sz="1100"/>
                        <a:t>Phase 2</a:t>
                      </a:r>
                    </a:p>
                  </a:txBody>
                  <a:tcPr>
                    <a:solidFill>
                      <a:srgbClr val="F2F2F2"/>
                    </a:solidFill>
                  </a:tcPr>
                </a:tc>
              </a:tr>
              <a:tr h="387570">
                <a:tc>
                  <a:txBody>
                    <a:bodyPr/>
                    <a:lstStyle/>
                    <a:p>
                      <a:r>
                        <a:rPr sz="1100"/>
                        <a:t>4</a:t>
                      </a:r>
                    </a:p>
                  </a:txBody>
                  <a:tcPr>
                    <a:solidFill>
                      <a:srgbClr val="FFFFFF"/>
                    </a:solidFill>
                  </a:tcPr>
                </a:tc>
                <a:tc>
                  <a:txBody>
                    <a:bodyPr/>
                    <a:lstStyle/>
                    <a:p>
                      <a:r>
                        <a:rPr sz="1100"/>
                        <a:t>Governance Maturity Assessment</a:t>
                      </a:r>
                    </a:p>
                  </a:txBody>
                  <a:tcPr>
                    <a:solidFill>
                      <a:srgbClr val="FFFFFF"/>
                    </a:solidFill>
                  </a:tcPr>
                </a:tc>
                <a:tc>
                  <a:txBody>
                    <a:bodyPr/>
                    <a:lstStyle/>
                    <a:p>
                      <a:r>
                        <a:rPr sz="1100"/>
                        <a:t>Excel + workshop summary</a:t>
                      </a:r>
                    </a:p>
                  </a:txBody>
                  <a:tcPr>
                    <a:solidFill>
                      <a:srgbClr val="FFFFFF"/>
                    </a:solidFill>
                  </a:tcPr>
                </a:tc>
                <a:tc>
                  <a:txBody>
                    <a:bodyPr/>
                    <a:lstStyle/>
                    <a:p>
                      <a:r>
                        <a:rPr sz="1100"/>
                        <a:t>Phase 2</a:t>
                      </a:r>
                    </a:p>
                  </a:txBody>
                  <a:tcPr>
                    <a:solidFill>
                      <a:srgbClr val="FFFFFF"/>
                    </a:solidFill>
                  </a:tcPr>
                </a:tc>
              </a:tr>
              <a:tr h="387570">
                <a:tc>
                  <a:txBody>
                    <a:bodyPr/>
                    <a:lstStyle/>
                    <a:p>
                      <a:r>
                        <a:rPr sz="1100"/>
                        <a:t>5</a:t>
                      </a:r>
                    </a:p>
                  </a:txBody>
                  <a:tcPr>
                    <a:solidFill>
                      <a:srgbClr val="F2F2F2"/>
                    </a:solidFill>
                  </a:tcPr>
                </a:tc>
                <a:tc>
                  <a:txBody>
                    <a:bodyPr/>
                    <a:lstStyle/>
                    <a:p>
                      <a:r>
                        <a:rPr sz="1100"/>
                        <a:t>TCO Analysis — All 7 Layers</a:t>
                      </a:r>
                    </a:p>
                  </a:txBody>
                  <a:tcPr>
                    <a:solidFill>
                      <a:srgbClr val="F2F2F2"/>
                    </a:solidFill>
                  </a:tcPr>
                </a:tc>
                <a:tc>
                  <a:txBody>
                    <a:bodyPr/>
                    <a:lstStyle/>
                    <a:p>
                      <a:r>
                        <a:rPr sz="1100"/>
                        <a:t>Excel workbook (per hyperscaler)</a:t>
                      </a:r>
                    </a:p>
                  </a:txBody>
                  <a:tcPr>
                    <a:solidFill>
                      <a:srgbClr val="F2F2F2"/>
                    </a:solidFill>
                  </a:tcPr>
                </a:tc>
                <a:tc>
                  <a:txBody>
                    <a:bodyPr/>
                    <a:lstStyle/>
                    <a:p>
                      <a:r>
                        <a:rPr sz="1100"/>
                        <a:t>Phase 3</a:t>
                      </a:r>
                    </a:p>
                  </a:txBody>
                  <a:tcPr>
                    <a:solidFill>
                      <a:srgbClr val="F2F2F2"/>
                    </a:solidFill>
                  </a:tcPr>
                </a:tc>
              </a:tr>
              <a:tr h="387570">
                <a:tc>
                  <a:txBody>
                    <a:bodyPr/>
                    <a:lstStyle/>
                    <a:p>
                      <a:r>
                        <a:rPr sz="1100"/>
                        <a:t>6</a:t>
                      </a:r>
                    </a:p>
                  </a:txBody>
                  <a:tcPr>
                    <a:solidFill>
                      <a:srgbClr val="FFFFFF"/>
                    </a:solidFill>
                  </a:tcPr>
                </a:tc>
                <a:tc>
                  <a:txBody>
                    <a:bodyPr/>
                    <a:lstStyle/>
                    <a:p>
                      <a:r>
                        <a:rPr sz="1100"/>
                        <a:t>Cloud Readiness Assessment Report</a:t>
                      </a:r>
                    </a:p>
                  </a:txBody>
                  <a:tcPr>
                    <a:solidFill>
                      <a:srgbClr val="FFFFFF"/>
                    </a:solidFill>
                  </a:tcPr>
                </a:tc>
                <a:tc>
                  <a:txBody>
                    <a:bodyPr/>
                    <a:lstStyle/>
                    <a:p>
                      <a:r>
                        <a:rPr sz="1100"/>
                        <a:t>Word document, 40–60 pages</a:t>
                      </a:r>
                    </a:p>
                  </a:txBody>
                  <a:tcPr>
                    <a:solidFill>
                      <a:srgbClr val="FFFFFF"/>
                    </a:solidFill>
                  </a:tcPr>
                </a:tc>
                <a:tc>
                  <a:txBody>
                    <a:bodyPr/>
                    <a:lstStyle/>
                    <a:p>
                      <a:r>
                        <a:rPr sz="1100"/>
                        <a:t>Phase 3</a:t>
                      </a:r>
                    </a:p>
                  </a:txBody>
                  <a:tcPr>
                    <a:solidFill>
                      <a:srgbClr val="FFFFFF"/>
                    </a:solidFill>
                  </a:tcPr>
                </a:tc>
              </a:tr>
              <a:tr h="387570">
                <a:tc>
                  <a:txBody>
                    <a:bodyPr/>
                    <a:lstStyle/>
                    <a:p>
                      <a:r>
                        <a:rPr sz="1100"/>
                        <a:t>7</a:t>
                      </a:r>
                    </a:p>
                  </a:txBody>
                  <a:tcPr>
                    <a:solidFill>
                      <a:srgbClr val="F2F2F2"/>
                    </a:solidFill>
                  </a:tcPr>
                </a:tc>
                <a:tc>
                  <a:txBody>
                    <a:bodyPr/>
                    <a:lstStyle/>
                    <a:p>
                      <a:r>
                        <a:rPr sz="1100"/>
                        <a:t>Executive Summary Presentation</a:t>
                      </a:r>
                    </a:p>
                  </a:txBody>
                  <a:tcPr>
                    <a:solidFill>
                      <a:srgbClr val="F2F2F2"/>
                    </a:solidFill>
                  </a:tcPr>
                </a:tc>
                <a:tc>
                  <a:txBody>
                    <a:bodyPr/>
                    <a:lstStyle/>
                    <a:p>
                      <a:r>
                        <a:rPr sz="1100"/>
                        <a:t>PowerPoint deck, 18 slides</a:t>
                      </a:r>
                    </a:p>
                  </a:txBody>
                  <a:tcPr>
                    <a:solidFill>
                      <a:srgbClr val="F2F2F2"/>
                    </a:solidFill>
                  </a:tcPr>
                </a:tc>
                <a:tc>
                  <a:txBody>
                    <a:bodyPr/>
                    <a:lstStyle/>
                    <a:p>
                      <a:r>
                        <a:rPr sz="1100"/>
                        <a:t>Phase 3</a:t>
                      </a:r>
                    </a:p>
                  </a:txBody>
                  <a:tcPr>
                    <a:solidFill>
                      <a:srgbClr val="F2F2F2"/>
                    </a:solidFill>
                  </a:tcPr>
                </a:tc>
              </a:tr>
              <a:tr h="387574">
                <a:tc>
                  <a:txBody>
                    <a:bodyPr/>
                    <a:lstStyle/>
                    <a:p>
                      <a:r>
                        <a:rPr sz="1100"/>
                        <a:t>8</a:t>
                      </a:r>
                    </a:p>
                  </a:txBody>
                  <a:tcPr>
                    <a:solidFill>
                      <a:srgbClr val="FFFFFF"/>
                    </a:solidFill>
                  </a:tcPr>
                </a:tc>
                <a:tc>
                  <a:txBody>
                    <a:bodyPr/>
                    <a:lstStyle/>
                    <a:p>
                      <a:r>
                        <a:rPr sz="1100"/>
                        <a:t>Part 2 Entry Point (migration SOW)</a:t>
                      </a:r>
                    </a:p>
                  </a:txBody>
                  <a:tcPr>
                    <a:solidFill>
                      <a:srgbClr val="FFFFFF"/>
                    </a:solidFill>
                  </a:tcPr>
                </a:tc>
                <a:tc>
                  <a:txBody>
                    <a:bodyPr/>
                    <a:lstStyle/>
                    <a:p>
                      <a:r>
                        <a:rPr sz="1100"/>
                        <a:t>Word document, 8–12 pages</a:t>
                      </a:r>
                    </a:p>
                  </a:txBody>
                  <a:tcPr>
                    <a:solidFill>
                      <a:srgbClr val="FFFFFF"/>
                    </a:solidFill>
                  </a:tcPr>
                </a:tc>
                <a:tc>
                  <a:txBody>
                    <a:bodyPr/>
                    <a:lstStyle/>
                    <a:p>
                      <a:r>
                        <a:rPr sz="1100"/>
                        <a:t>Phase 4</a:t>
                      </a:r>
                    </a:p>
                  </a:txBody>
                  <a:tcPr>
                    <a:solidFill>
                      <a:srgbClr val="FFFFFF"/>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A UK digital media group — one of the UK's largest digital publishing organisations</a:t>
            </a:r>
          </a:p>
          <a:p>
            <a:pPr>
              <a:spcAft>
                <a:spcPts val="300"/>
              </a:spcAft>
            </a:pPr>
            <a:r>
              <a:rPr sz="1400"/>
              <a:t>On-premises VMware estate, 2 UK data centres</a:t>
            </a:r>
          </a:p>
          <a:p>
            <a:pPr>
              <a:spcAft>
                <a:spcPts val="300"/>
              </a:spcAft>
            </a:pPr>
            <a:r>
              <a:rPr sz="1400"/>
              <a:t/>
            </a:r>
          </a:p>
          <a:p>
            <a:pPr>
              <a:spcAft>
                <a:spcPts val="300"/>
              </a:spcAft>
            </a:pPr>
            <a:r>
              <a:rPr sz="1400"/>
              <a:t>Discovery:   4,200+ VMs · 280 applications · 18 Oracle RAC clusters · 57% more infrastructure than CMDB showed</a:t>
            </a:r>
          </a:p>
          <a:p>
            <a:pPr>
              <a:spcAft>
                <a:spcPts val="300"/>
              </a:spcAft>
            </a:pPr>
            <a:r>
              <a:rPr sz="1400"/>
              <a:t>Analysis:    Cloud Readiness Scores for all 280 applications · Governance maturity across 6 domains</a:t>
            </a:r>
          </a:p>
          <a:p>
            <a:pPr>
              <a:spcAft>
                <a:spcPts val="300"/>
              </a:spcAft>
            </a:pPr>
            <a:r>
              <a:rPr sz="1400"/>
              <a:t>Evaluation:  3-way TCO model (Azure vs AWS vs GCP) across 9 regions · Hyperscaler recommendation</a:t>
            </a:r>
          </a:p>
          <a:p>
            <a:pPr>
              <a:spcAft>
                <a:spcPts val="300"/>
              </a:spcAft>
            </a:pPr>
            <a:r>
              <a:rPr sz="1400"/>
              <a:t>Planning:    Partner funding identified and pre-registered · Migration wave plan produced</a:t>
            </a:r>
          </a:p>
          <a:p>
            <a:pPr>
              <a:spcAft>
                <a:spcPts val="300"/>
              </a:spcAft>
            </a:pPr>
            <a:r>
              <a:rPr sz="1400"/>
              <a:t/>
            </a:r>
          </a:p>
          <a:p>
            <a:pPr>
              <a:spcAft>
                <a:spcPts val="300"/>
              </a:spcAft>
            </a:pPr>
            <a:r>
              <a:rPr sz="1400"/>
              <a:t>"A board-ready business case, an evidence-backed hyperscaler recommendation, a migration wave plan for 280 applications, and identification of seven-figure partner funding eligibility — all within a 16-week structured engagement."</a:t>
            </a:r>
          </a:p>
        </p:txBody>
      </p:sp>
      <p:sp>
        <p:nvSpPr>
          <p:cNvPr id="3" name="Title 2"/>
          <p:cNvSpPr>
            <a:spLocks noGrp="1"/>
          </p:cNvSpPr>
          <p:nvPr>
            <p:ph type="title"/>
          </p:nvPr>
        </p:nvSpPr>
        <p:spPr/>
        <p:txBody>
          <a:bodyPr wrap="square"/>
          <a:lstStyle/>
          <a:p>
            <a:r>
              <a:rPr sz="2400" b="1"/>
              <a:t>A reference engagement — four phases, every deliverable, a real outcome</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You may be eligible for significant partner programme funding</a:t>
            </a:r>
          </a:p>
        </p:txBody>
      </p:sp>
      <p:sp>
        <p:nvSpPr>
          <p:cNvPr id="4" name="Text Placeholder 3"/>
          <p:cNvSpPr>
            <a:spLocks noGrp="1"/>
          </p:cNvSpPr>
          <p:nvPr>
            <p:ph type="body" idx="13" sz="quarter"/>
          </p:nvPr>
        </p:nvSpPr>
        <p:spPr/>
        <p:txBody>
          <a:bodyPr wrap="square"/>
          <a:lstStyle/>
          <a:p>
            <a:r>
              <a:rPr sz="1300">
                <a:solidFill>
                  <a:srgbClr val="333333"/>
                </a:solidFill>
              </a:rPr>
              <a:t>Partner programme eligibility confirmed by Rackspace before Part 2 SOW is signed. All applicable programmes pre-registered at Phase 1 kickoff.</a:t>
            </a:r>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5720080"/>
                <a:gridCol w="5720080"/>
                <a:gridCol w="5720080"/>
              </a:tblGrid>
              <a:tr h="872033">
                <a:tc>
                  <a:txBody>
                    <a:bodyPr/>
                    <a:lstStyle/>
                    <a:p>
                      <a:r>
                        <a:rPr b="1" sz="1200">
                          <a:solidFill>
                            <a:srgbClr val="FFFFFF"/>
                          </a:solidFill>
                        </a:rPr>
                        <a:t>Programme</a:t>
                      </a:r>
                    </a:p>
                  </a:txBody>
                  <a:tcPr>
                    <a:solidFill>
                      <a:srgbClr val="E31C3D"/>
                    </a:solidFill>
                  </a:tcPr>
                </a:tc>
                <a:tc>
                  <a:txBody>
                    <a:bodyPr/>
                    <a:lstStyle/>
                    <a:p>
                      <a:r>
                        <a:rPr b="1" sz="1200">
                          <a:solidFill>
                            <a:srgbClr val="FFFFFF"/>
                          </a:solidFill>
                        </a:rPr>
                        <a:t>What It Covers</a:t>
                      </a:r>
                    </a:p>
                  </a:txBody>
                  <a:tcPr>
                    <a:solidFill>
                      <a:srgbClr val="E31C3D"/>
                    </a:solidFill>
                  </a:tcPr>
                </a:tc>
                <a:tc>
                  <a:txBody>
                    <a:bodyPr/>
                    <a:lstStyle/>
                    <a:p>
                      <a:r>
                        <a:rPr b="1" sz="1200">
                          <a:solidFill>
                            <a:srgbClr val="FFFFFF"/>
                          </a:solidFill>
                        </a:rPr>
                        <a:t>CRA Requirement</a:t>
                      </a:r>
                    </a:p>
                  </a:txBody>
                  <a:tcPr>
                    <a:solidFill>
                      <a:srgbClr val="E31C3D"/>
                    </a:solidFill>
                  </a:tcPr>
                </a:tc>
              </a:tr>
              <a:tr h="872033">
                <a:tc>
                  <a:txBody>
                    <a:bodyPr/>
                    <a:lstStyle/>
                    <a:p>
                      <a:r>
                        <a:rPr sz="1100"/>
                        <a:t>Microsoft Azure — AMM</a:t>
                      </a:r>
                    </a:p>
                  </a:txBody>
                  <a:tcPr>
                    <a:solidFill>
                      <a:srgbClr val="F2F2F2"/>
                    </a:solidFill>
                  </a:tcPr>
                </a:tc>
                <a:tc>
                  <a:txBody>
                    <a:bodyPr/>
                    <a:lstStyle/>
                    <a:p>
                      <a:r>
                        <a:rPr sz="1100"/>
                        <a:t>Typically 10–30% of migration services cost</a:t>
                      </a:r>
                    </a:p>
                  </a:txBody>
                  <a:tcPr>
                    <a:solidFill>
                      <a:srgbClr val="F2F2F2"/>
                    </a:solidFill>
                  </a:tcPr>
                </a:tc>
                <a:tc>
                  <a:txBody>
                    <a:bodyPr/>
                    <a:lstStyle/>
                    <a:p>
                      <a:r>
                        <a:rPr sz="1100"/>
                        <a:t>Pre-registration before migration begins — CRA produces all required documentation</a:t>
                      </a:r>
                    </a:p>
                  </a:txBody>
                  <a:tcPr>
                    <a:solidFill>
                      <a:srgbClr val="F2F2F2"/>
                    </a:solidFill>
                  </a:tcPr>
                </a:tc>
              </a:tr>
              <a:tr h="872033">
                <a:tc>
                  <a:txBody>
                    <a:bodyPr/>
                    <a:lstStyle/>
                    <a:p>
                      <a:r>
                        <a:rPr sz="1100"/>
                        <a:t>AWS — MAP</a:t>
                      </a:r>
                    </a:p>
                  </a:txBody>
                  <a:tcPr>
                    <a:solidFill>
                      <a:srgbClr val="FFFFFF"/>
                    </a:solidFill>
                  </a:tcPr>
                </a:tc>
                <a:tc>
                  <a:txBody>
                    <a:bodyPr/>
                    <a:lstStyle/>
                    <a:p>
                      <a:r>
                        <a:rPr sz="1100"/>
                        <a:t>Financial assistance and technical support for migration to AWS</a:t>
                      </a:r>
                    </a:p>
                  </a:txBody>
                  <a:tcPr>
                    <a:solidFill>
                      <a:srgbClr val="FFFFFF"/>
                    </a:solidFill>
                  </a:tcPr>
                </a:tc>
                <a:tc>
                  <a:txBody>
                    <a:bodyPr/>
                    <a:lstStyle/>
                    <a:p>
                      <a:r>
                        <a:rPr sz="1100"/>
                        <a:t>ACE deal registration at engagement start — CRA Assessment maps to MAP Assess</a:t>
                      </a:r>
                    </a:p>
                  </a:txBody>
                  <a:tcPr>
                    <a:solidFill>
                      <a:srgbClr val="FFFFFF"/>
                    </a:solidFill>
                  </a:tcPr>
                </a:tc>
              </a:tr>
              <a:tr h="872035">
                <a:tc>
                  <a:txBody>
                    <a:bodyPr/>
                    <a:lstStyle/>
                    <a:p>
                      <a:r>
                        <a:rPr sz="1100"/>
                        <a:t>Google Cloud — PSO Credits / RAMP</a:t>
                      </a:r>
                    </a:p>
                  </a:txBody>
                  <a:tcPr>
                    <a:solidFill>
                      <a:srgbClr val="F2F2F2"/>
                    </a:solidFill>
                  </a:tcPr>
                </a:tc>
                <a:tc>
                  <a:txBody>
                    <a:bodyPr/>
                    <a:lstStyle/>
                    <a:p>
                      <a:r>
                        <a:rPr sz="1100"/>
                        <a:t>Migration credits against GCP consumption</a:t>
                      </a:r>
                    </a:p>
                  </a:txBody>
                  <a:tcPr>
                    <a:solidFill>
                      <a:srgbClr val="F2F2F2"/>
                    </a:solidFill>
                  </a:tcPr>
                </a:tc>
                <a:tc>
                  <a:txBody>
                    <a:bodyPr/>
                    <a:lstStyle/>
                    <a:p>
                      <a:r>
                        <a:rPr sz="1100"/>
                        <a:t>CRA outputs qualify for RAMP — opportunity registration at Phase 1</a:t>
                      </a:r>
                    </a:p>
                  </a:txBody>
                  <a:tcPr>
                    <a:solidFill>
                      <a:srgbClr val="F2F2F2"/>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From this conversation to a signed Statement of Work</a:t>
            </a:r>
          </a:p>
        </p:txBody>
      </p:sp>
      <p:sp>
        <p:nvSpPr>
          <p:cNvPr id="4" name="Text Placeholder 3"/>
          <p:cNvSpPr>
            <a:spLocks noGrp="1"/>
          </p:cNvSpPr>
          <p:nvPr>
            <p:ph type="body" idx="13" sz="quarter"/>
          </p:nvPr>
        </p:nvSpPr>
        <p:spPr/>
        <p:txBody>
          <a:bodyPr wrap="square"/>
          <a:lstStyle/>
          <a:p>
            <a:r>
              <a:rPr sz="1300">
                <a:solidFill>
                  <a:srgbClr val="333333"/>
                </a:solidFill>
              </a:rPr>
              <a:t>Ready to begin? Contact [your name] at [email] to schedule the scoping workshop.</a:t>
            </a:r>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5720080"/>
                <a:gridCol w="5720080"/>
                <a:gridCol w="5720080"/>
              </a:tblGrid>
              <a:tr h="872033">
                <a:tc>
                  <a:txBody>
                    <a:bodyPr/>
                    <a:lstStyle/>
                    <a:p>
                      <a:r>
                        <a:rPr b="1" sz="1200">
                          <a:solidFill>
                            <a:srgbClr val="FFFFFF"/>
                          </a:solidFill>
                        </a:rPr>
                        <a:t>Step</a:t>
                      </a:r>
                    </a:p>
                  </a:txBody>
                  <a:tcPr>
                    <a:solidFill>
                      <a:srgbClr val="E31C3D"/>
                    </a:solidFill>
                  </a:tcPr>
                </a:tc>
                <a:tc>
                  <a:txBody>
                    <a:bodyPr/>
                    <a:lstStyle/>
                    <a:p>
                      <a:r>
                        <a:rPr b="1" sz="1200">
                          <a:solidFill>
                            <a:srgbClr val="FFFFFF"/>
                          </a:solidFill>
                        </a:rPr>
                        <a:t>What Happens</a:t>
                      </a:r>
                    </a:p>
                  </a:txBody>
                  <a:tcPr>
                    <a:solidFill>
                      <a:srgbClr val="E31C3D"/>
                    </a:solidFill>
                  </a:tcPr>
                </a:tc>
                <a:tc>
                  <a:txBody>
                    <a:bodyPr/>
                    <a:lstStyle/>
                    <a:p>
                      <a:r>
                        <a:rPr b="1" sz="1200">
                          <a:solidFill>
                            <a:srgbClr val="FFFFFF"/>
                          </a:solidFill>
                        </a:rPr>
                        <a:t>Timeline</a:t>
                      </a:r>
                    </a:p>
                  </a:txBody>
                  <a:tcPr>
                    <a:solidFill>
                      <a:srgbClr val="E31C3D"/>
                    </a:solidFill>
                  </a:tcPr>
                </a:tc>
              </a:tr>
              <a:tr h="872033">
                <a:tc>
                  <a:txBody>
                    <a:bodyPr/>
                    <a:lstStyle/>
                    <a:p>
                      <a:r>
                        <a:rPr sz="1100"/>
                        <a:t>Scoping Workshop</a:t>
                      </a:r>
                    </a:p>
                  </a:txBody>
                  <a:tcPr>
                    <a:solidFill>
                      <a:srgbClr val="F2F2F2"/>
                    </a:solidFill>
                  </a:tcPr>
                </a:tc>
                <a:tc>
                  <a:txBody>
                    <a:bodyPr/>
                    <a:lstStyle/>
                    <a:p>
                      <a:r>
                        <a:rPr sz="1100"/>
                        <a:t>Validate estate size · Screen for Oracle/SAP · Confirm funding eligibility · Agree timeline</a:t>
                      </a:r>
                    </a:p>
                  </a:txBody>
                  <a:tcPr>
                    <a:solidFill>
                      <a:srgbClr val="F2F2F2"/>
                    </a:solidFill>
                  </a:tcPr>
                </a:tc>
                <a:tc>
                  <a:txBody>
                    <a:bodyPr/>
                    <a:lstStyle/>
                    <a:p>
                      <a:r>
                        <a:rPr sz="1100"/>
                        <a:t>1–2 days after this meeting</a:t>
                      </a:r>
                    </a:p>
                  </a:txBody>
                  <a:tcPr>
                    <a:solidFill>
                      <a:srgbClr val="F2F2F2"/>
                    </a:solidFill>
                  </a:tcPr>
                </a:tc>
              </a:tr>
              <a:tr h="872033">
                <a:tc>
                  <a:txBody>
                    <a:bodyPr/>
                    <a:lstStyle/>
                    <a:p>
                      <a:r>
                        <a:rPr sz="1100"/>
                        <a:t>Statement of Work</a:t>
                      </a:r>
                    </a:p>
                  </a:txBody>
                  <a:tcPr>
                    <a:solidFill>
                      <a:srgbClr val="FFFFFF"/>
                    </a:solidFill>
                  </a:tcPr>
                </a:tc>
                <a:tc>
                  <a:txBody>
                    <a:bodyPr/>
                    <a:lstStyle/>
                    <a:p>
                      <a:r>
                        <a:rPr sz="1100"/>
                        <a:t>Fixed-fee SOW: agreed scope · deliverables · acceptance criteria · partner funding plan</a:t>
                      </a:r>
                    </a:p>
                  </a:txBody>
                  <a:tcPr>
                    <a:solidFill>
                      <a:srgbClr val="FFFFFF"/>
                    </a:solidFill>
                  </a:tcPr>
                </a:tc>
                <a:tc>
                  <a:txBody>
                    <a:bodyPr/>
                    <a:lstStyle/>
                    <a:p>
                      <a:r>
                        <a:rPr sz="1100"/>
                        <a:t>Within 1 week of scoping</a:t>
                      </a:r>
                    </a:p>
                  </a:txBody>
                  <a:tcPr>
                    <a:solidFill>
                      <a:srgbClr val="FFFFFF"/>
                    </a:solidFill>
                  </a:tcPr>
                </a:tc>
              </a:tr>
              <a:tr h="872035">
                <a:tc>
                  <a:txBody>
                    <a:bodyPr/>
                    <a:lstStyle/>
                    <a:p>
                      <a:r>
                        <a:rPr sz="1100"/>
                        <a:t>Phase 1 Kickoff</a:t>
                      </a:r>
                    </a:p>
                  </a:txBody>
                  <a:tcPr>
                    <a:solidFill>
                      <a:srgbClr val="F2F2F2"/>
                    </a:solidFill>
                  </a:tcPr>
                </a:tc>
                <a:tc>
                  <a:txBody>
                    <a:bodyPr/>
                    <a:lstStyle/>
                    <a:p>
                      <a:r>
                        <a:rPr sz="1100"/>
                        <a:t>Tooling deployment · CAB request submitted · Alliance Manager pre-registers · First status call</a:t>
                      </a:r>
                    </a:p>
                  </a:txBody>
                  <a:tcPr>
                    <a:solidFill>
                      <a:srgbClr val="F2F2F2"/>
                    </a:solidFill>
                  </a:tcPr>
                </a:tc>
                <a:tc>
                  <a:txBody>
                    <a:bodyPr/>
                    <a:lstStyle/>
                    <a:p>
                      <a:r>
                        <a:rPr sz="1100"/>
                        <a:t>Within 2 weeks of SOW signature</a:t>
                      </a:r>
                    </a:p>
                  </a:txBody>
                  <a:tcPr>
                    <a:solidFill>
                      <a:srgbClr val="F2F2F2"/>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Schedule a scoping workshop with Rackspace Cloud Solutions Architecture</a:t>
            </a:r>
          </a:p>
          <a:p>
            <a:pPr>
              <a:spcAft>
                <a:spcPts val="300"/>
              </a:spcAft>
            </a:pPr>
            <a:r>
              <a:rPr sz="1400"/>
              <a:t/>
            </a:r>
          </a:p>
          <a:p>
            <a:pPr>
              <a:spcAft>
                <a:spcPts val="300"/>
              </a:spcAft>
            </a:pPr>
            <a:r>
              <a:rPr sz="1400"/>
              <a:t>Contact: [Your Name] — [email] — Rackspace Cloud Solutions Architecture</a:t>
            </a:r>
          </a:p>
        </p:txBody>
      </p:sp>
      <p:sp>
        <p:nvSpPr>
          <p:cNvPr id="3" name="Title 2"/>
          <p:cNvSpPr>
            <a:spLocks noGrp="1"/>
          </p:cNvSpPr>
          <p:nvPr>
            <p:ph type="title"/>
          </p:nvPr>
        </p:nvSpPr>
        <p:spPr/>
        <p:txBody>
          <a:bodyPr wrap="square"/>
          <a:lstStyle/>
          <a:p>
            <a:r>
              <a:rPr sz="2400" b="1"/>
              <a:t>Next steps</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4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2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3.xml><?xml version="1.0" encoding="utf-8"?>
<a:theme xmlns:a="http://schemas.openxmlformats.org/drawingml/2006/main" name="6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5E6EA557-0305-46A3-ADF1-D52C877C392A}"/>
    </a:ext>
  </a:extLst>
</a:theme>
</file>

<file path=ppt/theme/theme4.xml><?xml version="1.0" encoding="utf-8"?>
<a:theme xmlns:a="http://schemas.openxmlformats.org/drawingml/2006/main" name="Rackspace 2023">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2023" id="{9BB2CC51-9438-4C35-8B2C-7A7A8B4F8208}" vid="{CC9A9EA2-656E-478E-A2A9-7E1377856A26}"/>
    </a:ext>
  </a:extLst>
</a:theme>
</file>

<file path=ppt/theme/theme5.xml><?xml version="1.0" encoding="utf-8"?>
<a:theme xmlns:a="http://schemas.openxmlformats.org/drawingml/2006/main" name="18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23-02-08 Rackspace Presentation Template" id="{790D1522-6AE7-0541-82FD-6183D1CAFA67}" vid="{0C21EC38-3C6D-A346-BDA6-917BABB8ED51}"/>
    </a:ext>
  </a:extLst>
</a:theme>
</file>

<file path=ppt/theme/theme6.xml><?xml version="1.0" encoding="utf-8"?>
<a:theme xmlns:a="http://schemas.openxmlformats.org/drawingml/2006/main" name="4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7.xml><?xml version="1.0" encoding="utf-8"?>
<a:theme xmlns:a="http://schemas.openxmlformats.org/drawingml/2006/main" name="2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8.xml><?xml version="1.0" encoding="utf-8"?>
<a:theme xmlns:a="http://schemas.openxmlformats.org/drawingml/2006/main" name="6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9.xml><?xml version="1.0" encoding="utf-8"?>
<a:theme xmlns:a="http://schemas.openxmlformats.org/drawingml/2006/main" name="3_Content Slides">
  <a:themeElements>
    <a:clrScheme name="Rackspace Colors">
      <a:dk1>
        <a:sysClr val="windowText" lastClr="000000"/>
      </a:dk1>
      <a:lt1>
        <a:sysClr val="window" lastClr="FFFFFF"/>
      </a:lt1>
      <a:dk2>
        <a:srgbClr val="E31C3D"/>
      </a:dk2>
      <a:lt2>
        <a:srgbClr val="C40023"/>
      </a:lt2>
      <a:accent1>
        <a:srgbClr val="FFDEDF"/>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0.xml><?xml version="1.0" encoding="utf-8"?>
<a:theme xmlns:a="http://schemas.openxmlformats.org/drawingml/2006/main" name="7_Content Slides">
  <a:themeElements>
    <a:clrScheme name="Rackspace 2022">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Presentation1" id="{06D57514-C1CE-4861-9236-3782C3B29C1A}" vid="{A31391CC-A32B-4E69-9218-0CD0190CABA3}"/>
    </a:ext>
  </a:extLst>
</a:theme>
</file>

<file path=ppt/theme/theme11.xml><?xml version="1.0" encoding="utf-8"?>
<a:theme xmlns:a="http://schemas.openxmlformats.org/drawingml/2006/main" name="8_Content Slides">
  <a:themeElements>
    <a:clrScheme name="Rackspace Colors">
      <a:dk1>
        <a:sysClr val="windowText" lastClr="000000"/>
      </a:dk1>
      <a:lt1>
        <a:sysClr val="window" lastClr="FFFFFF"/>
      </a:lt1>
      <a:dk2>
        <a:srgbClr val="E31C3D"/>
      </a:dk2>
      <a:lt2>
        <a:srgbClr val="C40023"/>
      </a:lt2>
      <a:accent1>
        <a:srgbClr val="FFDEDF"/>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2.xml><?xml version="1.0" encoding="utf-8"?>
<a:theme xmlns:a="http://schemas.openxmlformats.org/drawingml/2006/main" name="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3.xml><?xml version="1.0" encoding="utf-8"?>
<a:theme xmlns:a="http://schemas.openxmlformats.org/drawingml/2006/main" name="1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ktiv Grotesk"/>
        <a:font script="Hebr" typeface="Aktiv Grotesk"/>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ktiv Grotesk"/>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ktiv Grotesk"/>
        <a:font script="Hebr" typeface="Aktiv Grotesk"/>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ktiv Grotesk"/>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8EDB08-C564-D545-8C74-F0B6A2375E3B}">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544b03d-ed08-46e1-a5f8-632fc735be33" xsi:nil="true"/>
    <lcf76f155ced4ddcb4097134ff3c332f xmlns="236d467e-fe90-4ae0-9fe2-011d77897820">
      <Terms xmlns="http://schemas.microsoft.com/office/infopath/2007/PartnerControls"/>
    </lcf76f155ced4ddcb4097134ff3c332f>
    <Tag xmlns="236d467e-fe90-4ae0-9fe2-011d77897820" xsi:nil="true"/>
    <DateandTime xmlns="236d467e-fe90-4ae0-9fe2-011d77897820" xsi:nil="true"/>
    <AssignedTo xmlns="236d467e-fe90-4ae0-9fe2-011d77897820">
      <UserInfo>
        <DisplayName/>
        <AccountId xsi:nil="true"/>
        <AccountType/>
      </UserInfo>
    </AssignedTo>
    <_Flow_SignoffStatus xmlns="236d467e-fe90-4ae0-9fe2-011d77897820"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104D1C152C32946844AA72ED5B510AE" ma:contentTypeVersion="26" ma:contentTypeDescription="Create a new document." ma:contentTypeScope="" ma:versionID="bce43857724608d39763b478dc4c9a1d">
  <xsd:schema xmlns:xsd="http://www.w3.org/2001/XMLSchema" xmlns:xs="http://www.w3.org/2001/XMLSchema" xmlns:p="http://schemas.microsoft.com/office/2006/metadata/properties" xmlns:ns1="http://schemas.microsoft.com/sharepoint/v3" xmlns:ns2="236d467e-fe90-4ae0-9fe2-011d77897820" xmlns:ns3="4544b03d-ed08-46e1-a5f8-632fc735be33" targetNamespace="http://schemas.microsoft.com/office/2006/metadata/properties" ma:root="true" ma:fieldsID="1b16391487ab9acfbea2741ef6c7ba04" ns1:_="" ns2:_="" ns3:_="">
    <xsd:import namespace="http://schemas.microsoft.com/sharepoint/v3"/>
    <xsd:import namespace="236d467e-fe90-4ae0-9fe2-011d77897820"/>
    <xsd:import namespace="4544b03d-ed08-46e1-a5f8-632fc735be3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_Flow_SignoffStatu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DateandTime" minOccurs="0"/>
                <xsd:element ref="ns2:MediaServiceObjectDetectorVersions" minOccurs="0"/>
                <xsd:element ref="ns2:AssignedTo" minOccurs="0"/>
                <xsd:element ref="ns2:MediaServiceSearchProperties" minOccurs="0"/>
                <xsd:element ref="ns2:Tag"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6d467e-fe90-4ae0-9fe2-011d778978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Flow_SignoffStatus" ma:index="18" nillable="true" ma:displayName="Sign-off status" ma:internalName="Sign_x002d_off_x0020_status">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DateandTime" ma:index="25" nillable="true" ma:displayName="Date and Time" ma:format="DateOnly" ma:internalName="DateandTime">
      <xsd:simpleType>
        <xsd:restriction base="dms:DateTim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AssignedTo" ma:index="27" nillable="true" ma:displayName="Assigned To" ma:format="Dropdown" ma:list="UserInfo" ma:SharePointGroup="0" ma:internalName="AssignedTo">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Tag" ma:index="29" nillable="true" ma:displayName="Tag" ma:description="Description of document" ma:format="Dropdown" ma:internalName="Tag">
      <xsd:simpleType>
        <xsd:restriction base="dms:Text">
          <xsd:maxLength value="255"/>
        </xsd:restriction>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44b03d-ed08-46e1-a5f8-632fc735be3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a735703f-a276-49e5-accf-32bfcce930c1}" ma:internalName="TaxCatchAll" ma:showField="CatchAllData" ma:web="4544b03d-ed08-46e1-a5f8-632fc735be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C8F994-8845-446E-8C57-4F2A064E13ED}">
  <ds:schemaRefs>
    <ds:schemaRef ds:uri="http://schemas.microsoft.com/sharepoint/v3/contenttype/forms"/>
  </ds:schemaRefs>
</ds:datastoreItem>
</file>

<file path=customXml/itemProps2.xml><?xml version="1.0" encoding="utf-8"?>
<ds:datastoreItem xmlns:ds="http://schemas.openxmlformats.org/officeDocument/2006/customXml" ds:itemID="{545E54FE-1271-4B25-A017-622AE12E6FD6}">
  <ds:schemaRefs>
    <ds:schemaRef ds:uri="236d467e-fe90-4ae0-9fe2-011d77897820"/>
    <ds:schemaRef ds:uri="4544b03d-ed08-46e1-a5f8-632fc735be3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EB10C38-747A-426A-9ECB-4DD70A9AF124}"/>
</file>

<file path=docMetadata/LabelInfo.xml><?xml version="1.0" encoding="utf-8"?>
<clbl:labelList xmlns:clbl="http://schemas.microsoft.com/office/2020/mipLabelMetadata">
  <clbl:label id="{e7f09a8f-df31-4464-b100-d09a5dbff5c8}" enabled="1" method="Privileged" siteId="{570057f4-73ef-41c8-bcbb-08db2fc15c2b}"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58</Slides>
  <Notes>29</Notes>
  <HiddenSlides>0</HiddenSlides>
  <ScaleCrop>false</ScaleCrop>
  <HeadingPairs>
    <vt:vector size="4" baseType="variant">
      <vt:variant>
        <vt:lpstr>Theme</vt:lpstr>
      </vt:variant>
      <vt:variant>
        <vt:i4>13</vt:i4>
      </vt:variant>
      <vt:variant>
        <vt:lpstr>Slide Titles</vt:lpstr>
      </vt:variant>
      <vt:variant>
        <vt:i4>58</vt:i4>
      </vt:variant>
    </vt:vector>
  </HeadingPairs>
  <TitlesOfParts>
    <vt:vector size="71" baseType="lpstr">
      <vt:lpstr>4_Content Slides</vt:lpstr>
      <vt:lpstr>2_Titles and Breakers</vt:lpstr>
      <vt:lpstr>6_Content Slides</vt:lpstr>
      <vt:lpstr>Rackspace 2023</vt:lpstr>
      <vt:lpstr>18_Content Slides</vt:lpstr>
      <vt:lpstr>4_Titles and Breakers</vt:lpstr>
      <vt:lpstr>2_Content Slides</vt:lpstr>
      <vt:lpstr>6_Titles and Breakers</vt:lpstr>
      <vt:lpstr>3_Content Slides</vt:lpstr>
      <vt:lpstr>7_Content Slides</vt:lpstr>
      <vt:lpstr>8_Content Slides</vt:lpstr>
      <vt:lpstr>Content Slides</vt:lpstr>
      <vt:lpstr>1_Content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Standardisation +  Simplification</vt:lpstr>
      <vt:lpstr>Productivity + Cost Optimisation</vt:lpstr>
      <vt:lpstr>Automation + Workflow Optimisation</vt:lpstr>
      <vt:lpstr>PowerPoint Presentation</vt:lpstr>
      <vt:lpstr>The case for acting now</vt:lpstr>
      <vt:lpstr>PowerPoint Presentation</vt:lpstr>
      <vt:lpstr>DMG’s Global Presence</vt:lpstr>
      <vt:lpstr>PowerPoint Presentation</vt:lpstr>
      <vt:lpstr>Application landscape </vt:lpstr>
      <vt:lpstr>Application Profiling Workshop findings</vt:lpstr>
      <vt:lpstr>Discovery and data gaps</vt:lpstr>
      <vt:lpstr>PowerPoint Presentation</vt:lpstr>
      <vt:lpstr>PowerPoint Presentation</vt:lpstr>
      <vt:lpstr>Key Takeaways</vt:lpstr>
      <vt:lpstr>PowerPoint Presentation</vt:lpstr>
      <vt:lpstr>PowerPoint Presentation</vt:lpstr>
      <vt:lpstr>PowerPoint Presentation</vt:lpstr>
      <vt:lpstr>PowerPoint Presentation</vt:lpstr>
      <vt:lpstr>Technical constraints</vt:lpstr>
      <vt:lpstr>AWS Business Fit</vt:lpstr>
      <vt:lpstr>PowerPoint Presentation</vt:lpstr>
      <vt:lpstr>How we built the numbers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Readiness today</vt:lpstr>
      <vt:lpstr>Closing the gap</vt:lpstr>
      <vt:lpstr>PowerPoint Presentation</vt:lpstr>
      <vt:lpstr>PowerPoint Presentation</vt:lpstr>
      <vt:lpstr>PowerPoint Presentation</vt:lpstr>
      <vt:lpstr>Quantified opportunities</vt:lpstr>
      <vt:lpstr>Strategic opportunities</vt:lpstr>
      <vt:lpstr>PowerPoint Presentation</vt:lpstr>
      <vt:lpstr>PowerPoint Presentation</vt:lpstr>
      <vt:lpstr>Migration cohorts</vt:lpstr>
      <vt:lpstr>Co-migration groups</vt:lpstr>
      <vt:lpstr>What you need to do now</vt:lpstr>
      <vt:lpstr>Part 2 entry point</vt:lpstr>
      <vt:lpstr>Approach to CRA Phase 2</vt:lpstr>
      <vt:lpstr>Cloud Readiness Assessment Phase II</vt:lpstr>
      <vt:lpstr>Hyperscaler guidance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Stephanie</dc:creator>
  <cp:revision>1</cp:revision>
  <dcterms:created xsi:type="dcterms:W3CDTF">2018-11-07T18:59:03Z</dcterms:created>
  <dcterms:modified xsi:type="dcterms:W3CDTF">2026-04-27T17:29:07Z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0x010100B104D1C152C32946844AA72ED5B510AE</vt:lpwstr>
  </property>
  <property fmtid="{D5CDD505-2E9C-101B-9397-08002B2CF9AE}" pid="3" name="MediaServiceImageTags">
    <vt:lpwstr/>
  </property>
</Properties>
</file>