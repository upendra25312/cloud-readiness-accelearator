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3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6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 id="2147483731" r:id="rId2"/>
  </p:sldMasterIdLst>
  <p:notesMasterIdLst>
    <p:notesMasterId r:id="rId23"/>
  </p:notesMasterIdLst>
  <p:handoutMasterIdLst>
    <p:handoutMasterId r:id="rId24"/>
  </p:handoutMasterIdLst>
  <p:sldIdLst>
    <p:sldId id="8753" r:id="rId3"/>
    <p:sldId id="324" r:id="rId4"/>
    <p:sldId id="305" r:id="rId5"/>
    <p:sldId id="2147308257" r:id="rId6"/>
    <p:sldId id="2147473909" r:id="rId7"/>
    <p:sldId id="2147473870" r:id="rId8"/>
    <p:sldId id="2147473911" r:id="rId9"/>
    <p:sldId id="2147473871" r:id="rId10"/>
    <p:sldId id="2147473912" r:id="rId11"/>
    <p:sldId id="2147473878" r:id="rId12"/>
    <p:sldId id="2147473908" r:id="rId13"/>
    <p:sldId id="2147308301" r:id="rId14"/>
    <p:sldId id="301" r:id="rId15"/>
    <p:sldId id="2147473897" r:id="rId16"/>
    <p:sldId id="2147473894" r:id="rId17"/>
    <p:sldId id="2147308250" r:id="rId18"/>
    <p:sldId id="2147308302" r:id="rId19"/>
    <p:sldId id="499" r:id="rId20"/>
    <p:sldId id="2147473888" r:id="rId21"/>
    <p:sldId id="2147473910" r:id="rId22"/>
  </p:sldIdLst>
  <p:sldSz cx="12192000" cy="6858000"/>
  <p:notesSz cx="6858000" cy="9144000"/>
  <p:embeddedFontLst>
    <p:embeddedFont>
      <p:font typeface="Amazon Ember" panose="020B0603020204020204" pitchFamily="34" charset="0"/>
      <p:regular r:id="rId25"/>
      <p:bold r:id="rId26"/>
      <p:italic r:id="rId27"/>
      <p:boldItalic r:id="rId28"/>
    </p:embeddedFont>
    <p:embeddedFont>
      <p:font typeface="Amazon Ember Display" panose="020F0603020204020204" pitchFamily="34" charset="0"/>
      <p:regular r:id="rId29"/>
      <p:bold r:id="rId30"/>
      <p:italic r:id="rId31"/>
      <p:boldItalic r:id="rId32"/>
    </p:embeddedFont>
    <p:embeddedFont>
      <p:font typeface="Amazon Ember Heavy" panose="020B0803020204020204" pitchFamily="34" charset="0"/>
      <p:bold r:id="rId33"/>
      <p:italic r:id="rId34"/>
      <p:boldItalic r:id="rId35"/>
    </p:embeddedFont>
    <p:embeddedFont>
      <p:font typeface="Amazon Ember Light" panose="020B0403020204020204" pitchFamily="34" charset="0"/>
      <p:regular r:id="rId36"/>
      <p:italic r:id="rId37"/>
    </p:embeddedFont>
    <p:embeddedFont>
      <p:font typeface="Amazon Ember Mono" panose="020B0509020204020204" pitchFamily="49" charset="0"/>
      <p:regular r:id="rId38"/>
      <p:bold r:id="rId39"/>
      <p:italic r:id="rId40"/>
      <p:boldItalic r:id="rId41"/>
    </p:embeddedFont>
    <p:embeddedFont>
      <p:font typeface="Amazon Ember Regular" panose="020B0604020202020204" charset="0"/>
      <p:regular r:id="rId42"/>
      <p:bold r:id="rId43"/>
      <p:italic r:id="rId44"/>
      <p:boldItalic r:id="rId45"/>
    </p:embeddedFont>
    <p:embeddedFont>
      <p:font typeface="Lucida Console" panose="020B0609040504020204" pitchFamily="49" charset="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yden, Shannon" initials="DS" lastIdx="1" clrIdx="0">
    <p:extLst>
      <p:ext uri="{19B8F6BF-5375-455C-9EA6-DF929625EA0E}">
        <p15:presenceInfo xmlns:p15="http://schemas.microsoft.com/office/powerpoint/2012/main" userId="S-1-5-21-1407069837-2091007605-538272213-39364416" providerId="AD"/>
      </p:ext>
    </p:extLst>
  </p:cmAuthor>
  <p:cmAuthor id="2" name="Strom, Hilary" initials="SH" lastIdx="1" clrIdx="1">
    <p:extLst>
      <p:ext uri="{19B8F6BF-5375-455C-9EA6-DF929625EA0E}">
        <p15:presenceInfo xmlns:p15="http://schemas.microsoft.com/office/powerpoint/2012/main" userId="S-1-5-21-1407069837-2091007605-538272213-41304551" providerId="AD"/>
      </p:ext>
    </p:extLst>
  </p:cmAuthor>
  <p:cmAuthor id="3" name="Krysha Nair" initials="KN" lastIdx="3" clrIdx="2">
    <p:extLst>
      <p:ext uri="{19B8F6BF-5375-455C-9EA6-DF929625EA0E}">
        <p15:presenceInfo xmlns:p15="http://schemas.microsoft.com/office/powerpoint/2012/main" userId="Krysha Nair" providerId="None"/>
      </p:ext>
    </p:extLst>
  </p:cmAuthor>
  <p:cmAuthor id="4" name="Batra, Pranav" initials="BP" lastIdx="2" clrIdx="3">
    <p:extLst>
      <p:ext uri="{19B8F6BF-5375-455C-9EA6-DF929625EA0E}">
        <p15:presenceInfo xmlns:p15="http://schemas.microsoft.com/office/powerpoint/2012/main" userId="S-1-5-21-1407069837-2091007605-538272213-4792957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F3E"/>
    <a:srgbClr val="28134D"/>
    <a:srgbClr val="0000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65" autoAdjust="0"/>
    <p:restoredTop sz="94796" autoAdjust="0"/>
  </p:normalViewPr>
  <p:slideViewPr>
    <p:cSldViewPr snapToGrid="0">
      <p:cViewPr varScale="1">
        <p:scale>
          <a:sx n="111" d="100"/>
          <a:sy n="111" d="100"/>
        </p:scale>
        <p:origin x="168" y="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125" d="100"/>
          <a:sy n="125" d="100"/>
        </p:scale>
        <p:origin x="4072"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9.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5.fntdata"/><Relationship Id="rId11" Type="http://schemas.openxmlformats.org/officeDocument/2006/relationships/slide" Target="slides/slide9.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customXml" Target="../customXml/item2.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8.xml"/><Relationship Id="rId41" Type="http://schemas.openxmlformats.org/officeDocument/2006/relationships/font" Target="fonts/font17.fntdata"/><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pPr algn="ctr"/>
              <a:t>‹#›</a:t>
            </a:fld>
            <a:endParaRPr lang="en-US" sz="1000"/>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a:lvl1pPr>
          </a:lstStyle>
          <a:p>
            <a:fld id="{A3D89E5F-BEEF-42A1-A57B-E5A736D51194}" type="slidenum">
              <a:rPr lang="en-US" smtClean="0"/>
              <a:pPr/>
              <a:t>‹#›</a:t>
            </a:fld>
            <a:endParaRPr lang="en-US"/>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kern="1200">
        <a:solidFill>
          <a:schemeClr val="tx1"/>
        </a:solidFill>
        <a:latin typeface="+mn-lt"/>
        <a:ea typeface="+mn-ea"/>
        <a:cs typeface="+mn-cs"/>
      </a:defRPr>
    </a:lvl1pPr>
    <a:lvl2pPr marL="225425" indent="-1063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2pPr>
    <a:lvl3pPr marL="463550"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3pPr>
    <a:lvl4pPr marL="747713"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4pPr>
    <a:lvl5pPr marL="973138" indent="-117475"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a:t>
            </a:fld>
            <a:endParaRPr lang="en-US"/>
          </a:p>
        </p:txBody>
      </p:sp>
    </p:spTree>
    <p:extLst>
      <p:ext uri="{BB962C8B-B14F-4D97-AF65-F5344CB8AC3E}">
        <p14:creationId xmlns:p14="http://schemas.microsoft.com/office/powerpoint/2010/main" val="4044031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435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AA1041-9B3C-439E-B0CD-6B58F9A3AC8B}" type="slidenum">
              <a:rPr lang="en-US" smtClean="0"/>
              <a:pPr/>
              <a:t>2</a:t>
            </a:fld>
            <a:endParaRPr lang="en-US" dirty="0"/>
          </a:p>
        </p:txBody>
      </p:sp>
    </p:spTree>
    <p:extLst>
      <p:ext uri="{BB962C8B-B14F-4D97-AF65-F5344CB8AC3E}">
        <p14:creationId xmlns:p14="http://schemas.microsoft.com/office/powerpoint/2010/main" val="3580897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a:xfrm>
            <a:off x="685800" y="4400549"/>
            <a:ext cx="5486400" cy="4284664"/>
          </a:xfrm>
        </p:spPr>
        <p:txBody>
          <a:bodyPr vert="horz" lIns="91440" tIns="45720" rIns="91440" bIns="45720" rtlCol="0">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3BA4F6F-8A8B-7946-B35D-4DFE080BB392}" type="slidenum">
              <a:rPr kumimoji="0" lang="en-US" alt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alt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
        <p:nvSpPr>
          <p:cNvPr id="5" name="Date Placeholder 4">
            <a:extLst>
              <a:ext uri="{FF2B5EF4-FFF2-40B4-BE49-F238E27FC236}">
                <a16:creationId xmlns:a16="http://schemas.microsoft.com/office/drawing/2014/main" id="{134A8B72-2A62-F644-A1D3-7D60233A5981}"/>
              </a:ext>
            </a:extLst>
          </p:cNvPr>
          <p:cNvSpPr>
            <a:spLocks noGrp="1"/>
          </p:cNvSpPr>
          <p:nvPr>
            <p:ph type="dt" idx="1"/>
          </p:nvPr>
        </p:nvSpPr>
        <p:spPr/>
        <p:txBody>
          <a:bodyPr/>
          <a:lstStyle/>
          <a:p>
            <a:fld id="{5480587A-429C-2C4A-B0C3-6AA5F1145E48}" type="datetime1">
              <a:rPr lang="en-CA" smtClean="0"/>
              <a:t>2026-03-30</a:t>
            </a:fld>
            <a:endParaRPr lang="en-US" dirty="0"/>
          </a:p>
        </p:txBody>
      </p:sp>
    </p:spTree>
    <p:extLst>
      <p:ext uri="{BB962C8B-B14F-4D97-AF65-F5344CB8AC3E}">
        <p14:creationId xmlns:p14="http://schemas.microsoft.com/office/powerpoint/2010/main" val="42526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a:xfrm>
            <a:off x="685800" y="4400549"/>
            <a:ext cx="5486400" cy="4284664"/>
          </a:xfrm>
        </p:spPr>
        <p:txBody>
          <a:bodyPr vert="horz" lIns="91440" tIns="45720" rIns="91440" bIns="45720" rtlCol="0">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3BA4F6F-8A8B-7946-B35D-4DFE080BB392}" type="slidenum">
              <a:rPr kumimoji="0" lang="en-US" alt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alt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
        <p:nvSpPr>
          <p:cNvPr id="5" name="Date Placeholder 4">
            <a:extLst>
              <a:ext uri="{FF2B5EF4-FFF2-40B4-BE49-F238E27FC236}">
                <a16:creationId xmlns:a16="http://schemas.microsoft.com/office/drawing/2014/main" id="{134A8B72-2A62-F644-A1D3-7D60233A5981}"/>
              </a:ext>
            </a:extLst>
          </p:cNvPr>
          <p:cNvSpPr>
            <a:spLocks noGrp="1"/>
          </p:cNvSpPr>
          <p:nvPr>
            <p:ph type="dt" idx="1"/>
          </p:nvPr>
        </p:nvSpPr>
        <p:spPr/>
        <p:txBody>
          <a:bodyPr/>
          <a:lstStyle/>
          <a:p>
            <a:fld id="{5480587A-429C-2C4A-B0C3-6AA5F1145E48}" type="datetime1">
              <a:rPr lang="en-CA" smtClean="0"/>
              <a:t>2026-03-30</a:t>
            </a:fld>
            <a:endParaRPr lang="en-US" dirty="0"/>
          </a:p>
        </p:txBody>
      </p:sp>
    </p:spTree>
    <p:extLst>
      <p:ext uri="{BB962C8B-B14F-4D97-AF65-F5344CB8AC3E}">
        <p14:creationId xmlns:p14="http://schemas.microsoft.com/office/powerpoint/2010/main" val="459752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C404A-7315-B29D-1D30-FD4D5C594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4B65C-0528-CBFF-3226-3C62EF6E85F1}"/>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3DEBD1BF-B76C-2B99-3F01-6733B65965A2}"/>
              </a:ext>
            </a:extLst>
          </p:cNvPr>
          <p:cNvSpPr>
            <a:spLocks noGrp="1"/>
          </p:cNvSpPr>
          <p:nvPr>
            <p:ph type="body" idx="1"/>
          </p:nvPr>
        </p:nvSpPr>
        <p:spPr>
          <a:xfrm>
            <a:off x="685800" y="4400549"/>
            <a:ext cx="5486400" cy="4284664"/>
          </a:xfrm>
        </p:spPr>
        <p:txBody>
          <a:bodyPr vert="horz" lIns="91440" tIns="45720" rIns="91440" bIns="45720" rtlCol="0">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b="0" i="0" kern="1200" dirty="0">
              <a:solidFill>
                <a:schemeClr val="tx1"/>
              </a:solidFill>
              <a:effectLst/>
              <a:latin typeface="Amazon Ember Regular" charset="0"/>
              <a:ea typeface="+mn-ea"/>
              <a:cs typeface="+mn-cs"/>
            </a:endParaRPr>
          </a:p>
        </p:txBody>
      </p:sp>
      <p:sp>
        <p:nvSpPr>
          <p:cNvPr id="4" name="Slide Number Placeholder 3">
            <a:extLst>
              <a:ext uri="{FF2B5EF4-FFF2-40B4-BE49-F238E27FC236}">
                <a16:creationId xmlns:a16="http://schemas.microsoft.com/office/drawing/2014/main" id="{D5208F26-3C02-F777-815B-C2B2A600027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3BA4F6F-8A8B-7946-B35D-4DFE080BB392}" type="slidenum">
              <a:rPr kumimoji="0" lang="en-US" alt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
        <p:nvSpPr>
          <p:cNvPr id="5" name="Date Placeholder 4">
            <a:extLst>
              <a:ext uri="{FF2B5EF4-FFF2-40B4-BE49-F238E27FC236}">
                <a16:creationId xmlns:a16="http://schemas.microsoft.com/office/drawing/2014/main" id="{D0A77BAE-91C5-1C54-BBC4-64885D986560}"/>
              </a:ext>
            </a:extLst>
          </p:cNvPr>
          <p:cNvSpPr>
            <a:spLocks noGrp="1"/>
          </p:cNvSpPr>
          <p:nvPr>
            <p:ph type="dt" idx="1"/>
          </p:nvPr>
        </p:nvSpPr>
        <p:spPr/>
        <p:txBody>
          <a:bodyPr/>
          <a:lstStyle/>
          <a:p>
            <a:fld id="{5480587A-429C-2C4A-B0C3-6AA5F1145E48}" type="datetime1">
              <a:rPr lang="en-CA" smtClean="0"/>
              <a:t>2026-03-30</a:t>
            </a:fld>
            <a:endParaRPr lang="en-US" dirty="0"/>
          </a:p>
        </p:txBody>
      </p:sp>
    </p:spTree>
    <p:extLst>
      <p:ext uri="{BB962C8B-B14F-4D97-AF65-F5344CB8AC3E}">
        <p14:creationId xmlns:p14="http://schemas.microsoft.com/office/powerpoint/2010/main" val="3482395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a:xfrm>
            <a:off x="685800" y="4400549"/>
            <a:ext cx="5486400" cy="4284664"/>
          </a:xfrm>
        </p:spPr>
        <p:txBody>
          <a:bodyPr vert="horz" lIns="91440" tIns="45720" rIns="91440" bIns="45720" rtlCol="0">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2400" b="0" i="0" kern="1200" dirty="0">
              <a:solidFill>
                <a:schemeClr val="tx1"/>
              </a:solidFill>
              <a:effectLst/>
              <a:latin typeface="Amazon Ember Regular"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3BA4F6F-8A8B-7946-B35D-4DFE080BB392}" type="slidenum">
              <a:rPr kumimoji="0" lang="en-US" alt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alt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
        <p:nvSpPr>
          <p:cNvPr id="5" name="Date Placeholder 4">
            <a:extLst>
              <a:ext uri="{FF2B5EF4-FFF2-40B4-BE49-F238E27FC236}">
                <a16:creationId xmlns:a16="http://schemas.microsoft.com/office/drawing/2014/main" id="{134A8B72-2A62-F644-A1D3-7D60233A5981}"/>
              </a:ext>
            </a:extLst>
          </p:cNvPr>
          <p:cNvSpPr>
            <a:spLocks noGrp="1"/>
          </p:cNvSpPr>
          <p:nvPr>
            <p:ph type="dt" idx="1"/>
          </p:nvPr>
        </p:nvSpPr>
        <p:spPr/>
        <p:txBody>
          <a:bodyPr/>
          <a:lstStyle/>
          <a:p>
            <a:fld id="{5480587A-429C-2C4A-B0C3-6AA5F1145E48}" type="datetime1">
              <a:rPr lang="en-CA" smtClean="0"/>
              <a:t>2026-03-30</a:t>
            </a:fld>
            <a:endParaRPr lang="en-US" dirty="0"/>
          </a:p>
        </p:txBody>
      </p:sp>
    </p:spTree>
    <p:extLst>
      <p:ext uri="{BB962C8B-B14F-4D97-AF65-F5344CB8AC3E}">
        <p14:creationId xmlns:p14="http://schemas.microsoft.com/office/powerpoint/2010/main" val="1027410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lang="en-US" b="0"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11</a:t>
            </a:fld>
            <a:endParaRPr lang="en-US" dirty="0"/>
          </a:p>
        </p:txBody>
      </p:sp>
    </p:spTree>
    <p:extLst>
      <p:ext uri="{BB962C8B-B14F-4D97-AF65-F5344CB8AC3E}">
        <p14:creationId xmlns:p14="http://schemas.microsoft.com/office/powerpoint/2010/main" val="2100932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lang="en-US" b="0" dirty="0"/>
          </a:p>
        </p:txBody>
      </p:sp>
      <p:sp>
        <p:nvSpPr>
          <p:cNvPr id="4" name="Slide Number Placeholder 3"/>
          <p:cNvSpPr>
            <a:spLocks noGrp="1"/>
          </p:cNvSpPr>
          <p:nvPr>
            <p:ph type="sldNum" sz="quarter" idx="10"/>
          </p:nvPr>
        </p:nvSpPr>
        <p:spPr/>
        <p:txBody>
          <a:bodyPr/>
          <a:lstStyle/>
          <a:p>
            <a:fld id="{69C3F2ED-74C5-7D4F-8560-0CC253E9A436}" type="slidenum">
              <a:rPr lang="en-US" smtClean="0"/>
              <a:pPr/>
              <a:t>12</a:t>
            </a:fld>
            <a:endParaRPr lang="en-US" dirty="0"/>
          </a:p>
        </p:txBody>
      </p:sp>
    </p:spTree>
    <p:extLst>
      <p:ext uri="{BB962C8B-B14F-4D97-AF65-F5344CB8AC3E}">
        <p14:creationId xmlns:p14="http://schemas.microsoft.com/office/powerpoint/2010/main" val="2744699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731520" rtl="0" eaLnBrk="1" fontAlgn="auto" latinLnBrk="0" hangingPunct="1">
              <a:lnSpc>
                <a:spcPct val="100000"/>
              </a:lnSpc>
              <a:spcBef>
                <a:spcPts val="0"/>
              </a:spcBef>
              <a:spcAft>
                <a:spcPts val="0"/>
              </a:spcAft>
              <a:buClrTx/>
              <a:buSzTx/>
              <a:buFontTx/>
              <a:buNone/>
              <a:tabLst/>
              <a:defRPr/>
            </a:pPr>
            <a:fld id="{69C3F2ED-74C5-7D4F-8560-0CC253E9A436}" type="slidenum">
              <a:rPr kumimoji="0" lang="en-US" sz="1200" b="0" i="0" u="none" strike="noStrike" kern="1200" cap="none" spc="0" normalizeH="0" baseline="0" noProof="0" smtClean="0">
                <a:ln>
                  <a:noFill/>
                </a:ln>
                <a:solidFill>
                  <a:prstClr val="black"/>
                </a:solidFill>
                <a:effectLst/>
                <a:uLnTx/>
                <a:uFillTx/>
                <a:latin typeface="Amazon Ember Regular" charset="0"/>
                <a:ea typeface="+mn-ea"/>
                <a:cs typeface="+mn-cs"/>
              </a:rPr>
              <a:pPr marL="0" marR="0" lvl="0" indent="0" algn="r" defTabSz="73152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mazon Ember Regular" charset="0"/>
              <a:ea typeface="+mn-ea"/>
              <a:cs typeface="+mn-cs"/>
            </a:endParaRPr>
          </a:p>
        </p:txBody>
      </p:sp>
    </p:spTree>
    <p:extLst>
      <p:ext uri="{BB962C8B-B14F-4D97-AF65-F5344CB8AC3E}">
        <p14:creationId xmlns:p14="http://schemas.microsoft.com/office/powerpoint/2010/main" val="2655648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p:cNvSpPr>
            <a:spLocks noGrp="1" noRot="1" noChangeAspect="1"/>
          </p:cNvSpPr>
          <p:nvPr>
            <p:ph type="sldImg"/>
          </p:nvPr>
        </p:nvSpPr>
        <p:spPr>
          <a:xfrm>
            <a:off x="438150" y="457200"/>
            <a:ext cx="5981700" cy="3363913"/>
          </a:xfrm>
          <a:prstGeom prst="rect">
            <a:avLst/>
          </a:prstGeom>
          <a:noFill/>
          <a:ln>
            <a:noFill/>
          </a:ln>
        </p:spPr>
      </p:sp>
      <p:sp>
        <p:nvSpPr>
          <p:cNvPr id="3" name="Shape"/>
          <p:cNvSpPr>
            <a:spLocks noGrp="1"/>
          </p:cNvSpPr>
          <p:nvPr>
            <p:ph type="body" idx="1"/>
          </p:nvPr>
        </p:nvSpPr>
        <p:spPr>
          <a:prstGeom prst="rect">
            <a:avLst/>
          </a:prstGeom>
          <a:noFill/>
          <a:ln>
            <a:noFill/>
          </a:ln>
        </p:spPr>
        <p:txBody>
          <a:bodyPr/>
          <a:lstStyle/>
          <a:p>
            <a:endParaRPr lang="en-US" altLang="en-US" sz="2000" dirty="0"/>
          </a:p>
        </p:txBody>
      </p:sp>
      <p:sp>
        <p:nvSpPr>
          <p:cNvPr id="4" name="Shape"/>
          <p:cNvSpPr>
            <a:spLocks noGrp="1"/>
          </p:cNvSpPr>
          <p:nvPr>
            <p:ph type="sldNum" sz="quarter" idx="10"/>
          </p:nvPr>
        </p:nvSpPr>
        <p:spPr>
          <a:prstGeom prst="rect">
            <a:avLst/>
          </a:prstGeom>
          <a:noFill/>
          <a:ln>
            <a:noFill/>
          </a:ln>
        </p:spPr>
        <p:txBody>
          <a:bodyPr/>
          <a:lstStyle/>
          <a:p>
            <a:fld id="{91FBE08C-2871-728C-42DC-D1A8EF60A12F}" type="slidenum">
              <a:rPr lang="en-US" altLang="en-US" smtClean="0"/>
              <a:t>16</a:t>
            </a:fld>
            <a:endParaRPr lang="en-US" altLang="en-US"/>
          </a:p>
        </p:txBody>
      </p:sp>
    </p:spTree>
    <p:extLst>
      <p:ext uri="{BB962C8B-B14F-4D97-AF65-F5344CB8AC3E}">
        <p14:creationId xmlns:p14="http://schemas.microsoft.com/office/powerpoint/2010/main" val="589965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p:cNvSpPr>
            <a:spLocks noGrp="1" noRot="1" noChangeAspect="1"/>
          </p:cNvSpPr>
          <p:nvPr>
            <p:ph type="sldImg"/>
          </p:nvPr>
        </p:nvSpPr>
        <p:spPr>
          <a:xfrm>
            <a:off x="438150" y="457200"/>
            <a:ext cx="5981700" cy="3363913"/>
          </a:xfrm>
          <a:prstGeom prst="rect">
            <a:avLst/>
          </a:prstGeom>
          <a:noFill/>
          <a:ln>
            <a:noFill/>
          </a:ln>
        </p:spPr>
      </p:sp>
      <p:sp>
        <p:nvSpPr>
          <p:cNvPr id="3" name="Shape"/>
          <p:cNvSpPr>
            <a:spLocks noGrp="1"/>
          </p:cNvSpPr>
          <p:nvPr>
            <p:ph type="body" idx="1"/>
          </p:nvPr>
        </p:nvSpPr>
        <p:spPr>
          <a:prstGeom prst="rect">
            <a:avLst/>
          </a:prstGeom>
          <a:noFill/>
          <a:ln>
            <a:noFill/>
          </a:ln>
        </p:spPr>
        <p:txBody>
          <a:bodyPr/>
          <a:lstStyle/>
          <a:p>
            <a:endParaRPr lang="en-US" altLang="en-US" sz="2000" dirty="0"/>
          </a:p>
        </p:txBody>
      </p:sp>
      <p:sp>
        <p:nvSpPr>
          <p:cNvPr id="4" name="Shape"/>
          <p:cNvSpPr>
            <a:spLocks noGrp="1"/>
          </p:cNvSpPr>
          <p:nvPr>
            <p:ph type="sldNum" sz="quarter" idx="10"/>
          </p:nvPr>
        </p:nvSpPr>
        <p:spPr>
          <a:prstGeom prst="rect">
            <a:avLst/>
          </a:prstGeom>
          <a:noFill/>
          <a:ln>
            <a:noFill/>
          </a:ln>
        </p:spPr>
        <p:txBody>
          <a:bodyPr/>
          <a:lstStyle/>
          <a:p>
            <a:fld id="{91FBE08C-2871-728C-42DC-D1A8EF60A12F}" type="slidenum">
              <a:rPr lang="en-US" altLang="en-US" smtClean="0"/>
              <a:t>17</a:t>
            </a:fld>
            <a:endParaRPr lang="en-US" altLang="en-US"/>
          </a:p>
        </p:txBody>
      </p:sp>
    </p:spTree>
    <p:extLst>
      <p:ext uri="{BB962C8B-B14F-4D97-AF65-F5344CB8AC3E}">
        <p14:creationId xmlns:p14="http://schemas.microsoft.com/office/powerpoint/2010/main" val="444303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5011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58736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707B8-505E-CB49-ABCB-9820C4CE08B9}"/>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FAD2958E-1832-B97A-5EC7-EC8EB2D8DFBD}"/>
              </a:ext>
            </a:extLst>
          </p:cNvPr>
          <p:cNvSpPr>
            <a:spLocks noGrp="1" noRot="1" noChangeAspect="1"/>
          </p:cNvSpPr>
          <p:nvPr>
            <p:ph type="sldImg"/>
          </p:nvPr>
        </p:nvSpPr>
        <p:spPr>
          <a:xfrm>
            <a:off x="438150" y="457200"/>
            <a:ext cx="5981700" cy="3363913"/>
          </a:xfrm>
          <a:prstGeom prst="rect">
            <a:avLst/>
          </a:prstGeom>
          <a:noFill/>
          <a:ln>
            <a:noFill/>
          </a:ln>
        </p:spPr>
      </p:sp>
      <p:sp>
        <p:nvSpPr>
          <p:cNvPr id="3" name="Shape">
            <a:extLst>
              <a:ext uri="{FF2B5EF4-FFF2-40B4-BE49-F238E27FC236}">
                <a16:creationId xmlns:a16="http://schemas.microsoft.com/office/drawing/2014/main" id="{57A9E8C8-0E06-FC03-12F0-2A650DE3D1AC}"/>
              </a:ext>
            </a:extLst>
          </p:cNvPr>
          <p:cNvSpPr>
            <a:spLocks noGrp="1"/>
          </p:cNvSpPr>
          <p:nvPr>
            <p:ph type="body" idx="1"/>
          </p:nvPr>
        </p:nvSpPr>
        <p:spPr>
          <a:prstGeom prst="rect">
            <a:avLst/>
          </a:prstGeom>
          <a:noFill/>
          <a:ln>
            <a:noFill/>
          </a:ln>
        </p:spPr>
        <p:txBody>
          <a:bodyPr/>
          <a:lstStyle/>
          <a:p>
            <a:endParaRPr lang="en-US" altLang="en-US" sz="2000" dirty="0"/>
          </a:p>
        </p:txBody>
      </p:sp>
      <p:sp>
        <p:nvSpPr>
          <p:cNvPr id="4" name="Shape">
            <a:extLst>
              <a:ext uri="{FF2B5EF4-FFF2-40B4-BE49-F238E27FC236}">
                <a16:creationId xmlns:a16="http://schemas.microsoft.com/office/drawing/2014/main" id="{F274D76B-F0B0-CB2A-F098-9E36387D75B0}"/>
              </a:ext>
            </a:extLst>
          </p:cNvPr>
          <p:cNvSpPr>
            <a:spLocks noGrp="1"/>
          </p:cNvSpPr>
          <p:nvPr>
            <p:ph type="sldNum" sz="quarter" idx="10"/>
          </p:nvPr>
        </p:nvSpPr>
        <p:spPr>
          <a:prstGeom prst="rect">
            <a:avLst/>
          </a:prstGeom>
          <a:noFill/>
          <a:ln>
            <a:noFill/>
          </a:ln>
        </p:spPr>
        <p:txBody>
          <a:bodyPr/>
          <a:lstStyle/>
          <a:p>
            <a:fld id="{91FBE08C-2871-728C-42DC-D1A8EF60A12F}" type="slidenum">
              <a:rPr lang="en-US" altLang="en-US" smtClean="0"/>
              <a:t>20</a:t>
            </a:fld>
            <a:endParaRPr lang="en-US" altLang="en-US"/>
          </a:p>
        </p:txBody>
      </p:sp>
    </p:spTree>
    <p:extLst>
      <p:ext uri="{BB962C8B-B14F-4D97-AF65-F5344CB8AC3E}">
        <p14:creationId xmlns:p14="http://schemas.microsoft.com/office/powerpoint/2010/main" val="3834805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jpeg"/><Relationship Id="rId1" Type="http://schemas.openxmlformats.org/officeDocument/2006/relationships/slideMaster" Target="../slideMasters/slideMaster2.xml"/><Relationship Id="rId4" Type="http://schemas.openxmlformats.org/officeDocument/2006/relationships/image" Target="../media/image26.sv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Option 2">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E9867D9-4E03-BC40-A581-CDECF19CDF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4" name="Title 1">
            <a:extLst>
              <a:ext uri="{FF2B5EF4-FFF2-40B4-BE49-F238E27FC236}">
                <a16:creationId xmlns:a16="http://schemas.microsoft.com/office/drawing/2014/main" id="{36AE1AEA-593B-894A-B38A-F72139FF4638}"/>
              </a:ext>
            </a:extLst>
          </p:cNvPr>
          <p:cNvSpPr>
            <a:spLocks noGrp="1"/>
          </p:cNvSpPr>
          <p:nvPr>
            <p:ph type="ctrTitle" hasCustomPrompt="1"/>
          </p:nvPr>
        </p:nvSpPr>
        <p:spPr>
          <a:xfrm>
            <a:off x="609598" y="2126159"/>
            <a:ext cx="6460999" cy="757130"/>
          </a:xfrm>
        </p:spPr>
        <p:txBody>
          <a:bodyPr wrap="square" anchor="t" anchorCtr="0"/>
          <a:lstStyle>
            <a:lvl1pPr algn="l">
              <a:defRPr sz="4800">
                <a:solidFill>
                  <a:schemeClr val="tx1"/>
                </a:solidFill>
              </a:defRPr>
            </a:lvl1pPr>
          </a:lstStyle>
          <a:p>
            <a:r>
              <a:rPr lang="en-US" dirty="0"/>
              <a:t>Enter title</a:t>
            </a:r>
          </a:p>
        </p:txBody>
      </p:sp>
      <p:sp>
        <p:nvSpPr>
          <p:cNvPr id="15" name="Subtitle 2">
            <a:extLst>
              <a:ext uri="{FF2B5EF4-FFF2-40B4-BE49-F238E27FC236}">
                <a16:creationId xmlns:a16="http://schemas.microsoft.com/office/drawing/2014/main" id="{DB1D3F9F-DA5D-F94D-9B05-D994315A9E7B}"/>
              </a:ext>
            </a:extLst>
          </p:cNvPr>
          <p:cNvSpPr>
            <a:spLocks noGrp="1"/>
          </p:cNvSpPr>
          <p:nvPr>
            <p:ph type="subTitle" idx="1" hasCustomPrompt="1"/>
          </p:nvPr>
        </p:nvSpPr>
        <p:spPr>
          <a:xfrm>
            <a:off x="609598" y="2906719"/>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7" name="Text Placeholder 7">
            <a:extLst>
              <a:ext uri="{FF2B5EF4-FFF2-40B4-BE49-F238E27FC236}">
                <a16:creationId xmlns:a16="http://schemas.microsoft.com/office/drawing/2014/main" id="{A30145AB-12A1-3C44-90EB-F748543442EF}"/>
              </a:ext>
            </a:extLst>
          </p:cNvPr>
          <p:cNvSpPr>
            <a:spLocks noGrp="1"/>
          </p:cNvSpPr>
          <p:nvPr>
            <p:ph type="body" sz="quarter" idx="10" hasCustomPrompt="1"/>
          </p:nvPr>
        </p:nvSpPr>
        <p:spPr>
          <a:xfrm>
            <a:off x="609598" y="1729418"/>
            <a:ext cx="6477002" cy="361335"/>
          </a:xfrm>
        </p:spPr>
        <p:txBody>
          <a:bodyPr wrap="square"/>
          <a:lstStyle>
            <a:lvl1pPr marL="0" indent="0">
              <a:spcAft>
                <a:spcPts val="0"/>
              </a:spcAft>
              <a:buNone/>
              <a:defRPr sz="1900" b="1" i="0" cap="all" spc="300" baseline="0">
                <a:solidFill>
                  <a:srgbClr val="7CE8F4"/>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4349712"/>
            <a:ext cx="3797302" cy="369332"/>
          </a:xfrm>
        </p:spPr>
        <p:txBody>
          <a:bodyPr wrap="square"/>
          <a:lstStyle>
            <a:lvl1pPr marL="0" indent="0">
              <a:spcAft>
                <a:spcPts val="0"/>
              </a:spcAft>
              <a:buNone/>
              <a:defRPr sz="2000" b="0" i="0" cap="none" spc="0" baseline="0"/>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4762500"/>
            <a:ext cx="3797302" cy="535531"/>
          </a:xfrm>
        </p:spPr>
        <p:txBody>
          <a:bodyPr wrap="square"/>
          <a:lstStyle>
            <a:lvl1pPr marL="0" indent="0">
              <a:spcAft>
                <a:spcPts val="300"/>
              </a:spcAft>
              <a:buNone/>
              <a:defRPr sz="1600"/>
            </a:lvl1pPr>
          </a:lstStyle>
          <a:p>
            <a:pPr lvl="0"/>
            <a:r>
              <a:rPr lang="en-US" dirty="0"/>
              <a:t>Speaker job title</a:t>
            </a:r>
            <a:br>
              <a:rPr lang="en-US" dirty="0"/>
            </a:br>
            <a:r>
              <a:rPr lang="en-US" dirty="0"/>
              <a:t>Speaker company</a:t>
            </a:r>
          </a:p>
        </p:txBody>
      </p:sp>
      <p:sp>
        <p:nvSpPr>
          <p:cNvPr id="13" name="TextBox 12">
            <a:extLst>
              <a:ext uri="{FF2B5EF4-FFF2-40B4-BE49-F238E27FC236}">
                <a16:creationId xmlns:a16="http://schemas.microsoft.com/office/drawing/2014/main" id="{6BB72998-CF78-E641-92D5-30F654C2CA87}"/>
              </a:ext>
            </a:extLst>
          </p:cNvPr>
          <p:cNvSpPr txBox="1"/>
          <p:nvPr userDrawn="1"/>
        </p:nvSpPr>
        <p:spPr>
          <a:xfrm>
            <a:off x="609600" y="6389813"/>
            <a:ext cx="1946367" cy="184666"/>
          </a:xfrm>
          <a:prstGeom prst="rect">
            <a:avLst/>
          </a:prstGeom>
          <a:noFill/>
        </p:spPr>
        <p:txBody>
          <a:bodyPr wrap="none" rtlCol="0">
            <a:spAutoFit/>
          </a:bodyPr>
          <a:lstStyle/>
          <a:p>
            <a:pPr algn="ctr"/>
            <a:r>
              <a:rPr lang="en-US" sz="600" dirty="0">
                <a:solidFill>
                  <a:schemeClr val="tx2"/>
                </a:solidFill>
              </a:rPr>
              <a:t>© 2022, Amazon Web Services, Inc. or its affiliates.</a:t>
            </a:r>
          </a:p>
        </p:txBody>
      </p:sp>
      <p:pic>
        <p:nvPicPr>
          <p:cNvPr id="19" name="Picture 18">
            <a:extLst>
              <a:ext uri="{FF2B5EF4-FFF2-40B4-BE49-F238E27FC236}">
                <a16:creationId xmlns:a16="http://schemas.microsoft.com/office/drawing/2014/main" id="{7BC2D801-7A3C-7E4F-8BE1-8EC894E11907}"/>
              </a:ext>
            </a:extLst>
          </p:cNvPr>
          <p:cNvPicPr>
            <a:picLocks noChangeAspect="1"/>
          </p:cNvPicPr>
          <p:nvPr userDrawn="1"/>
        </p:nvPicPr>
        <p:blipFill>
          <a:blip r:embed="rId3">
            <a:lum bright="100000"/>
          </a:blip>
          <a:stretch>
            <a:fillRect/>
          </a:stretch>
        </p:blipFill>
        <p:spPr>
          <a:xfrm>
            <a:off x="584546" y="504900"/>
            <a:ext cx="2597305" cy="685624"/>
          </a:xfrm>
          <a:prstGeom prst="rect">
            <a:avLst/>
          </a:prstGeom>
        </p:spPr>
      </p:pic>
    </p:spTree>
    <p:extLst>
      <p:ext uri="{BB962C8B-B14F-4D97-AF65-F5344CB8AC3E}">
        <p14:creationId xmlns:p14="http://schemas.microsoft.com/office/powerpoint/2010/main" val="761354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Option 6">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CCC0322-213C-8941-A8F2-7C11FD8A87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6" name="Title 1">
            <a:extLst>
              <a:ext uri="{FF2B5EF4-FFF2-40B4-BE49-F238E27FC236}">
                <a16:creationId xmlns:a16="http://schemas.microsoft.com/office/drawing/2014/main" id="{584D6622-7CDB-0346-9F81-BC83322E506A}"/>
              </a:ext>
            </a:extLst>
          </p:cNvPr>
          <p:cNvSpPr>
            <a:spLocks noGrp="1"/>
          </p:cNvSpPr>
          <p:nvPr>
            <p:ph type="ctrTitle" hasCustomPrompt="1"/>
          </p:nvPr>
        </p:nvSpPr>
        <p:spPr>
          <a:xfrm>
            <a:off x="609598" y="2126159"/>
            <a:ext cx="6460999" cy="757130"/>
          </a:xfrm>
        </p:spPr>
        <p:txBody>
          <a:bodyPr wrap="square" anchor="t" anchorCtr="0"/>
          <a:lstStyle>
            <a:lvl1pPr algn="l">
              <a:defRPr sz="4800">
                <a:solidFill>
                  <a:schemeClr val="tx1"/>
                </a:solidFill>
              </a:defRPr>
            </a:lvl1pPr>
          </a:lstStyle>
          <a:p>
            <a:r>
              <a:rPr lang="en-US" dirty="0"/>
              <a:t>Enter title</a:t>
            </a:r>
          </a:p>
        </p:txBody>
      </p:sp>
      <p:sp>
        <p:nvSpPr>
          <p:cNvPr id="17" name="Subtitle 2">
            <a:extLst>
              <a:ext uri="{FF2B5EF4-FFF2-40B4-BE49-F238E27FC236}">
                <a16:creationId xmlns:a16="http://schemas.microsoft.com/office/drawing/2014/main" id="{E5363823-2F0C-0841-B166-5A4172A26C2F}"/>
              </a:ext>
            </a:extLst>
          </p:cNvPr>
          <p:cNvSpPr>
            <a:spLocks noGrp="1"/>
          </p:cNvSpPr>
          <p:nvPr>
            <p:ph type="subTitle" idx="1" hasCustomPrompt="1"/>
          </p:nvPr>
        </p:nvSpPr>
        <p:spPr>
          <a:xfrm>
            <a:off x="609598" y="2906719"/>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8" name="Text Placeholder 7">
            <a:extLst>
              <a:ext uri="{FF2B5EF4-FFF2-40B4-BE49-F238E27FC236}">
                <a16:creationId xmlns:a16="http://schemas.microsoft.com/office/drawing/2014/main" id="{D7B3BD43-81FA-E84E-A70F-F0EF4389AFB2}"/>
              </a:ext>
            </a:extLst>
          </p:cNvPr>
          <p:cNvSpPr>
            <a:spLocks noGrp="1"/>
          </p:cNvSpPr>
          <p:nvPr>
            <p:ph type="body" sz="quarter" idx="10" hasCustomPrompt="1"/>
          </p:nvPr>
        </p:nvSpPr>
        <p:spPr>
          <a:xfrm>
            <a:off x="609598" y="1729418"/>
            <a:ext cx="6477002" cy="361335"/>
          </a:xfrm>
        </p:spPr>
        <p:txBody>
          <a:bodyPr wrap="square"/>
          <a:lstStyle>
            <a:lvl1pPr marL="0" indent="0">
              <a:spcAft>
                <a:spcPts val="0"/>
              </a:spcAft>
              <a:buNone/>
              <a:defRPr sz="1900" b="1" i="0" cap="all" spc="300" baseline="0">
                <a:solidFill>
                  <a:srgbClr val="7CE8F4"/>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4349712"/>
            <a:ext cx="3797302" cy="369332"/>
          </a:xfrm>
        </p:spPr>
        <p:txBody>
          <a:bodyPr wrap="square"/>
          <a:lstStyle>
            <a:lvl1pPr marL="0" indent="0">
              <a:spcAft>
                <a:spcPts val="0"/>
              </a:spcAft>
              <a:buNone/>
              <a:defRPr sz="2000" b="0" i="0" cap="none" spc="0" baseline="0"/>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4762500"/>
            <a:ext cx="3797302" cy="535531"/>
          </a:xfrm>
        </p:spPr>
        <p:txBody>
          <a:bodyPr wrap="square"/>
          <a:lstStyle>
            <a:lvl1pPr marL="0" indent="0">
              <a:spcAft>
                <a:spcPts val="300"/>
              </a:spcAft>
              <a:buNone/>
              <a:defRPr sz="1600"/>
            </a:lvl1pPr>
          </a:lstStyle>
          <a:p>
            <a:pPr lvl="0"/>
            <a:r>
              <a:rPr lang="en-US" dirty="0"/>
              <a:t>Speaker job title</a:t>
            </a:r>
            <a:br>
              <a:rPr lang="en-US" dirty="0"/>
            </a:br>
            <a:r>
              <a:rPr lang="en-US" dirty="0"/>
              <a:t>Speaker company</a:t>
            </a:r>
          </a:p>
        </p:txBody>
      </p:sp>
      <p:sp>
        <p:nvSpPr>
          <p:cNvPr id="15" name="TextBox 14">
            <a:extLst>
              <a:ext uri="{FF2B5EF4-FFF2-40B4-BE49-F238E27FC236}">
                <a16:creationId xmlns:a16="http://schemas.microsoft.com/office/drawing/2014/main" id="{0971CFF5-8D12-D644-B3DD-B5544FAAACE1}"/>
              </a:ext>
            </a:extLst>
          </p:cNvPr>
          <p:cNvSpPr txBox="1"/>
          <p:nvPr userDrawn="1"/>
        </p:nvSpPr>
        <p:spPr>
          <a:xfrm>
            <a:off x="609600" y="6389813"/>
            <a:ext cx="1946367" cy="184666"/>
          </a:xfrm>
          <a:prstGeom prst="rect">
            <a:avLst/>
          </a:prstGeom>
          <a:noFill/>
        </p:spPr>
        <p:txBody>
          <a:bodyPr wrap="none" rtlCol="0">
            <a:spAutoFit/>
          </a:bodyPr>
          <a:lstStyle/>
          <a:p>
            <a:pPr algn="ctr"/>
            <a:r>
              <a:rPr lang="en-GB" sz="600">
                <a:solidFill>
                  <a:schemeClr val="tx2"/>
                </a:solidFill>
              </a:rPr>
              <a:t>© 2026, Amazon Web Services, Inc. or its affiliates.</a:t>
            </a:r>
            <a:endParaRPr lang="en-US" sz="600" dirty="0">
              <a:solidFill>
                <a:schemeClr val="tx2"/>
              </a:solidFill>
            </a:endParaRPr>
          </a:p>
        </p:txBody>
      </p:sp>
      <p:pic>
        <p:nvPicPr>
          <p:cNvPr id="13" name="Picture 12">
            <a:extLst>
              <a:ext uri="{FF2B5EF4-FFF2-40B4-BE49-F238E27FC236}">
                <a16:creationId xmlns:a16="http://schemas.microsoft.com/office/drawing/2014/main" id="{C2B81248-043B-A04A-BBE7-D5B3EDB88E19}"/>
              </a:ext>
            </a:extLst>
          </p:cNvPr>
          <p:cNvPicPr>
            <a:picLocks noChangeAspect="1"/>
          </p:cNvPicPr>
          <p:nvPr userDrawn="1"/>
        </p:nvPicPr>
        <p:blipFill>
          <a:blip r:embed="rId3">
            <a:lum bright="100000"/>
          </a:blip>
          <a:stretch>
            <a:fillRect/>
          </a:stretch>
        </p:blipFill>
        <p:spPr>
          <a:xfrm>
            <a:off x="609598" y="497903"/>
            <a:ext cx="2597305" cy="685624"/>
          </a:xfrm>
          <a:prstGeom prst="rect">
            <a:avLst/>
          </a:prstGeom>
        </p:spPr>
      </p:pic>
    </p:spTree>
    <p:extLst>
      <p:ext uri="{BB962C8B-B14F-4D97-AF65-F5344CB8AC3E}">
        <p14:creationId xmlns:p14="http://schemas.microsoft.com/office/powerpoint/2010/main" val="712681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Option 10">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6767787-B02E-4B4D-B5BB-59EAED9F71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6" name="Title 1">
            <a:extLst>
              <a:ext uri="{FF2B5EF4-FFF2-40B4-BE49-F238E27FC236}">
                <a16:creationId xmlns:a16="http://schemas.microsoft.com/office/drawing/2014/main" id="{02CA11BF-740D-8B43-B6DD-4A1F084A4666}"/>
              </a:ext>
            </a:extLst>
          </p:cNvPr>
          <p:cNvSpPr>
            <a:spLocks noGrp="1"/>
          </p:cNvSpPr>
          <p:nvPr>
            <p:ph type="ctrTitle" hasCustomPrompt="1"/>
          </p:nvPr>
        </p:nvSpPr>
        <p:spPr>
          <a:xfrm>
            <a:off x="609598" y="2126159"/>
            <a:ext cx="6460999" cy="757130"/>
          </a:xfrm>
        </p:spPr>
        <p:txBody>
          <a:bodyPr wrap="square" anchor="t" anchorCtr="0"/>
          <a:lstStyle>
            <a:lvl1pPr algn="l">
              <a:defRPr sz="4800">
                <a:solidFill>
                  <a:schemeClr val="tx1"/>
                </a:solidFill>
              </a:defRPr>
            </a:lvl1pPr>
          </a:lstStyle>
          <a:p>
            <a:r>
              <a:rPr lang="en-US" dirty="0"/>
              <a:t>Enter title</a:t>
            </a:r>
          </a:p>
        </p:txBody>
      </p:sp>
      <p:sp>
        <p:nvSpPr>
          <p:cNvPr id="17" name="Subtitle 2">
            <a:extLst>
              <a:ext uri="{FF2B5EF4-FFF2-40B4-BE49-F238E27FC236}">
                <a16:creationId xmlns:a16="http://schemas.microsoft.com/office/drawing/2014/main" id="{9B7C872B-2728-A345-9121-B8CC6D9BD90C}"/>
              </a:ext>
            </a:extLst>
          </p:cNvPr>
          <p:cNvSpPr>
            <a:spLocks noGrp="1"/>
          </p:cNvSpPr>
          <p:nvPr>
            <p:ph type="subTitle" idx="1" hasCustomPrompt="1"/>
          </p:nvPr>
        </p:nvSpPr>
        <p:spPr>
          <a:xfrm>
            <a:off x="609598" y="2906719"/>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8" name="Text Placeholder 7">
            <a:extLst>
              <a:ext uri="{FF2B5EF4-FFF2-40B4-BE49-F238E27FC236}">
                <a16:creationId xmlns:a16="http://schemas.microsoft.com/office/drawing/2014/main" id="{6779E7EE-3611-5245-A037-0CBA14E84A3E}"/>
              </a:ext>
            </a:extLst>
          </p:cNvPr>
          <p:cNvSpPr>
            <a:spLocks noGrp="1"/>
          </p:cNvSpPr>
          <p:nvPr>
            <p:ph type="body" sz="quarter" idx="10" hasCustomPrompt="1"/>
          </p:nvPr>
        </p:nvSpPr>
        <p:spPr>
          <a:xfrm>
            <a:off x="609598" y="1729418"/>
            <a:ext cx="6477002" cy="361335"/>
          </a:xfrm>
        </p:spPr>
        <p:txBody>
          <a:bodyPr wrap="square"/>
          <a:lstStyle>
            <a:lvl1pPr marL="0" indent="0">
              <a:spcAft>
                <a:spcPts val="0"/>
              </a:spcAft>
              <a:buNone/>
              <a:defRPr sz="1900" b="1" i="0" cap="all" spc="300" baseline="0">
                <a:solidFill>
                  <a:srgbClr val="7CE8F4"/>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4349712"/>
            <a:ext cx="3797302" cy="369332"/>
          </a:xfrm>
        </p:spPr>
        <p:txBody>
          <a:bodyPr wrap="square"/>
          <a:lstStyle>
            <a:lvl1pPr marL="0" indent="0">
              <a:spcAft>
                <a:spcPts val="0"/>
              </a:spcAft>
              <a:buNone/>
              <a:defRPr sz="2000" b="0" i="0" cap="none" spc="0" baseline="0"/>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4762500"/>
            <a:ext cx="3797302" cy="535531"/>
          </a:xfrm>
        </p:spPr>
        <p:txBody>
          <a:bodyPr wrap="square"/>
          <a:lstStyle>
            <a:lvl1pPr marL="0" indent="0">
              <a:spcAft>
                <a:spcPts val="300"/>
              </a:spcAft>
              <a:buNone/>
              <a:defRPr sz="1600"/>
            </a:lvl1pPr>
          </a:lstStyle>
          <a:p>
            <a:pPr lvl="0"/>
            <a:r>
              <a:rPr lang="en-US" dirty="0"/>
              <a:t>Speaker job title</a:t>
            </a:r>
            <a:br>
              <a:rPr lang="en-US" dirty="0"/>
            </a:br>
            <a:r>
              <a:rPr lang="en-US" dirty="0"/>
              <a:t>Speaker company</a:t>
            </a:r>
          </a:p>
        </p:txBody>
      </p:sp>
      <p:sp>
        <p:nvSpPr>
          <p:cNvPr id="15" name="TextBox 14">
            <a:extLst>
              <a:ext uri="{FF2B5EF4-FFF2-40B4-BE49-F238E27FC236}">
                <a16:creationId xmlns:a16="http://schemas.microsoft.com/office/drawing/2014/main" id="{87BC71C6-2646-9C46-BBEA-526E344D7234}"/>
              </a:ext>
            </a:extLst>
          </p:cNvPr>
          <p:cNvSpPr txBox="1"/>
          <p:nvPr userDrawn="1"/>
        </p:nvSpPr>
        <p:spPr>
          <a:xfrm>
            <a:off x="609600" y="6389813"/>
            <a:ext cx="1946367" cy="184666"/>
          </a:xfrm>
          <a:prstGeom prst="rect">
            <a:avLst/>
          </a:prstGeom>
          <a:noFill/>
        </p:spPr>
        <p:txBody>
          <a:bodyPr wrap="none" rtlCol="0">
            <a:spAutoFit/>
          </a:bodyPr>
          <a:lstStyle/>
          <a:p>
            <a:pPr algn="ctr"/>
            <a:r>
              <a:rPr lang="en-GB" sz="600">
                <a:solidFill>
                  <a:schemeClr val="tx2"/>
                </a:solidFill>
              </a:rPr>
              <a:t>© 2026, Amazon Web Services, Inc. or its affiliates.</a:t>
            </a:r>
            <a:endParaRPr lang="en-US" sz="600" dirty="0">
              <a:solidFill>
                <a:schemeClr val="tx2"/>
              </a:solidFill>
            </a:endParaRPr>
          </a:p>
        </p:txBody>
      </p:sp>
      <p:pic>
        <p:nvPicPr>
          <p:cNvPr id="13" name="Picture 12">
            <a:extLst>
              <a:ext uri="{FF2B5EF4-FFF2-40B4-BE49-F238E27FC236}">
                <a16:creationId xmlns:a16="http://schemas.microsoft.com/office/drawing/2014/main" id="{001D3B8F-3C9D-B448-8A32-86D13C468C8F}"/>
              </a:ext>
            </a:extLst>
          </p:cNvPr>
          <p:cNvPicPr>
            <a:picLocks noChangeAspect="1"/>
          </p:cNvPicPr>
          <p:nvPr userDrawn="1"/>
        </p:nvPicPr>
        <p:blipFill>
          <a:blip r:embed="rId3">
            <a:lum bright="100000"/>
          </a:blip>
          <a:stretch>
            <a:fillRect/>
          </a:stretch>
        </p:blipFill>
        <p:spPr>
          <a:xfrm>
            <a:off x="609598" y="497903"/>
            <a:ext cx="2597305" cy="685624"/>
          </a:xfrm>
          <a:prstGeom prst="rect">
            <a:avLst/>
          </a:prstGeom>
        </p:spPr>
      </p:pic>
    </p:spTree>
    <p:extLst>
      <p:ext uri="{BB962C8B-B14F-4D97-AF65-F5344CB8AC3E}">
        <p14:creationId xmlns:p14="http://schemas.microsoft.com/office/powerpoint/2010/main" val="324589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p:txBody>
          <a:bodyPr/>
          <a:lstStyle>
            <a:lvl1pPr>
              <a:defRPr/>
            </a:lvl1pPr>
          </a:lstStyle>
          <a:p>
            <a:r>
              <a:rPr lang="en-US" dirty="0"/>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518944"/>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7D3142E2-737D-A245-A43E-D66792DD72C8}" type="datetime1">
              <a:rPr lang="en-US" smtClean="0"/>
              <a:t>3/30/2026</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7061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p>
            <a:fld id="{E1357BCE-DF1C-9941-A12E-A31A5F71AD93}" type="datetime1">
              <a:rPr lang="en-US" smtClean="0"/>
              <a:t>3/30/2026</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42579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258532"/>
          </a:xfrm>
        </p:spPr>
        <p:txBody>
          <a:bodyPr/>
          <a:lstStyle>
            <a:lvl1pPr marL="0" indent="0">
              <a:buNone/>
              <a:defRPr sz="1200" b="1" i="0" cap="all" spc="300" baseline="0"/>
            </a:lvl1pPr>
          </a:lstStyle>
          <a:p>
            <a:pPr lvl="0"/>
            <a:r>
              <a:rPr lang="en-US" dirty="0"/>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p>
            <a:fld id="{2AAE77B9-760B-8040-A41E-8B5B73F4B26D}" type="datetime1">
              <a:rPr lang="en-US" smtClean="0"/>
              <a:t>3/30/2026</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02420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p>
            <a:fld id="{FE35BE89-FE1B-4E4D-90F0-7B3CCBA597B3}" type="datetime1">
              <a:rPr lang="en-US" smtClean="0"/>
              <a:t>3/30/2026</a:t>
            </a:fld>
            <a:endParaRPr lang="en-US" dirty="0"/>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4933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p>
            <a:fld id="{200866B5-5A5C-8240-98AA-260A2F078626}" type="datetime1">
              <a:rPr lang="en-US" smtClean="0"/>
              <a:t>3/30/2026</a:t>
            </a:fld>
            <a:endParaRPr lang="en-US"/>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597322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a:defRPr/>
            </a:lvl1pPr>
            <a:lvl5pPr>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p>
            <a:fld id="{22773CBB-035E-144E-8241-1E6656880D89}" type="datetime1">
              <a:rPr lang="en-US" smtClean="0"/>
              <a:t>3/30/2026</a:t>
            </a:fld>
            <a:endParaRPr lang="en-US"/>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17419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33600"/>
            <a:ext cx="10972800" cy="40767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609600" y="1455968"/>
            <a:ext cx="10972800" cy="258532"/>
          </a:xfrm>
        </p:spPr>
        <p:txBody>
          <a:bodyPr/>
          <a:lstStyle>
            <a:lvl1pPr marL="0" indent="0">
              <a:buNone/>
              <a:defRPr sz="1200" b="1" i="0" cap="all" spc="300" baseline="0"/>
            </a:lvl1pPr>
          </a:lstStyle>
          <a:p>
            <a:pPr lvl="0"/>
            <a:r>
              <a:rPr lang="en-US" dirty="0"/>
              <a:t>Enter subtitle</a:t>
            </a:r>
          </a:p>
        </p:txBody>
      </p:sp>
      <p:sp>
        <p:nvSpPr>
          <p:cNvPr id="4" name="Date Placeholder 3">
            <a:extLst>
              <a:ext uri="{FF2B5EF4-FFF2-40B4-BE49-F238E27FC236}">
                <a16:creationId xmlns:a16="http://schemas.microsoft.com/office/drawing/2014/main" id="{20FFB481-AB60-43A3-947D-B4556E8AB26A}"/>
              </a:ext>
            </a:extLst>
          </p:cNvPr>
          <p:cNvSpPr>
            <a:spLocks noGrp="1"/>
          </p:cNvSpPr>
          <p:nvPr>
            <p:ph type="dt" sz="half" idx="11"/>
          </p:nvPr>
        </p:nvSpPr>
        <p:spPr/>
        <p:txBody>
          <a:bodyPr/>
          <a:lstStyle/>
          <a:p>
            <a:fld id="{ADE46FA6-622A-8E43-88F7-F7F06FFECE9A}" type="datetime1">
              <a:rPr lang="en-US" smtClean="0"/>
              <a:t>3/30/2026</a:t>
            </a:fld>
            <a:endParaRPr lang="en-US"/>
          </a:p>
        </p:txBody>
      </p:sp>
      <p:sp>
        <p:nvSpPr>
          <p:cNvPr id="6" name="Footer Placeholder 5">
            <a:extLst>
              <a:ext uri="{FF2B5EF4-FFF2-40B4-BE49-F238E27FC236}">
                <a16:creationId xmlns:a16="http://schemas.microsoft.com/office/drawing/2014/main" id="{904A915F-71E7-41C4-907A-C8F1E2D177D1}"/>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BC7AFA98-7BE3-48BD-9D56-EE4F5EEB238C}"/>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4164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3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981200"/>
            <a:ext cx="10972800" cy="4229100"/>
          </a:xfrm>
        </p:spPr>
        <p:txBody>
          <a:bodyPr/>
          <a:lstStyle>
            <a:lvl1pPr>
              <a:defRPr/>
            </a:lvl1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609600" y="1457034"/>
            <a:ext cx="10972800" cy="258532"/>
          </a:xfrm>
        </p:spPr>
        <p:txBody>
          <a:bodyPr/>
          <a:lstStyle>
            <a:lvl1pPr marL="0" indent="0">
              <a:buNone/>
              <a:defRPr sz="1200" b="1" i="0" cap="all" spc="300" baseline="0"/>
            </a:lvl1pPr>
          </a:lstStyle>
          <a:p>
            <a:pPr lvl="0"/>
            <a:r>
              <a:rPr lang="en-US" dirty="0"/>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p>
            <a:fld id="{9DD19F2F-2BF4-0240-9543-882EF6747C2E}" type="datetime1">
              <a:rPr lang="en-US" smtClean="0"/>
              <a:t>3/30/2026</a:t>
            </a:fld>
            <a:endParaRPr lang="en-US"/>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094173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2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609600" y="914401"/>
            <a:ext cx="5334000" cy="1085849"/>
          </a:xfrm>
        </p:spPr>
        <p:txBody>
          <a:bodyPr/>
          <a:lstStyle>
            <a:lvl1pPr>
              <a:defRPr/>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4038599"/>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a:t>
            </a:r>
          </a:p>
          <a:p>
            <a:pPr lvl="1"/>
            <a:r>
              <a:rPr lang="en-US" dirty="0"/>
              <a:t>Second level</a:t>
            </a:r>
          </a:p>
          <a:p>
            <a:pPr lvl="2"/>
            <a:r>
              <a:rPr lang="en-US" dirty="0"/>
              <a:t>Third level</a:t>
            </a:r>
          </a:p>
        </p:txBody>
      </p:sp>
      <p:sp>
        <p:nvSpPr>
          <p:cNvPr id="5" name="Picture Placeholder 4">
            <a:extLst>
              <a:ext uri="{FF2B5EF4-FFF2-40B4-BE49-F238E27FC236}">
                <a16:creationId xmlns:a16="http://schemas.microsoft.com/office/drawing/2014/main" id="{F3B2582F-3FE9-42AC-8572-5C27E1A8E55F}"/>
              </a:ext>
            </a:extLst>
          </p:cNvPr>
          <p:cNvSpPr>
            <a:spLocks noGrp="1"/>
          </p:cNvSpPr>
          <p:nvPr>
            <p:ph type="pic" sz="quarter" idx="10" hasCustomPrompt="1"/>
          </p:nvPr>
        </p:nvSpPr>
        <p:spPr>
          <a:xfrm>
            <a:off x="6248400" y="0"/>
            <a:ext cx="5943600" cy="6858000"/>
          </a:xfrm>
        </p:spPr>
        <p:txBody>
          <a:bodyPr anchor="ctr">
            <a:noAutofit/>
          </a:bodyPr>
          <a:lstStyle>
            <a:lvl1pPr marL="0" indent="0" algn="ctr">
              <a:buNone/>
              <a:defRPr/>
            </a:lvl1pPr>
          </a:lstStyle>
          <a:p>
            <a:r>
              <a:rPr lang="en-US" dirty="0"/>
              <a:t>Click (or paste) to insert picture</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p>
            <a:fld id="{F101FDF5-4B64-FC43-946E-5632B56746F2}" type="datetime1">
              <a:rPr lang="en-US" smtClean="0"/>
              <a:t>3/30/2026</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17291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44958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p>
            <a:fld id="{0879DE7C-57E7-284B-A33E-6D0E02028338}" type="datetime1">
              <a:rPr lang="en-US" smtClean="0"/>
              <a:t>3/30/2026</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4481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a:lvl1pPr>
          </a:lstStyle>
          <a:p>
            <a:r>
              <a:rPr lang="en-US" dirty="0"/>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5248656"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5248656"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334125" y="1743647"/>
            <a:ext cx="5248656"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6334125" y="2141554"/>
            <a:ext cx="5248656"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p>
            <a:fld id="{D4DD2611-D82F-2A4D-A5DE-40ABD14BD6C4}" type="datetime1">
              <a:rPr lang="en-US" smtClean="0"/>
              <a:t>3/30/2026</a:t>
            </a:fld>
            <a:endParaRPr lang="en-US"/>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1040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p>
            <a:fld id="{BE792ED2-53CD-0445-A178-89CFABCF3992}" type="datetime1">
              <a:rPr lang="en-US" smtClean="0"/>
              <a:t>3/30/2026</a:t>
            </a:fld>
            <a:endParaRPr lang="en-US"/>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704503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a:lvl1pPr>
          </a:lstStyle>
          <a:p>
            <a:r>
              <a:rPr lang="en-US" dirty="0"/>
              <a:t>Three-column layout with subheadings and images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p>
            <a:fld id="{EEF9AE92-BDA6-334C-B776-595ADBCC7083}" type="datetime1">
              <a:rPr lang="en-US" smtClean="0"/>
              <a:t>3/30/2026</a:t>
            </a:fld>
            <a:endParaRPr lang="en-US"/>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p>
            <a:fld id="{EB4B8DE2-A4E8-46E4-8BBF-D75455EFF32C}" type="slidenum">
              <a:rPr lang="en-US" smtClean="0"/>
              <a:pPr/>
              <a:t>‹#›</a:t>
            </a:fld>
            <a:endParaRPr lang="en-US"/>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a:lvl1pPr>
          </a:lstStyle>
          <a:p>
            <a:r>
              <a:rPr lang="en-US" dirty="0"/>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a:lvl1pPr>
          </a:lstStyle>
          <a:p>
            <a:r>
              <a:rPr lang="en-US" dirty="0"/>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a:lvl1pPr>
          </a:lstStyle>
          <a:p>
            <a:r>
              <a:rPr lang="en-US" dirty="0"/>
              <a:t>Click icon to add image</a:t>
            </a:r>
          </a:p>
        </p:txBody>
      </p:sp>
    </p:spTree>
    <p:extLst>
      <p:ext uri="{BB962C8B-B14F-4D97-AF65-F5344CB8AC3E}">
        <p14:creationId xmlns:p14="http://schemas.microsoft.com/office/powerpoint/2010/main" val="154642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p>
            <a:fld id="{57543A10-8BC2-9248-86DA-BAD08EDEBD3C}" type="datetime1">
              <a:rPr lang="en-US" smtClean="0"/>
              <a:t>3/30/2026</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70366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609600" y="917577"/>
            <a:ext cx="10972800" cy="535531"/>
          </a:xfrm>
        </p:spPr>
        <p:txBody>
          <a:bodyPr anchor="t" anchorCtr="0"/>
          <a:lstStyle>
            <a:lvl1pPr>
              <a:defRPr sz="3200"/>
            </a:lvl1pPr>
          </a:lstStyle>
          <a:p>
            <a:r>
              <a:rPr lang="en-US" dirty="0"/>
              <a:t>Picture with caption layout</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714500"/>
            <a:ext cx="5372100" cy="4495799"/>
          </a:xfrm>
        </p:spPr>
        <p:txBody>
          <a:bodyPr>
            <a:no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609598" y="1714501"/>
            <a:ext cx="5372101" cy="4495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p>
            <a:fld id="{64AB37A7-EC66-974C-80B5-3ECED48AFACC}" type="datetime1">
              <a:rPr lang="en-US" smtClean="0"/>
              <a:t>3/30/2026</a:t>
            </a:fld>
            <a:endParaRPr lang="en-US"/>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82962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solidFill>
            <a:schemeClr val="bg2"/>
          </a:solidFill>
        </p:spPr>
        <p:txBody>
          <a:bodyPr anchor="ctr">
            <a:noAutofit/>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10697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er logo w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p>
            <a:fld id="{88594736-AEEA-CA4D-A45D-F1E9AE486A50}" type="datetime1">
              <a:rPr lang="en-US" smtClean="0"/>
              <a:t>3/30/2026</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Tree>
    <p:extLst>
      <p:ext uri="{BB962C8B-B14F-4D97-AF65-F5344CB8AC3E}">
        <p14:creationId xmlns:p14="http://schemas.microsoft.com/office/powerpoint/2010/main" val="3958306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p>
            <a:fld id="{767BBC9A-0A84-704A-B666-B8A1940C4579}" type="datetime1">
              <a:rPr lang="en-US" smtClean="0"/>
              <a:t>3/30/2026</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6" name="Rectangle 5">
            <a:extLst>
              <a:ext uri="{FF2B5EF4-FFF2-40B4-BE49-F238E27FC236}">
                <a16:creationId xmlns:a16="http://schemas.microsoft.com/office/drawing/2014/main" id="{4BB11844-EDC2-4BBC-9655-791EDDE7A288}"/>
              </a:ext>
            </a:extLst>
          </p:cNvPr>
          <p:cNvSpPr/>
          <p:nvPr userDrawn="1"/>
        </p:nvSpPr>
        <p:spPr>
          <a:xfrm>
            <a:off x="0" y="1682496"/>
            <a:ext cx="12192000" cy="42428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chemeClr val="tx1"/>
              </a:solidFill>
            </a:endParaRPr>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a:solidFill>
                  <a:schemeClr val="bg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Tree>
    <p:extLst>
      <p:ext uri="{BB962C8B-B14F-4D97-AF65-F5344CB8AC3E}">
        <p14:creationId xmlns:p14="http://schemas.microsoft.com/office/powerpoint/2010/main" val="9628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4495800"/>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p>
            <a:fld id="{DABA0261-0528-3F49-90E4-ED82054FBC74}" type="datetime1">
              <a:rPr lang="en-US" smtClean="0"/>
              <a:t>3/30/2026</a:t>
            </a:fld>
            <a:endParaRPr lang="en-US"/>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61762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subtitle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0"/>
            <a:ext cx="5248274" cy="40767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598"/>
            <a:ext cx="5248276" cy="40767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619125" y="1455968"/>
            <a:ext cx="10972800" cy="258532"/>
          </a:xfrm>
        </p:spPr>
        <p:txBody>
          <a:bodyPr/>
          <a:lstStyle>
            <a:lvl1pPr marL="0" indent="0">
              <a:buNone/>
              <a:defRPr sz="1200" b="1" i="0" cap="all" spc="300" baseline="0"/>
            </a:lvl1pPr>
          </a:lstStyle>
          <a:p>
            <a:pPr lvl="0"/>
            <a:r>
              <a:rPr lang="en-US" dirty="0"/>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p>
            <a:fld id="{B2BB5261-66CB-0E42-A541-23C79B1094A5}" type="datetime1">
              <a:rPr lang="en-US" smtClean="0"/>
              <a:t>3/30/2026</a:t>
            </a:fld>
            <a:endParaRPr lang="en-US"/>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p>
            <a:endParaRPr lang="en-US"/>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9854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subtitle,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1"/>
            <a:ext cx="5248274" cy="4076699"/>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600"/>
            <a:ext cx="5248276" cy="4076699"/>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619125" y="1455968"/>
            <a:ext cx="10972800" cy="258532"/>
          </a:xfrm>
        </p:spPr>
        <p:txBody>
          <a:bodyPr/>
          <a:lstStyle>
            <a:lvl1pPr marL="0" indent="0">
              <a:buNone/>
              <a:defRPr sz="1200" b="1" i="0" cap="all" spc="300" baseline="0"/>
            </a:lvl1pPr>
          </a:lstStyle>
          <a:p>
            <a:pPr lvl="0"/>
            <a:r>
              <a:rPr lang="en-US" dirty="0"/>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p>
            <a:fld id="{52B3D859-AEC0-B944-89C8-F47739C34C42}" type="datetime1">
              <a:rPr lang="en-US" smtClean="0"/>
              <a:t>3/30/2026</a:t>
            </a:fld>
            <a:endParaRPr lang="en-US"/>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p>
            <a:endParaRPr lang="en-US"/>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92114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609599" y="1995221"/>
            <a:ext cx="8067261" cy="1900504"/>
          </a:xfrm>
        </p:spPr>
        <p:txBody>
          <a:bodyPr anchor="b" anchorCtr="0"/>
          <a:lstStyle>
            <a:lvl1pPr>
              <a:defRPr sz="4400"/>
            </a:lvl1pPr>
          </a:lstStyle>
          <a:p>
            <a:r>
              <a:rPr lang="en-US" dirty="0"/>
              <a:t>Enter quote here. Reposition quote mark graphics to frame the quote.</a:t>
            </a:r>
          </a:p>
        </p:txBody>
      </p:sp>
      <p:sp>
        <p:nvSpPr>
          <p:cNvPr id="6" name="Text Placeholder 15">
            <a:extLst>
              <a:ext uri="{FF2B5EF4-FFF2-40B4-BE49-F238E27FC236}">
                <a16:creationId xmlns:a16="http://schemas.microsoft.com/office/drawing/2014/main" id="{2AB32ED6-534B-4417-86C2-7D43CBC56BD1}"/>
              </a:ext>
            </a:extLst>
          </p:cNvPr>
          <p:cNvSpPr>
            <a:spLocks noGrp="1"/>
          </p:cNvSpPr>
          <p:nvPr>
            <p:ph type="body" sz="quarter" idx="13" hasCustomPrompt="1"/>
          </p:nvPr>
        </p:nvSpPr>
        <p:spPr>
          <a:xfrm>
            <a:off x="300036" y="1981200"/>
            <a:ext cx="309563" cy="309563"/>
          </a:xfrm>
          <a:blipFill>
            <a:blip r:embed="rId2"/>
            <a:stretch>
              <a:fillRect/>
            </a:stretch>
          </a:blipFill>
        </p:spPr>
        <p:txBody>
          <a:bodyPr/>
          <a:lstStyle>
            <a:lvl1pPr marL="0" indent="0">
              <a:buNone/>
              <a:defRPr sz="100"/>
            </a:lvl1pPr>
            <a:lvl2pPr marL="228600" indent="0">
              <a:buNone/>
              <a:defRPr sz="1000"/>
            </a:lvl2pPr>
            <a:lvl3pPr marL="457200" indent="0">
              <a:buNone/>
              <a:defRPr sz="1000"/>
            </a:lvl3pPr>
            <a:lvl4pPr marL="685800" indent="0">
              <a:buNone/>
              <a:defRPr sz="1000"/>
            </a:lvl4pPr>
            <a:lvl5pPr marL="685800" indent="0">
              <a:buNone/>
              <a:defRPr sz="1000"/>
            </a:lvl5pPr>
          </a:lstStyle>
          <a:p>
            <a:pPr lvl="0"/>
            <a:r>
              <a:rPr lang="en-US" dirty="0"/>
              <a:t> </a:t>
            </a:r>
          </a:p>
        </p:txBody>
      </p:sp>
      <p:sp>
        <p:nvSpPr>
          <p:cNvPr id="7" name="Text Placeholder 15">
            <a:extLst>
              <a:ext uri="{FF2B5EF4-FFF2-40B4-BE49-F238E27FC236}">
                <a16:creationId xmlns:a16="http://schemas.microsoft.com/office/drawing/2014/main" id="{12DE8EBE-FC95-451D-BADD-B5580296FA70}"/>
              </a:ext>
            </a:extLst>
          </p:cNvPr>
          <p:cNvSpPr>
            <a:spLocks noGrp="1"/>
          </p:cNvSpPr>
          <p:nvPr>
            <p:ph type="body" sz="quarter" idx="14" hasCustomPrompt="1"/>
          </p:nvPr>
        </p:nvSpPr>
        <p:spPr>
          <a:xfrm>
            <a:off x="5264150" y="3274218"/>
            <a:ext cx="309563" cy="309563"/>
          </a:xfrm>
          <a:blipFill>
            <a:blip r:embed="rId3"/>
            <a:stretch>
              <a:fillRect/>
            </a:stretch>
          </a:blipFill>
        </p:spPr>
        <p:txBody>
          <a:bodyPr/>
          <a:lstStyle>
            <a:lvl1pPr marL="0" indent="0">
              <a:buNone/>
              <a:defRPr sz="100"/>
            </a:lvl1pPr>
            <a:lvl2pPr marL="228600" indent="0">
              <a:buNone/>
              <a:defRPr sz="1000"/>
            </a:lvl2pPr>
            <a:lvl3pPr marL="457200" indent="0">
              <a:buNone/>
              <a:defRPr sz="1000"/>
            </a:lvl3pPr>
            <a:lvl4pPr marL="685800" indent="0">
              <a:buNone/>
              <a:defRPr sz="1000"/>
            </a:lvl4pPr>
            <a:lvl5pPr marL="685800" indent="0">
              <a:buNone/>
              <a:defRPr sz="1000"/>
            </a:lvl5pPr>
          </a:lstStyle>
          <a:p>
            <a:pPr lvl="0"/>
            <a:r>
              <a:rPr lang="en-US" dirty="0"/>
              <a:t> </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609599"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609599"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EE6809A-03B0-CD49-935C-2063D4109BAB}" type="datetime1">
              <a:rPr lang="en-US" smtClean="0"/>
              <a:t>3/30/2026</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20087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8C0A256-83B5-4D48-924E-2DC28F174F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34" y="0"/>
            <a:ext cx="12187066"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p:spPr>
        <p:txBody>
          <a:bodyPr anchor="ctr" anchorCtr="0"/>
          <a:lstStyle>
            <a:lvl1pPr>
              <a:defRPr sz="4800"/>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D84BCD3A-D9BE-A141-AAA4-F8F1B1A5517A}" type="datetime1">
              <a:rPr lang="en-US" smtClean="0"/>
              <a:t>3/30/2026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11" name="TextBox 10">
            <a:extLst>
              <a:ext uri="{FF2B5EF4-FFF2-40B4-BE49-F238E27FC236}">
                <a16:creationId xmlns:a16="http://schemas.microsoft.com/office/drawing/2014/main" id="{2211377F-BA28-3845-97F3-53D98620ADA8}"/>
              </a:ext>
            </a:extLst>
          </p:cNvPr>
          <p:cNvSpPr txBox="1"/>
          <p:nvPr userDrawn="1"/>
        </p:nvSpPr>
        <p:spPr>
          <a:xfrm>
            <a:off x="5122817" y="6389813"/>
            <a:ext cx="1946367" cy="184666"/>
          </a:xfrm>
          <a:prstGeom prst="rect">
            <a:avLst/>
          </a:prstGeom>
          <a:noFill/>
        </p:spPr>
        <p:txBody>
          <a:bodyPr wrap="none" rtlCol="0">
            <a:spAutoFit/>
          </a:bodyPr>
          <a:lstStyle/>
          <a:p>
            <a:pPr algn="ctr"/>
            <a:r>
              <a:rPr lang="en-GB" sz="600"/>
              <a:t>© 2026, Amazon Web Services, Inc. or its affiliates.</a:t>
            </a:r>
            <a:endParaRPr lang="en-US" sz="600" dirty="0"/>
          </a:p>
        </p:txBody>
      </p:sp>
      <p:pic>
        <p:nvPicPr>
          <p:cNvPr id="12" name="Picture 11">
            <a:extLst>
              <a:ext uri="{FF2B5EF4-FFF2-40B4-BE49-F238E27FC236}">
                <a16:creationId xmlns:a16="http://schemas.microsoft.com/office/drawing/2014/main" id="{58AB3C7F-CB9B-5F46-880E-F5B64E2199ED}"/>
              </a:ext>
            </a:extLst>
          </p:cNvPr>
          <p:cNvPicPr>
            <a:picLocks noChangeAspect="1"/>
          </p:cNvPicPr>
          <p:nvPr userDrawn="1"/>
        </p:nvPicPr>
        <p:blipFill>
          <a:blip r:embed="rId3">
            <a:lum bright="100000"/>
          </a:blip>
          <a:stretch>
            <a:fillRect/>
          </a:stretch>
        </p:blipFill>
        <p:spPr>
          <a:xfrm>
            <a:off x="609600" y="6295038"/>
            <a:ext cx="811576" cy="214236"/>
          </a:xfrm>
          <a:prstGeom prst="rect">
            <a:avLst/>
          </a:prstGeom>
        </p:spPr>
      </p:pic>
    </p:spTree>
    <p:extLst>
      <p:ext uri="{BB962C8B-B14F-4D97-AF65-F5344CB8AC3E}">
        <p14:creationId xmlns:p14="http://schemas.microsoft.com/office/powerpoint/2010/main" val="244461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Option 6">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B743620-822C-4F2E-9998-6E304D9548C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p:spPr>
        <p:txBody>
          <a:bodyPr anchor="ctr" anchorCtr="0"/>
          <a:lstStyle>
            <a:lvl1pPr>
              <a:defRPr sz="4800"/>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02673385-ECCB-FC4C-92E1-10EA3C46E2BF}" type="datetime1">
              <a:rPr lang="en-US" smtClean="0"/>
              <a:t>3/30/2026</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p>
            <a:fld id="{EB4B8DE2-A4E8-46E4-8BBF-D75455EFF32C}" type="slidenum">
              <a:rPr lang="en-US" smtClean="0"/>
              <a:pPr/>
              <a:t>‹#›</a:t>
            </a:fld>
            <a:endParaRPr lang="en-US"/>
          </a:p>
        </p:txBody>
      </p:sp>
      <p:pic>
        <p:nvPicPr>
          <p:cNvPr id="10" name="Picture 9">
            <a:extLst>
              <a:ext uri="{FF2B5EF4-FFF2-40B4-BE49-F238E27FC236}">
                <a16:creationId xmlns:a16="http://schemas.microsoft.com/office/drawing/2014/main" id="{94D5B3FF-A08D-44FC-A0AE-D869ED9C1C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6335089"/>
            <a:ext cx="348827" cy="208700"/>
          </a:xfrm>
          <a:prstGeom prst="rect">
            <a:avLst/>
          </a:prstGeom>
        </p:spPr>
      </p:pic>
      <p:sp>
        <p:nvSpPr>
          <p:cNvPr id="12" name="TextBox 11">
            <a:extLst>
              <a:ext uri="{FF2B5EF4-FFF2-40B4-BE49-F238E27FC236}">
                <a16:creationId xmlns:a16="http://schemas.microsoft.com/office/drawing/2014/main" id="{95704160-7EED-0143-8593-11611B75DB28}"/>
              </a:ext>
            </a:extLst>
          </p:cNvPr>
          <p:cNvSpPr txBox="1"/>
          <p:nvPr userDrawn="1"/>
        </p:nvSpPr>
        <p:spPr>
          <a:xfrm>
            <a:off x="5122817" y="6389813"/>
            <a:ext cx="1946367" cy="184666"/>
          </a:xfrm>
          <a:prstGeom prst="rect">
            <a:avLst/>
          </a:prstGeom>
          <a:noFill/>
        </p:spPr>
        <p:txBody>
          <a:bodyPr wrap="none" rtlCol="0">
            <a:spAutoFit/>
          </a:bodyPr>
          <a:lstStyle/>
          <a:p>
            <a:pPr algn="ctr"/>
            <a:r>
              <a:rPr lang="en-GB" sz="600"/>
              <a:t>© 2026, Amazon Web Services, Inc. or its affiliates.</a:t>
            </a:r>
            <a:endParaRPr lang="en-US" sz="600" dirty="0"/>
          </a:p>
        </p:txBody>
      </p:sp>
    </p:spTree>
    <p:extLst>
      <p:ext uri="{BB962C8B-B14F-4D97-AF65-F5344CB8AC3E}">
        <p14:creationId xmlns:p14="http://schemas.microsoft.com/office/powerpoint/2010/main" val="543131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p>
            <a:fld id="{861171A5-9DB9-B746-82C9-C84F63FE6CD9}" type="datetime1">
              <a:rPr lang="en-US" smtClean="0"/>
              <a:t>3/30/2026</a:t>
            </a:fld>
            <a:endParaRPr lang="en-US"/>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913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p>
            <a:fld id="{5A603A29-887F-F94B-9F6C-3B860810E823}" type="datetime1">
              <a:rPr lang="en-US" smtClean="0"/>
              <a:t>3/30/2026</a:t>
            </a:fld>
            <a:endParaRPr lang="en-US"/>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78531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p:spPr>
        <p:txBody>
          <a:bodyPr/>
          <a:lstStyle>
            <a:lvl1pPr>
              <a:defRPr sz="2800" b="1">
                <a:latin typeface="+mn-lt"/>
              </a:defRPr>
            </a:lvl1pPr>
          </a:lstStyle>
          <a:p>
            <a:r>
              <a:rPr lang="en-US" dirty="0"/>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p>
            <a:fld id="{43E1E6EE-993B-464E-B476-8FA80F327477}" type="datetime1">
              <a:rPr lang="en-US" smtClean="0"/>
              <a:t>3/30/2026</a:t>
            </a:fld>
            <a:endParaRPr lang="en-US"/>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latin typeface="+mj-lt"/>
              </a:rPr>
              <a:t>Q&amp;A</a:t>
            </a:r>
          </a:p>
        </p:txBody>
      </p:sp>
    </p:spTree>
    <p:extLst>
      <p:ext uri="{BB962C8B-B14F-4D97-AF65-F5344CB8AC3E}">
        <p14:creationId xmlns:p14="http://schemas.microsoft.com/office/powerpoint/2010/main" val="276675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p:spPr>
        <p:txBody>
          <a:bodyPr anchor="ctr" anchorCtr="0"/>
          <a:lstStyle>
            <a:lvl1pPr>
              <a:defRPr sz="4400"/>
            </a:lvl1pPr>
          </a:lstStyle>
          <a:p>
            <a:r>
              <a:rPr lang="en-US" dirty="0"/>
              <a:t>Video or demo divider: Enter “Video” or “Demo” here</a:t>
            </a:r>
          </a:p>
        </p:txBody>
      </p:sp>
    </p:spTree>
    <p:extLst>
      <p:ext uri="{BB962C8B-B14F-4D97-AF65-F5344CB8AC3E}">
        <p14:creationId xmlns:p14="http://schemas.microsoft.com/office/powerpoint/2010/main" val="3287464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solidFill>
            <a:schemeClr val="bg2"/>
          </a:solidFill>
        </p:spPr>
        <p:txBody>
          <a:bodyPr lIns="548640" anchor="ctr">
            <a:noAutofit/>
          </a:bodyPr>
          <a:lstStyle>
            <a:lvl1pPr marL="0" indent="0" algn="ctr">
              <a:buNone/>
              <a:defRPr/>
            </a:lvl1pPr>
          </a:lstStyle>
          <a:p>
            <a:r>
              <a:rPr lang="en-US" dirty="0"/>
              <a:t>Click icon to add media</a:t>
            </a:r>
          </a:p>
        </p:txBody>
      </p:sp>
    </p:spTree>
    <p:extLst>
      <p:ext uri="{BB962C8B-B14F-4D97-AF65-F5344CB8AC3E}">
        <p14:creationId xmlns:p14="http://schemas.microsoft.com/office/powerpoint/2010/main" val="352729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609600" y="914401"/>
            <a:ext cx="10972800" cy="535531"/>
          </a:xfrm>
        </p:spPr>
        <p:txBody>
          <a:bodyPr anchor="t" anchorCtr="0"/>
          <a:lstStyle>
            <a:lvl1pPr>
              <a:defRPr sz="4000"/>
            </a:lvl1pPr>
          </a:lstStyle>
          <a:p>
            <a:r>
              <a:rPr lang="en-US" dirty="0"/>
              <a:t>Content with caption layout</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6210300" y="1714501"/>
            <a:ext cx="5372100" cy="4484688"/>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609598" y="1725611"/>
            <a:ext cx="5372101" cy="448468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Tree>
    <p:extLst>
      <p:ext uri="{BB962C8B-B14F-4D97-AF65-F5344CB8AC3E}">
        <p14:creationId xmlns:p14="http://schemas.microsoft.com/office/powerpoint/2010/main" val="385405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7F62D3F-BA54-0943-99BD-D69D1C4E38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8" name="Picture 17">
            <a:extLst>
              <a:ext uri="{FF2B5EF4-FFF2-40B4-BE49-F238E27FC236}">
                <a16:creationId xmlns:a16="http://schemas.microsoft.com/office/drawing/2014/main" id="{EE488766-D546-4AE2-8DD5-211B4D69823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703823"/>
            <a:ext cx="1003173" cy="600189"/>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4" y="3621643"/>
            <a:ext cx="1981201" cy="369332"/>
          </a:xfrm>
        </p:spPr>
        <p:txBody>
          <a:bodyPr anchor="b" anchorCtr="0"/>
          <a:lstStyle>
            <a:lvl1pPr marL="0" indent="0">
              <a:buNone/>
              <a:defRPr sz="2000"/>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28911" y="3621643"/>
            <a:ext cx="1981201" cy="369332"/>
          </a:xfrm>
        </p:spPr>
        <p:txBody>
          <a:bodyPr anchor="b" anchorCtr="0"/>
          <a:lstStyle>
            <a:lvl1pPr marL="0" indent="0">
              <a:buNone/>
              <a:defRPr sz="2000"/>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28911"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38699" y="3621643"/>
            <a:ext cx="1981201" cy="369332"/>
          </a:xfrm>
        </p:spPr>
        <p:txBody>
          <a:bodyPr anchor="b" anchorCtr="0"/>
          <a:lstStyle>
            <a:lvl1pPr marL="0" indent="0">
              <a:buNone/>
              <a:defRPr sz="2000"/>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38699"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1"/>
                </a:solidFill>
                <a:latin typeface="+mj-lt"/>
              </a:rPr>
              <a:t>Thank you!</a:t>
            </a:r>
          </a:p>
        </p:txBody>
      </p:sp>
      <p:sp>
        <p:nvSpPr>
          <p:cNvPr id="17" name="TextBox 16">
            <a:extLst>
              <a:ext uri="{FF2B5EF4-FFF2-40B4-BE49-F238E27FC236}">
                <a16:creationId xmlns:a16="http://schemas.microsoft.com/office/drawing/2014/main" id="{7F8B5018-B20C-8F46-977C-3C7AF08A2F06}"/>
              </a:ext>
            </a:extLst>
          </p:cNvPr>
          <p:cNvSpPr txBox="1"/>
          <p:nvPr userDrawn="1"/>
        </p:nvSpPr>
        <p:spPr>
          <a:xfrm>
            <a:off x="609600" y="6389813"/>
            <a:ext cx="1946367" cy="184666"/>
          </a:xfrm>
          <a:prstGeom prst="rect">
            <a:avLst/>
          </a:prstGeom>
          <a:noFill/>
        </p:spPr>
        <p:txBody>
          <a:bodyPr wrap="none" rtlCol="0">
            <a:spAutoFit/>
          </a:bodyPr>
          <a:lstStyle/>
          <a:p>
            <a:pPr algn="ctr"/>
            <a:r>
              <a:rPr lang="en-GB" sz="600">
                <a:solidFill>
                  <a:schemeClr val="tx2"/>
                </a:solidFill>
              </a:rPr>
              <a:t>© 2026, Amazon Web Services, Inc. or its affiliates.</a:t>
            </a:r>
            <a:endParaRPr lang="en-US" sz="600" dirty="0">
              <a:solidFill>
                <a:schemeClr val="tx2"/>
              </a:solidFill>
            </a:endParaRPr>
          </a:p>
        </p:txBody>
      </p:sp>
    </p:spTree>
    <p:extLst>
      <p:ext uri="{BB962C8B-B14F-4D97-AF65-F5344CB8AC3E}">
        <p14:creationId xmlns:p14="http://schemas.microsoft.com/office/powerpoint/2010/main" val="383009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Option 6">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C36746A-BD52-AB4A-8433-9D8F57887C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34" y="0"/>
            <a:ext cx="12187066" cy="6858000"/>
          </a:xfrm>
          <a:prstGeom prst="rect">
            <a:avLst/>
          </a:prstGeom>
        </p:spPr>
      </p:pic>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1"/>
                </a:solidFill>
                <a:latin typeface="+mj-lt"/>
              </a:rPr>
              <a:t>Thank you!</a:t>
            </a:r>
          </a:p>
        </p:txBody>
      </p:sp>
      <p:pic>
        <p:nvPicPr>
          <p:cNvPr id="19" name="Picture 18">
            <a:extLst>
              <a:ext uri="{FF2B5EF4-FFF2-40B4-BE49-F238E27FC236}">
                <a16:creationId xmlns:a16="http://schemas.microsoft.com/office/drawing/2014/main" id="{8954476E-F626-4819-A736-EC4102742C9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703823"/>
            <a:ext cx="1003173" cy="600189"/>
          </a:xfrm>
          <a:prstGeom prst="rect">
            <a:avLst/>
          </a:prstGeom>
        </p:spPr>
      </p:pic>
      <p:sp>
        <p:nvSpPr>
          <p:cNvPr id="20" name="Text Placeholder 7">
            <a:extLst>
              <a:ext uri="{FF2B5EF4-FFF2-40B4-BE49-F238E27FC236}">
                <a16:creationId xmlns:a16="http://schemas.microsoft.com/office/drawing/2014/main" id="{D2DEB717-2DE7-459C-BBF4-D1DE18E28BEC}"/>
              </a:ext>
            </a:extLst>
          </p:cNvPr>
          <p:cNvSpPr>
            <a:spLocks noGrp="1"/>
          </p:cNvSpPr>
          <p:nvPr>
            <p:ph type="body" sz="quarter" idx="10" hasCustomPrompt="1"/>
          </p:nvPr>
        </p:nvSpPr>
        <p:spPr>
          <a:xfrm>
            <a:off x="619124" y="3621643"/>
            <a:ext cx="1981201" cy="369332"/>
          </a:xfrm>
        </p:spPr>
        <p:txBody>
          <a:bodyPr anchor="b" anchorCtr="0"/>
          <a:lstStyle>
            <a:lvl1pPr marL="0" indent="0">
              <a:buNone/>
              <a:defRPr sz="2000"/>
            </a:lvl1pPr>
          </a:lstStyle>
          <a:p>
            <a:pPr lvl="0"/>
            <a:r>
              <a:rPr lang="en-US" dirty="0"/>
              <a:t>Speaker name</a:t>
            </a:r>
          </a:p>
        </p:txBody>
      </p:sp>
      <p:sp>
        <p:nvSpPr>
          <p:cNvPr id="21" name="Text Placeholder 9">
            <a:extLst>
              <a:ext uri="{FF2B5EF4-FFF2-40B4-BE49-F238E27FC236}">
                <a16:creationId xmlns:a16="http://schemas.microsoft.com/office/drawing/2014/main" id="{497C2B80-F3FA-418B-83A2-AD00C724B062}"/>
              </a:ext>
            </a:extLst>
          </p:cNvPr>
          <p:cNvSpPr>
            <a:spLocks noGrp="1"/>
          </p:cNvSpPr>
          <p:nvPr>
            <p:ph type="body" sz="quarter" idx="11" hasCustomPrompt="1"/>
          </p:nvPr>
        </p:nvSpPr>
        <p:spPr>
          <a:xfrm>
            <a:off x="6191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22" name="Text Placeholder 7">
            <a:extLst>
              <a:ext uri="{FF2B5EF4-FFF2-40B4-BE49-F238E27FC236}">
                <a16:creationId xmlns:a16="http://schemas.microsoft.com/office/drawing/2014/main" id="{4944E1C8-03C2-4996-BF98-A9CACDB54787}"/>
              </a:ext>
            </a:extLst>
          </p:cNvPr>
          <p:cNvSpPr>
            <a:spLocks noGrp="1"/>
          </p:cNvSpPr>
          <p:nvPr>
            <p:ph type="body" sz="quarter" idx="12" hasCustomPrompt="1"/>
          </p:nvPr>
        </p:nvSpPr>
        <p:spPr>
          <a:xfrm>
            <a:off x="2752724" y="3621643"/>
            <a:ext cx="1981201" cy="369332"/>
          </a:xfrm>
        </p:spPr>
        <p:txBody>
          <a:bodyPr anchor="b" anchorCtr="0"/>
          <a:lstStyle>
            <a:lvl1pPr marL="0" indent="0">
              <a:buNone/>
              <a:defRPr sz="2000"/>
            </a:lvl1pPr>
          </a:lstStyle>
          <a:p>
            <a:pPr lvl="0"/>
            <a:r>
              <a:rPr lang="en-US" dirty="0"/>
              <a:t>Speaker name</a:t>
            </a:r>
          </a:p>
        </p:txBody>
      </p:sp>
      <p:sp>
        <p:nvSpPr>
          <p:cNvPr id="23" name="Text Placeholder 9">
            <a:extLst>
              <a:ext uri="{FF2B5EF4-FFF2-40B4-BE49-F238E27FC236}">
                <a16:creationId xmlns:a16="http://schemas.microsoft.com/office/drawing/2014/main" id="{81FA1AA7-555D-4F9D-A68D-165E76FE781C}"/>
              </a:ext>
            </a:extLst>
          </p:cNvPr>
          <p:cNvSpPr>
            <a:spLocks noGrp="1"/>
          </p:cNvSpPr>
          <p:nvPr>
            <p:ph type="body" sz="quarter" idx="13" hasCustomPrompt="1"/>
          </p:nvPr>
        </p:nvSpPr>
        <p:spPr>
          <a:xfrm>
            <a:off x="27527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24" name="Text Placeholder 7">
            <a:extLst>
              <a:ext uri="{FF2B5EF4-FFF2-40B4-BE49-F238E27FC236}">
                <a16:creationId xmlns:a16="http://schemas.microsoft.com/office/drawing/2014/main" id="{3B05F162-C8A5-4E12-B74F-866E647CBB7B}"/>
              </a:ext>
            </a:extLst>
          </p:cNvPr>
          <p:cNvSpPr>
            <a:spLocks noGrp="1"/>
          </p:cNvSpPr>
          <p:nvPr>
            <p:ph type="body" sz="quarter" idx="14" hasCustomPrompt="1"/>
          </p:nvPr>
        </p:nvSpPr>
        <p:spPr>
          <a:xfrm>
            <a:off x="4886324" y="3621643"/>
            <a:ext cx="1981201" cy="369332"/>
          </a:xfrm>
        </p:spPr>
        <p:txBody>
          <a:bodyPr anchor="b" anchorCtr="0"/>
          <a:lstStyle>
            <a:lvl1pPr marL="0" indent="0">
              <a:buNone/>
              <a:defRPr sz="2000"/>
            </a:lvl1pPr>
          </a:lstStyle>
          <a:p>
            <a:pPr lvl="0"/>
            <a:r>
              <a:rPr lang="en-US" dirty="0"/>
              <a:t>Speaker name</a:t>
            </a:r>
          </a:p>
        </p:txBody>
      </p:sp>
      <p:sp>
        <p:nvSpPr>
          <p:cNvPr id="25" name="Text Placeholder 9">
            <a:extLst>
              <a:ext uri="{FF2B5EF4-FFF2-40B4-BE49-F238E27FC236}">
                <a16:creationId xmlns:a16="http://schemas.microsoft.com/office/drawing/2014/main" id="{F7ABC795-AA3D-4A5F-885A-E07B8B8AF883}"/>
              </a:ext>
            </a:extLst>
          </p:cNvPr>
          <p:cNvSpPr>
            <a:spLocks noGrp="1"/>
          </p:cNvSpPr>
          <p:nvPr>
            <p:ph type="body" sz="quarter" idx="15" hasCustomPrompt="1"/>
          </p:nvPr>
        </p:nvSpPr>
        <p:spPr>
          <a:xfrm>
            <a:off x="48863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12" name="TextBox 11">
            <a:extLst>
              <a:ext uri="{FF2B5EF4-FFF2-40B4-BE49-F238E27FC236}">
                <a16:creationId xmlns:a16="http://schemas.microsoft.com/office/drawing/2014/main" id="{21581374-1A4B-634F-BDD7-1DDAC0D29E26}"/>
              </a:ext>
            </a:extLst>
          </p:cNvPr>
          <p:cNvSpPr txBox="1"/>
          <p:nvPr userDrawn="1"/>
        </p:nvSpPr>
        <p:spPr>
          <a:xfrm>
            <a:off x="609600" y="6389813"/>
            <a:ext cx="1946367" cy="184666"/>
          </a:xfrm>
          <a:prstGeom prst="rect">
            <a:avLst/>
          </a:prstGeom>
          <a:noFill/>
        </p:spPr>
        <p:txBody>
          <a:bodyPr wrap="none" rtlCol="0">
            <a:spAutoFit/>
          </a:bodyPr>
          <a:lstStyle/>
          <a:p>
            <a:pPr algn="ctr"/>
            <a:r>
              <a:rPr lang="en-GB" sz="600">
                <a:solidFill>
                  <a:schemeClr val="tx2"/>
                </a:solidFill>
              </a:rPr>
              <a:t>© 2026, Amazon Web Services, Inc. or its affiliates.</a:t>
            </a:r>
            <a:endParaRPr lang="en-US" sz="600" dirty="0">
              <a:solidFill>
                <a:schemeClr val="tx2"/>
              </a:solidFill>
            </a:endParaRPr>
          </a:p>
        </p:txBody>
      </p:sp>
    </p:spTree>
    <p:extLst>
      <p:ext uri="{BB962C8B-B14F-4D97-AF65-F5344CB8AC3E}">
        <p14:creationId xmlns:p14="http://schemas.microsoft.com/office/powerpoint/2010/main" val="3721334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Option 10">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EDB6DD2-3D87-7446-9924-1A64911C6A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1"/>
                </a:solidFill>
                <a:latin typeface="+mj-lt"/>
              </a:rPr>
              <a:t>Thank you!</a:t>
            </a:r>
          </a:p>
        </p:txBody>
      </p:sp>
      <p:pic>
        <p:nvPicPr>
          <p:cNvPr id="19" name="Picture 18">
            <a:extLst>
              <a:ext uri="{FF2B5EF4-FFF2-40B4-BE49-F238E27FC236}">
                <a16:creationId xmlns:a16="http://schemas.microsoft.com/office/drawing/2014/main" id="{67DDEC3C-3A7B-41CD-BA1E-F1F67821AD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703823"/>
            <a:ext cx="1003173" cy="600189"/>
          </a:xfrm>
          <a:prstGeom prst="rect">
            <a:avLst/>
          </a:prstGeom>
        </p:spPr>
      </p:pic>
      <p:sp>
        <p:nvSpPr>
          <p:cNvPr id="20" name="Text Placeholder 7">
            <a:extLst>
              <a:ext uri="{FF2B5EF4-FFF2-40B4-BE49-F238E27FC236}">
                <a16:creationId xmlns:a16="http://schemas.microsoft.com/office/drawing/2014/main" id="{8E75229E-512D-4B42-B5D1-CF8CCA9E6AA1}"/>
              </a:ext>
            </a:extLst>
          </p:cNvPr>
          <p:cNvSpPr>
            <a:spLocks noGrp="1"/>
          </p:cNvSpPr>
          <p:nvPr>
            <p:ph type="body" sz="quarter" idx="10" hasCustomPrompt="1"/>
          </p:nvPr>
        </p:nvSpPr>
        <p:spPr>
          <a:xfrm>
            <a:off x="619124" y="3621643"/>
            <a:ext cx="1981201" cy="369332"/>
          </a:xfrm>
        </p:spPr>
        <p:txBody>
          <a:bodyPr anchor="b" anchorCtr="0"/>
          <a:lstStyle>
            <a:lvl1pPr marL="0" indent="0">
              <a:buNone/>
              <a:defRPr sz="2000"/>
            </a:lvl1pPr>
          </a:lstStyle>
          <a:p>
            <a:pPr lvl="0"/>
            <a:r>
              <a:rPr lang="en-US" dirty="0"/>
              <a:t>Speaker name</a:t>
            </a:r>
          </a:p>
        </p:txBody>
      </p:sp>
      <p:sp>
        <p:nvSpPr>
          <p:cNvPr id="21" name="Text Placeholder 9">
            <a:extLst>
              <a:ext uri="{FF2B5EF4-FFF2-40B4-BE49-F238E27FC236}">
                <a16:creationId xmlns:a16="http://schemas.microsoft.com/office/drawing/2014/main" id="{BA19A9CC-5AEE-44CE-AEDF-830A16B5066B}"/>
              </a:ext>
            </a:extLst>
          </p:cNvPr>
          <p:cNvSpPr>
            <a:spLocks noGrp="1"/>
          </p:cNvSpPr>
          <p:nvPr>
            <p:ph type="body" sz="quarter" idx="11" hasCustomPrompt="1"/>
          </p:nvPr>
        </p:nvSpPr>
        <p:spPr>
          <a:xfrm>
            <a:off x="6191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22" name="Text Placeholder 7">
            <a:extLst>
              <a:ext uri="{FF2B5EF4-FFF2-40B4-BE49-F238E27FC236}">
                <a16:creationId xmlns:a16="http://schemas.microsoft.com/office/drawing/2014/main" id="{1DE48800-5CD8-4B07-BDB4-0138FFA20772}"/>
              </a:ext>
            </a:extLst>
          </p:cNvPr>
          <p:cNvSpPr>
            <a:spLocks noGrp="1"/>
          </p:cNvSpPr>
          <p:nvPr>
            <p:ph type="body" sz="quarter" idx="12" hasCustomPrompt="1"/>
          </p:nvPr>
        </p:nvSpPr>
        <p:spPr>
          <a:xfrm>
            <a:off x="2752724" y="3621643"/>
            <a:ext cx="1981201" cy="369332"/>
          </a:xfrm>
        </p:spPr>
        <p:txBody>
          <a:bodyPr anchor="b" anchorCtr="0"/>
          <a:lstStyle>
            <a:lvl1pPr marL="0" indent="0">
              <a:buNone/>
              <a:defRPr sz="2000"/>
            </a:lvl1pPr>
          </a:lstStyle>
          <a:p>
            <a:pPr lvl="0"/>
            <a:r>
              <a:rPr lang="en-US" dirty="0"/>
              <a:t>Speaker name</a:t>
            </a:r>
          </a:p>
        </p:txBody>
      </p:sp>
      <p:sp>
        <p:nvSpPr>
          <p:cNvPr id="23" name="Text Placeholder 9">
            <a:extLst>
              <a:ext uri="{FF2B5EF4-FFF2-40B4-BE49-F238E27FC236}">
                <a16:creationId xmlns:a16="http://schemas.microsoft.com/office/drawing/2014/main" id="{950D0EB8-6F99-44AC-AA8F-9D74CE0E12F4}"/>
              </a:ext>
            </a:extLst>
          </p:cNvPr>
          <p:cNvSpPr>
            <a:spLocks noGrp="1"/>
          </p:cNvSpPr>
          <p:nvPr>
            <p:ph type="body" sz="quarter" idx="13" hasCustomPrompt="1"/>
          </p:nvPr>
        </p:nvSpPr>
        <p:spPr>
          <a:xfrm>
            <a:off x="27527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24" name="Text Placeholder 7">
            <a:extLst>
              <a:ext uri="{FF2B5EF4-FFF2-40B4-BE49-F238E27FC236}">
                <a16:creationId xmlns:a16="http://schemas.microsoft.com/office/drawing/2014/main" id="{21EF49EB-4904-4C76-997C-A99DA56896B4}"/>
              </a:ext>
            </a:extLst>
          </p:cNvPr>
          <p:cNvSpPr>
            <a:spLocks noGrp="1"/>
          </p:cNvSpPr>
          <p:nvPr>
            <p:ph type="body" sz="quarter" idx="14" hasCustomPrompt="1"/>
          </p:nvPr>
        </p:nvSpPr>
        <p:spPr>
          <a:xfrm>
            <a:off x="4886324" y="3621643"/>
            <a:ext cx="1981201" cy="369332"/>
          </a:xfrm>
        </p:spPr>
        <p:txBody>
          <a:bodyPr anchor="b" anchorCtr="0"/>
          <a:lstStyle>
            <a:lvl1pPr marL="0" indent="0">
              <a:buNone/>
              <a:defRPr sz="2000"/>
            </a:lvl1pPr>
          </a:lstStyle>
          <a:p>
            <a:pPr lvl="0"/>
            <a:r>
              <a:rPr lang="en-US" dirty="0"/>
              <a:t>Speaker name</a:t>
            </a:r>
          </a:p>
        </p:txBody>
      </p:sp>
      <p:sp>
        <p:nvSpPr>
          <p:cNvPr id="25" name="Text Placeholder 9">
            <a:extLst>
              <a:ext uri="{FF2B5EF4-FFF2-40B4-BE49-F238E27FC236}">
                <a16:creationId xmlns:a16="http://schemas.microsoft.com/office/drawing/2014/main" id="{50712B44-50FF-4BA1-9E6C-5F60AEE2F435}"/>
              </a:ext>
            </a:extLst>
          </p:cNvPr>
          <p:cNvSpPr>
            <a:spLocks noGrp="1"/>
          </p:cNvSpPr>
          <p:nvPr>
            <p:ph type="body" sz="quarter" idx="15" hasCustomPrompt="1"/>
          </p:nvPr>
        </p:nvSpPr>
        <p:spPr>
          <a:xfrm>
            <a:off x="48863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12" name="TextBox 11">
            <a:extLst>
              <a:ext uri="{FF2B5EF4-FFF2-40B4-BE49-F238E27FC236}">
                <a16:creationId xmlns:a16="http://schemas.microsoft.com/office/drawing/2014/main" id="{E17682E5-3952-4A4A-953C-6B52A00F086C}"/>
              </a:ext>
            </a:extLst>
          </p:cNvPr>
          <p:cNvSpPr txBox="1"/>
          <p:nvPr userDrawn="1"/>
        </p:nvSpPr>
        <p:spPr>
          <a:xfrm>
            <a:off x="609600" y="6389813"/>
            <a:ext cx="1946367" cy="184666"/>
          </a:xfrm>
          <a:prstGeom prst="rect">
            <a:avLst/>
          </a:prstGeom>
          <a:noFill/>
        </p:spPr>
        <p:txBody>
          <a:bodyPr wrap="none" rtlCol="0">
            <a:spAutoFit/>
          </a:bodyPr>
          <a:lstStyle/>
          <a:p>
            <a:pPr algn="ctr"/>
            <a:r>
              <a:rPr lang="en-GB" sz="600">
                <a:solidFill>
                  <a:schemeClr val="tx2"/>
                </a:solidFill>
              </a:rPr>
              <a:t>© 2026, Amazon Web Services, Inc. or its affiliates.</a:t>
            </a:r>
            <a:endParaRPr lang="en-US" sz="600" dirty="0">
              <a:solidFill>
                <a:schemeClr val="tx2"/>
              </a:solidFill>
            </a:endParaRPr>
          </a:p>
        </p:txBody>
      </p:sp>
    </p:spTree>
    <p:extLst>
      <p:ext uri="{BB962C8B-B14F-4D97-AF65-F5344CB8AC3E}">
        <p14:creationId xmlns:p14="http://schemas.microsoft.com/office/powerpoint/2010/main" val="4008533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Option 14">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FA8B14CE-D48C-4755-97B8-C8D09BC4284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6" name="TextBox 15">
            <a:extLst>
              <a:ext uri="{FF2B5EF4-FFF2-40B4-BE49-F238E27FC236}">
                <a16:creationId xmlns:a16="http://schemas.microsoft.com/office/drawing/2014/main" id="{82BEBFA3-8C5E-448A-B03D-8DAAEBB407B0}"/>
              </a:ext>
            </a:extLst>
          </p:cNvPr>
          <p:cNvSpPr txBox="1"/>
          <p:nvPr userDrawn="1"/>
        </p:nvSpPr>
        <p:spPr>
          <a:xfrm>
            <a:off x="609600" y="2461211"/>
            <a:ext cx="6257926" cy="923330"/>
          </a:xfrm>
          <a:prstGeom prst="rect">
            <a:avLst/>
          </a:prstGeom>
          <a:noFill/>
        </p:spPr>
        <p:txBody>
          <a:bodyPr wrap="square" lIns="0" rtlCol="0">
            <a:noAutofit/>
          </a:bodyPr>
          <a:lstStyle/>
          <a:p>
            <a:r>
              <a:rPr lang="en-US" sz="4800" dirty="0">
                <a:solidFill>
                  <a:schemeClr val="tx1"/>
                </a:solidFill>
                <a:latin typeface="+mj-lt"/>
              </a:rPr>
              <a:t>Thank you!</a:t>
            </a:r>
          </a:p>
        </p:txBody>
      </p:sp>
      <p:pic>
        <p:nvPicPr>
          <p:cNvPr id="19" name="Picture 18">
            <a:extLst>
              <a:ext uri="{FF2B5EF4-FFF2-40B4-BE49-F238E27FC236}">
                <a16:creationId xmlns:a16="http://schemas.microsoft.com/office/drawing/2014/main" id="{A72E4779-460A-4AB2-B60F-636DA52DBEC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703823"/>
            <a:ext cx="1003173" cy="600189"/>
          </a:xfrm>
          <a:prstGeom prst="rect">
            <a:avLst/>
          </a:prstGeom>
        </p:spPr>
      </p:pic>
      <p:sp>
        <p:nvSpPr>
          <p:cNvPr id="20" name="Text Placeholder 7">
            <a:extLst>
              <a:ext uri="{FF2B5EF4-FFF2-40B4-BE49-F238E27FC236}">
                <a16:creationId xmlns:a16="http://schemas.microsoft.com/office/drawing/2014/main" id="{46067447-57A4-4241-95CA-58BA6147CCF0}"/>
              </a:ext>
            </a:extLst>
          </p:cNvPr>
          <p:cNvSpPr>
            <a:spLocks noGrp="1"/>
          </p:cNvSpPr>
          <p:nvPr>
            <p:ph type="body" sz="quarter" idx="10" hasCustomPrompt="1"/>
          </p:nvPr>
        </p:nvSpPr>
        <p:spPr>
          <a:xfrm>
            <a:off x="619124" y="3621643"/>
            <a:ext cx="1981201" cy="369332"/>
          </a:xfrm>
        </p:spPr>
        <p:txBody>
          <a:bodyPr anchor="b" anchorCtr="0"/>
          <a:lstStyle>
            <a:lvl1pPr marL="0" indent="0">
              <a:buNone/>
              <a:defRPr sz="2000"/>
            </a:lvl1pPr>
          </a:lstStyle>
          <a:p>
            <a:pPr lvl="0"/>
            <a:r>
              <a:rPr lang="en-US" dirty="0"/>
              <a:t>Speaker name</a:t>
            </a:r>
          </a:p>
        </p:txBody>
      </p:sp>
      <p:sp>
        <p:nvSpPr>
          <p:cNvPr id="21" name="Text Placeholder 9">
            <a:extLst>
              <a:ext uri="{FF2B5EF4-FFF2-40B4-BE49-F238E27FC236}">
                <a16:creationId xmlns:a16="http://schemas.microsoft.com/office/drawing/2014/main" id="{86F5222C-6420-402E-8432-442A9B9039BD}"/>
              </a:ext>
            </a:extLst>
          </p:cNvPr>
          <p:cNvSpPr>
            <a:spLocks noGrp="1"/>
          </p:cNvSpPr>
          <p:nvPr>
            <p:ph type="body" sz="quarter" idx="11" hasCustomPrompt="1"/>
          </p:nvPr>
        </p:nvSpPr>
        <p:spPr>
          <a:xfrm>
            <a:off x="6191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22" name="Text Placeholder 7">
            <a:extLst>
              <a:ext uri="{FF2B5EF4-FFF2-40B4-BE49-F238E27FC236}">
                <a16:creationId xmlns:a16="http://schemas.microsoft.com/office/drawing/2014/main" id="{7FF9F2DF-FEFD-4519-BA6A-321AE118D617}"/>
              </a:ext>
            </a:extLst>
          </p:cNvPr>
          <p:cNvSpPr>
            <a:spLocks noGrp="1"/>
          </p:cNvSpPr>
          <p:nvPr>
            <p:ph type="body" sz="quarter" idx="12" hasCustomPrompt="1"/>
          </p:nvPr>
        </p:nvSpPr>
        <p:spPr>
          <a:xfrm>
            <a:off x="2752724" y="3621643"/>
            <a:ext cx="1981201" cy="369332"/>
          </a:xfrm>
        </p:spPr>
        <p:txBody>
          <a:bodyPr anchor="b" anchorCtr="0"/>
          <a:lstStyle>
            <a:lvl1pPr marL="0" indent="0">
              <a:buNone/>
              <a:defRPr sz="2000"/>
            </a:lvl1pPr>
          </a:lstStyle>
          <a:p>
            <a:pPr lvl="0"/>
            <a:r>
              <a:rPr lang="en-US" dirty="0"/>
              <a:t>Speaker name</a:t>
            </a:r>
          </a:p>
        </p:txBody>
      </p:sp>
      <p:sp>
        <p:nvSpPr>
          <p:cNvPr id="23" name="Text Placeholder 9">
            <a:extLst>
              <a:ext uri="{FF2B5EF4-FFF2-40B4-BE49-F238E27FC236}">
                <a16:creationId xmlns:a16="http://schemas.microsoft.com/office/drawing/2014/main" id="{FB278312-C7E9-4084-9DA4-8FF690E63DCB}"/>
              </a:ext>
            </a:extLst>
          </p:cNvPr>
          <p:cNvSpPr>
            <a:spLocks noGrp="1"/>
          </p:cNvSpPr>
          <p:nvPr>
            <p:ph type="body" sz="quarter" idx="13" hasCustomPrompt="1"/>
          </p:nvPr>
        </p:nvSpPr>
        <p:spPr>
          <a:xfrm>
            <a:off x="27527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24" name="Text Placeholder 7">
            <a:extLst>
              <a:ext uri="{FF2B5EF4-FFF2-40B4-BE49-F238E27FC236}">
                <a16:creationId xmlns:a16="http://schemas.microsoft.com/office/drawing/2014/main" id="{3841CF4B-BB8A-4DB4-9E3A-0FE156EE607E}"/>
              </a:ext>
            </a:extLst>
          </p:cNvPr>
          <p:cNvSpPr>
            <a:spLocks noGrp="1"/>
          </p:cNvSpPr>
          <p:nvPr>
            <p:ph type="body" sz="quarter" idx="14" hasCustomPrompt="1"/>
          </p:nvPr>
        </p:nvSpPr>
        <p:spPr>
          <a:xfrm>
            <a:off x="4886324" y="3621643"/>
            <a:ext cx="1981201" cy="369332"/>
          </a:xfrm>
        </p:spPr>
        <p:txBody>
          <a:bodyPr anchor="b" anchorCtr="0"/>
          <a:lstStyle>
            <a:lvl1pPr marL="0" indent="0">
              <a:buNone/>
              <a:defRPr sz="2000"/>
            </a:lvl1pPr>
          </a:lstStyle>
          <a:p>
            <a:pPr lvl="0"/>
            <a:r>
              <a:rPr lang="en-US" dirty="0"/>
              <a:t>Speaker name</a:t>
            </a:r>
          </a:p>
        </p:txBody>
      </p:sp>
      <p:sp>
        <p:nvSpPr>
          <p:cNvPr id="25" name="Text Placeholder 9">
            <a:extLst>
              <a:ext uri="{FF2B5EF4-FFF2-40B4-BE49-F238E27FC236}">
                <a16:creationId xmlns:a16="http://schemas.microsoft.com/office/drawing/2014/main" id="{2CCD502E-CCF3-4763-BBA5-9668C6A2CD81}"/>
              </a:ext>
            </a:extLst>
          </p:cNvPr>
          <p:cNvSpPr>
            <a:spLocks noGrp="1"/>
          </p:cNvSpPr>
          <p:nvPr>
            <p:ph type="body" sz="quarter" idx="15" hasCustomPrompt="1"/>
          </p:nvPr>
        </p:nvSpPr>
        <p:spPr>
          <a:xfrm>
            <a:off x="4886324" y="3990975"/>
            <a:ext cx="1981201" cy="1270000"/>
          </a:xfrm>
        </p:spPr>
        <p:txBody>
          <a:bodyPr/>
          <a:lstStyle>
            <a:lvl1pPr marL="0" indent="0">
              <a:spcAft>
                <a:spcPts val="600"/>
              </a:spcAft>
              <a:buNone/>
              <a:defRPr sz="1600"/>
            </a:lvl1pPr>
          </a:lstStyle>
          <a:p>
            <a:pPr lvl="0"/>
            <a:r>
              <a:rPr lang="en-US" dirty="0"/>
              <a:t>Speaker contact info (email or socials)</a:t>
            </a:r>
          </a:p>
        </p:txBody>
      </p:sp>
      <p:sp>
        <p:nvSpPr>
          <p:cNvPr id="12" name="TextBox 11">
            <a:extLst>
              <a:ext uri="{FF2B5EF4-FFF2-40B4-BE49-F238E27FC236}">
                <a16:creationId xmlns:a16="http://schemas.microsoft.com/office/drawing/2014/main" id="{DDB3FA62-6F7D-C245-94EF-CC61AE2D7055}"/>
              </a:ext>
            </a:extLst>
          </p:cNvPr>
          <p:cNvSpPr txBox="1"/>
          <p:nvPr userDrawn="1"/>
        </p:nvSpPr>
        <p:spPr>
          <a:xfrm>
            <a:off x="609600" y="6389813"/>
            <a:ext cx="1946367" cy="184666"/>
          </a:xfrm>
          <a:prstGeom prst="rect">
            <a:avLst/>
          </a:prstGeom>
          <a:noFill/>
        </p:spPr>
        <p:txBody>
          <a:bodyPr wrap="none" rtlCol="0">
            <a:spAutoFit/>
          </a:bodyPr>
          <a:lstStyle/>
          <a:p>
            <a:pPr algn="ctr"/>
            <a:r>
              <a:rPr lang="en-GB" sz="600">
                <a:solidFill>
                  <a:schemeClr val="tx2"/>
                </a:solidFill>
              </a:rPr>
              <a:t>© 2026, Amazon Web Services, Inc. or its affiliates.</a:t>
            </a:r>
            <a:endParaRPr lang="en-US" sz="600" dirty="0">
              <a:solidFill>
                <a:schemeClr val="tx2"/>
              </a:solidFill>
            </a:endParaRPr>
          </a:p>
        </p:txBody>
      </p:sp>
    </p:spTree>
    <p:extLst>
      <p:ext uri="{BB962C8B-B14F-4D97-AF65-F5344CB8AC3E}">
        <p14:creationId xmlns:p14="http://schemas.microsoft.com/office/powerpoint/2010/main" val="1653440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609600" y="1718982"/>
            <a:ext cx="10972800" cy="44913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p>
            <a:fld id="{CD4F62B8-64AD-FC43-BDB1-FE09804815CA}" type="datetime1">
              <a:rPr lang="en-US" smtClean="0"/>
              <a:t>3/30/2026</a:t>
            </a:fld>
            <a:endParaRPr lang="en-US"/>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p>
            <a:fld id="{625061DB-7406-41C8-A121-52D8D4484FD1}" type="slidenum">
              <a:rPr lang="en-US" smtClean="0"/>
              <a:t>‹#›</a:t>
            </a:fld>
            <a:endParaRPr lang="en-US"/>
          </a:p>
        </p:txBody>
      </p:sp>
    </p:spTree>
    <p:extLst>
      <p:ext uri="{BB962C8B-B14F-4D97-AF65-F5344CB8AC3E}">
        <p14:creationId xmlns:p14="http://schemas.microsoft.com/office/powerpoint/2010/main" val="248409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724900" y="914399"/>
            <a:ext cx="2857500" cy="52959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09600" y="914399"/>
            <a:ext cx="7962900"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p>
            <a:fld id="{952ECE19-CEB2-0246-90AC-7E12528603B1}" type="datetime1">
              <a:rPr lang="en-US" smtClean="0"/>
              <a:t>3/30/2026</a:t>
            </a:fld>
            <a:endParaRPr lang="en-US"/>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p>
            <a:fld id="{625061DB-7406-41C8-A121-52D8D4484FD1}" type="slidenum">
              <a:rPr lang="en-US" smtClean="0"/>
              <a:t>‹#›</a:t>
            </a:fld>
            <a:endParaRPr lang="en-US"/>
          </a:p>
        </p:txBody>
      </p:sp>
    </p:spTree>
    <p:extLst>
      <p:ext uri="{BB962C8B-B14F-4D97-AF65-F5344CB8AC3E}">
        <p14:creationId xmlns:p14="http://schemas.microsoft.com/office/powerpoint/2010/main" val="284774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userDrawn="1"/>
        </p:nvSpPr>
        <p:spPr>
          <a:xfrm>
            <a:off x="3486150" y="2512370"/>
            <a:ext cx="7353300" cy="1874103"/>
          </a:xfrm>
          <a:prstGeom prst="rect">
            <a:avLst/>
          </a:prstGeom>
          <a:noFill/>
        </p:spPr>
        <p:txBody>
          <a:bodyPr wrap="square" rtlCol="0">
            <a:spAutoFit/>
          </a:bodyPr>
          <a:lstStyle/>
          <a:p>
            <a:pPr algn="l">
              <a:lnSpc>
                <a:spcPct val="80000"/>
              </a:lnSpc>
            </a:pPr>
            <a:r>
              <a:rPr lang="en-US" sz="6000" dirty="0">
                <a:latin typeface="+mj-lt"/>
              </a:rPr>
              <a:t>Do not use layouts after this slide.</a:t>
            </a:r>
            <a:br>
              <a:rPr lang="en-US" sz="6000" dirty="0">
                <a:latin typeface="+mj-lt"/>
              </a:rPr>
            </a:br>
            <a:r>
              <a:rPr lang="en-US" sz="2000" dirty="0">
                <a:latin typeface="+mj-lt"/>
              </a:rPr>
              <a:t>They are not part of the official template.</a:t>
            </a:r>
            <a:endParaRPr lang="en-US" sz="6000" dirty="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7250" y="2114549"/>
            <a:ext cx="2628900" cy="2628900"/>
          </a:xfrm>
          <a:prstGeom prst="rect">
            <a:avLst/>
          </a:prstGeom>
        </p:spPr>
      </p:pic>
      <p:sp>
        <p:nvSpPr>
          <p:cNvPr id="8" name="Rectangle 7">
            <a:extLst>
              <a:ext uri="{FF2B5EF4-FFF2-40B4-BE49-F238E27FC236}">
                <a16:creationId xmlns:a16="http://schemas.microsoft.com/office/drawing/2014/main" id="{A56A91D7-A142-41A9-9775-90FA8A0EC8F4}"/>
              </a:ext>
            </a:extLst>
          </p:cNvPr>
          <p:cNvSpPr/>
          <p:nvPr userDrawn="1"/>
        </p:nvSpPr>
        <p:spPr>
          <a:xfrm>
            <a:off x="380999" y="6337300"/>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4A252AA-410C-4410-AE45-9D483892FCD8}"/>
              </a:ext>
            </a:extLst>
          </p:cNvPr>
          <p:cNvSpPr/>
          <p:nvPr userDrawn="1"/>
        </p:nvSpPr>
        <p:spPr>
          <a:xfrm>
            <a:off x="380999" y="163722"/>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904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7" y="289513"/>
            <a:ext cx="11652356" cy="738664"/>
          </a:xfrm>
        </p:spPr>
        <p:txBody>
          <a:bodyPr lIns="182880" tIns="146304" rIns="182880" bIns="146304"/>
          <a:lstStyle>
            <a:lvl1pPr>
              <a:defRPr/>
            </a:lvl1pPr>
          </a:lstStyle>
          <a:p>
            <a:r>
              <a:rPr lang="en-US" dirty="0"/>
              <a:t>Click to edit master title style</a:t>
            </a:r>
          </a:p>
        </p:txBody>
      </p:sp>
    </p:spTree>
    <p:extLst>
      <p:ext uri="{BB962C8B-B14F-4D97-AF65-F5344CB8AC3E}">
        <p14:creationId xmlns:p14="http://schemas.microsoft.com/office/powerpoint/2010/main" val="4156342826"/>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_and_Content">
    <p:bg bwMode="ltGray">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899665"/>
          </a:xfrm>
        </p:spPr>
        <p:txBody>
          <a:bodyPr vert="horz" wrap="square" lIns="182880" tIns="146304" rIns="182880" bIns="146304" rtlCol="0" anchor="t">
            <a:noAutofit/>
          </a:bodyPr>
          <a:lstStyle>
            <a:lvl1pPr>
              <a:defRPr lang="en-US"/>
            </a:lvl1pPr>
          </a:lstStyle>
          <a:p>
            <a:pPr lvl="0"/>
            <a:r>
              <a:rPr lang="en-US" dirty="0"/>
              <a:t>Click to edit master title style</a:t>
            </a:r>
          </a:p>
        </p:txBody>
      </p:sp>
      <p:sp>
        <p:nvSpPr>
          <p:cNvPr id="3" name="Text Placeholder 3">
            <a:extLst>
              <a:ext uri="{FF2B5EF4-FFF2-40B4-BE49-F238E27FC236}">
                <a16:creationId xmlns:a16="http://schemas.microsoft.com/office/drawing/2014/main" id="{236A5EB2-5876-4EAF-8AE0-2E40E818628D}"/>
              </a:ext>
            </a:extLst>
          </p:cNvPr>
          <p:cNvSpPr>
            <a:spLocks noGrp="1"/>
          </p:cNvSpPr>
          <p:nvPr>
            <p:ph idx="1" hasCustomPrompt="1"/>
          </p:nvPr>
        </p:nvSpPr>
        <p:spPr>
          <a:xfrm>
            <a:off x="269875" y="1189179"/>
            <a:ext cx="11652356" cy="2504019"/>
          </a:xfrm>
          <a:prstGeom prst="rect">
            <a:avLst/>
          </a:prstGeom>
        </p:spPr>
        <p:txBody>
          <a:bodyPr vert="horz" wrap="square" lIns="182880" tIns="146304" rIns="182880" bIns="146304" rtlCol="0">
            <a:spAutoFit/>
          </a:bodyPr>
          <a:lstStyle>
            <a:lvl1pPr>
              <a:spcAft>
                <a:spcPts val="667"/>
              </a:spcAft>
              <a:defRPr/>
            </a:lvl1pPr>
            <a:lvl2pPr>
              <a:spcAft>
                <a:spcPts val="667"/>
              </a:spcAft>
              <a:defRPr/>
            </a:lvl2pPr>
            <a:lvl3pPr>
              <a:spcAft>
                <a:spcPts val="667"/>
              </a:spcAft>
              <a:defRPr/>
            </a:lvl3pPr>
            <a:lvl4pPr>
              <a:spcAft>
                <a:spcPts val="667"/>
              </a:spcAft>
              <a:defRPr/>
            </a:lvl4pPr>
            <a:lvl5pPr>
              <a:spcAft>
                <a:spcPts val="667"/>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5352590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able_of_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457200" y="153248"/>
            <a:ext cx="11258550" cy="535531"/>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457200" y="1371600"/>
            <a:ext cx="11258550" cy="2173608"/>
          </a:xfrm>
          <a:prstGeom prst="rect">
            <a:avLst/>
          </a:prstGeom>
        </p:spPr>
        <p:txBody>
          <a:bodyPr/>
          <a:lstStyle>
            <a:lvl5pPr>
              <a:defRPr sz="158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540617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D4B7-FDE9-43A9-AF94-419083272069}"/>
              </a:ext>
            </a:extLst>
          </p:cNvPr>
          <p:cNvSpPr>
            <a:spLocks noGrp="1"/>
          </p:cNvSpPr>
          <p:nvPr>
            <p:ph type="title"/>
          </p:nvPr>
        </p:nvSpPr>
        <p:spPr>
          <a:xfrm>
            <a:off x="508000" y="762001"/>
            <a:ext cx="9144000" cy="535531"/>
          </a:xfrm>
        </p:spPr>
        <p:txBody>
          <a:bodyPr/>
          <a:lstStyle/>
          <a:p>
            <a:r>
              <a:rPr lang="en-US"/>
              <a:t>Click to edit Master title style</a:t>
            </a:r>
          </a:p>
        </p:txBody>
      </p:sp>
    </p:spTree>
    <p:extLst>
      <p:ext uri="{BB962C8B-B14F-4D97-AF65-F5344CB8AC3E}">
        <p14:creationId xmlns:p14="http://schemas.microsoft.com/office/powerpoint/2010/main" val="29015093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64A653-96D4-4779-B17D-C9429C87C8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1" y="1784"/>
            <a:ext cx="12188826" cy="6856215"/>
          </a:xfrm>
          <a:prstGeom prst="rect">
            <a:avLst/>
          </a:prstGeom>
        </p:spPr>
      </p:pic>
      <p:sp>
        <p:nvSpPr>
          <p:cNvPr id="2" name="Title 1">
            <a:extLst>
              <a:ext uri="{FF2B5EF4-FFF2-40B4-BE49-F238E27FC236}">
                <a16:creationId xmlns:a16="http://schemas.microsoft.com/office/drawing/2014/main" id="{5DA58158-FB30-402D-9EAA-2604BF1AD777}"/>
              </a:ext>
            </a:extLst>
          </p:cNvPr>
          <p:cNvSpPr>
            <a:spLocks noGrp="1"/>
          </p:cNvSpPr>
          <p:nvPr>
            <p:ph type="ctrTitle" hasCustomPrompt="1"/>
          </p:nvPr>
        </p:nvSpPr>
        <p:spPr>
          <a:xfrm>
            <a:off x="609600" y="2009520"/>
            <a:ext cx="6467475" cy="723900"/>
          </a:xfrm>
        </p:spPr>
        <p:txBody>
          <a:bodyPr anchor="t"/>
          <a:lstStyle>
            <a:lvl1pPr algn="l">
              <a:defRPr sz="4800">
                <a:solidFill>
                  <a:schemeClr val="tx2"/>
                </a:solidFill>
              </a:defRPr>
            </a:lvl1pPr>
          </a:lstStyle>
          <a:p>
            <a:r>
              <a:rPr lang="en-US" dirty="0"/>
              <a:t>Type title here</a:t>
            </a:r>
          </a:p>
        </p:txBody>
      </p:sp>
      <p:sp>
        <p:nvSpPr>
          <p:cNvPr id="3" name="Subtitle 2">
            <a:extLst>
              <a:ext uri="{FF2B5EF4-FFF2-40B4-BE49-F238E27FC236}">
                <a16:creationId xmlns:a16="http://schemas.microsoft.com/office/drawing/2014/main" id="{F0598BC9-6D0C-459A-9F7F-5E47C262AB1B}"/>
              </a:ext>
            </a:extLst>
          </p:cNvPr>
          <p:cNvSpPr>
            <a:spLocks noGrp="1"/>
          </p:cNvSpPr>
          <p:nvPr>
            <p:ph type="subTitle" idx="1" hasCustomPrompt="1"/>
          </p:nvPr>
        </p:nvSpPr>
        <p:spPr>
          <a:xfrm>
            <a:off x="609600" y="2766801"/>
            <a:ext cx="6467475" cy="643362"/>
          </a:xfrm>
          <a:prstGeom prst="rect">
            <a:avLst/>
          </a:prstGeom>
        </p:spPr>
        <p:txBody>
          <a:bodyPr lIns="0"/>
          <a:lstStyle>
            <a:lvl1pPr marL="0" indent="0" algn="l">
              <a:buNone/>
              <a:defRPr sz="3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pic>
        <p:nvPicPr>
          <p:cNvPr id="15" name="Picture 14">
            <a:extLst>
              <a:ext uri="{FF2B5EF4-FFF2-40B4-BE49-F238E27FC236}">
                <a16:creationId xmlns:a16="http://schemas.microsoft.com/office/drawing/2014/main" id="{8A10F091-03C9-4C8B-99E2-E6D7C03A8D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8" name="Text Placeholder 17">
            <a:extLst>
              <a:ext uri="{FF2B5EF4-FFF2-40B4-BE49-F238E27FC236}">
                <a16:creationId xmlns:a16="http://schemas.microsoft.com/office/drawing/2014/main" id="{89ADCB45-CDD6-4A48-882D-5B8BF9CC4E6B}"/>
              </a:ext>
            </a:extLst>
          </p:cNvPr>
          <p:cNvSpPr>
            <a:spLocks noGrp="1"/>
          </p:cNvSpPr>
          <p:nvPr>
            <p:ph type="body" sz="quarter" idx="13" hasCustomPrompt="1"/>
          </p:nvPr>
        </p:nvSpPr>
        <p:spPr>
          <a:xfrm>
            <a:off x="609600" y="4367170"/>
            <a:ext cx="4800600" cy="409575"/>
          </a:xfrm>
          <a:prstGeom prst="rect">
            <a:avLst/>
          </a:prstGeom>
        </p:spPr>
        <p:txBody>
          <a:bodyPr lIns="0"/>
          <a:lstStyle>
            <a:lvl1pPr marL="0" indent="0">
              <a:buNone/>
              <a:defRPr sz="2000" b="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name</a:t>
            </a:r>
          </a:p>
        </p:txBody>
      </p:sp>
      <p:sp>
        <p:nvSpPr>
          <p:cNvPr id="19" name="Text Placeholder 17">
            <a:extLst>
              <a:ext uri="{FF2B5EF4-FFF2-40B4-BE49-F238E27FC236}">
                <a16:creationId xmlns:a16="http://schemas.microsoft.com/office/drawing/2014/main" id="{648667D5-E2E7-4331-B1ED-AE39B4769117}"/>
              </a:ext>
            </a:extLst>
          </p:cNvPr>
          <p:cNvSpPr>
            <a:spLocks noGrp="1"/>
          </p:cNvSpPr>
          <p:nvPr>
            <p:ph type="body" sz="quarter" idx="14" hasCustomPrompt="1"/>
          </p:nvPr>
        </p:nvSpPr>
        <p:spPr>
          <a:xfrm>
            <a:off x="609600" y="4699550"/>
            <a:ext cx="4800600" cy="634450"/>
          </a:xfrm>
          <a:prstGeom prst="rect">
            <a:avLst/>
          </a:prstGeom>
        </p:spPr>
        <p:txBody>
          <a:bodyPr lIns="0"/>
          <a:lstStyle>
            <a:lvl1pPr marL="0" indent="0">
              <a:spcAft>
                <a:spcPts val="300"/>
              </a:spcAft>
              <a:buNone/>
              <a:defRPr sz="1600" b="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title</a:t>
            </a:r>
            <a:br>
              <a:rPr lang="en-US" dirty="0"/>
            </a:br>
            <a:r>
              <a:rPr lang="en-US" dirty="0"/>
              <a:t>Company</a:t>
            </a:r>
          </a:p>
        </p:txBody>
      </p:sp>
      <p:sp>
        <p:nvSpPr>
          <p:cNvPr id="9" name="TextBox 8">
            <a:extLst>
              <a:ext uri="{FF2B5EF4-FFF2-40B4-BE49-F238E27FC236}">
                <a16:creationId xmlns:a16="http://schemas.microsoft.com/office/drawing/2014/main" id="{DB503C1D-D818-B541-983A-2B02C29677BA}"/>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bg1"/>
                </a:solidFill>
              </a:rPr>
              <a:t>© 2021, Amazon Web Services, Inc. or its affiliates. All rights reserved. Amazon Confidential and Trademark.</a:t>
            </a:r>
          </a:p>
        </p:txBody>
      </p:sp>
    </p:spTree>
    <p:extLst>
      <p:ext uri="{BB962C8B-B14F-4D97-AF65-F5344CB8AC3E}">
        <p14:creationId xmlns:p14="http://schemas.microsoft.com/office/powerpoint/2010/main" val="129442462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Version4">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32E6C43-B919-49A3-A70D-18632FEB82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2"/>
            <a:ext cx="12192000" cy="6858000"/>
          </a:xfrm>
          <a:prstGeom prst="rect">
            <a:avLst/>
          </a:prstGeom>
        </p:spPr>
      </p:pic>
      <p:sp>
        <p:nvSpPr>
          <p:cNvPr id="2" name="Title 1">
            <a:extLst>
              <a:ext uri="{FF2B5EF4-FFF2-40B4-BE49-F238E27FC236}">
                <a16:creationId xmlns:a16="http://schemas.microsoft.com/office/drawing/2014/main" id="{5DA58158-FB30-402D-9EAA-2604BF1AD777}"/>
              </a:ext>
            </a:extLst>
          </p:cNvPr>
          <p:cNvSpPr>
            <a:spLocks noGrp="1"/>
          </p:cNvSpPr>
          <p:nvPr>
            <p:ph type="ctrTitle" hasCustomPrompt="1"/>
          </p:nvPr>
        </p:nvSpPr>
        <p:spPr>
          <a:xfrm>
            <a:off x="609600" y="2459461"/>
            <a:ext cx="5718629" cy="723900"/>
          </a:xfrm>
        </p:spPr>
        <p:txBody>
          <a:bodyPr anchor="t"/>
          <a:lstStyle>
            <a:lvl1pPr algn="l">
              <a:defRPr sz="4800">
                <a:solidFill>
                  <a:schemeClr val="tx1"/>
                </a:solidFill>
              </a:defRPr>
            </a:lvl1pPr>
          </a:lstStyle>
          <a:p>
            <a:r>
              <a:rPr lang="en-US" dirty="0"/>
              <a:t>Type title here</a:t>
            </a:r>
          </a:p>
        </p:txBody>
      </p:sp>
      <p:sp>
        <p:nvSpPr>
          <p:cNvPr id="3" name="Subtitle 2">
            <a:extLst>
              <a:ext uri="{FF2B5EF4-FFF2-40B4-BE49-F238E27FC236}">
                <a16:creationId xmlns:a16="http://schemas.microsoft.com/office/drawing/2014/main" id="{F0598BC9-6D0C-459A-9F7F-5E47C262AB1B}"/>
              </a:ext>
            </a:extLst>
          </p:cNvPr>
          <p:cNvSpPr>
            <a:spLocks noGrp="1"/>
          </p:cNvSpPr>
          <p:nvPr>
            <p:ph type="subTitle" idx="1" hasCustomPrompt="1"/>
          </p:nvPr>
        </p:nvSpPr>
        <p:spPr>
          <a:xfrm>
            <a:off x="609600" y="3216742"/>
            <a:ext cx="5718629" cy="643362"/>
          </a:xfrm>
          <a:prstGeom prst="rect">
            <a:avLst/>
          </a:prstGeom>
        </p:spPr>
        <p:txBody>
          <a:bodyPr lIns="0"/>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
        <p:nvSpPr>
          <p:cNvPr id="18" name="Text Placeholder 17">
            <a:extLst>
              <a:ext uri="{FF2B5EF4-FFF2-40B4-BE49-F238E27FC236}">
                <a16:creationId xmlns:a16="http://schemas.microsoft.com/office/drawing/2014/main" id="{89ADCB45-CDD6-4A48-882D-5B8BF9CC4E6B}"/>
              </a:ext>
            </a:extLst>
          </p:cNvPr>
          <p:cNvSpPr>
            <a:spLocks noGrp="1"/>
          </p:cNvSpPr>
          <p:nvPr>
            <p:ph type="body" sz="quarter" idx="13" hasCustomPrompt="1"/>
          </p:nvPr>
        </p:nvSpPr>
        <p:spPr>
          <a:xfrm>
            <a:off x="609600" y="4817111"/>
            <a:ext cx="4800600" cy="409575"/>
          </a:xfrm>
          <a:prstGeom prst="rect">
            <a:avLst/>
          </a:prstGeom>
        </p:spPr>
        <p:txBody>
          <a:bodyPr lIns="0"/>
          <a:lstStyle>
            <a:lvl1pPr marL="0" indent="0">
              <a:buNone/>
              <a:defRPr sz="2000" b="0">
                <a:solidFill>
                  <a:schemeClr val="tx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name</a:t>
            </a:r>
          </a:p>
        </p:txBody>
      </p:sp>
      <p:sp>
        <p:nvSpPr>
          <p:cNvPr id="19" name="Text Placeholder 17">
            <a:extLst>
              <a:ext uri="{FF2B5EF4-FFF2-40B4-BE49-F238E27FC236}">
                <a16:creationId xmlns:a16="http://schemas.microsoft.com/office/drawing/2014/main" id="{648667D5-E2E7-4331-B1ED-AE39B4769117}"/>
              </a:ext>
            </a:extLst>
          </p:cNvPr>
          <p:cNvSpPr>
            <a:spLocks noGrp="1"/>
          </p:cNvSpPr>
          <p:nvPr>
            <p:ph type="body" sz="quarter" idx="14" hasCustomPrompt="1"/>
          </p:nvPr>
        </p:nvSpPr>
        <p:spPr>
          <a:xfrm>
            <a:off x="609600" y="5149491"/>
            <a:ext cx="4800600" cy="733419"/>
          </a:xfrm>
          <a:prstGeom prst="rect">
            <a:avLst/>
          </a:prstGeom>
        </p:spPr>
        <p:txBody>
          <a:bodyPr lIns="0"/>
          <a:lstStyle>
            <a:lvl1pPr marL="0" indent="0">
              <a:spcAft>
                <a:spcPts val="300"/>
              </a:spcAft>
              <a:buNone/>
              <a:defRPr sz="1600" b="0">
                <a:solidFill>
                  <a:schemeClr val="tx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title</a:t>
            </a:r>
            <a:br>
              <a:rPr lang="en-US" dirty="0"/>
            </a:br>
            <a:r>
              <a:rPr lang="en-US" dirty="0"/>
              <a:t>Company</a:t>
            </a:r>
          </a:p>
        </p:txBody>
      </p:sp>
      <p:pic>
        <p:nvPicPr>
          <p:cNvPr id="11" name="Picture 10">
            <a:extLst>
              <a:ext uri="{FF2B5EF4-FFF2-40B4-BE49-F238E27FC236}">
                <a16:creationId xmlns:a16="http://schemas.microsoft.com/office/drawing/2014/main" id="{18EDF88F-AF7B-AC43-9A4A-96D688E335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0" name="TextBox 9">
            <a:extLst>
              <a:ext uri="{FF2B5EF4-FFF2-40B4-BE49-F238E27FC236}">
                <a16:creationId xmlns:a16="http://schemas.microsoft.com/office/drawing/2014/main" id="{18A2A21F-F7F7-0243-AD4F-AF6F2CE22988}"/>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p>
        </p:txBody>
      </p:sp>
    </p:spTree>
    <p:extLst>
      <p:ext uri="{BB962C8B-B14F-4D97-AF65-F5344CB8AC3E}">
        <p14:creationId xmlns:p14="http://schemas.microsoft.com/office/powerpoint/2010/main" val="1546834481"/>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Version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9631E5-1C75-455A-9A34-661473ADAE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6140" y="-919017"/>
            <a:ext cx="14455539" cy="8059236"/>
          </a:xfrm>
          <a:prstGeom prst="rect">
            <a:avLst/>
          </a:prstGeom>
        </p:spPr>
      </p:pic>
      <p:sp>
        <p:nvSpPr>
          <p:cNvPr id="2" name="Title 1">
            <a:extLst>
              <a:ext uri="{FF2B5EF4-FFF2-40B4-BE49-F238E27FC236}">
                <a16:creationId xmlns:a16="http://schemas.microsoft.com/office/drawing/2014/main" id="{5DA58158-FB30-402D-9EAA-2604BF1AD777}"/>
              </a:ext>
            </a:extLst>
          </p:cNvPr>
          <p:cNvSpPr>
            <a:spLocks noGrp="1"/>
          </p:cNvSpPr>
          <p:nvPr>
            <p:ph type="ctrTitle" hasCustomPrompt="1"/>
          </p:nvPr>
        </p:nvSpPr>
        <p:spPr>
          <a:xfrm>
            <a:off x="609600" y="2009520"/>
            <a:ext cx="6467475" cy="723900"/>
          </a:xfrm>
        </p:spPr>
        <p:txBody>
          <a:bodyPr anchor="t"/>
          <a:lstStyle>
            <a:lvl1pPr algn="l">
              <a:defRPr sz="4800">
                <a:solidFill>
                  <a:schemeClr val="tx1"/>
                </a:solidFill>
              </a:defRPr>
            </a:lvl1pPr>
          </a:lstStyle>
          <a:p>
            <a:r>
              <a:rPr lang="en-US" dirty="0"/>
              <a:t>Type title here</a:t>
            </a:r>
          </a:p>
        </p:txBody>
      </p:sp>
      <p:sp>
        <p:nvSpPr>
          <p:cNvPr id="3" name="Subtitle 2">
            <a:extLst>
              <a:ext uri="{FF2B5EF4-FFF2-40B4-BE49-F238E27FC236}">
                <a16:creationId xmlns:a16="http://schemas.microsoft.com/office/drawing/2014/main" id="{F0598BC9-6D0C-459A-9F7F-5E47C262AB1B}"/>
              </a:ext>
            </a:extLst>
          </p:cNvPr>
          <p:cNvSpPr>
            <a:spLocks noGrp="1"/>
          </p:cNvSpPr>
          <p:nvPr>
            <p:ph type="subTitle" idx="1" hasCustomPrompt="1"/>
          </p:nvPr>
        </p:nvSpPr>
        <p:spPr>
          <a:xfrm>
            <a:off x="609600" y="2766801"/>
            <a:ext cx="6467475" cy="643362"/>
          </a:xfrm>
          <a:prstGeom prst="rect">
            <a:avLst/>
          </a:prstGeom>
        </p:spPr>
        <p:txBody>
          <a:bodyPr lIns="0"/>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
        <p:nvSpPr>
          <p:cNvPr id="18" name="Text Placeholder 17">
            <a:extLst>
              <a:ext uri="{FF2B5EF4-FFF2-40B4-BE49-F238E27FC236}">
                <a16:creationId xmlns:a16="http://schemas.microsoft.com/office/drawing/2014/main" id="{89ADCB45-CDD6-4A48-882D-5B8BF9CC4E6B}"/>
              </a:ext>
            </a:extLst>
          </p:cNvPr>
          <p:cNvSpPr>
            <a:spLocks noGrp="1"/>
          </p:cNvSpPr>
          <p:nvPr>
            <p:ph type="body" sz="quarter" idx="13" hasCustomPrompt="1"/>
          </p:nvPr>
        </p:nvSpPr>
        <p:spPr>
          <a:xfrm>
            <a:off x="609600" y="4367170"/>
            <a:ext cx="4800600" cy="409575"/>
          </a:xfrm>
          <a:prstGeom prst="rect">
            <a:avLst/>
          </a:prstGeom>
        </p:spPr>
        <p:txBody>
          <a:bodyPr lIns="0"/>
          <a:lstStyle>
            <a:lvl1pPr marL="0" indent="0">
              <a:buNone/>
              <a:defRPr sz="2000" b="0">
                <a:solidFill>
                  <a:schemeClr val="tx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name</a:t>
            </a:r>
          </a:p>
        </p:txBody>
      </p:sp>
      <p:sp>
        <p:nvSpPr>
          <p:cNvPr id="19" name="Text Placeholder 17">
            <a:extLst>
              <a:ext uri="{FF2B5EF4-FFF2-40B4-BE49-F238E27FC236}">
                <a16:creationId xmlns:a16="http://schemas.microsoft.com/office/drawing/2014/main" id="{648667D5-E2E7-4331-B1ED-AE39B4769117}"/>
              </a:ext>
            </a:extLst>
          </p:cNvPr>
          <p:cNvSpPr>
            <a:spLocks noGrp="1"/>
          </p:cNvSpPr>
          <p:nvPr>
            <p:ph type="body" sz="quarter" idx="14" hasCustomPrompt="1"/>
          </p:nvPr>
        </p:nvSpPr>
        <p:spPr>
          <a:xfrm>
            <a:off x="609600" y="4699550"/>
            <a:ext cx="4800600" cy="409575"/>
          </a:xfrm>
          <a:prstGeom prst="rect">
            <a:avLst/>
          </a:prstGeom>
        </p:spPr>
        <p:txBody>
          <a:bodyPr lIns="0"/>
          <a:lstStyle>
            <a:lvl1pPr marL="0" indent="0">
              <a:spcAft>
                <a:spcPts val="300"/>
              </a:spcAft>
              <a:buNone/>
              <a:defRPr sz="1600" b="0">
                <a:solidFill>
                  <a:schemeClr val="tx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title</a:t>
            </a:r>
          </a:p>
        </p:txBody>
      </p:sp>
      <p:sp>
        <p:nvSpPr>
          <p:cNvPr id="10" name="TextBox 9">
            <a:extLst>
              <a:ext uri="{FF2B5EF4-FFF2-40B4-BE49-F238E27FC236}">
                <a16:creationId xmlns:a16="http://schemas.microsoft.com/office/drawing/2014/main" id="{9CD3701C-2B0D-5047-A6AD-F3912389C7F5}"/>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pic>
        <p:nvPicPr>
          <p:cNvPr id="13" name="Picture 12">
            <a:extLst>
              <a:ext uri="{FF2B5EF4-FFF2-40B4-BE49-F238E27FC236}">
                <a16:creationId xmlns:a16="http://schemas.microsoft.com/office/drawing/2014/main" id="{CFED46DB-6B38-4CB8-80D3-71FBFB647F2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600" y="547956"/>
            <a:ext cx="1024890" cy="613182"/>
          </a:xfrm>
          <a:prstGeom prst="rect">
            <a:avLst/>
          </a:prstGeom>
        </p:spPr>
      </p:pic>
    </p:spTree>
    <p:extLst>
      <p:ext uri="{BB962C8B-B14F-4D97-AF65-F5344CB8AC3E}">
        <p14:creationId xmlns:p14="http://schemas.microsoft.com/office/powerpoint/2010/main" val="9285465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Version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5AEDADE-DEF9-48CB-8771-220EBD6AA69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4284"/>
            <a:ext cx="12184384" cy="6853716"/>
          </a:xfrm>
          <a:prstGeom prst="rect">
            <a:avLst/>
          </a:prstGeom>
        </p:spPr>
      </p:pic>
      <p:pic>
        <p:nvPicPr>
          <p:cNvPr id="5" name="Picture 4">
            <a:extLst>
              <a:ext uri="{FF2B5EF4-FFF2-40B4-BE49-F238E27FC236}">
                <a16:creationId xmlns:a16="http://schemas.microsoft.com/office/drawing/2014/main" id="{26A53126-DD57-46D9-BBB1-EF498B0C65D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2" name="Title 1">
            <a:extLst>
              <a:ext uri="{FF2B5EF4-FFF2-40B4-BE49-F238E27FC236}">
                <a16:creationId xmlns:a16="http://schemas.microsoft.com/office/drawing/2014/main" id="{5DA58158-FB30-402D-9EAA-2604BF1AD777}"/>
              </a:ext>
            </a:extLst>
          </p:cNvPr>
          <p:cNvSpPr>
            <a:spLocks noGrp="1"/>
          </p:cNvSpPr>
          <p:nvPr>
            <p:ph type="ctrTitle" hasCustomPrompt="1"/>
          </p:nvPr>
        </p:nvSpPr>
        <p:spPr>
          <a:xfrm>
            <a:off x="609600" y="2009520"/>
            <a:ext cx="6467475" cy="723900"/>
          </a:xfrm>
        </p:spPr>
        <p:txBody>
          <a:bodyPr anchor="t"/>
          <a:lstStyle>
            <a:lvl1pPr algn="l">
              <a:defRPr sz="4800">
                <a:solidFill>
                  <a:schemeClr val="tx1"/>
                </a:solidFill>
              </a:defRPr>
            </a:lvl1pPr>
          </a:lstStyle>
          <a:p>
            <a:r>
              <a:rPr lang="en-US" dirty="0"/>
              <a:t>Type title here</a:t>
            </a:r>
          </a:p>
        </p:txBody>
      </p:sp>
      <p:sp>
        <p:nvSpPr>
          <p:cNvPr id="3" name="Subtitle 2">
            <a:extLst>
              <a:ext uri="{FF2B5EF4-FFF2-40B4-BE49-F238E27FC236}">
                <a16:creationId xmlns:a16="http://schemas.microsoft.com/office/drawing/2014/main" id="{F0598BC9-6D0C-459A-9F7F-5E47C262AB1B}"/>
              </a:ext>
            </a:extLst>
          </p:cNvPr>
          <p:cNvSpPr>
            <a:spLocks noGrp="1"/>
          </p:cNvSpPr>
          <p:nvPr>
            <p:ph type="subTitle" idx="1" hasCustomPrompt="1"/>
          </p:nvPr>
        </p:nvSpPr>
        <p:spPr>
          <a:xfrm>
            <a:off x="609600" y="2766801"/>
            <a:ext cx="6467475" cy="643362"/>
          </a:xfrm>
          <a:prstGeom prst="rect">
            <a:avLst/>
          </a:prstGeom>
        </p:spPr>
        <p:txBody>
          <a:bodyPr lIns="0"/>
          <a:lstStyle>
            <a:lvl1pPr marL="0" indent="0" algn="l">
              <a:buNone/>
              <a:defRPr sz="3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
        <p:nvSpPr>
          <p:cNvPr id="18" name="Text Placeholder 17">
            <a:extLst>
              <a:ext uri="{FF2B5EF4-FFF2-40B4-BE49-F238E27FC236}">
                <a16:creationId xmlns:a16="http://schemas.microsoft.com/office/drawing/2014/main" id="{89ADCB45-CDD6-4A48-882D-5B8BF9CC4E6B}"/>
              </a:ext>
            </a:extLst>
          </p:cNvPr>
          <p:cNvSpPr>
            <a:spLocks noGrp="1"/>
          </p:cNvSpPr>
          <p:nvPr>
            <p:ph type="body" sz="quarter" idx="13" hasCustomPrompt="1"/>
          </p:nvPr>
        </p:nvSpPr>
        <p:spPr>
          <a:xfrm>
            <a:off x="609600" y="4367170"/>
            <a:ext cx="4800600" cy="409575"/>
          </a:xfrm>
          <a:prstGeom prst="rect">
            <a:avLst/>
          </a:prstGeom>
        </p:spPr>
        <p:txBody>
          <a:bodyPr lIns="0"/>
          <a:lstStyle>
            <a:lvl1pPr marL="0" indent="0">
              <a:buNone/>
              <a:defRPr sz="2000" b="0">
                <a:solidFill>
                  <a:schemeClr val="tx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name</a:t>
            </a:r>
          </a:p>
        </p:txBody>
      </p:sp>
      <p:sp>
        <p:nvSpPr>
          <p:cNvPr id="19" name="Text Placeholder 17">
            <a:extLst>
              <a:ext uri="{FF2B5EF4-FFF2-40B4-BE49-F238E27FC236}">
                <a16:creationId xmlns:a16="http://schemas.microsoft.com/office/drawing/2014/main" id="{648667D5-E2E7-4331-B1ED-AE39B4769117}"/>
              </a:ext>
            </a:extLst>
          </p:cNvPr>
          <p:cNvSpPr>
            <a:spLocks noGrp="1"/>
          </p:cNvSpPr>
          <p:nvPr>
            <p:ph type="body" sz="quarter" idx="14" hasCustomPrompt="1"/>
          </p:nvPr>
        </p:nvSpPr>
        <p:spPr>
          <a:xfrm>
            <a:off x="609600" y="4699550"/>
            <a:ext cx="4800600" cy="409575"/>
          </a:xfrm>
          <a:prstGeom prst="rect">
            <a:avLst/>
          </a:prstGeom>
        </p:spPr>
        <p:txBody>
          <a:bodyPr lIns="0"/>
          <a:lstStyle>
            <a:lvl1pPr marL="0" indent="0">
              <a:spcAft>
                <a:spcPts val="300"/>
              </a:spcAft>
              <a:buNone/>
              <a:defRPr sz="1600" b="0">
                <a:solidFill>
                  <a:schemeClr val="tx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title</a:t>
            </a:r>
          </a:p>
        </p:txBody>
      </p:sp>
      <p:sp>
        <p:nvSpPr>
          <p:cNvPr id="9" name="TextBox 8">
            <a:extLst>
              <a:ext uri="{FF2B5EF4-FFF2-40B4-BE49-F238E27FC236}">
                <a16:creationId xmlns:a16="http://schemas.microsoft.com/office/drawing/2014/main" id="{A1527D7D-0007-D54C-A745-B739CE3C0312}"/>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p>
        </p:txBody>
      </p:sp>
    </p:spTree>
    <p:extLst>
      <p:ext uri="{BB962C8B-B14F-4D97-AF65-F5344CB8AC3E}">
        <p14:creationId xmlns:p14="http://schemas.microsoft.com/office/powerpoint/2010/main" val="34066912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itleVersion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DA0BA6-987D-0C4A-841E-F8A9DF6EE36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DA58158-FB30-402D-9EAA-2604BF1AD777}"/>
              </a:ext>
            </a:extLst>
          </p:cNvPr>
          <p:cNvSpPr>
            <a:spLocks noGrp="1"/>
          </p:cNvSpPr>
          <p:nvPr>
            <p:ph type="ctrTitle" hasCustomPrompt="1"/>
          </p:nvPr>
        </p:nvSpPr>
        <p:spPr>
          <a:xfrm>
            <a:off x="609600" y="2378541"/>
            <a:ext cx="5718629" cy="723900"/>
          </a:xfrm>
        </p:spPr>
        <p:txBody>
          <a:bodyPr anchor="t"/>
          <a:lstStyle>
            <a:lvl1pPr algn="l">
              <a:defRPr sz="4800">
                <a:solidFill>
                  <a:schemeClr val="bg1"/>
                </a:solidFill>
              </a:defRPr>
            </a:lvl1pPr>
          </a:lstStyle>
          <a:p>
            <a:r>
              <a:rPr lang="en-US" dirty="0"/>
              <a:t>Type title here</a:t>
            </a:r>
          </a:p>
        </p:txBody>
      </p:sp>
      <p:sp>
        <p:nvSpPr>
          <p:cNvPr id="3" name="Subtitle 2">
            <a:extLst>
              <a:ext uri="{FF2B5EF4-FFF2-40B4-BE49-F238E27FC236}">
                <a16:creationId xmlns:a16="http://schemas.microsoft.com/office/drawing/2014/main" id="{F0598BC9-6D0C-459A-9F7F-5E47C262AB1B}"/>
              </a:ext>
            </a:extLst>
          </p:cNvPr>
          <p:cNvSpPr>
            <a:spLocks noGrp="1"/>
          </p:cNvSpPr>
          <p:nvPr>
            <p:ph type="subTitle" idx="1" hasCustomPrompt="1"/>
          </p:nvPr>
        </p:nvSpPr>
        <p:spPr>
          <a:xfrm>
            <a:off x="609600" y="3135822"/>
            <a:ext cx="5718629" cy="643362"/>
          </a:xfrm>
        </p:spPr>
        <p:txBody>
          <a:bodyPr lIns="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
        <p:nvSpPr>
          <p:cNvPr id="18" name="Text Placeholder 17">
            <a:extLst>
              <a:ext uri="{FF2B5EF4-FFF2-40B4-BE49-F238E27FC236}">
                <a16:creationId xmlns:a16="http://schemas.microsoft.com/office/drawing/2014/main" id="{89ADCB45-CDD6-4A48-882D-5B8BF9CC4E6B}"/>
              </a:ext>
            </a:extLst>
          </p:cNvPr>
          <p:cNvSpPr>
            <a:spLocks noGrp="1"/>
          </p:cNvSpPr>
          <p:nvPr>
            <p:ph type="body" sz="quarter" idx="13" hasCustomPrompt="1"/>
          </p:nvPr>
        </p:nvSpPr>
        <p:spPr>
          <a:xfrm>
            <a:off x="609600" y="4817111"/>
            <a:ext cx="4800600" cy="409575"/>
          </a:xfrm>
        </p:spPr>
        <p:txBody>
          <a:bodyPr lIns="0"/>
          <a:lstStyle>
            <a:lvl1pPr marL="0" indent="0">
              <a:buNone/>
              <a:defRPr sz="2000" b="0">
                <a:solidFill>
                  <a:schemeClr val="bg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name</a:t>
            </a:r>
          </a:p>
        </p:txBody>
      </p:sp>
      <p:sp>
        <p:nvSpPr>
          <p:cNvPr id="19" name="Text Placeholder 17">
            <a:extLst>
              <a:ext uri="{FF2B5EF4-FFF2-40B4-BE49-F238E27FC236}">
                <a16:creationId xmlns:a16="http://schemas.microsoft.com/office/drawing/2014/main" id="{648667D5-E2E7-4331-B1ED-AE39B4769117}"/>
              </a:ext>
            </a:extLst>
          </p:cNvPr>
          <p:cNvSpPr>
            <a:spLocks noGrp="1"/>
          </p:cNvSpPr>
          <p:nvPr>
            <p:ph type="body" sz="quarter" idx="14" hasCustomPrompt="1"/>
          </p:nvPr>
        </p:nvSpPr>
        <p:spPr>
          <a:xfrm>
            <a:off x="609600" y="5149491"/>
            <a:ext cx="4800600" cy="523026"/>
          </a:xfrm>
        </p:spPr>
        <p:txBody>
          <a:bodyPr lIns="0"/>
          <a:lstStyle>
            <a:lvl1pPr marL="0" indent="0">
              <a:spcAft>
                <a:spcPts val="300"/>
              </a:spcAft>
              <a:buNone/>
              <a:defRPr sz="1600" b="0">
                <a:solidFill>
                  <a:schemeClr val="bg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title</a:t>
            </a:r>
            <a:br>
              <a:rPr lang="en-US" dirty="0"/>
            </a:br>
            <a:r>
              <a:rPr lang="en-US" dirty="0"/>
              <a:t>Company</a:t>
            </a:r>
          </a:p>
        </p:txBody>
      </p:sp>
      <p:pic>
        <p:nvPicPr>
          <p:cNvPr id="11" name="Picture 10">
            <a:extLst>
              <a:ext uri="{FF2B5EF4-FFF2-40B4-BE49-F238E27FC236}">
                <a16:creationId xmlns:a16="http://schemas.microsoft.com/office/drawing/2014/main" id="{18EDF88F-AF7B-AC43-9A4A-96D688E335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0" name="TextBox 9">
            <a:extLst>
              <a:ext uri="{FF2B5EF4-FFF2-40B4-BE49-F238E27FC236}">
                <a16:creationId xmlns:a16="http://schemas.microsoft.com/office/drawing/2014/main" id="{23AF2430-FE56-5947-BC3B-4AC19306B123}"/>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bg1"/>
                </a:solidFill>
              </a:rPr>
              <a:t>© 2021, Amazon Web Services, Inc. or its affiliates. All rights reserved. Amazon Confidential and Trademark.</a:t>
            </a:r>
          </a:p>
        </p:txBody>
      </p:sp>
    </p:spTree>
    <p:extLst>
      <p:ext uri="{BB962C8B-B14F-4D97-AF65-F5344CB8AC3E}">
        <p14:creationId xmlns:p14="http://schemas.microsoft.com/office/powerpoint/2010/main" val="4688450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Version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DA0BA6-987D-0C4A-841E-F8A9DF6EE36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0"/>
            <a:ext cx="12187065" cy="6858000"/>
          </a:xfrm>
          <a:prstGeom prst="rect">
            <a:avLst/>
          </a:prstGeom>
        </p:spPr>
      </p:pic>
      <p:sp>
        <p:nvSpPr>
          <p:cNvPr id="2" name="Title 1">
            <a:extLst>
              <a:ext uri="{FF2B5EF4-FFF2-40B4-BE49-F238E27FC236}">
                <a16:creationId xmlns:a16="http://schemas.microsoft.com/office/drawing/2014/main" id="{5DA58158-FB30-402D-9EAA-2604BF1AD777}"/>
              </a:ext>
            </a:extLst>
          </p:cNvPr>
          <p:cNvSpPr>
            <a:spLocks noGrp="1"/>
          </p:cNvSpPr>
          <p:nvPr>
            <p:ph type="ctrTitle" hasCustomPrompt="1"/>
          </p:nvPr>
        </p:nvSpPr>
        <p:spPr>
          <a:xfrm>
            <a:off x="609600" y="2378541"/>
            <a:ext cx="5718629" cy="723900"/>
          </a:xfrm>
        </p:spPr>
        <p:txBody>
          <a:bodyPr anchor="t"/>
          <a:lstStyle>
            <a:lvl1pPr algn="l">
              <a:defRPr sz="4800">
                <a:solidFill>
                  <a:schemeClr val="bg1"/>
                </a:solidFill>
              </a:defRPr>
            </a:lvl1pPr>
          </a:lstStyle>
          <a:p>
            <a:r>
              <a:rPr lang="en-US" dirty="0"/>
              <a:t>Type title here</a:t>
            </a:r>
          </a:p>
        </p:txBody>
      </p:sp>
      <p:sp>
        <p:nvSpPr>
          <p:cNvPr id="3" name="Subtitle 2">
            <a:extLst>
              <a:ext uri="{FF2B5EF4-FFF2-40B4-BE49-F238E27FC236}">
                <a16:creationId xmlns:a16="http://schemas.microsoft.com/office/drawing/2014/main" id="{F0598BC9-6D0C-459A-9F7F-5E47C262AB1B}"/>
              </a:ext>
            </a:extLst>
          </p:cNvPr>
          <p:cNvSpPr>
            <a:spLocks noGrp="1"/>
          </p:cNvSpPr>
          <p:nvPr>
            <p:ph type="subTitle" idx="1" hasCustomPrompt="1"/>
          </p:nvPr>
        </p:nvSpPr>
        <p:spPr>
          <a:xfrm>
            <a:off x="609600" y="3135822"/>
            <a:ext cx="5718629" cy="643362"/>
          </a:xfrm>
        </p:spPr>
        <p:txBody>
          <a:bodyPr lIns="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
        <p:nvSpPr>
          <p:cNvPr id="18" name="Text Placeholder 17">
            <a:extLst>
              <a:ext uri="{FF2B5EF4-FFF2-40B4-BE49-F238E27FC236}">
                <a16:creationId xmlns:a16="http://schemas.microsoft.com/office/drawing/2014/main" id="{89ADCB45-CDD6-4A48-882D-5B8BF9CC4E6B}"/>
              </a:ext>
            </a:extLst>
          </p:cNvPr>
          <p:cNvSpPr>
            <a:spLocks noGrp="1"/>
          </p:cNvSpPr>
          <p:nvPr>
            <p:ph type="body" sz="quarter" idx="13" hasCustomPrompt="1"/>
          </p:nvPr>
        </p:nvSpPr>
        <p:spPr>
          <a:xfrm>
            <a:off x="609600" y="4817111"/>
            <a:ext cx="4800600" cy="409575"/>
          </a:xfrm>
        </p:spPr>
        <p:txBody>
          <a:bodyPr lIns="0"/>
          <a:lstStyle>
            <a:lvl1pPr marL="0" indent="0">
              <a:buNone/>
              <a:defRPr sz="2000" b="0">
                <a:solidFill>
                  <a:schemeClr val="bg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name</a:t>
            </a:r>
          </a:p>
        </p:txBody>
      </p:sp>
      <p:sp>
        <p:nvSpPr>
          <p:cNvPr id="19" name="Text Placeholder 17">
            <a:extLst>
              <a:ext uri="{FF2B5EF4-FFF2-40B4-BE49-F238E27FC236}">
                <a16:creationId xmlns:a16="http://schemas.microsoft.com/office/drawing/2014/main" id="{648667D5-E2E7-4331-B1ED-AE39B4769117}"/>
              </a:ext>
            </a:extLst>
          </p:cNvPr>
          <p:cNvSpPr>
            <a:spLocks noGrp="1"/>
          </p:cNvSpPr>
          <p:nvPr>
            <p:ph type="body" sz="quarter" idx="14" hasCustomPrompt="1"/>
          </p:nvPr>
        </p:nvSpPr>
        <p:spPr>
          <a:xfrm>
            <a:off x="609600" y="5149491"/>
            <a:ext cx="4800600" cy="523026"/>
          </a:xfrm>
        </p:spPr>
        <p:txBody>
          <a:bodyPr lIns="0"/>
          <a:lstStyle>
            <a:lvl1pPr marL="0" indent="0">
              <a:spcAft>
                <a:spcPts val="300"/>
              </a:spcAft>
              <a:buNone/>
              <a:defRPr sz="1600" b="0">
                <a:solidFill>
                  <a:schemeClr val="bg1"/>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Speaker title</a:t>
            </a:r>
            <a:br>
              <a:rPr lang="en-US" dirty="0"/>
            </a:br>
            <a:r>
              <a:rPr lang="en-US" dirty="0"/>
              <a:t>Company</a:t>
            </a:r>
          </a:p>
        </p:txBody>
      </p:sp>
      <p:sp>
        <p:nvSpPr>
          <p:cNvPr id="10" name="TextBox 9">
            <a:extLst>
              <a:ext uri="{FF2B5EF4-FFF2-40B4-BE49-F238E27FC236}">
                <a16:creationId xmlns:a16="http://schemas.microsoft.com/office/drawing/2014/main" id="{23AF2430-FE56-5947-BC3B-4AC19306B123}"/>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p>
        </p:txBody>
      </p:sp>
      <p:pic>
        <p:nvPicPr>
          <p:cNvPr id="12" name="Picture 11">
            <a:extLst>
              <a:ext uri="{FF2B5EF4-FFF2-40B4-BE49-F238E27FC236}">
                <a16:creationId xmlns:a16="http://schemas.microsoft.com/office/drawing/2014/main" id="{AD855650-0144-7744-8194-AEC02D8C8B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Tree>
    <p:extLst>
      <p:ext uri="{BB962C8B-B14F-4D97-AF65-F5344CB8AC3E}">
        <p14:creationId xmlns:p14="http://schemas.microsoft.com/office/powerpoint/2010/main" val="24952237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FBB5F8-2B4C-4CDE-8A00-6203C0E48C82}"/>
              </a:ext>
            </a:extLst>
          </p:cNvPr>
          <p:cNvPicPr>
            <a:picLocks noChangeAspect="1"/>
          </p:cNvPicPr>
          <p:nvPr userDrawn="1"/>
        </p:nvPicPr>
        <p:blipFill>
          <a:blip r:embed="rId2">
            <a:extLst>
              <a:ext uri="{28A0092B-C50C-407E-A947-70E740481C1C}">
                <a14:useLocalDpi xmlns:a14="http://schemas.microsoft.com/office/drawing/2010/main" val="0"/>
              </a:ext>
            </a:extLst>
          </a:blip>
          <a:srcRect t="18" b="18"/>
          <a:stretch/>
        </p:blipFill>
        <p:spPr bwMode="ltGray">
          <a:xfrm>
            <a:off x="0" y="1"/>
            <a:ext cx="12188952" cy="6858000"/>
          </a:xfrm>
          <a:prstGeom prst="rect">
            <a:avLst/>
          </a:prstGeom>
        </p:spPr>
      </p:pic>
      <p:sp>
        <p:nvSpPr>
          <p:cNvPr id="2" name="Title 1">
            <a:extLst>
              <a:ext uri="{FF2B5EF4-FFF2-40B4-BE49-F238E27FC236}">
                <a16:creationId xmlns:a16="http://schemas.microsoft.com/office/drawing/2014/main" id="{E162F3E8-1253-4748-A4CA-00B845807C26}"/>
              </a:ext>
            </a:extLst>
          </p:cNvPr>
          <p:cNvSpPr>
            <a:spLocks noGrp="1"/>
          </p:cNvSpPr>
          <p:nvPr>
            <p:ph type="title" hasCustomPrompt="1"/>
          </p:nvPr>
        </p:nvSpPr>
        <p:spPr>
          <a:xfrm>
            <a:off x="609599" y="2539281"/>
            <a:ext cx="7806117" cy="1611934"/>
          </a:xfrm>
        </p:spPr>
        <p:txBody>
          <a:bodyPr anchor="t"/>
          <a:lstStyle>
            <a:lvl1pPr>
              <a:defRPr sz="4800">
                <a:solidFill>
                  <a:schemeClr val="tx1"/>
                </a:solidFill>
              </a:defRPr>
            </a:lvl1pPr>
          </a:lstStyle>
          <a:p>
            <a:r>
              <a:rPr lang="en-US" dirty="0"/>
              <a:t>Section divider – </a:t>
            </a:r>
            <a:br>
              <a:rPr lang="en-US" dirty="0"/>
            </a:br>
            <a:r>
              <a:rPr lang="en-US" dirty="0"/>
              <a:t>Type section name here</a:t>
            </a:r>
          </a:p>
        </p:txBody>
      </p:sp>
      <p:sp>
        <p:nvSpPr>
          <p:cNvPr id="5" name="Slide Number Placeholder 4">
            <a:extLst>
              <a:ext uri="{FF2B5EF4-FFF2-40B4-BE49-F238E27FC236}">
                <a16:creationId xmlns:a16="http://schemas.microsoft.com/office/drawing/2014/main" id="{E15BA352-7A75-6840-8712-8F430F1350B3}"/>
              </a:ext>
            </a:extLst>
          </p:cNvPr>
          <p:cNvSpPr>
            <a:spLocks noGrp="1"/>
          </p:cNvSpPr>
          <p:nvPr>
            <p:ph type="sldNum" sz="quarter" idx="12"/>
          </p:nvPr>
        </p:nvSpPr>
        <p:spPr/>
        <p:txBody>
          <a:bodyPr/>
          <a:lstStyle>
            <a:lvl1pPr>
              <a:defRPr>
                <a:solidFill>
                  <a:schemeClr val="bg1"/>
                </a:solidFill>
              </a:defRPr>
            </a:lvl1pPr>
          </a:lstStyle>
          <a:p>
            <a:fld id="{7834CDD4-D76F-4459-B025-0310E913C243}" type="slidenum">
              <a:rPr lang="en-US" smtClean="0"/>
              <a:pPr/>
              <a:t>‹#›</a:t>
            </a:fld>
            <a:endParaRPr lang="en-US" dirty="0"/>
          </a:p>
        </p:txBody>
      </p:sp>
      <p:sp>
        <p:nvSpPr>
          <p:cNvPr id="10" name="TextBox 9">
            <a:extLst>
              <a:ext uri="{FF2B5EF4-FFF2-40B4-BE49-F238E27FC236}">
                <a16:creationId xmlns:a16="http://schemas.microsoft.com/office/drawing/2014/main" id="{A8D703C6-F872-0A4E-A5F8-D9F7B4E8C03E}"/>
              </a:ext>
            </a:extLst>
          </p:cNvPr>
          <p:cNvSpPr txBox="1"/>
          <p:nvPr userDrawn="1"/>
        </p:nvSpPr>
        <p:spPr>
          <a:xfrm>
            <a:off x="1141083"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r>
              <a:rPr lang="en-US" sz="600" dirty="0">
                <a:solidFill>
                  <a:schemeClr val="bg1"/>
                </a:solidFill>
              </a:rPr>
              <a:t>.</a:t>
            </a:r>
          </a:p>
        </p:txBody>
      </p:sp>
      <p:pic>
        <p:nvPicPr>
          <p:cNvPr id="11" name="Picture 10">
            <a:extLst>
              <a:ext uri="{FF2B5EF4-FFF2-40B4-BE49-F238E27FC236}">
                <a16:creationId xmlns:a16="http://schemas.microsoft.com/office/drawing/2014/main" id="{4666D2D3-1CB7-C54D-B98A-E70D6ED35B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6337372"/>
            <a:ext cx="366804" cy="219456"/>
          </a:xfrm>
          <a:prstGeom prst="rect">
            <a:avLst/>
          </a:prstGeom>
        </p:spPr>
      </p:pic>
    </p:spTree>
    <p:extLst>
      <p:ext uri="{BB962C8B-B14F-4D97-AF65-F5344CB8AC3E}">
        <p14:creationId xmlns:p14="http://schemas.microsoft.com/office/powerpoint/2010/main" val="3678640476"/>
      </p:ext>
    </p:extLst>
  </p:cSld>
  <p:clrMapOvr>
    <a:masterClrMapping/>
  </p:clrMapOvr>
  <p:extLst>
    <p:ext uri="{DCECCB84-F9BA-43D5-87BE-67443E8EF086}">
      <p15:sldGuideLst xmlns:p15="http://schemas.microsoft.com/office/powerpoint/2012/main">
        <p15:guide id="1" pos="4608">
          <p15:clr>
            <a:srgbClr val="FBAE40"/>
          </p15:clr>
        </p15:guide>
        <p15:guide id="2" orient="horz" pos="12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HeaderVersion4">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76AC8A2-CA70-4049-B014-BB9F426BC73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3480"/>
            <a:ext cx="12188952" cy="6858000"/>
          </a:xfrm>
          <a:prstGeom prst="rect">
            <a:avLst/>
          </a:prstGeom>
        </p:spPr>
      </p:pic>
      <p:sp>
        <p:nvSpPr>
          <p:cNvPr id="2" name="Title 1">
            <a:extLst>
              <a:ext uri="{FF2B5EF4-FFF2-40B4-BE49-F238E27FC236}">
                <a16:creationId xmlns:a16="http://schemas.microsoft.com/office/drawing/2014/main" id="{E162F3E8-1253-4748-A4CA-00B845807C26}"/>
              </a:ext>
            </a:extLst>
          </p:cNvPr>
          <p:cNvSpPr>
            <a:spLocks noGrp="1"/>
          </p:cNvSpPr>
          <p:nvPr>
            <p:ph type="title" hasCustomPrompt="1"/>
          </p:nvPr>
        </p:nvSpPr>
        <p:spPr>
          <a:xfrm>
            <a:off x="609599" y="2539280"/>
            <a:ext cx="7806118" cy="1814235"/>
          </a:xfrm>
        </p:spPr>
        <p:txBody>
          <a:bodyPr anchor="t"/>
          <a:lstStyle>
            <a:lvl1pPr>
              <a:defRPr sz="4800">
                <a:solidFill>
                  <a:schemeClr val="tx1"/>
                </a:solidFill>
              </a:defRPr>
            </a:lvl1pPr>
          </a:lstStyle>
          <a:p>
            <a:r>
              <a:rPr lang="en-US" dirty="0"/>
              <a:t>Section divider – </a:t>
            </a:r>
            <a:br>
              <a:rPr lang="en-US" dirty="0"/>
            </a:br>
            <a:r>
              <a:rPr lang="en-US" dirty="0"/>
              <a:t>Type section name here</a:t>
            </a:r>
          </a:p>
        </p:txBody>
      </p:sp>
      <p:sp>
        <p:nvSpPr>
          <p:cNvPr id="5" name="Slide Number Placeholder 4">
            <a:extLst>
              <a:ext uri="{FF2B5EF4-FFF2-40B4-BE49-F238E27FC236}">
                <a16:creationId xmlns:a16="http://schemas.microsoft.com/office/drawing/2014/main" id="{CF847947-B017-0044-83FA-22F75CBD101C}"/>
              </a:ext>
            </a:extLst>
          </p:cNvPr>
          <p:cNvSpPr>
            <a:spLocks noGrp="1"/>
          </p:cNvSpPr>
          <p:nvPr>
            <p:ph type="sldNum" sz="quarter" idx="12"/>
          </p:nvPr>
        </p:nvSpPr>
        <p:spPr/>
        <p:txBody>
          <a:bodyPr/>
          <a:lstStyle>
            <a:lvl1pPr>
              <a:defRPr>
                <a:solidFill>
                  <a:schemeClr val="tx1"/>
                </a:solidFill>
              </a:defRPr>
            </a:lvl1pPr>
          </a:lstStyle>
          <a:p>
            <a:fld id="{7834CDD4-D76F-4459-B025-0310E913C243}" type="slidenum">
              <a:rPr lang="en-US" smtClean="0"/>
              <a:pPr/>
              <a:t>‹#›</a:t>
            </a:fld>
            <a:endParaRPr lang="en-US"/>
          </a:p>
        </p:txBody>
      </p:sp>
      <p:sp>
        <p:nvSpPr>
          <p:cNvPr id="10" name="TextBox 9">
            <a:extLst>
              <a:ext uri="{FF2B5EF4-FFF2-40B4-BE49-F238E27FC236}">
                <a16:creationId xmlns:a16="http://schemas.microsoft.com/office/drawing/2014/main" id="{18DA821D-D46F-5045-8D23-3B47D6C83F53}"/>
              </a:ext>
            </a:extLst>
          </p:cNvPr>
          <p:cNvSpPr txBox="1"/>
          <p:nvPr userDrawn="1"/>
        </p:nvSpPr>
        <p:spPr>
          <a:xfrm>
            <a:off x="1141083"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r>
              <a:rPr lang="en-US" sz="600" dirty="0">
                <a:solidFill>
                  <a:schemeClr val="bg1"/>
                </a:solidFill>
              </a:rPr>
              <a:t>.</a:t>
            </a:r>
          </a:p>
        </p:txBody>
      </p:sp>
      <p:pic>
        <p:nvPicPr>
          <p:cNvPr id="11" name="Picture 10">
            <a:extLst>
              <a:ext uri="{FF2B5EF4-FFF2-40B4-BE49-F238E27FC236}">
                <a16:creationId xmlns:a16="http://schemas.microsoft.com/office/drawing/2014/main" id="{64C0B1B3-552E-414B-8B20-31B0C71C19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6337372"/>
            <a:ext cx="366804" cy="219456"/>
          </a:xfrm>
          <a:prstGeom prst="rect">
            <a:avLst/>
          </a:prstGeom>
        </p:spPr>
      </p:pic>
    </p:spTree>
    <p:extLst>
      <p:ext uri="{BB962C8B-B14F-4D97-AF65-F5344CB8AC3E}">
        <p14:creationId xmlns:p14="http://schemas.microsoft.com/office/powerpoint/2010/main" val="4123315811"/>
      </p:ext>
    </p:extLst>
  </p:cSld>
  <p:clrMapOvr>
    <a:masterClrMapping/>
  </p:clrMapOvr>
  <p:extLst>
    <p:ext uri="{DCECCB84-F9BA-43D5-87BE-67443E8EF086}">
      <p15:sldGuideLst xmlns:p15="http://schemas.microsoft.com/office/powerpoint/2012/main">
        <p15:guide id="1" pos="4608">
          <p15:clr>
            <a:srgbClr val="FBAE40"/>
          </p15:clr>
        </p15:guide>
        <p15:guide id="2" orient="horz" pos="12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HeaderVersion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3033395-E41D-4494-8DEE-1957EADA54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6140" y="-919017"/>
            <a:ext cx="14455539" cy="8059236"/>
          </a:xfrm>
          <a:prstGeom prst="rect">
            <a:avLst/>
          </a:prstGeom>
        </p:spPr>
      </p:pic>
      <p:sp>
        <p:nvSpPr>
          <p:cNvPr id="2" name="Title 1">
            <a:extLst>
              <a:ext uri="{FF2B5EF4-FFF2-40B4-BE49-F238E27FC236}">
                <a16:creationId xmlns:a16="http://schemas.microsoft.com/office/drawing/2014/main" id="{E162F3E8-1253-4748-A4CA-00B845807C26}"/>
              </a:ext>
            </a:extLst>
          </p:cNvPr>
          <p:cNvSpPr>
            <a:spLocks noGrp="1"/>
          </p:cNvSpPr>
          <p:nvPr>
            <p:ph type="title" hasCustomPrompt="1"/>
          </p:nvPr>
        </p:nvSpPr>
        <p:spPr>
          <a:xfrm>
            <a:off x="609600" y="2539280"/>
            <a:ext cx="7620000" cy="1789959"/>
          </a:xfrm>
        </p:spPr>
        <p:txBody>
          <a:bodyPr anchor="t"/>
          <a:lstStyle>
            <a:lvl1pPr>
              <a:defRPr sz="4800">
                <a:solidFill>
                  <a:schemeClr val="tx1"/>
                </a:solidFill>
              </a:defRPr>
            </a:lvl1pPr>
          </a:lstStyle>
          <a:p>
            <a:r>
              <a:rPr lang="en-US" dirty="0"/>
              <a:t>Section divider – </a:t>
            </a:r>
            <a:br>
              <a:rPr lang="en-US" dirty="0"/>
            </a:br>
            <a:r>
              <a:rPr lang="en-US" dirty="0"/>
              <a:t>Type section name here</a:t>
            </a:r>
          </a:p>
        </p:txBody>
      </p:sp>
      <p:pic>
        <p:nvPicPr>
          <p:cNvPr id="18" name="Picture 17">
            <a:extLst>
              <a:ext uri="{FF2B5EF4-FFF2-40B4-BE49-F238E27FC236}">
                <a16:creationId xmlns:a16="http://schemas.microsoft.com/office/drawing/2014/main" id="{44EB373C-C087-4A45-9B6D-8DF08E3125B5}"/>
              </a:ext>
            </a:extLst>
          </p:cNvPr>
          <p:cNvPicPr>
            <a:picLocks noChangeAspect="1"/>
          </p:cNvPicPr>
          <p:nvPr userDrawn="1"/>
        </p:nvPicPr>
        <p:blipFill>
          <a:blip r:embed="rId3">
            <a:alphaModFix/>
          </a:blip>
          <a:stretch>
            <a:fillRect/>
          </a:stretch>
        </p:blipFill>
        <p:spPr>
          <a:xfrm>
            <a:off x="597695" y="6337372"/>
            <a:ext cx="365760" cy="220242"/>
          </a:xfrm>
          <a:prstGeom prst="rect">
            <a:avLst/>
          </a:prstGeom>
        </p:spPr>
      </p:pic>
      <p:sp>
        <p:nvSpPr>
          <p:cNvPr id="7" name="TextBox 6">
            <a:extLst>
              <a:ext uri="{FF2B5EF4-FFF2-40B4-BE49-F238E27FC236}">
                <a16:creationId xmlns:a16="http://schemas.microsoft.com/office/drawing/2014/main" id="{2089E343-EDDD-A04F-B0D0-C198F9335109}"/>
              </a:ext>
            </a:extLst>
          </p:cNvPr>
          <p:cNvSpPr txBox="1"/>
          <p:nvPr userDrawn="1"/>
        </p:nvSpPr>
        <p:spPr>
          <a:xfrm>
            <a:off x="1294153" y="6429680"/>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41728066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608">
          <p15:clr>
            <a:srgbClr val="FBAE40"/>
          </p15:clr>
        </p15:guide>
        <p15:guide id="2" orient="horz" pos="12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HeaderVersion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620CA3-C3D8-47D2-8499-ADB14419D9E3}"/>
              </a:ext>
            </a:extLst>
          </p:cNvPr>
          <p:cNvPicPr>
            <a:picLocks/>
          </p:cNvPicPr>
          <p:nvPr userDrawn="1"/>
        </p:nvPicPr>
        <p:blipFill>
          <a:blip r:embed="rId2">
            <a:extLst>
              <a:ext uri="{28A0092B-C50C-407E-A947-70E740481C1C}">
                <a14:useLocalDpi xmlns:a14="http://schemas.microsoft.com/office/drawing/2010/main" val="0"/>
              </a:ext>
            </a:extLst>
          </a:blip>
          <a:srcRect/>
          <a:stretch/>
        </p:blipFill>
        <p:spPr bwMode="ltGray">
          <a:xfrm>
            <a:off x="-1" y="0"/>
            <a:ext cx="12188952" cy="6858000"/>
          </a:xfrm>
          <a:prstGeom prst="rect">
            <a:avLst/>
          </a:prstGeom>
        </p:spPr>
      </p:pic>
      <p:sp>
        <p:nvSpPr>
          <p:cNvPr id="2" name="Title 1">
            <a:extLst>
              <a:ext uri="{FF2B5EF4-FFF2-40B4-BE49-F238E27FC236}">
                <a16:creationId xmlns:a16="http://schemas.microsoft.com/office/drawing/2014/main" id="{E162F3E8-1253-4748-A4CA-00B845807C26}"/>
              </a:ext>
            </a:extLst>
          </p:cNvPr>
          <p:cNvSpPr>
            <a:spLocks noGrp="1"/>
          </p:cNvSpPr>
          <p:nvPr>
            <p:ph type="title" hasCustomPrompt="1"/>
          </p:nvPr>
        </p:nvSpPr>
        <p:spPr>
          <a:xfrm>
            <a:off x="609599" y="2539280"/>
            <a:ext cx="7919405" cy="1644302"/>
          </a:xfrm>
        </p:spPr>
        <p:txBody>
          <a:bodyPr anchor="t"/>
          <a:lstStyle>
            <a:lvl1pPr>
              <a:defRPr sz="4800">
                <a:solidFill>
                  <a:schemeClr val="tx1"/>
                </a:solidFill>
              </a:defRPr>
            </a:lvl1pPr>
          </a:lstStyle>
          <a:p>
            <a:r>
              <a:rPr lang="en-US" dirty="0"/>
              <a:t>Section divider – </a:t>
            </a:r>
            <a:br>
              <a:rPr lang="en-US" dirty="0"/>
            </a:br>
            <a:r>
              <a:rPr lang="en-US" dirty="0"/>
              <a:t>Type section name here</a:t>
            </a:r>
          </a:p>
        </p:txBody>
      </p:sp>
      <p:sp>
        <p:nvSpPr>
          <p:cNvPr id="5" name="Slide Number Placeholder 4">
            <a:extLst>
              <a:ext uri="{FF2B5EF4-FFF2-40B4-BE49-F238E27FC236}">
                <a16:creationId xmlns:a16="http://schemas.microsoft.com/office/drawing/2014/main" id="{9B09CFD5-CA68-9A4F-A271-166BC5EB6ECC}"/>
              </a:ext>
            </a:extLst>
          </p:cNvPr>
          <p:cNvSpPr>
            <a:spLocks noGrp="1"/>
          </p:cNvSpPr>
          <p:nvPr>
            <p:ph type="sldNum" sz="quarter" idx="12"/>
          </p:nvPr>
        </p:nvSpPr>
        <p:spPr/>
        <p:txBody>
          <a:bodyPr/>
          <a:lstStyle>
            <a:lvl1pPr>
              <a:defRPr>
                <a:solidFill>
                  <a:schemeClr val="tx1"/>
                </a:solidFill>
              </a:defRPr>
            </a:lvl1pPr>
          </a:lstStyle>
          <a:p>
            <a:fld id="{7834CDD4-D76F-4459-B025-0310E913C243}" type="slidenum">
              <a:rPr lang="en-US" smtClean="0"/>
              <a:pPr/>
              <a:t>‹#›</a:t>
            </a:fld>
            <a:endParaRPr lang="en-US"/>
          </a:p>
        </p:txBody>
      </p:sp>
      <p:sp>
        <p:nvSpPr>
          <p:cNvPr id="9" name="TextBox 8">
            <a:extLst>
              <a:ext uri="{FF2B5EF4-FFF2-40B4-BE49-F238E27FC236}">
                <a16:creationId xmlns:a16="http://schemas.microsoft.com/office/drawing/2014/main" id="{0382F8AB-04F3-E848-AB61-210F9831BC0B}"/>
              </a:ext>
            </a:extLst>
          </p:cNvPr>
          <p:cNvSpPr txBox="1"/>
          <p:nvPr userDrawn="1"/>
        </p:nvSpPr>
        <p:spPr>
          <a:xfrm>
            <a:off x="1141083"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r>
              <a:rPr lang="en-US" sz="600" dirty="0">
                <a:solidFill>
                  <a:schemeClr val="bg1"/>
                </a:solidFill>
              </a:rPr>
              <a:t>.</a:t>
            </a:r>
          </a:p>
        </p:txBody>
      </p:sp>
      <p:pic>
        <p:nvPicPr>
          <p:cNvPr id="10" name="Picture 9">
            <a:extLst>
              <a:ext uri="{FF2B5EF4-FFF2-40B4-BE49-F238E27FC236}">
                <a16:creationId xmlns:a16="http://schemas.microsoft.com/office/drawing/2014/main" id="{55B6D4C0-749A-8C40-85AC-44ADF1E641E9}"/>
              </a:ext>
            </a:extLst>
          </p:cNvPr>
          <p:cNvPicPr>
            <a:picLocks noChangeAspect="1"/>
          </p:cNvPicPr>
          <p:nvPr userDrawn="1"/>
        </p:nvPicPr>
        <p:blipFill>
          <a:blip r:embed="rId3">
            <a:alphaModFix/>
          </a:blip>
          <a:stretch>
            <a:fillRect/>
          </a:stretch>
        </p:blipFill>
        <p:spPr>
          <a:xfrm>
            <a:off x="597695" y="6337372"/>
            <a:ext cx="365760" cy="220242"/>
          </a:xfrm>
          <a:prstGeom prst="rect">
            <a:avLst/>
          </a:prstGeom>
        </p:spPr>
      </p:pic>
    </p:spTree>
    <p:extLst>
      <p:ext uri="{BB962C8B-B14F-4D97-AF65-F5344CB8AC3E}">
        <p14:creationId xmlns:p14="http://schemas.microsoft.com/office/powerpoint/2010/main" val="20417236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608">
          <p15:clr>
            <a:srgbClr val="FBAE40"/>
          </p15:clr>
        </p15:guide>
        <p15:guide id="2" orient="horz" pos="124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ectionHeaderVersion5">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63C40C-65D6-43B9-9CA7-C72FC88C03C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2466" y="3828"/>
            <a:ext cx="12184018" cy="6856285"/>
          </a:xfrm>
          <a:prstGeom prst="rect">
            <a:avLst/>
          </a:prstGeom>
        </p:spPr>
      </p:pic>
      <p:sp>
        <p:nvSpPr>
          <p:cNvPr id="2" name="Title 1">
            <a:extLst>
              <a:ext uri="{FF2B5EF4-FFF2-40B4-BE49-F238E27FC236}">
                <a16:creationId xmlns:a16="http://schemas.microsoft.com/office/drawing/2014/main" id="{E162F3E8-1253-4748-A4CA-00B845807C26}"/>
              </a:ext>
            </a:extLst>
          </p:cNvPr>
          <p:cNvSpPr>
            <a:spLocks noGrp="1"/>
          </p:cNvSpPr>
          <p:nvPr>
            <p:ph type="title" hasCustomPrompt="1"/>
          </p:nvPr>
        </p:nvSpPr>
        <p:spPr>
          <a:xfrm>
            <a:off x="609600" y="2539280"/>
            <a:ext cx="8170258" cy="1625599"/>
          </a:xfrm>
        </p:spPr>
        <p:txBody>
          <a:bodyPr anchor="t"/>
          <a:lstStyle>
            <a:lvl1pPr>
              <a:defRPr sz="4800">
                <a:solidFill>
                  <a:schemeClr val="bg1"/>
                </a:solidFill>
              </a:defRPr>
            </a:lvl1pPr>
          </a:lstStyle>
          <a:p>
            <a:r>
              <a:rPr lang="en-US" dirty="0"/>
              <a:t>Section divider – </a:t>
            </a:r>
            <a:br>
              <a:rPr lang="en-US" dirty="0"/>
            </a:br>
            <a:r>
              <a:rPr lang="en-US" dirty="0"/>
              <a:t>Type section name here</a:t>
            </a:r>
          </a:p>
        </p:txBody>
      </p:sp>
      <p:sp>
        <p:nvSpPr>
          <p:cNvPr id="5" name="Slide Number Placeholder 4">
            <a:extLst>
              <a:ext uri="{FF2B5EF4-FFF2-40B4-BE49-F238E27FC236}">
                <a16:creationId xmlns:a16="http://schemas.microsoft.com/office/drawing/2014/main" id="{A7029803-42D7-A244-9477-DD91AA020F97}"/>
              </a:ext>
            </a:extLst>
          </p:cNvPr>
          <p:cNvSpPr>
            <a:spLocks noGrp="1"/>
          </p:cNvSpPr>
          <p:nvPr>
            <p:ph type="sldNum" sz="quarter" idx="12"/>
          </p:nvPr>
        </p:nvSpPr>
        <p:spPr/>
        <p:txBody>
          <a:bodyPr/>
          <a:lstStyle>
            <a:lvl1pPr>
              <a:defRPr>
                <a:solidFill>
                  <a:schemeClr val="bg1"/>
                </a:solidFill>
              </a:defRPr>
            </a:lvl1pPr>
          </a:lstStyle>
          <a:p>
            <a:fld id="{7834CDD4-D76F-4459-B025-0310E913C243}" type="slidenum">
              <a:rPr lang="en-US" smtClean="0"/>
              <a:pPr/>
              <a:t>‹#›</a:t>
            </a:fld>
            <a:endParaRPr lang="en-US" dirty="0"/>
          </a:p>
        </p:txBody>
      </p:sp>
      <p:sp>
        <p:nvSpPr>
          <p:cNvPr id="8" name="TextBox 7">
            <a:extLst>
              <a:ext uri="{FF2B5EF4-FFF2-40B4-BE49-F238E27FC236}">
                <a16:creationId xmlns:a16="http://schemas.microsoft.com/office/drawing/2014/main" id="{FD602EC4-3A70-F746-AFE3-65E769E94EE5}"/>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bg1"/>
                </a:solidFill>
              </a:rPr>
              <a:t>© 2021, Amazon Web Services, Inc. or its affiliates. All rights reserved. Amazon Confidential and Trademark.</a:t>
            </a:r>
          </a:p>
        </p:txBody>
      </p:sp>
      <p:pic>
        <p:nvPicPr>
          <p:cNvPr id="7" name="Picture 6">
            <a:extLst>
              <a:ext uri="{FF2B5EF4-FFF2-40B4-BE49-F238E27FC236}">
                <a16:creationId xmlns:a16="http://schemas.microsoft.com/office/drawing/2014/main" id="{0C570EFF-72E8-4742-BF5A-2182B8DA9D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6337372"/>
            <a:ext cx="365760" cy="218831"/>
          </a:xfrm>
          <a:prstGeom prst="rect">
            <a:avLst/>
          </a:prstGeom>
        </p:spPr>
      </p:pic>
    </p:spTree>
    <p:extLst>
      <p:ext uri="{BB962C8B-B14F-4D97-AF65-F5344CB8AC3E}">
        <p14:creationId xmlns:p14="http://schemas.microsoft.com/office/powerpoint/2010/main" val="1826136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608">
          <p15:clr>
            <a:srgbClr val="FBAE40"/>
          </p15:clr>
        </p15:guide>
        <p15:guide id="2" orient="horz" pos="12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658F91-E4B4-42EF-91FF-1E7B244020A0}"/>
              </a:ext>
            </a:extLst>
          </p:cNvPr>
          <p:cNvSpPr/>
          <p:nvPr userDrawn="1"/>
        </p:nvSpPr>
        <p:spPr>
          <a:xfrm>
            <a:off x="-91440" y="-71120"/>
            <a:ext cx="12354560" cy="7000240"/>
          </a:xfrm>
          <a:prstGeom prst="rect">
            <a:avLst/>
          </a:prstGeom>
          <a:solidFill>
            <a:srgbClr val="36C2B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rgbClr val="36C2B4"/>
              </a:solidFill>
            </a:endParaRPr>
          </a:p>
        </p:txBody>
      </p:sp>
      <p:pic>
        <p:nvPicPr>
          <p:cNvPr id="5" name="Graphic 4">
            <a:extLst>
              <a:ext uri="{FF2B5EF4-FFF2-40B4-BE49-F238E27FC236}">
                <a16:creationId xmlns:a16="http://schemas.microsoft.com/office/drawing/2014/main" id="{562D747E-7F89-44C4-B436-F4D2657013D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46815" y="-1526511"/>
            <a:ext cx="14996149" cy="9510942"/>
          </a:xfrm>
          <a:prstGeom prst="rect">
            <a:avLst/>
          </a:prstGeom>
        </p:spPr>
      </p:pic>
      <p:sp>
        <p:nvSpPr>
          <p:cNvPr id="3" name="Content Placeholder 2">
            <a:extLst>
              <a:ext uri="{FF2B5EF4-FFF2-40B4-BE49-F238E27FC236}">
                <a16:creationId xmlns:a16="http://schemas.microsoft.com/office/drawing/2014/main" id="{CB229B46-A384-45C4-A7BA-8F3730F4945F}"/>
              </a:ext>
            </a:extLst>
          </p:cNvPr>
          <p:cNvSpPr>
            <a:spLocks noGrp="1"/>
          </p:cNvSpPr>
          <p:nvPr>
            <p:ph sz="half" idx="1" hasCustomPrompt="1"/>
          </p:nvPr>
        </p:nvSpPr>
        <p:spPr>
          <a:xfrm>
            <a:off x="609600" y="1700071"/>
            <a:ext cx="5157788" cy="4149728"/>
          </a:xfrm>
          <a:prstGeom prst="rect">
            <a:avLst/>
          </a:prstGeom>
        </p:spPr>
        <p:txBody>
          <a:bodyPr lIns="0"/>
          <a:lstStyle>
            <a:lvl1pPr marL="0" indent="0">
              <a:spcAft>
                <a:spcPts val="1800"/>
              </a:spcAft>
              <a:buNone/>
              <a:defRPr sz="2000"/>
            </a:lvl1pPr>
          </a:lstStyle>
          <a:p>
            <a:pPr lvl="0"/>
            <a:r>
              <a:rPr lang="en-US" dirty="0"/>
              <a:t>Enter text</a:t>
            </a:r>
          </a:p>
        </p:txBody>
      </p:sp>
      <p:sp>
        <p:nvSpPr>
          <p:cNvPr id="4" name="Content Placeholder 3">
            <a:extLst>
              <a:ext uri="{FF2B5EF4-FFF2-40B4-BE49-F238E27FC236}">
                <a16:creationId xmlns:a16="http://schemas.microsoft.com/office/drawing/2014/main" id="{998C7A7E-2A85-4B33-B617-143D10EBF1F9}"/>
              </a:ext>
            </a:extLst>
          </p:cNvPr>
          <p:cNvSpPr>
            <a:spLocks noGrp="1"/>
          </p:cNvSpPr>
          <p:nvPr>
            <p:ph sz="half" idx="2" hasCustomPrompt="1"/>
          </p:nvPr>
        </p:nvSpPr>
        <p:spPr>
          <a:xfrm>
            <a:off x="6172200" y="1700071"/>
            <a:ext cx="5410200" cy="4149726"/>
          </a:xfrm>
          <a:prstGeom prst="rect">
            <a:avLst/>
          </a:prstGeom>
        </p:spPr>
        <p:txBody>
          <a:bodyPr lIns="0"/>
          <a:lstStyle>
            <a:lvl1pPr marL="0" indent="0">
              <a:spcAft>
                <a:spcPts val="1800"/>
              </a:spcAft>
              <a:buNone/>
              <a:defRPr sz="2000"/>
            </a:lvl1pPr>
          </a:lstStyle>
          <a:p>
            <a:pPr lvl="0"/>
            <a:r>
              <a:rPr lang="en-US" dirty="0"/>
              <a:t>Enter text</a:t>
            </a:r>
          </a:p>
        </p:txBody>
      </p:sp>
      <p:sp>
        <p:nvSpPr>
          <p:cNvPr id="8" name="TextBox 7">
            <a:extLst>
              <a:ext uri="{FF2B5EF4-FFF2-40B4-BE49-F238E27FC236}">
                <a16:creationId xmlns:a16="http://schemas.microsoft.com/office/drawing/2014/main" id="{A34C4BF1-0462-1D4E-A89A-F0F7CB44B18C}"/>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36188735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D41CD-EE1A-4E63-BBDD-173E28125658}"/>
              </a:ext>
            </a:extLst>
          </p:cNvPr>
          <p:cNvSpPr>
            <a:spLocks noGrp="1"/>
          </p:cNvSpPr>
          <p:nvPr>
            <p:ph type="title" hasCustomPrompt="1"/>
          </p:nvPr>
        </p:nvSpPr>
        <p:spPr>
          <a:xfrm>
            <a:off x="609600" y="917577"/>
            <a:ext cx="10972800" cy="606424"/>
          </a:xfrm>
        </p:spPr>
        <p:txBody>
          <a:bodyPr/>
          <a:lstStyle>
            <a:lvl1pPr>
              <a:defRPr/>
            </a:lvl1pPr>
          </a:lstStyle>
          <a:p>
            <a:r>
              <a:rPr lang="en-US" dirty="0"/>
              <a:t>Two-column layout with subtitles</a:t>
            </a:r>
          </a:p>
        </p:txBody>
      </p:sp>
      <p:sp>
        <p:nvSpPr>
          <p:cNvPr id="3" name="Text Placeholder 2">
            <a:extLst>
              <a:ext uri="{FF2B5EF4-FFF2-40B4-BE49-F238E27FC236}">
                <a16:creationId xmlns:a16="http://schemas.microsoft.com/office/drawing/2014/main" id="{573CFC72-9096-4F5D-9BDB-96DE57732BB8}"/>
              </a:ext>
            </a:extLst>
          </p:cNvPr>
          <p:cNvSpPr>
            <a:spLocks noGrp="1"/>
          </p:cNvSpPr>
          <p:nvPr>
            <p:ph type="body" idx="1" hasCustomPrompt="1"/>
          </p:nvPr>
        </p:nvSpPr>
        <p:spPr>
          <a:xfrm>
            <a:off x="609600" y="1704992"/>
            <a:ext cx="5157787"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4" name="Content Placeholder 3">
            <a:extLst>
              <a:ext uri="{FF2B5EF4-FFF2-40B4-BE49-F238E27FC236}">
                <a16:creationId xmlns:a16="http://schemas.microsoft.com/office/drawing/2014/main" id="{BCE14836-1EB0-499D-8015-98B7CCC303E8}"/>
              </a:ext>
            </a:extLst>
          </p:cNvPr>
          <p:cNvSpPr>
            <a:spLocks noGrp="1"/>
          </p:cNvSpPr>
          <p:nvPr>
            <p:ph sz="half" idx="2" hasCustomPrompt="1"/>
          </p:nvPr>
        </p:nvSpPr>
        <p:spPr>
          <a:xfrm>
            <a:off x="609600" y="2039935"/>
            <a:ext cx="5157787" cy="4149727"/>
          </a:xfrm>
          <a:prstGeom prst="rect">
            <a:avLst/>
          </a:prstGeom>
        </p:spPr>
        <p:txBody>
          <a:bodyPr lIns="0"/>
          <a:lstStyle>
            <a:lvl1pPr marL="0" indent="0">
              <a:spcAft>
                <a:spcPts val="1800"/>
              </a:spcAft>
              <a:buNone/>
              <a:defRPr sz="2000"/>
            </a:lvl1pPr>
          </a:lstStyle>
          <a:p>
            <a:pPr lvl="0"/>
            <a:r>
              <a:rPr lang="en-US" dirty="0"/>
              <a:t>Enter text</a:t>
            </a:r>
          </a:p>
        </p:txBody>
      </p:sp>
      <p:sp>
        <p:nvSpPr>
          <p:cNvPr id="5" name="Text Placeholder 4">
            <a:extLst>
              <a:ext uri="{FF2B5EF4-FFF2-40B4-BE49-F238E27FC236}">
                <a16:creationId xmlns:a16="http://schemas.microsoft.com/office/drawing/2014/main" id="{3777F387-CD61-4FDE-AE0D-E17DE70D3B19}"/>
              </a:ext>
            </a:extLst>
          </p:cNvPr>
          <p:cNvSpPr>
            <a:spLocks noGrp="1"/>
          </p:cNvSpPr>
          <p:nvPr>
            <p:ph type="body" sz="quarter" idx="3" hasCustomPrompt="1"/>
          </p:nvPr>
        </p:nvSpPr>
        <p:spPr>
          <a:xfrm>
            <a:off x="6172200" y="1704992"/>
            <a:ext cx="541020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6" name="Content Placeholder 5">
            <a:extLst>
              <a:ext uri="{FF2B5EF4-FFF2-40B4-BE49-F238E27FC236}">
                <a16:creationId xmlns:a16="http://schemas.microsoft.com/office/drawing/2014/main" id="{BF30F8A2-BBFC-4205-BF9B-0CA000B7190E}"/>
              </a:ext>
            </a:extLst>
          </p:cNvPr>
          <p:cNvSpPr>
            <a:spLocks noGrp="1"/>
          </p:cNvSpPr>
          <p:nvPr>
            <p:ph sz="quarter" idx="4" hasCustomPrompt="1"/>
          </p:nvPr>
        </p:nvSpPr>
        <p:spPr>
          <a:xfrm>
            <a:off x="6172200" y="2039935"/>
            <a:ext cx="5410200" cy="4149726"/>
          </a:xfrm>
          <a:prstGeom prst="rect">
            <a:avLst/>
          </a:prstGeom>
        </p:spPr>
        <p:txBody>
          <a:bodyPr lIns="0"/>
          <a:lstStyle>
            <a:lvl1pPr marL="0" indent="0">
              <a:spcAft>
                <a:spcPts val="1800"/>
              </a:spcAft>
              <a:buNone/>
              <a:defRPr sz="2000"/>
            </a:lvl1pPr>
          </a:lstStyle>
          <a:p>
            <a:pPr lvl="0"/>
            <a:r>
              <a:rPr lang="en-US" dirty="0"/>
              <a:t>Enter text</a:t>
            </a:r>
          </a:p>
        </p:txBody>
      </p:sp>
      <p:sp>
        <p:nvSpPr>
          <p:cNvPr id="9" name="Slide Number Placeholder 8">
            <a:extLst>
              <a:ext uri="{FF2B5EF4-FFF2-40B4-BE49-F238E27FC236}">
                <a16:creationId xmlns:a16="http://schemas.microsoft.com/office/drawing/2014/main" id="{738B7A11-19A5-E94B-B640-BCDB7CC7659D}"/>
              </a:ext>
            </a:extLst>
          </p:cNvPr>
          <p:cNvSpPr>
            <a:spLocks noGrp="1"/>
          </p:cNvSpPr>
          <p:nvPr>
            <p:ph type="sldNum" sz="quarter" idx="16"/>
          </p:nvPr>
        </p:nvSpPr>
        <p:spPr/>
        <p:txBody>
          <a:bodyPr/>
          <a:lstStyle/>
          <a:p>
            <a:fld id="{7834CDD4-D76F-4459-B025-0310E913C243}" type="slidenum">
              <a:rPr lang="en-US" smtClean="0"/>
              <a:pPr/>
              <a:t>‹#›</a:t>
            </a:fld>
            <a:endParaRPr lang="en-US"/>
          </a:p>
        </p:txBody>
      </p:sp>
    </p:spTree>
    <p:extLst>
      <p:ext uri="{BB962C8B-B14F-4D97-AF65-F5344CB8AC3E}">
        <p14:creationId xmlns:p14="http://schemas.microsoft.com/office/powerpoint/2010/main" val="1140166368"/>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Colum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6B78FCD-FA0F-47CC-A68B-495AC0FD7355}"/>
              </a:ext>
            </a:extLst>
          </p:cNvPr>
          <p:cNvSpPr/>
          <p:nvPr userDrawn="1"/>
        </p:nvSpPr>
        <p:spPr>
          <a:xfrm>
            <a:off x="-91440" y="-71120"/>
            <a:ext cx="12354560" cy="7000240"/>
          </a:xfrm>
          <a:prstGeom prst="rect">
            <a:avLst/>
          </a:prstGeom>
          <a:solidFill>
            <a:srgbClr val="36C2B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rgbClr val="36C2B4"/>
              </a:solidFill>
            </a:endParaRPr>
          </a:p>
        </p:txBody>
      </p:sp>
      <p:pic>
        <p:nvPicPr>
          <p:cNvPr id="16" name="Graphic 15">
            <a:extLst>
              <a:ext uri="{FF2B5EF4-FFF2-40B4-BE49-F238E27FC236}">
                <a16:creationId xmlns:a16="http://schemas.microsoft.com/office/drawing/2014/main" id="{E8CE58E5-A4AF-4366-B468-D2E65964EE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46815" y="-1526511"/>
            <a:ext cx="14996149" cy="9510942"/>
          </a:xfrm>
          <a:prstGeom prst="rect">
            <a:avLst/>
          </a:prstGeom>
        </p:spPr>
      </p:pic>
      <p:sp>
        <p:nvSpPr>
          <p:cNvPr id="8" name="Text Placeholder 7">
            <a:extLst>
              <a:ext uri="{FF2B5EF4-FFF2-40B4-BE49-F238E27FC236}">
                <a16:creationId xmlns:a16="http://schemas.microsoft.com/office/drawing/2014/main" id="{1EE45CD9-67F8-4A52-86F7-18140657CB4D}"/>
              </a:ext>
            </a:extLst>
          </p:cNvPr>
          <p:cNvSpPr>
            <a:spLocks noGrp="1"/>
          </p:cNvSpPr>
          <p:nvPr>
            <p:ph type="body" sz="quarter" idx="14" hasCustomPrompt="1"/>
          </p:nvPr>
        </p:nvSpPr>
        <p:spPr>
          <a:xfrm>
            <a:off x="609601" y="2039935"/>
            <a:ext cx="3479799" cy="3586165"/>
          </a:xfrm>
          <a:prstGeom prst="rect">
            <a:avLst/>
          </a:prstGeom>
        </p:spPr>
        <p:txBody>
          <a:bodyPr lIns="0"/>
          <a:lstStyle>
            <a:lvl1pPr marL="0" indent="0">
              <a:spcAft>
                <a:spcPts val="1800"/>
              </a:spcAft>
              <a:buNone/>
              <a:defRPr sz="2000"/>
            </a:lvl1pPr>
          </a:lstStyle>
          <a:p>
            <a:pPr lvl="0"/>
            <a:r>
              <a:rPr lang="en-US" dirty="0"/>
              <a:t>Enter text</a:t>
            </a:r>
          </a:p>
        </p:txBody>
      </p:sp>
      <p:sp>
        <p:nvSpPr>
          <p:cNvPr id="3" name="Text Placeholder 2">
            <a:extLst>
              <a:ext uri="{FF2B5EF4-FFF2-40B4-BE49-F238E27FC236}">
                <a16:creationId xmlns:a16="http://schemas.microsoft.com/office/drawing/2014/main" id="{573CFC72-9096-4F5D-9BDB-96DE57732BB8}"/>
              </a:ext>
            </a:extLst>
          </p:cNvPr>
          <p:cNvSpPr>
            <a:spLocks noGrp="1"/>
          </p:cNvSpPr>
          <p:nvPr>
            <p:ph type="body" idx="1" hasCustomPrompt="1"/>
          </p:nvPr>
        </p:nvSpPr>
        <p:spPr>
          <a:xfrm>
            <a:off x="609601" y="1704992"/>
            <a:ext cx="3479799"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5" name="Text Placeholder 4">
            <a:extLst>
              <a:ext uri="{FF2B5EF4-FFF2-40B4-BE49-F238E27FC236}">
                <a16:creationId xmlns:a16="http://schemas.microsoft.com/office/drawing/2014/main" id="{3777F387-CD61-4FDE-AE0D-E17DE70D3B19}"/>
              </a:ext>
            </a:extLst>
          </p:cNvPr>
          <p:cNvSpPr>
            <a:spLocks noGrp="1"/>
          </p:cNvSpPr>
          <p:nvPr>
            <p:ph type="body" sz="quarter" idx="3" hasCustomPrompt="1"/>
          </p:nvPr>
        </p:nvSpPr>
        <p:spPr>
          <a:xfrm>
            <a:off x="4356101" y="1704992"/>
            <a:ext cx="3479799"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1" name="Text Placeholder 10">
            <a:extLst>
              <a:ext uri="{FF2B5EF4-FFF2-40B4-BE49-F238E27FC236}">
                <a16:creationId xmlns:a16="http://schemas.microsoft.com/office/drawing/2014/main" id="{CD517463-352F-4D83-A9E1-0F789F96266D}"/>
              </a:ext>
            </a:extLst>
          </p:cNvPr>
          <p:cNvSpPr>
            <a:spLocks noGrp="1"/>
          </p:cNvSpPr>
          <p:nvPr>
            <p:ph type="body" sz="quarter" idx="15" hasCustomPrompt="1"/>
          </p:nvPr>
        </p:nvSpPr>
        <p:spPr>
          <a:xfrm>
            <a:off x="4356101" y="2039935"/>
            <a:ext cx="3479799" cy="3586165"/>
          </a:xfrm>
          <a:prstGeom prst="rect">
            <a:avLst/>
          </a:prstGeom>
        </p:spPr>
        <p:txBody>
          <a:bodyPr lIns="0"/>
          <a:lstStyle>
            <a:lvl1pPr marL="0" indent="0">
              <a:spcAft>
                <a:spcPts val="1800"/>
              </a:spcAft>
              <a:buNone/>
              <a:defRPr sz="2000"/>
            </a:lvl1pPr>
          </a:lstStyle>
          <a:p>
            <a:pPr lvl="0"/>
            <a:r>
              <a:rPr lang="en-US" dirty="0"/>
              <a:t>Enter text</a:t>
            </a:r>
          </a:p>
        </p:txBody>
      </p:sp>
      <p:sp>
        <p:nvSpPr>
          <p:cNvPr id="12" name="Text Placeholder 4">
            <a:extLst>
              <a:ext uri="{FF2B5EF4-FFF2-40B4-BE49-F238E27FC236}">
                <a16:creationId xmlns:a16="http://schemas.microsoft.com/office/drawing/2014/main" id="{CF3CD244-8B44-44A6-A623-84365E91EAE7}"/>
              </a:ext>
            </a:extLst>
          </p:cNvPr>
          <p:cNvSpPr>
            <a:spLocks noGrp="1"/>
          </p:cNvSpPr>
          <p:nvPr>
            <p:ph type="body" sz="quarter" idx="16" hasCustomPrompt="1"/>
          </p:nvPr>
        </p:nvSpPr>
        <p:spPr>
          <a:xfrm>
            <a:off x="8102601" y="1704992"/>
            <a:ext cx="3479799"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3" name="Text Placeholder 10">
            <a:extLst>
              <a:ext uri="{FF2B5EF4-FFF2-40B4-BE49-F238E27FC236}">
                <a16:creationId xmlns:a16="http://schemas.microsoft.com/office/drawing/2014/main" id="{CB7E0003-F180-4528-9992-B9342F92AF42}"/>
              </a:ext>
            </a:extLst>
          </p:cNvPr>
          <p:cNvSpPr>
            <a:spLocks noGrp="1"/>
          </p:cNvSpPr>
          <p:nvPr>
            <p:ph type="body" sz="quarter" idx="17" hasCustomPrompt="1"/>
          </p:nvPr>
        </p:nvSpPr>
        <p:spPr>
          <a:xfrm>
            <a:off x="8102601" y="2039935"/>
            <a:ext cx="3479799" cy="3586165"/>
          </a:xfrm>
          <a:prstGeom prst="rect">
            <a:avLst/>
          </a:prstGeom>
        </p:spPr>
        <p:txBody>
          <a:bodyPr lIns="0"/>
          <a:lstStyle>
            <a:lvl1pPr marL="0" indent="0">
              <a:spcAft>
                <a:spcPts val="1800"/>
              </a:spcAft>
              <a:buNone/>
              <a:defRPr sz="2000"/>
            </a:lvl1pPr>
          </a:lstStyle>
          <a:p>
            <a:pPr lvl="0"/>
            <a:r>
              <a:rPr lang="en-US" dirty="0"/>
              <a:t>Enter text</a:t>
            </a:r>
          </a:p>
        </p:txBody>
      </p:sp>
      <p:sp>
        <p:nvSpPr>
          <p:cNvPr id="14" name="TextBox 13">
            <a:extLst>
              <a:ext uri="{FF2B5EF4-FFF2-40B4-BE49-F238E27FC236}">
                <a16:creationId xmlns:a16="http://schemas.microsoft.com/office/drawing/2014/main" id="{8E92C18C-8DA2-F64A-B99D-088E090C32FD}"/>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3592343222"/>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ColumnImage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EE45CD9-67F8-4A52-86F7-18140657CB4D}"/>
              </a:ext>
            </a:extLst>
          </p:cNvPr>
          <p:cNvSpPr>
            <a:spLocks noGrp="1"/>
          </p:cNvSpPr>
          <p:nvPr>
            <p:ph type="body" sz="quarter" idx="14" hasCustomPrompt="1"/>
          </p:nvPr>
        </p:nvSpPr>
        <p:spPr>
          <a:xfrm>
            <a:off x="609601" y="3621024"/>
            <a:ext cx="3479799" cy="2290765"/>
          </a:xfrm>
          <a:prstGeom prst="rect">
            <a:avLst/>
          </a:prstGeom>
        </p:spPr>
        <p:txBody>
          <a:bodyPr lIns="0"/>
          <a:lstStyle>
            <a:lvl1pPr marL="0" indent="0">
              <a:spcAft>
                <a:spcPts val="1800"/>
              </a:spcAft>
              <a:buNone/>
              <a:defRPr sz="2000"/>
            </a:lvl1pPr>
          </a:lstStyle>
          <a:p>
            <a:pPr lvl="0"/>
            <a:r>
              <a:rPr lang="en-US" dirty="0"/>
              <a:t>Enter text</a:t>
            </a:r>
          </a:p>
        </p:txBody>
      </p:sp>
      <p:sp>
        <p:nvSpPr>
          <p:cNvPr id="2" name="Title 1">
            <a:extLst>
              <a:ext uri="{FF2B5EF4-FFF2-40B4-BE49-F238E27FC236}">
                <a16:creationId xmlns:a16="http://schemas.microsoft.com/office/drawing/2014/main" id="{525D41CD-EE1A-4E63-BBDD-173E28125658}"/>
              </a:ext>
            </a:extLst>
          </p:cNvPr>
          <p:cNvSpPr>
            <a:spLocks noGrp="1"/>
          </p:cNvSpPr>
          <p:nvPr>
            <p:ph type="title" hasCustomPrompt="1"/>
          </p:nvPr>
        </p:nvSpPr>
        <p:spPr>
          <a:xfrm>
            <a:off x="609600" y="917577"/>
            <a:ext cx="10972800" cy="606424"/>
          </a:xfrm>
        </p:spPr>
        <p:txBody>
          <a:bodyPr/>
          <a:lstStyle>
            <a:lvl1pPr>
              <a:defRPr/>
            </a:lvl1pPr>
          </a:lstStyle>
          <a:p>
            <a:r>
              <a:rPr lang="en-US" dirty="0"/>
              <a:t>Three-column layout with subtitles and images</a:t>
            </a:r>
          </a:p>
        </p:txBody>
      </p:sp>
      <p:sp>
        <p:nvSpPr>
          <p:cNvPr id="3" name="Text Placeholder 2">
            <a:extLst>
              <a:ext uri="{FF2B5EF4-FFF2-40B4-BE49-F238E27FC236}">
                <a16:creationId xmlns:a16="http://schemas.microsoft.com/office/drawing/2014/main" id="{573CFC72-9096-4F5D-9BDB-96DE57732BB8}"/>
              </a:ext>
            </a:extLst>
          </p:cNvPr>
          <p:cNvSpPr>
            <a:spLocks noGrp="1"/>
          </p:cNvSpPr>
          <p:nvPr>
            <p:ph type="body" idx="1" hasCustomPrompt="1"/>
          </p:nvPr>
        </p:nvSpPr>
        <p:spPr>
          <a:xfrm>
            <a:off x="609601" y="3291840"/>
            <a:ext cx="3479799"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5" name="Text Placeholder 4">
            <a:extLst>
              <a:ext uri="{FF2B5EF4-FFF2-40B4-BE49-F238E27FC236}">
                <a16:creationId xmlns:a16="http://schemas.microsoft.com/office/drawing/2014/main" id="{3777F387-CD61-4FDE-AE0D-E17DE70D3B19}"/>
              </a:ext>
            </a:extLst>
          </p:cNvPr>
          <p:cNvSpPr>
            <a:spLocks noGrp="1"/>
          </p:cNvSpPr>
          <p:nvPr>
            <p:ph type="body" sz="quarter" idx="3" hasCustomPrompt="1"/>
          </p:nvPr>
        </p:nvSpPr>
        <p:spPr>
          <a:xfrm>
            <a:off x="4356101" y="3291840"/>
            <a:ext cx="3479799"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1" name="Text Placeholder 10">
            <a:extLst>
              <a:ext uri="{FF2B5EF4-FFF2-40B4-BE49-F238E27FC236}">
                <a16:creationId xmlns:a16="http://schemas.microsoft.com/office/drawing/2014/main" id="{CD517463-352F-4D83-A9E1-0F789F96266D}"/>
              </a:ext>
            </a:extLst>
          </p:cNvPr>
          <p:cNvSpPr>
            <a:spLocks noGrp="1"/>
          </p:cNvSpPr>
          <p:nvPr>
            <p:ph type="body" sz="quarter" idx="15" hasCustomPrompt="1"/>
          </p:nvPr>
        </p:nvSpPr>
        <p:spPr>
          <a:xfrm>
            <a:off x="4356102" y="3621024"/>
            <a:ext cx="3479799" cy="2290765"/>
          </a:xfrm>
          <a:prstGeom prst="rect">
            <a:avLst/>
          </a:prstGeom>
        </p:spPr>
        <p:txBody>
          <a:bodyPr lIns="0"/>
          <a:lstStyle>
            <a:lvl1pPr marL="0" indent="0">
              <a:spcAft>
                <a:spcPts val="1800"/>
              </a:spcAft>
              <a:buNone/>
              <a:defRPr sz="2000"/>
            </a:lvl1pPr>
          </a:lstStyle>
          <a:p>
            <a:pPr lvl="0"/>
            <a:r>
              <a:rPr lang="en-US" dirty="0"/>
              <a:t>Enter text</a:t>
            </a:r>
          </a:p>
        </p:txBody>
      </p:sp>
      <p:sp>
        <p:nvSpPr>
          <p:cNvPr id="12" name="Text Placeholder 4">
            <a:extLst>
              <a:ext uri="{FF2B5EF4-FFF2-40B4-BE49-F238E27FC236}">
                <a16:creationId xmlns:a16="http://schemas.microsoft.com/office/drawing/2014/main" id="{CF3CD244-8B44-44A6-A623-84365E91EAE7}"/>
              </a:ext>
            </a:extLst>
          </p:cNvPr>
          <p:cNvSpPr>
            <a:spLocks noGrp="1"/>
          </p:cNvSpPr>
          <p:nvPr>
            <p:ph type="body" sz="quarter" idx="16" hasCustomPrompt="1"/>
          </p:nvPr>
        </p:nvSpPr>
        <p:spPr>
          <a:xfrm>
            <a:off x="8102601" y="3291840"/>
            <a:ext cx="3479799"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3" name="Text Placeholder 10">
            <a:extLst>
              <a:ext uri="{FF2B5EF4-FFF2-40B4-BE49-F238E27FC236}">
                <a16:creationId xmlns:a16="http://schemas.microsoft.com/office/drawing/2014/main" id="{CB7E0003-F180-4528-9992-B9342F92AF42}"/>
              </a:ext>
            </a:extLst>
          </p:cNvPr>
          <p:cNvSpPr>
            <a:spLocks noGrp="1"/>
          </p:cNvSpPr>
          <p:nvPr>
            <p:ph type="body" sz="quarter" idx="17" hasCustomPrompt="1"/>
          </p:nvPr>
        </p:nvSpPr>
        <p:spPr>
          <a:xfrm>
            <a:off x="8102601" y="3621024"/>
            <a:ext cx="3479799" cy="2290765"/>
          </a:xfrm>
          <a:prstGeom prst="rect">
            <a:avLst/>
          </a:prstGeom>
        </p:spPr>
        <p:txBody>
          <a:bodyPr lIns="0"/>
          <a:lstStyle>
            <a:lvl1pPr marL="0" indent="0">
              <a:spcAft>
                <a:spcPts val="1800"/>
              </a:spcAft>
              <a:buNone/>
              <a:defRPr sz="2000"/>
            </a:lvl1pPr>
          </a:lstStyle>
          <a:p>
            <a:pPr lvl="0"/>
            <a:r>
              <a:rPr lang="en-US" dirty="0"/>
              <a:t>Enter text</a:t>
            </a:r>
          </a:p>
        </p:txBody>
      </p:sp>
      <p:sp>
        <p:nvSpPr>
          <p:cNvPr id="6" name="Picture Placeholder 5">
            <a:extLst>
              <a:ext uri="{FF2B5EF4-FFF2-40B4-BE49-F238E27FC236}">
                <a16:creationId xmlns:a16="http://schemas.microsoft.com/office/drawing/2014/main" id="{16D93192-90AB-4F6B-972B-7D3EDD5EEE3D}"/>
              </a:ext>
            </a:extLst>
          </p:cNvPr>
          <p:cNvSpPr>
            <a:spLocks noGrp="1"/>
          </p:cNvSpPr>
          <p:nvPr>
            <p:ph type="pic" sz="quarter" idx="18"/>
          </p:nvPr>
        </p:nvSpPr>
        <p:spPr>
          <a:xfrm>
            <a:off x="1388872" y="1553369"/>
            <a:ext cx="1701800" cy="1481931"/>
          </a:xfrm>
          <a:prstGeom prst="rect">
            <a:avLst/>
          </a:prstGeom>
        </p:spPr>
        <p:txBody>
          <a:bodyPr/>
          <a:lstStyle>
            <a:lvl1pPr marL="0" indent="0">
              <a:buNone/>
              <a:defRPr sz="1800"/>
            </a:lvl1pPr>
          </a:lstStyle>
          <a:p>
            <a:r>
              <a:rPr lang="en-US"/>
              <a:t>Click icon to add picture</a:t>
            </a:r>
            <a:endParaRPr lang="en-US" dirty="0"/>
          </a:p>
        </p:txBody>
      </p:sp>
      <p:sp>
        <p:nvSpPr>
          <p:cNvPr id="14" name="Picture Placeholder 5">
            <a:extLst>
              <a:ext uri="{FF2B5EF4-FFF2-40B4-BE49-F238E27FC236}">
                <a16:creationId xmlns:a16="http://schemas.microsoft.com/office/drawing/2014/main" id="{375470EF-D171-4656-995E-5D5261A357E8}"/>
              </a:ext>
            </a:extLst>
          </p:cNvPr>
          <p:cNvSpPr>
            <a:spLocks noGrp="1"/>
          </p:cNvSpPr>
          <p:nvPr>
            <p:ph type="pic" sz="quarter" idx="19"/>
          </p:nvPr>
        </p:nvSpPr>
        <p:spPr>
          <a:xfrm>
            <a:off x="5135373" y="1553369"/>
            <a:ext cx="1701800" cy="1481931"/>
          </a:xfrm>
          <a:prstGeom prst="rect">
            <a:avLst/>
          </a:prstGeom>
        </p:spPr>
        <p:txBody>
          <a:bodyPr/>
          <a:lstStyle>
            <a:lvl1pPr marL="0" indent="0">
              <a:buNone/>
              <a:defRPr sz="1800"/>
            </a:lvl1pPr>
          </a:lstStyle>
          <a:p>
            <a:r>
              <a:rPr lang="en-US"/>
              <a:t>Click icon to add picture</a:t>
            </a:r>
            <a:endParaRPr lang="en-US" dirty="0"/>
          </a:p>
        </p:txBody>
      </p:sp>
      <p:sp>
        <p:nvSpPr>
          <p:cNvPr id="15" name="Picture Placeholder 5">
            <a:extLst>
              <a:ext uri="{FF2B5EF4-FFF2-40B4-BE49-F238E27FC236}">
                <a16:creationId xmlns:a16="http://schemas.microsoft.com/office/drawing/2014/main" id="{70E507B6-F3CC-4078-B9B6-713DBB58E8E3}"/>
              </a:ext>
            </a:extLst>
          </p:cNvPr>
          <p:cNvSpPr>
            <a:spLocks noGrp="1"/>
          </p:cNvSpPr>
          <p:nvPr>
            <p:ph type="pic" sz="quarter" idx="20"/>
          </p:nvPr>
        </p:nvSpPr>
        <p:spPr>
          <a:xfrm>
            <a:off x="8881872" y="1553369"/>
            <a:ext cx="1701800" cy="1481931"/>
          </a:xfrm>
          <a:prstGeom prst="rect">
            <a:avLst/>
          </a:prstGeom>
        </p:spPr>
        <p:txBody>
          <a:bodyPr/>
          <a:lstStyle>
            <a:lvl1pPr marL="0" indent="0">
              <a:buNone/>
              <a:defRPr sz="1800"/>
            </a:lvl1pPr>
          </a:lstStyle>
          <a:p>
            <a:r>
              <a:rPr lang="en-US"/>
              <a:t>Click icon to add picture</a:t>
            </a:r>
            <a:endParaRPr lang="en-US" dirty="0"/>
          </a:p>
        </p:txBody>
      </p:sp>
      <p:sp>
        <p:nvSpPr>
          <p:cNvPr id="9" name="Slide Number Placeholder 8">
            <a:extLst>
              <a:ext uri="{FF2B5EF4-FFF2-40B4-BE49-F238E27FC236}">
                <a16:creationId xmlns:a16="http://schemas.microsoft.com/office/drawing/2014/main" id="{659F1E5D-EEF6-9840-9346-15C8E1C2ED36}"/>
              </a:ext>
            </a:extLst>
          </p:cNvPr>
          <p:cNvSpPr>
            <a:spLocks noGrp="1"/>
          </p:cNvSpPr>
          <p:nvPr>
            <p:ph type="sldNum" sz="quarter" idx="23"/>
          </p:nvPr>
        </p:nvSpPr>
        <p:spPr/>
        <p:txBody>
          <a:bodyPr/>
          <a:lstStyle/>
          <a:p>
            <a:fld id="{7834CDD4-D76F-4459-B025-0310E913C243}" type="slidenum">
              <a:rPr lang="en-US" smtClean="0"/>
              <a:pPr/>
              <a:t>‹#›</a:t>
            </a:fld>
            <a:endParaRPr lang="en-US"/>
          </a:p>
        </p:txBody>
      </p:sp>
    </p:spTree>
    <p:extLst>
      <p:ext uri="{BB962C8B-B14F-4D97-AF65-F5344CB8AC3E}">
        <p14:creationId xmlns:p14="http://schemas.microsoft.com/office/powerpoint/2010/main" val="1823840091"/>
      </p:ext>
    </p:extLst>
  </p:cSld>
  <p:clrMapOvr>
    <a:masterClrMapping/>
  </p:clrMapOvr>
  <p:extLst>
    <p:ext uri="{DCECCB84-F9BA-43D5-87BE-67443E8EF086}">
      <p15:sldGuideLst xmlns:p15="http://schemas.microsoft.com/office/powerpoint/2012/main">
        <p15:guide id="1" orient="horz" pos="2064">
          <p15:clr>
            <a:srgbClr val="FBAE40"/>
          </p15:clr>
        </p15:guide>
        <p15:guide id="2" orient="horz" pos="244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Colum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EE45CD9-67F8-4A52-86F7-18140657CB4D}"/>
              </a:ext>
            </a:extLst>
          </p:cNvPr>
          <p:cNvSpPr>
            <a:spLocks noGrp="1"/>
          </p:cNvSpPr>
          <p:nvPr>
            <p:ph type="body" sz="quarter" idx="14" hasCustomPrompt="1"/>
          </p:nvPr>
        </p:nvSpPr>
        <p:spPr>
          <a:xfrm>
            <a:off x="609600"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
        <p:nvSpPr>
          <p:cNvPr id="2" name="Title 1">
            <a:extLst>
              <a:ext uri="{FF2B5EF4-FFF2-40B4-BE49-F238E27FC236}">
                <a16:creationId xmlns:a16="http://schemas.microsoft.com/office/drawing/2014/main" id="{525D41CD-EE1A-4E63-BBDD-173E28125658}"/>
              </a:ext>
            </a:extLst>
          </p:cNvPr>
          <p:cNvSpPr>
            <a:spLocks noGrp="1"/>
          </p:cNvSpPr>
          <p:nvPr>
            <p:ph type="title" hasCustomPrompt="1"/>
          </p:nvPr>
        </p:nvSpPr>
        <p:spPr>
          <a:xfrm>
            <a:off x="609600" y="917577"/>
            <a:ext cx="10972800" cy="606424"/>
          </a:xfrm>
        </p:spPr>
        <p:txBody>
          <a:bodyPr/>
          <a:lstStyle>
            <a:lvl1pPr>
              <a:defRPr/>
            </a:lvl1pPr>
          </a:lstStyle>
          <a:p>
            <a:r>
              <a:rPr lang="en-US" dirty="0"/>
              <a:t>Four-column layout with subtitles</a:t>
            </a:r>
          </a:p>
        </p:txBody>
      </p:sp>
      <p:sp>
        <p:nvSpPr>
          <p:cNvPr id="3" name="Text Placeholder 2">
            <a:extLst>
              <a:ext uri="{FF2B5EF4-FFF2-40B4-BE49-F238E27FC236}">
                <a16:creationId xmlns:a16="http://schemas.microsoft.com/office/drawing/2014/main" id="{573CFC72-9096-4F5D-9BDB-96DE57732BB8}"/>
              </a:ext>
            </a:extLst>
          </p:cNvPr>
          <p:cNvSpPr>
            <a:spLocks noGrp="1"/>
          </p:cNvSpPr>
          <p:nvPr>
            <p:ph type="body" idx="1" hasCustomPrompt="1"/>
          </p:nvPr>
        </p:nvSpPr>
        <p:spPr>
          <a:xfrm>
            <a:off x="609600" y="1704992"/>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5" name="Text Placeholder 4">
            <a:extLst>
              <a:ext uri="{FF2B5EF4-FFF2-40B4-BE49-F238E27FC236}">
                <a16:creationId xmlns:a16="http://schemas.microsoft.com/office/drawing/2014/main" id="{3777F387-CD61-4FDE-AE0D-E17DE70D3B19}"/>
              </a:ext>
            </a:extLst>
          </p:cNvPr>
          <p:cNvSpPr>
            <a:spLocks noGrp="1"/>
          </p:cNvSpPr>
          <p:nvPr>
            <p:ph type="body" sz="quarter" idx="3" hasCustomPrompt="1"/>
          </p:nvPr>
        </p:nvSpPr>
        <p:spPr>
          <a:xfrm>
            <a:off x="3471333" y="1704992"/>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1" name="Text Placeholder 10">
            <a:extLst>
              <a:ext uri="{FF2B5EF4-FFF2-40B4-BE49-F238E27FC236}">
                <a16:creationId xmlns:a16="http://schemas.microsoft.com/office/drawing/2014/main" id="{CD517463-352F-4D83-A9E1-0F789F96266D}"/>
              </a:ext>
            </a:extLst>
          </p:cNvPr>
          <p:cNvSpPr>
            <a:spLocks noGrp="1"/>
          </p:cNvSpPr>
          <p:nvPr>
            <p:ph type="body" sz="quarter" idx="15" hasCustomPrompt="1"/>
          </p:nvPr>
        </p:nvSpPr>
        <p:spPr>
          <a:xfrm>
            <a:off x="3471333"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
        <p:nvSpPr>
          <p:cNvPr id="7" name="Slide Number Placeholder 6">
            <a:extLst>
              <a:ext uri="{FF2B5EF4-FFF2-40B4-BE49-F238E27FC236}">
                <a16:creationId xmlns:a16="http://schemas.microsoft.com/office/drawing/2014/main" id="{1BA0D853-887F-7148-B2E5-F4E32D3B9A8A}"/>
              </a:ext>
            </a:extLst>
          </p:cNvPr>
          <p:cNvSpPr>
            <a:spLocks noGrp="1"/>
          </p:cNvSpPr>
          <p:nvPr>
            <p:ph type="sldNum" sz="quarter" idx="22"/>
          </p:nvPr>
        </p:nvSpPr>
        <p:spPr/>
        <p:txBody>
          <a:bodyPr/>
          <a:lstStyle/>
          <a:p>
            <a:fld id="{7834CDD4-D76F-4459-B025-0310E913C243}" type="slidenum">
              <a:rPr lang="en-US" smtClean="0"/>
              <a:pPr/>
              <a:t>‹#›</a:t>
            </a:fld>
            <a:endParaRPr lang="en-US"/>
          </a:p>
        </p:txBody>
      </p:sp>
      <p:sp>
        <p:nvSpPr>
          <p:cNvPr id="16" name="Text Placeholder 2">
            <a:extLst>
              <a:ext uri="{FF2B5EF4-FFF2-40B4-BE49-F238E27FC236}">
                <a16:creationId xmlns:a16="http://schemas.microsoft.com/office/drawing/2014/main" id="{DD406DFD-C076-2A43-B669-6F6F5994AE74}"/>
              </a:ext>
            </a:extLst>
          </p:cNvPr>
          <p:cNvSpPr>
            <a:spLocks noGrp="1"/>
          </p:cNvSpPr>
          <p:nvPr>
            <p:ph type="body" idx="23" hasCustomPrompt="1"/>
          </p:nvPr>
        </p:nvSpPr>
        <p:spPr>
          <a:xfrm>
            <a:off x="6348984" y="1701944"/>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7" name="Text Placeholder 2">
            <a:extLst>
              <a:ext uri="{FF2B5EF4-FFF2-40B4-BE49-F238E27FC236}">
                <a16:creationId xmlns:a16="http://schemas.microsoft.com/office/drawing/2014/main" id="{1EF50018-7EDC-8D4F-96AF-25F9645221A9}"/>
              </a:ext>
            </a:extLst>
          </p:cNvPr>
          <p:cNvSpPr>
            <a:spLocks noGrp="1"/>
          </p:cNvSpPr>
          <p:nvPr>
            <p:ph type="body" idx="24" hasCustomPrompt="1"/>
          </p:nvPr>
        </p:nvSpPr>
        <p:spPr>
          <a:xfrm>
            <a:off x="9192768" y="1704992"/>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8" name="Text Placeholder 7">
            <a:extLst>
              <a:ext uri="{FF2B5EF4-FFF2-40B4-BE49-F238E27FC236}">
                <a16:creationId xmlns:a16="http://schemas.microsoft.com/office/drawing/2014/main" id="{C8DCCECD-8A54-5249-BDEA-171B05100AC5}"/>
              </a:ext>
            </a:extLst>
          </p:cNvPr>
          <p:cNvSpPr>
            <a:spLocks noGrp="1"/>
          </p:cNvSpPr>
          <p:nvPr>
            <p:ph type="body" sz="quarter" idx="25" hasCustomPrompt="1"/>
          </p:nvPr>
        </p:nvSpPr>
        <p:spPr>
          <a:xfrm>
            <a:off x="6348984"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
        <p:nvSpPr>
          <p:cNvPr id="19" name="Text Placeholder 7">
            <a:extLst>
              <a:ext uri="{FF2B5EF4-FFF2-40B4-BE49-F238E27FC236}">
                <a16:creationId xmlns:a16="http://schemas.microsoft.com/office/drawing/2014/main" id="{66DAB60B-9ADB-0C4B-B033-617E2585D474}"/>
              </a:ext>
            </a:extLst>
          </p:cNvPr>
          <p:cNvSpPr>
            <a:spLocks noGrp="1"/>
          </p:cNvSpPr>
          <p:nvPr>
            <p:ph type="body" sz="quarter" idx="26" hasCustomPrompt="1"/>
          </p:nvPr>
        </p:nvSpPr>
        <p:spPr>
          <a:xfrm>
            <a:off x="9192768"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Tree>
    <p:extLst>
      <p:ext uri="{BB962C8B-B14F-4D97-AF65-F5344CB8AC3E}">
        <p14:creationId xmlns:p14="http://schemas.microsoft.com/office/powerpoint/2010/main" val="104773501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48C02-99C2-4973-992D-372DDC9A417B}"/>
              </a:ext>
            </a:extLst>
          </p:cNvPr>
          <p:cNvSpPr>
            <a:spLocks noGrp="1"/>
          </p:cNvSpPr>
          <p:nvPr>
            <p:ph type="title" hasCustomPrompt="1"/>
          </p:nvPr>
        </p:nvSpPr>
        <p:spPr>
          <a:xfrm>
            <a:off x="620712" y="914400"/>
            <a:ext cx="10950576" cy="609600"/>
          </a:xfrm>
        </p:spPr>
        <p:txBody>
          <a:bodyPr anchor="t"/>
          <a:lstStyle>
            <a:lvl1pPr>
              <a:defRPr sz="3200"/>
            </a:lvl1pPr>
          </a:lstStyle>
          <a:p>
            <a:r>
              <a:rPr lang="en-US" dirty="0"/>
              <a:t>Picture with caption layout</a:t>
            </a:r>
          </a:p>
        </p:txBody>
      </p:sp>
      <p:sp>
        <p:nvSpPr>
          <p:cNvPr id="3" name="Picture Placeholder 2">
            <a:extLst>
              <a:ext uri="{FF2B5EF4-FFF2-40B4-BE49-F238E27FC236}">
                <a16:creationId xmlns:a16="http://schemas.microsoft.com/office/drawing/2014/main" id="{24D8CA07-7BEF-4BEF-94A4-00AF846D551C}"/>
              </a:ext>
            </a:extLst>
          </p:cNvPr>
          <p:cNvSpPr>
            <a:spLocks noGrp="1"/>
          </p:cNvSpPr>
          <p:nvPr>
            <p:ph type="pic" idx="1" hasCustomPrompt="1"/>
          </p:nvPr>
        </p:nvSpPr>
        <p:spPr>
          <a:xfrm>
            <a:off x="5803900" y="1737360"/>
            <a:ext cx="5767388" cy="4471416"/>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image</a:t>
            </a:r>
          </a:p>
        </p:txBody>
      </p:sp>
      <p:sp>
        <p:nvSpPr>
          <p:cNvPr id="4" name="Text Placeholder 3">
            <a:extLst>
              <a:ext uri="{FF2B5EF4-FFF2-40B4-BE49-F238E27FC236}">
                <a16:creationId xmlns:a16="http://schemas.microsoft.com/office/drawing/2014/main" id="{A5089DDC-548A-473A-955E-E02E64475779}"/>
              </a:ext>
            </a:extLst>
          </p:cNvPr>
          <p:cNvSpPr>
            <a:spLocks noGrp="1"/>
          </p:cNvSpPr>
          <p:nvPr>
            <p:ph type="body" sz="half" idx="2" hasCustomPrompt="1"/>
          </p:nvPr>
        </p:nvSpPr>
        <p:spPr>
          <a:xfrm>
            <a:off x="609600" y="2039936"/>
            <a:ext cx="4787900" cy="4170363"/>
          </a:xfrm>
          <a:prstGeom prst="rect">
            <a:avLst/>
          </a:prstGeom>
        </p:spPr>
        <p:txBody>
          <a:bodyPr lIns="0"/>
          <a:lstStyle>
            <a:lvl1pPr marL="0" indent="0">
              <a:spcAft>
                <a:spcPts val="1800"/>
              </a:spcAft>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text</a:t>
            </a:r>
          </a:p>
        </p:txBody>
      </p:sp>
      <p:sp>
        <p:nvSpPr>
          <p:cNvPr id="9" name="Text Placeholder 2">
            <a:extLst>
              <a:ext uri="{FF2B5EF4-FFF2-40B4-BE49-F238E27FC236}">
                <a16:creationId xmlns:a16="http://schemas.microsoft.com/office/drawing/2014/main" id="{CE342364-8DB0-4967-9568-214F05FA9505}"/>
              </a:ext>
            </a:extLst>
          </p:cNvPr>
          <p:cNvSpPr>
            <a:spLocks noGrp="1"/>
          </p:cNvSpPr>
          <p:nvPr>
            <p:ph type="body" idx="14" hasCustomPrompt="1"/>
          </p:nvPr>
        </p:nvSpPr>
        <p:spPr>
          <a:xfrm>
            <a:off x="609600" y="1704992"/>
            <a:ext cx="478790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7" name="Slide Number Placeholder 6">
            <a:extLst>
              <a:ext uri="{FF2B5EF4-FFF2-40B4-BE49-F238E27FC236}">
                <a16:creationId xmlns:a16="http://schemas.microsoft.com/office/drawing/2014/main" id="{B3111C71-DFB6-494D-B894-C2C879661A19}"/>
              </a:ext>
            </a:extLst>
          </p:cNvPr>
          <p:cNvSpPr>
            <a:spLocks noGrp="1"/>
          </p:cNvSpPr>
          <p:nvPr>
            <p:ph type="sldNum" sz="quarter" idx="17"/>
          </p:nvPr>
        </p:nvSpPr>
        <p:spPr/>
        <p:txBody>
          <a:bodyPr/>
          <a:lstStyle/>
          <a:p>
            <a:fld id="{7834CDD4-D76F-4459-B025-0310E913C243}" type="slidenum">
              <a:rPr lang="en-US" smtClean="0"/>
              <a:pPr/>
              <a:t>‹#›</a:t>
            </a:fld>
            <a:endParaRPr lang="en-US"/>
          </a:p>
        </p:txBody>
      </p:sp>
    </p:spTree>
    <p:extLst>
      <p:ext uri="{BB962C8B-B14F-4D97-AF65-F5344CB8AC3E}">
        <p14:creationId xmlns:p14="http://schemas.microsoft.com/office/powerpoint/2010/main" val="278767793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ullBleedIm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463CAC3-FC74-42D3-9999-6B06EA5681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0" y="-701765"/>
            <a:ext cx="12344400" cy="8038561"/>
          </a:xfrm>
          <a:prstGeom prst="rect">
            <a:avLst/>
          </a:prstGeom>
        </p:spPr>
      </p:pic>
      <p:pic>
        <p:nvPicPr>
          <p:cNvPr id="6" name="Graphic 5">
            <a:extLst>
              <a:ext uri="{FF2B5EF4-FFF2-40B4-BE49-F238E27FC236}">
                <a16:creationId xmlns:a16="http://schemas.microsoft.com/office/drawing/2014/main" id="{496DE86B-4E38-4DA6-913D-C90015F09AE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946815" y="-1526511"/>
            <a:ext cx="14996149" cy="9510942"/>
          </a:xfrm>
          <a:prstGeom prst="rect">
            <a:avLst/>
          </a:prstGeom>
        </p:spPr>
      </p:pic>
      <p:sp>
        <p:nvSpPr>
          <p:cNvPr id="4" name="Slide Number Placeholder 4">
            <a:extLst>
              <a:ext uri="{FF2B5EF4-FFF2-40B4-BE49-F238E27FC236}">
                <a16:creationId xmlns:a16="http://schemas.microsoft.com/office/drawing/2014/main" id="{9E74A248-9A9D-431C-9E3B-6DF1C25C98B2}"/>
              </a:ext>
            </a:extLst>
          </p:cNvPr>
          <p:cNvSpPr>
            <a:spLocks noGrp="1"/>
          </p:cNvSpPr>
          <p:nvPr>
            <p:ph type="sldNum" sz="quarter" idx="19"/>
          </p:nvPr>
        </p:nvSpPr>
        <p:spPr>
          <a:xfrm>
            <a:off x="8929200" y="6289500"/>
            <a:ext cx="2743200" cy="365125"/>
          </a:xfrm>
        </p:spPr>
        <p:txBody>
          <a:bodyPr/>
          <a:lstStyle>
            <a:lvl1pPr>
              <a:defRPr>
                <a:solidFill>
                  <a:srgbClr val="232F3E"/>
                </a:solidFill>
              </a:defRPr>
            </a:lvl1pPr>
          </a:lstStyle>
          <a:p>
            <a:r>
              <a:rPr lang="en-US"/>
              <a:t>11</a:t>
            </a:r>
            <a:endParaRPr lang="en-US" dirty="0"/>
          </a:p>
        </p:txBody>
      </p:sp>
    </p:spTree>
    <p:extLst>
      <p:ext uri="{BB962C8B-B14F-4D97-AF65-F5344CB8AC3E}">
        <p14:creationId xmlns:p14="http://schemas.microsoft.com/office/powerpoint/2010/main" val="23008414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eBulletedLis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8FC988-D0A0-4B75-9B8C-95CFB3A98869}"/>
              </a:ext>
            </a:extLst>
          </p:cNvPr>
          <p:cNvSpPr/>
          <p:nvPr userDrawn="1"/>
        </p:nvSpPr>
        <p:spPr>
          <a:xfrm>
            <a:off x="-91440" y="-71120"/>
            <a:ext cx="12354560" cy="7000240"/>
          </a:xfrm>
          <a:prstGeom prst="rect">
            <a:avLst/>
          </a:prstGeom>
          <a:solidFill>
            <a:srgbClr val="36C2B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rgbClr val="36C2B4"/>
              </a:solidFill>
            </a:endParaRPr>
          </a:p>
        </p:txBody>
      </p:sp>
      <p:pic>
        <p:nvPicPr>
          <p:cNvPr id="10" name="Graphic 9">
            <a:extLst>
              <a:ext uri="{FF2B5EF4-FFF2-40B4-BE49-F238E27FC236}">
                <a16:creationId xmlns:a16="http://schemas.microsoft.com/office/drawing/2014/main" id="{9F37DDC3-42BB-43B8-AE7A-8D1F00AB65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46815" y="-1526511"/>
            <a:ext cx="14996149" cy="9510942"/>
          </a:xfrm>
          <a:prstGeom prst="rect">
            <a:avLst/>
          </a:prstGeom>
        </p:spPr>
      </p:pic>
      <p:sp>
        <p:nvSpPr>
          <p:cNvPr id="3" name="Content Placeholder 2">
            <a:extLst>
              <a:ext uri="{FF2B5EF4-FFF2-40B4-BE49-F238E27FC236}">
                <a16:creationId xmlns:a16="http://schemas.microsoft.com/office/drawing/2014/main" id="{B92D68CA-DFD8-4178-93CB-63891AAE426B}"/>
              </a:ext>
            </a:extLst>
          </p:cNvPr>
          <p:cNvSpPr>
            <a:spLocks noGrp="1"/>
          </p:cNvSpPr>
          <p:nvPr>
            <p:ph idx="1" hasCustomPrompt="1"/>
          </p:nvPr>
        </p:nvSpPr>
        <p:spPr>
          <a:xfrm>
            <a:off x="620132" y="1737360"/>
            <a:ext cx="10962268" cy="4537617"/>
          </a:xfrm>
          <a:prstGeom prst="rect">
            <a:avLst/>
          </a:prstGeom>
        </p:spPr>
        <p:txBody>
          <a:bodyPr/>
          <a:lstStyle>
            <a:lvl1pPr>
              <a:spcAft>
                <a:spcPts val="1800"/>
              </a:spcAft>
              <a:defRPr sz="2800"/>
            </a:lvl1pPr>
          </a:lstStyle>
          <a:p>
            <a:pPr lvl="0"/>
            <a:r>
              <a:rPr lang="en-US" dirty="0"/>
              <a:t>Enter bulleted text</a:t>
            </a:r>
          </a:p>
          <a:p>
            <a:pPr lvl="0"/>
            <a:r>
              <a:rPr lang="en-US" dirty="0"/>
              <a:t>Second level</a:t>
            </a:r>
          </a:p>
          <a:p>
            <a:pPr lvl="0"/>
            <a:r>
              <a:rPr lang="en-US" dirty="0"/>
              <a:t>Third level</a:t>
            </a:r>
          </a:p>
          <a:p>
            <a:pPr lvl="0"/>
            <a:r>
              <a:rPr lang="en-US" dirty="0"/>
              <a:t>Fourth level</a:t>
            </a:r>
          </a:p>
          <a:p>
            <a:pPr lvl="0"/>
            <a:r>
              <a:rPr lang="en-US" dirty="0"/>
              <a:t>Fifth level</a:t>
            </a:r>
          </a:p>
        </p:txBody>
      </p:sp>
      <p:sp>
        <p:nvSpPr>
          <p:cNvPr id="6" name="TextBox 5">
            <a:extLst>
              <a:ext uri="{FF2B5EF4-FFF2-40B4-BE49-F238E27FC236}">
                <a16:creationId xmlns:a16="http://schemas.microsoft.com/office/drawing/2014/main" id="{882E0ED5-D3E7-D347-89D9-779F0652938A}"/>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244569016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94B505-DC0F-4A62-A3AC-7C84C72B11B1}"/>
              </a:ext>
            </a:extLst>
          </p:cNvPr>
          <p:cNvSpPr/>
          <p:nvPr userDrawn="1"/>
        </p:nvSpPr>
        <p:spPr>
          <a:xfrm>
            <a:off x="-91440" y="-71120"/>
            <a:ext cx="12354560" cy="7000240"/>
          </a:xfrm>
          <a:prstGeom prst="rect">
            <a:avLst/>
          </a:prstGeom>
          <a:solidFill>
            <a:srgbClr val="36C2B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rgbClr val="36C2B4"/>
              </a:solidFill>
            </a:endParaRPr>
          </a:p>
        </p:txBody>
      </p:sp>
      <p:pic>
        <p:nvPicPr>
          <p:cNvPr id="15" name="Graphic 14">
            <a:extLst>
              <a:ext uri="{FF2B5EF4-FFF2-40B4-BE49-F238E27FC236}">
                <a16:creationId xmlns:a16="http://schemas.microsoft.com/office/drawing/2014/main" id="{573FFAB9-B009-4A38-B2AB-B64171EDDE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46815" y="-1526511"/>
            <a:ext cx="14996149" cy="9510942"/>
          </a:xfrm>
          <a:prstGeom prst="rect">
            <a:avLst/>
          </a:prstGeom>
        </p:spPr>
      </p:pic>
      <p:sp>
        <p:nvSpPr>
          <p:cNvPr id="2" name="Title 1">
            <a:extLst>
              <a:ext uri="{FF2B5EF4-FFF2-40B4-BE49-F238E27FC236}">
                <a16:creationId xmlns:a16="http://schemas.microsoft.com/office/drawing/2014/main" id="{F659F57C-ED86-4E8B-BF12-180DFC4784AF}"/>
              </a:ext>
            </a:extLst>
          </p:cNvPr>
          <p:cNvSpPr>
            <a:spLocks noGrp="1"/>
          </p:cNvSpPr>
          <p:nvPr>
            <p:ph type="title" hasCustomPrompt="1"/>
          </p:nvPr>
        </p:nvSpPr>
        <p:spPr>
          <a:xfrm>
            <a:off x="609599" y="1995221"/>
            <a:ext cx="8067261" cy="1628775"/>
          </a:xfrm>
        </p:spPr>
        <p:txBody>
          <a:bodyPr/>
          <a:lstStyle>
            <a:lvl1pPr>
              <a:defRPr sz="4400">
                <a:solidFill>
                  <a:schemeClr val="tx1"/>
                </a:solidFill>
              </a:defRPr>
            </a:lvl1pPr>
          </a:lstStyle>
          <a:p>
            <a:r>
              <a:rPr lang="en-US" dirty="0"/>
              <a:t>Enter quote here. Reposition quote mark graphics to frame the quote.</a:t>
            </a:r>
          </a:p>
        </p:txBody>
      </p:sp>
      <p:sp>
        <p:nvSpPr>
          <p:cNvPr id="10" name="Text Placeholder 9">
            <a:extLst>
              <a:ext uri="{FF2B5EF4-FFF2-40B4-BE49-F238E27FC236}">
                <a16:creationId xmlns:a16="http://schemas.microsoft.com/office/drawing/2014/main" id="{8F483E63-88C7-499E-932F-5F5978567CF8}"/>
              </a:ext>
            </a:extLst>
          </p:cNvPr>
          <p:cNvSpPr>
            <a:spLocks noGrp="1"/>
          </p:cNvSpPr>
          <p:nvPr>
            <p:ph type="body" sz="quarter" idx="14" hasCustomPrompt="1"/>
          </p:nvPr>
        </p:nvSpPr>
        <p:spPr>
          <a:xfrm>
            <a:off x="609600" y="4109771"/>
            <a:ext cx="6915150" cy="342900"/>
          </a:xfrm>
          <a:prstGeom prst="rect">
            <a:avLst/>
          </a:prstGeom>
        </p:spPr>
        <p:txBody>
          <a:bodyPr/>
          <a:lstStyle>
            <a:lvl1pPr marL="0" indent="0">
              <a:buNone/>
              <a:defRPr sz="2000" b="1">
                <a:solidFill>
                  <a:schemeClr val="tx1"/>
                </a:solidFill>
              </a:defRPr>
            </a:lvl1pPr>
          </a:lstStyle>
          <a:p>
            <a:pPr lvl="0"/>
            <a:r>
              <a:rPr lang="en-US" dirty="0"/>
              <a:t>Enter quoted person’s name</a:t>
            </a:r>
          </a:p>
        </p:txBody>
      </p:sp>
      <p:sp>
        <p:nvSpPr>
          <p:cNvPr id="11" name="Text Placeholder 9">
            <a:extLst>
              <a:ext uri="{FF2B5EF4-FFF2-40B4-BE49-F238E27FC236}">
                <a16:creationId xmlns:a16="http://schemas.microsoft.com/office/drawing/2014/main" id="{581AAA84-DC66-4AD5-AF44-C034537979AD}"/>
              </a:ext>
            </a:extLst>
          </p:cNvPr>
          <p:cNvSpPr>
            <a:spLocks noGrp="1"/>
          </p:cNvSpPr>
          <p:nvPr>
            <p:ph type="body" sz="quarter" idx="15" hasCustomPrompt="1"/>
          </p:nvPr>
        </p:nvSpPr>
        <p:spPr>
          <a:xfrm>
            <a:off x="609600" y="4450221"/>
            <a:ext cx="6915150" cy="342900"/>
          </a:xfrm>
          <a:prstGeom prst="rect">
            <a:avLst/>
          </a:prstGeom>
        </p:spPr>
        <p:txBody>
          <a:bodyPr/>
          <a:lstStyle>
            <a:lvl1pPr marL="0" indent="0">
              <a:buNone/>
              <a:defRPr sz="1600" b="0">
                <a:solidFill>
                  <a:schemeClr val="tx1"/>
                </a:solidFill>
              </a:defRPr>
            </a:lvl1pPr>
          </a:lstStyle>
          <a:p>
            <a:pPr lvl="0"/>
            <a:r>
              <a:rPr lang="en-US" dirty="0"/>
              <a:t>Enter quoted person’s affiliation</a:t>
            </a:r>
          </a:p>
        </p:txBody>
      </p:sp>
      <p:sp>
        <p:nvSpPr>
          <p:cNvPr id="12" name="Text Placeholder 15">
            <a:extLst>
              <a:ext uri="{FF2B5EF4-FFF2-40B4-BE49-F238E27FC236}">
                <a16:creationId xmlns:a16="http://schemas.microsoft.com/office/drawing/2014/main" id="{F19920D0-9924-42E3-B231-ACA928A278B0}"/>
              </a:ext>
            </a:extLst>
          </p:cNvPr>
          <p:cNvSpPr>
            <a:spLocks noGrp="1"/>
          </p:cNvSpPr>
          <p:nvPr>
            <p:ph type="body" sz="quarter" idx="12" hasCustomPrompt="1"/>
          </p:nvPr>
        </p:nvSpPr>
        <p:spPr>
          <a:xfrm>
            <a:off x="278606" y="1995221"/>
            <a:ext cx="309563" cy="309563"/>
          </a:xfrm>
          <a:prstGeom prst="rect">
            <a:avLst/>
          </a:prstGeom>
          <a:blipFill>
            <a:blip r:embed="rId4"/>
            <a:stretch>
              <a:fillRect/>
            </a:stretch>
          </a:blipFill>
        </p:spPr>
        <p:txBody>
          <a:bodyPr/>
          <a:lstStyle>
            <a:lvl1pPr marL="0" indent="0">
              <a:buNone/>
              <a:defRPr sz="100"/>
            </a:lvl1pPr>
            <a:lvl2pPr marL="228600" indent="0">
              <a:buNone/>
              <a:defRPr sz="1000"/>
            </a:lvl2pPr>
            <a:lvl3pPr marL="457200" indent="0">
              <a:buNone/>
              <a:defRPr sz="1000"/>
            </a:lvl3pPr>
            <a:lvl4pPr marL="685800" indent="0">
              <a:buNone/>
              <a:defRPr sz="1000"/>
            </a:lvl4pPr>
            <a:lvl5pPr marL="685800" indent="0">
              <a:buNone/>
              <a:defRPr sz="1000"/>
            </a:lvl5pPr>
          </a:lstStyle>
          <a:p>
            <a:pPr lvl="0"/>
            <a:r>
              <a:rPr lang="en-US" dirty="0"/>
              <a:t> </a:t>
            </a:r>
          </a:p>
        </p:txBody>
      </p:sp>
      <p:sp>
        <p:nvSpPr>
          <p:cNvPr id="13" name="Text Placeholder 15">
            <a:extLst>
              <a:ext uri="{FF2B5EF4-FFF2-40B4-BE49-F238E27FC236}">
                <a16:creationId xmlns:a16="http://schemas.microsoft.com/office/drawing/2014/main" id="{17BE4712-7CA9-40CC-88F3-512952E44730}"/>
              </a:ext>
            </a:extLst>
          </p:cNvPr>
          <p:cNvSpPr>
            <a:spLocks noGrp="1"/>
          </p:cNvSpPr>
          <p:nvPr>
            <p:ph type="body" sz="quarter" idx="16" hasCustomPrompt="1"/>
          </p:nvPr>
        </p:nvSpPr>
        <p:spPr>
          <a:xfrm>
            <a:off x="5171271" y="3254833"/>
            <a:ext cx="309563" cy="309563"/>
          </a:xfrm>
          <a:prstGeom prst="rect">
            <a:avLst/>
          </a:prstGeom>
          <a:blipFill>
            <a:blip r:embed="rId5"/>
            <a:stretch>
              <a:fillRect/>
            </a:stretch>
          </a:blipFill>
        </p:spPr>
        <p:txBody>
          <a:bodyPr/>
          <a:lstStyle>
            <a:lvl1pPr marL="0" indent="0">
              <a:buNone/>
              <a:defRPr sz="100"/>
            </a:lvl1pPr>
            <a:lvl2pPr marL="228600" indent="0">
              <a:buNone/>
              <a:defRPr sz="1000"/>
            </a:lvl2pPr>
            <a:lvl3pPr marL="457200" indent="0">
              <a:buNone/>
              <a:defRPr sz="1000"/>
            </a:lvl3pPr>
            <a:lvl4pPr marL="685800" indent="0">
              <a:buNone/>
              <a:defRPr sz="1000"/>
            </a:lvl4pPr>
            <a:lvl5pPr marL="685800" indent="0">
              <a:buNone/>
              <a:defRPr sz="1000"/>
            </a:lvl5pPr>
          </a:lstStyle>
          <a:p>
            <a:pPr lvl="0"/>
            <a:r>
              <a:rPr lang="en-US" dirty="0"/>
              <a:t> </a:t>
            </a:r>
          </a:p>
        </p:txBody>
      </p:sp>
      <p:sp>
        <p:nvSpPr>
          <p:cNvPr id="16" name="TextBox 15">
            <a:extLst>
              <a:ext uri="{FF2B5EF4-FFF2-40B4-BE49-F238E27FC236}">
                <a16:creationId xmlns:a16="http://schemas.microsoft.com/office/drawing/2014/main" id="{7C3CF15E-5352-6247-8E4A-3AA34E98EA38}"/>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3475619765"/>
      </p:ext>
    </p:extLst>
  </p:cSld>
  <p:clrMapOvr>
    <a:masterClrMapping/>
  </p:clrMapOvr>
  <p:extLst>
    <p:ext uri="{DCECCB84-F9BA-43D5-87BE-67443E8EF086}">
      <p15:sldGuideLst xmlns:p15="http://schemas.microsoft.com/office/powerpoint/2012/main">
        <p15:guide id="1" pos="4752">
          <p15:clr>
            <a:srgbClr val="FBAE40"/>
          </p15:clr>
        </p15:guide>
        <p15:guide id="2" orient="horz" pos="132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B9F8C1-2A43-4C63-B094-3781F4647C9E}"/>
              </a:ext>
            </a:extLst>
          </p:cNvPr>
          <p:cNvSpPr/>
          <p:nvPr userDrawn="1"/>
        </p:nvSpPr>
        <p:spPr>
          <a:xfrm>
            <a:off x="-91440" y="-71120"/>
            <a:ext cx="12354560" cy="7000240"/>
          </a:xfrm>
          <a:prstGeom prst="rect">
            <a:avLst/>
          </a:prstGeom>
          <a:solidFill>
            <a:srgbClr val="36C2B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rgbClr val="36C2B4"/>
              </a:solidFill>
            </a:endParaRPr>
          </a:p>
        </p:txBody>
      </p:sp>
      <p:pic>
        <p:nvPicPr>
          <p:cNvPr id="9" name="Graphic 8">
            <a:extLst>
              <a:ext uri="{FF2B5EF4-FFF2-40B4-BE49-F238E27FC236}">
                <a16:creationId xmlns:a16="http://schemas.microsoft.com/office/drawing/2014/main" id="{559268A5-7FBA-45E5-9622-790B125F42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46815" y="-1526511"/>
            <a:ext cx="14996149" cy="9510942"/>
          </a:xfrm>
          <a:prstGeom prst="rect">
            <a:avLst/>
          </a:prstGeom>
        </p:spPr>
      </p:pic>
      <p:sp>
        <p:nvSpPr>
          <p:cNvPr id="5" name="Chart Placeholder 4">
            <a:extLst>
              <a:ext uri="{FF2B5EF4-FFF2-40B4-BE49-F238E27FC236}">
                <a16:creationId xmlns:a16="http://schemas.microsoft.com/office/drawing/2014/main" id="{B48D5BB6-F376-4EF5-B26A-7BD40A9295A7}"/>
              </a:ext>
            </a:extLst>
          </p:cNvPr>
          <p:cNvSpPr>
            <a:spLocks noGrp="1"/>
          </p:cNvSpPr>
          <p:nvPr>
            <p:ph type="chart" sz="quarter" idx="14"/>
          </p:nvPr>
        </p:nvSpPr>
        <p:spPr>
          <a:xfrm>
            <a:off x="609600" y="1711804"/>
            <a:ext cx="10972800" cy="4191000"/>
          </a:xfrm>
          <a:prstGeom prst="rect">
            <a:avLst/>
          </a:prstGeom>
        </p:spPr>
        <p:txBody>
          <a:bodyPr/>
          <a:lstStyle>
            <a:lvl1pPr marL="0" indent="0">
              <a:buNone/>
              <a:defRPr/>
            </a:lvl1pPr>
          </a:lstStyle>
          <a:p>
            <a:r>
              <a:rPr lang="en-US"/>
              <a:t>Click icon to add chart</a:t>
            </a:r>
            <a:endParaRPr lang="en-US" dirty="0"/>
          </a:p>
        </p:txBody>
      </p:sp>
      <p:sp>
        <p:nvSpPr>
          <p:cNvPr id="8" name="TextBox 7">
            <a:extLst>
              <a:ext uri="{FF2B5EF4-FFF2-40B4-BE49-F238E27FC236}">
                <a16:creationId xmlns:a16="http://schemas.microsoft.com/office/drawing/2014/main" id="{6E34ED80-ABBC-FD4F-9A4B-4FEF49389AB3}"/>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38806170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45DB35-C56E-48BC-93A8-A2EEE81F854C}"/>
              </a:ext>
            </a:extLst>
          </p:cNvPr>
          <p:cNvSpPr/>
          <p:nvPr userDrawn="1"/>
        </p:nvSpPr>
        <p:spPr>
          <a:xfrm>
            <a:off x="-91440" y="-71120"/>
            <a:ext cx="12354560" cy="7000240"/>
          </a:xfrm>
          <a:prstGeom prst="rect">
            <a:avLst/>
          </a:prstGeom>
          <a:solidFill>
            <a:srgbClr val="36C2B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rgbClr val="36C2B4"/>
              </a:solidFill>
            </a:endParaRPr>
          </a:p>
        </p:txBody>
      </p:sp>
      <p:pic>
        <p:nvPicPr>
          <p:cNvPr id="9" name="Graphic 8">
            <a:extLst>
              <a:ext uri="{FF2B5EF4-FFF2-40B4-BE49-F238E27FC236}">
                <a16:creationId xmlns:a16="http://schemas.microsoft.com/office/drawing/2014/main" id="{759EEB8E-E9F7-4F4B-945F-84F57151F1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46815" y="-1526511"/>
            <a:ext cx="14996149" cy="9510942"/>
          </a:xfrm>
          <a:prstGeom prst="rect">
            <a:avLst/>
          </a:prstGeom>
        </p:spPr>
      </p:pic>
      <p:sp>
        <p:nvSpPr>
          <p:cNvPr id="4" name="Table Placeholder 3">
            <a:extLst>
              <a:ext uri="{FF2B5EF4-FFF2-40B4-BE49-F238E27FC236}">
                <a16:creationId xmlns:a16="http://schemas.microsoft.com/office/drawing/2014/main" id="{1CD77E91-3EA1-4891-9DC3-6A99F34655B7}"/>
              </a:ext>
            </a:extLst>
          </p:cNvPr>
          <p:cNvSpPr>
            <a:spLocks noGrp="1"/>
          </p:cNvSpPr>
          <p:nvPr>
            <p:ph type="tbl" sz="quarter" idx="15" hasCustomPrompt="1"/>
          </p:nvPr>
        </p:nvSpPr>
        <p:spPr>
          <a:xfrm>
            <a:off x="609600" y="1711804"/>
            <a:ext cx="10972800" cy="4191000"/>
          </a:xfrm>
          <a:prstGeom prst="rect">
            <a:avLst/>
          </a:prstGeom>
        </p:spPr>
        <p:txBody>
          <a:bodyPr/>
          <a:lstStyle>
            <a:lvl1pPr marL="0" indent="0">
              <a:buNone/>
              <a:defRPr/>
            </a:lvl1pPr>
          </a:lstStyle>
          <a:p>
            <a:r>
              <a:rPr lang="en-US" dirty="0"/>
              <a:t>Click the icon to add a table</a:t>
            </a:r>
          </a:p>
        </p:txBody>
      </p:sp>
      <p:sp>
        <p:nvSpPr>
          <p:cNvPr id="7" name="TextBox 6">
            <a:extLst>
              <a:ext uri="{FF2B5EF4-FFF2-40B4-BE49-F238E27FC236}">
                <a16:creationId xmlns:a16="http://schemas.microsoft.com/office/drawing/2014/main" id="{7D9E80BD-5B88-B342-9075-F38EA17F8519}"/>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24294435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ustomerLogoWal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D38D18-E9D8-DF43-B2B7-8D81B1D5E5E4}"/>
              </a:ext>
            </a:extLst>
          </p:cNvPr>
          <p:cNvSpPr/>
          <p:nvPr userDrawn="1"/>
        </p:nvSpPr>
        <p:spPr>
          <a:xfrm>
            <a:off x="0" y="1682496"/>
            <a:ext cx="12192000" cy="42428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chemeClr val="tx1"/>
              </a:solidFill>
            </a:endParaRPr>
          </a:p>
        </p:txBody>
      </p:sp>
      <p:sp>
        <p:nvSpPr>
          <p:cNvPr id="2" name="Title 1">
            <a:extLst>
              <a:ext uri="{FF2B5EF4-FFF2-40B4-BE49-F238E27FC236}">
                <a16:creationId xmlns:a16="http://schemas.microsoft.com/office/drawing/2014/main" id="{5E4FEC49-C5AD-465E-872A-6F48DA7C0C23}"/>
              </a:ext>
            </a:extLst>
          </p:cNvPr>
          <p:cNvSpPr>
            <a:spLocks noGrp="1"/>
          </p:cNvSpPr>
          <p:nvPr>
            <p:ph type="title" hasCustomPrompt="1"/>
          </p:nvPr>
        </p:nvSpPr>
        <p:spPr/>
        <p:txBody>
          <a:bodyPr/>
          <a:lstStyle>
            <a:lvl1pPr>
              <a:defRPr>
                <a:solidFill>
                  <a:schemeClr val="tx1"/>
                </a:solidFill>
              </a:defRPr>
            </a:lvl1pPr>
          </a:lstStyle>
          <a:p>
            <a:r>
              <a:rPr lang="en-US" dirty="0"/>
              <a:t>Customer logo wall layout</a:t>
            </a:r>
          </a:p>
        </p:txBody>
      </p:sp>
      <p:sp>
        <p:nvSpPr>
          <p:cNvPr id="5" name="Slide Number Placeholder 4">
            <a:extLst>
              <a:ext uri="{FF2B5EF4-FFF2-40B4-BE49-F238E27FC236}">
                <a16:creationId xmlns:a16="http://schemas.microsoft.com/office/drawing/2014/main" id="{3E6A69F0-CDAA-A140-A527-935A2C4789A0}"/>
              </a:ext>
            </a:extLst>
          </p:cNvPr>
          <p:cNvSpPr>
            <a:spLocks noGrp="1"/>
          </p:cNvSpPr>
          <p:nvPr>
            <p:ph type="sldNum" sz="quarter" idx="24"/>
          </p:nvPr>
        </p:nvSpPr>
        <p:spPr/>
        <p:txBody>
          <a:bodyPr/>
          <a:lstStyle>
            <a:lvl1pPr>
              <a:defRPr>
                <a:solidFill>
                  <a:schemeClr val="tx1"/>
                </a:solidFill>
              </a:defRPr>
            </a:lvl1pPr>
          </a:lstStyle>
          <a:p>
            <a:fld id="{7834CDD4-D76F-4459-B025-0310E913C243}" type="slidenum">
              <a:rPr lang="en-US" smtClean="0"/>
              <a:pPr/>
              <a:t>‹#›</a:t>
            </a:fld>
            <a:endParaRPr lang="en-US"/>
          </a:p>
        </p:txBody>
      </p:sp>
      <p:sp>
        <p:nvSpPr>
          <p:cNvPr id="17" name="Content Placeholder 16">
            <a:extLst>
              <a:ext uri="{FF2B5EF4-FFF2-40B4-BE49-F238E27FC236}">
                <a16:creationId xmlns:a16="http://schemas.microsoft.com/office/drawing/2014/main" id="{8F28CEDA-6FE4-CE47-9356-F4923C832558}"/>
              </a:ext>
            </a:extLst>
          </p:cNvPr>
          <p:cNvSpPr>
            <a:spLocks noGrp="1"/>
          </p:cNvSpPr>
          <p:nvPr>
            <p:ph sz="quarter" idx="25" hasCustomPrompt="1"/>
          </p:nvPr>
        </p:nvSpPr>
        <p:spPr>
          <a:xfrm>
            <a:off x="790841"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18" name="Content Placeholder 16">
            <a:extLst>
              <a:ext uri="{FF2B5EF4-FFF2-40B4-BE49-F238E27FC236}">
                <a16:creationId xmlns:a16="http://schemas.microsoft.com/office/drawing/2014/main" id="{A5C370E2-25F2-EF4C-A298-A22AC13A72CA}"/>
              </a:ext>
            </a:extLst>
          </p:cNvPr>
          <p:cNvSpPr>
            <a:spLocks noGrp="1"/>
          </p:cNvSpPr>
          <p:nvPr>
            <p:ph sz="quarter" idx="26" hasCustomPrompt="1"/>
          </p:nvPr>
        </p:nvSpPr>
        <p:spPr>
          <a:xfrm>
            <a:off x="3584841"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19" name="Content Placeholder 16">
            <a:extLst>
              <a:ext uri="{FF2B5EF4-FFF2-40B4-BE49-F238E27FC236}">
                <a16:creationId xmlns:a16="http://schemas.microsoft.com/office/drawing/2014/main" id="{0886D71A-657D-4545-AA31-C525BE705E4D}"/>
              </a:ext>
            </a:extLst>
          </p:cNvPr>
          <p:cNvSpPr>
            <a:spLocks noGrp="1"/>
          </p:cNvSpPr>
          <p:nvPr>
            <p:ph sz="quarter" idx="27" hasCustomPrompt="1"/>
          </p:nvPr>
        </p:nvSpPr>
        <p:spPr>
          <a:xfrm>
            <a:off x="6378841"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0" name="Content Placeholder 16">
            <a:extLst>
              <a:ext uri="{FF2B5EF4-FFF2-40B4-BE49-F238E27FC236}">
                <a16:creationId xmlns:a16="http://schemas.microsoft.com/office/drawing/2014/main" id="{646A5A60-4113-F14B-9D65-A8F123B31156}"/>
              </a:ext>
            </a:extLst>
          </p:cNvPr>
          <p:cNvSpPr>
            <a:spLocks noGrp="1"/>
          </p:cNvSpPr>
          <p:nvPr>
            <p:ph sz="quarter" idx="28" hasCustomPrompt="1"/>
          </p:nvPr>
        </p:nvSpPr>
        <p:spPr>
          <a:xfrm>
            <a:off x="9172841"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1" name="Content Placeholder 16">
            <a:extLst>
              <a:ext uri="{FF2B5EF4-FFF2-40B4-BE49-F238E27FC236}">
                <a16:creationId xmlns:a16="http://schemas.microsoft.com/office/drawing/2014/main" id="{D6C5A643-1C56-2144-A892-CFFF3876D3EA}"/>
              </a:ext>
            </a:extLst>
          </p:cNvPr>
          <p:cNvSpPr>
            <a:spLocks noGrp="1"/>
          </p:cNvSpPr>
          <p:nvPr>
            <p:ph sz="quarter" idx="29" hasCustomPrompt="1"/>
          </p:nvPr>
        </p:nvSpPr>
        <p:spPr>
          <a:xfrm>
            <a:off x="789331"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2" name="Content Placeholder 16">
            <a:extLst>
              <a:ext uri="{FF2B5EF4-FFF2-40B4-BE49-F238E27FC236}">
                <a16:creationId xmlns:a16="http://schemas.microsoft.com/office/drawing/2014/main" id="{BD1D8AB7-B916-FB45-9E54-2FF46C42E75A}"/>
              </a:ext>
            </a:extLst>
          </p:cNvPr>
          <p:cNvSpPr>
            <a:spLocks noGrp="1"/>
          </p:cNvSpPr>
          <p:nvPr>
            <p:ph sz="quarter" idx="30" hasCustomPrompt="1"/>
          </p:nvPr>
        </p:nvSpPr>
        <p:spPr>
          <a:xfrm>
            <a:off x="3583331"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3" name="Content Placeholder 16">
            <a:extLst>
              <a:ext uri="{FF2B5EF4-FFF2-40B4-BE49-F238E27FC236}">
                <a16:creationId xmlns:a16="http://schemas.microsoft.com/office/drawing/2014/main" id="{AF24B9AB-4308-2644-B3BB-33FAD4D6F193}"/>
              </a:ext>
            </a:extLst>
          </p:cNvPr>
          <p:cNvSpPr>
            <a:spLocks noGrp="1"/>
          </p:cNvSpPr>
          <p:nvPr>
            <p:ph sz="quarter" idx="31" hasCustomPrompt="1"/>
          </p:nvPr>
        </p:nvSpPr>
        <p:spPr>
          <a:xfrm>
            <a:off x="6377331"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4" name="Content Placeholder 16">
            <a:extLst>
              <a:ext uri="{FF2B5EF4-FFF2-40B4-BE49-F238E27FC236}">
                <a16:creationId xmlns:a16="http://schemas.microsoft.com/office/drawing/2014/main" id="{4B3A9872-61A3-E540-A093-3D2CA1A5FE3B}"/>
              </a:ext>
            </a:extLst>
          </p:cNvPr>
          <p:cNvSpPr>
            <a:spLocks noGrp="1"/>
          </p:cNvSpPr>
          <p:nvPr>
            <p:ph sz="quarter" idx="32" hasCustomPrompt="1"/>
          </p:nvPr>
        </p:nvSpPr>
        <p:spPr>
          <a:xfrm>
            <a:off x="9171331"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Tree>
    <p:extLst>
      <p:ext uri="{BB962C8B-B14F-4D97-AF65-F5344CB8AC3E}">
        <p14:creationId xmlns:p14="http://schemas.microsoft.com/office/powerpoint/2010/main" val="281210681"/>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235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erLogoWallDark">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D9C4222-0FB4-43B8-BE16-360EB8341D0A}"/>
              </a:ext>
            </a:extLst>
          </p:cNvPr>
          <p:cNvSpPr/>
          <p:nvPr userDrawn="1"/>
        </p:nvSpPr>
        <p:spPr>
          <a:xfrm>
            <a:off x="-91440" y="-71120"/>
            <a:ext cx="12354560" cy="7000240"/>
          </a:xfrm>
          <a:prstGeom prst="rect">
            <a:avLst/>
          </a:prstGeom>
          <a:solidFill>
            <a:srgbClr val="36C2B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1200"/>
              </a:spcAft>
            </a:pPr>
            <a:endParaRPr lang="en-US" dirty="0" err="1">
              <a:solidFill>
                <a:srgbClr val="36C2B4"/>
              </a:solidFill>
            </a:endParaRPr>
          </a:p>
        </p:txBody>
      </p:sp>
      <p:pic>
        <p:nvPicPr>
          <p:cNvPr id="17" name="Graphic 16">
            <a:extLst>
              <a:ext uri="{FF2B5EF4-FFF2-40B4-BE49-F238E27FC236}">
                <a16:creationId xmlns:a16="http://schemas.microsoft.com/office/drawing/2014/main" id="{4250CB99-243D-45F2-B781-37DD839BE4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46815" y="-1526511"/>
            <a:ext cx="14996149" cy="9510942"/>
          </a:xfrm>
          <a:prstGeom prst="rect">
            <a:avLst/>
          </a:prstGeom>
        </p:spPr>
      </p:pic>
      <p:sp>
        <p:nvSpPr>
          <p:cNvPr id="15" name="Content Placeholder 16">
            <a:extLst>
              <a:ext uri="{FF2B5EF4-FFF2-40B4-BE49-F238E27FC236}">
                <a16:creationId xmlns:a16="http://schemas.microsoft.com/office/drawing/2014/main" id="{2CBC3B4F-6704-E94E-B3F4-86221A865C51}"/>
              </a:ext>
            </a:extLst>
          </p:cNvPr>
          <p:cNvSpPr>
            <a:spLocks noGrp="1"/>
          </p:cNvSpPr>
          <p:nvPr>
            <p:ph sz="quarter" idx="25" hasCustomPrompt="1"/>
          </p:nvPr>
        </p:nvSpPr>
        <p:spPr>
          <a:xfrm>
            <a:off x="877105"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16" name="Content Placeholder 16">
            <a:extLst>
              <a:ext uri="{FF2B5EF4-FFF2-40B4-BE49-F238E27FC236}">
                <a16:creationId xmlns:a16="http://schemas.microsoft.com/office/drawing/2014/main" id="{EEDEBBD5-7EC2-A844-A3FD-76B116FC6916}"/>
              </a:ext>
            </a:extLst>
          </p:cNvPr>
          <p:cNvSpPr>
            <a:spLocks noGrp="1"/>
          </p:cNvSpPr>
          <p:nvPr>
            <p:ph sz="quarter" idx="26" hasCustomPrompt="1"/>
          </p:nvPr>
        </p:nvSpPr>
        <p:spPr>
          <a:xfrm>
            <a:off x="3671105"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18" name="Content Placeholder 16">
            <a:extLst>
              <a:ext uri="{FF2B5EF4-FFF2-40B4-BE49-F238E27FC236}">
                <a16:creationId xmlns:a16="http://schemas.microsoft.com/office/drawing/2014/main" id="{CE1EB165-9681-D447-999B-06FA5B79FD34}"/>
              </a:ext>
            </a:extLst>
          </p:cNvPr>
          <p:cNvSpPr>
            <a:spLocks noGrp="1"/>
          </p:cNvSpPr>
          <p:nvPr>
            <p:ph sz="quarter" idx="27" hasCustomPrompt="1"/>
          </p:nvPr>
        </p:nvSpPr>
        <p:spPr>
          <a:xfrm>
            <a:off x="6465105"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19" name="Content Placeholder 16">
            <a:extLst>
              <a:ext uri="{FF2B5EF4-FFF2-40B4-BE49-F238E27FC236}">
                <a16:creationId xmlns:a16="http://schemas.microsoft.com/office/drawing/2014/main" id="{4E483193-7891-3646-A991-18509369C96B}"/>
              </a:ext>
            </a:extLst>
          </p:cNvPr>
          <p:cNvSpPr>
            <a:spLocks noGrp="1"/>
          </p:cNvSpPr>
          <p:nvPr>
            <p:ph sz="quarter" idx="28" hasCustomPrompt="1"/>
          </p:nvPr>
        </p:nvSpPr>
        <p:spPr>
          <a:xfrm>
            <a:off x="9259105" y="219456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0" name="Content Placeholder 16">
            <a:extLst>
              <a:ext uri="{FF2B5EF4-FFF2-40B4-BE49-F238E27FC236}">
                <a16:creationId xmlns:a16="http://schemas.microsoft.com/office/drawing/2014/main" id="{68AAE80F-8EF2-BA43-A40E-3DCB297FF621}"/>
              </a:ext>
            </a:extLst>
          </p:cNvPr>
          <p:cNvSpPr>
            <a:spLocks noGrp="1"/>
          </p:cNvSpPr>
          <p:nvPr>
            <p:ph sz="quarter" idx="29" hasCustomPrompt="1"/>
          </p:nvPr>
        </p:nvSpPr>
        <p:spPr>
          <a:xfrm>
            <a:off x="875596"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1" name="Content Placeholder 16">
            <a:extLst>
              <a:ext uri="{FF2B5EF4-FFF2-40B4-BE49-F238E27FC236}">
                <a16:creationId xmlns:a16="http://schemas.microsoft.com/office/drawing/2014/main" id="{0A592176-3E84-DB4E-902E-49A21B0A6F2B}"/>
              </a:ext>
            </a:extLst>
          </p:cNvPr>
          <p:cNvSpPr>
            <a:spLocks noGrp="1"/>
          </p:cNvSpPr>
          <p:nvPr>
            <p:ph sz="quarter" idx="30" hasCustomPrompt="1"/>
          </p:nvPr>
        </p:nvSpPr>
        <p:spPr>
          <a:xfrm>
            <a:off x="3669596"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2" name="Content Placeholder 16">
            <a:extLst>
              <a:ext uri="{FF2B5EF4-FFF2-40B4-BE49-F238E27FC236}">
                <a16:creationId xmlns:a16="http://schemas.microsoft.com/office/drawing/2014/main" id="{9360FB76-1266-6F4D-B3C2-F3BFC2819390}"/>
              </a:ext>
            </a:extLst>
          </p:cNvPr>
          <p:cNvSpPr>
            <a:spLocks noGrp="1"/>
          </p:cNvSpPr>
          <p:nvPr>
            <p:ph sz="quarter" idx="31" hasCustomPrompt="1"/>
          </p:nvPr>
        </p:nvSpPr>
        <p:spPr>
          <a:xfrm>
            <a:off x="6463596"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23" name="Content Placeholder 16">
            <a:extLst>
              <a:ext uri="{FF2B5EF4-FFF2-40B4-BE49-F238E27FC236}">
                <a16:creationId xmlns:a16="http://schemas.microsoft.com/office/drawing/2014/main" id="{3C71DA29-DC2F-AB47-8998-01EC1B9D02DC}"/>
              </a:ext>
            </a:extLst>
          </p:cNvPr>
          <p:cNvSpPr>
            <a:spLocks noGrp="1"/>
          </p:cNvSpPr>
          <p:nvPr>
            <p:ph sz="quarter" idx="32" hasCustomPrompt="1"/>
          </p:nvPr>
        </p:nvSpPr>
        <p:spPr>
          <a:xfrm>
            <a:off x="9257596" y="3886200"/>
            <a:ext cx="1828800" cy="1097280"/>
          </a:xfrm>
          <a:prstGeom prst="rect">
            <a:avLst/>
          </a:prstGeom>
        </p:spPr>
        <p:txBody>
          <a:bodyPr/>
          <a:lstStyle>
            <a:lvl1pPr marL="0" indent="0">
              <a:buNone/>
              <a:defRPr sz="1800">
                <a:solidFill>
                  <a:schemeClr val="tx1"/>
                </a:solidFill>
              </a:defRPr>
            </a:lvl1pPr>
          </a:lstStyle>
          <a:p>
            <a:pPr lvl="0"/>
            <a:r>
              <a:rPr lang="en-US" dirty="0"/>
              <a:t>Click icon to add picture</a:t>
            </a:r>
          </a:p>
        </p:txBody>
      </p:sp>
      <p:sp>
        <p:nvSpPr>
          <p:cNvPr id="13" name="TextBox 12">
            <a:extLst>
              <a:ext uri="{FF2B5EF4-FFF2-40B4-BE49-F238E27FC236}">
                <a16:creationId xmlns:a16="http://schemas.microsoft.com/office/drawing/2014/main" id="{69282347-DCA6-F645-B35E-80F38B837C43}"/>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90463810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235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C5874-C948-4D8D-81CE-BCB187287513}"/>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B92D68CA-DFD8-4178-93CB-63891AAE426B}"/>
              </a:ext>
            </a:extLst>
          </p:cNvPr>
          <p:cNvSpPr>
            <a:spLocks noGrp="1"/>
          </p:cNvSpPr>
          <p:nvPr>
            <p:ph idx="1" hasCustomPrompt="1"/>
          </p:nvPr>
        </p:nvSpPr>
        <p:spPr>
          <a:xfrm>
            <a:off x="609600" y="1711804"/>
            <a:ext cx="10972800" cy="4191000"/>
          </a:xfrm>
          <a:prstGeom prst="rect">
            <a:avLst/>
          </a:prstGeom>
        </p:spPr>
        <p:txBody>
          <a:bodyPr/>
          <a:lstStyle>
            <a:lvl1pPr marL="0" indent="0">
              <a:buNone/>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Type here to enter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87352855-A88A-C84A-B616-146B5A6AA6B6}"/>
              </a:ext>
            </a:extLst>
          </p:cNvPr>
          <p:cNvSpPr>
            <a:spLocks noGrp="1"/>
          </p:cNvSpPr>
          <p:nvPr>
            <p:ph type="sldNum" sz="quarter" idx="16"/>
          </p:nvPr>
        </p:nvSpPr>
        <p:spPr/>
        <p:txBody>
          <a:bodyPr/>
          <a:lstStyle/>
          <a:p>
            <a:fld id="{7834CDD4-D76F-4459-B025-0310E913C243}" type="slidenum">
              <a:rPr lang="en-US" smtClean="0"/>
              <a:pPr/>
              <a:t>‹#›</a:t>
            </a:fld>
            <a:endParaRPr lang="en-US"/>
          </a:p>
        </p:txBody>
      </p:sp>
    </p:spTree>
    <p:extLst>
      <p:ext uri="{BB962C8B-B14F-4D97-AF65-F5344CB8AC3E}">
        <p14:creationId xmlns:p14="http://schemas.microsoft.com/office/powerpoint/2010/main" val="29455278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Only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7C39-17F2-48C2-B98B-BE3F1CA16BB2}"/>
              </a:ext>
            </a:extLst>
          </p:cNvPr>
          <p:cNvSpPr>
            <a:spLocks noGrp="1"/>
          </p:cNvSpPr>
          <p:nvPr>
            <p:ph type="title" hasCustomPrompt="1"/>
          </p:nvPr>
        </p:nvSpPr>
        <p:spPr/>
        <p:txBody>
          <a:bodyPr/>
          <a:lstStyle>
            <a:lvl1pPr>
              <a:defRPr>
                <a:solidFill>
                  <a:schemeClr val="tx1"/>
                </a:solidFill>
              </a:defRPr>
            </a:lvl1pPr>
          </a:lstStyle>
          <a:p>
            <a:r>
              <a:rPr lang="en-US" dirty="0"/>
              <a:t>Title only layout</a:t>
            </a:r>
          </a:p>
        </p:txBody>
      </p:sp>
      <p:sp>
        <p:nvSpPr>
          <p:cNvPr id="7" name="Slide Number Placeholder 6">
            <a:extLst>
              <a:ext uri="{FF2B5EF4-FFF2-40B4-BE49-F238E27FC236}">
                <a16:creationId xmlns:a16="http://schemas.microsoft.com/office/drawing/2014/main" id="{F7466A86-A8A4-174C-B76A-184110FED042}"/>
              </a:ext>
            </a:extLst>
          </p:cNvPr>
          <p:cNvSpPr>
            <a:spLocks noGrp="1"/>
          </p:cNvSpPr>
          <p:nvPr>
            <p:ph type="sldNum" sz="quarter" idx="16"/>
          </p:nvPr>
        </p:nvSpPr>
        <p:spPr/>
        <p:txBody>
          <a:bodyPr/>
          <a:lstStyle>
            <a:lvl1pPr>
              <a:defRPr>
                <a:solidFill>
                  <a:schemeClr val="tx1"/>
                </a:solidFill>
              </a:defRPr>
            </a:lvl1pPr>
          </a:lstStyle>
          <a:p>
            <a:fld id="{7834CDD4-D76F-4459-B025-0310E913C243}" type="slidenum">
              <a:rPr lang="en-US" smtClean="0"/>
              <a:pPr/>
              <a:t>‹#›</a:t>
            </a:fld>
            <a:endParaRPr lang="en-US"/>
          </a:p>
        </p:txBody>
      </p:sp>
    </p:spTree>
    <p:extLst>
      <p:ext uri="{BB962C8B-B14F-4D97-AF65-F5344CB8AC3E}">
        <p14:creationId xmlns:p14="http://schemas.microsoft.com/office/powerpoint/2010/main" val="31521576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7C39-17F2-48C2-B98B-BE3F1CA16BB2}"/>
              </a:ext>
            </a:extLst>
          </p:cNvPr>
          <p:cNvSpPr>
            <a:spLocks noGrp="1"/>
          </p:cNvSpPr>
          <p:nvPr>
            <p:ph type="title" hasCustomPrompt="1"/>
          </p:nvPr>
        </p:nvSpPr>
        <p:spPr/>
        <p:txBody>
          <a:bodyPr/>
          <a:lstStyle>
            <a:lvl1pPr>
              <a:defRPr>
                <a:solidFill>
                  <a:schemeClr val="tx1"/>
                </a:solidFill>
              </a:defRPr>
            </a:lvl1pPr>
          </a:lstStyle>
          <a:p>
            <a:r>
              <a:rPr lang="en-US" dirty="0"/>
              <a:t>Title only layout</a:t>
            </a:r>
          </a:p>
        </p:txBody>
      </p:sp>
      <p:sp>
        <p:nvSpPr>
          <p:cNvPr id="5" name="Slide Number Placeholder 4">
            <a:extLst>
              <a:ext uri="{FF2B5EF4-FFF2-40B4-BE49-F238E27FC236}">
                <a16:creationId xmlns:a16="http://schemas.microsoft.com/office/drawing/2014/main" id="{865FD768-1FDD-824A-A127-345B20AED234}"/>
              </a:ext>
            </a:extLst>
          </p:cNvPr>
          <p:cNvSpPr>
            <a:spLocks noGrp="1"/>
          </p:cNvSpPr>
          <p:nvPr>
            <p:ph type="sldNum" sz="quarter" idx="16"/>
          </p:nvPr>
        </p:nvSpPr>
        <p:spPr/>
        <p:txBody>
          <a:bodyPr/>
          <a:lstStyle>
            <a:lvl1pPr>
              <a:defRPr>
                <a:solidFill>
                  <a:schemeClr val="tx1"/>
                </a:solidFill>
              </a:defRPr>
            </a:lvl1pPr>
          </a:lstStyle>
          <a:p>
            <a:fld id="{7834CDD4-D76F-4459-B025-0310E913C243}" type="slidenum">
              <a:rPr lang="en-US" smtClean="0"/>
              <a:pPr/>
              <a:t>‹#›</a:t>
            </a:fld>
            <a:endParaRPr lang="en-US"/>
          </a:p>
        </p:txBody>
      </p:sp>
    </p:spTree>
    <p:extLst>
      <p:ext uri="{BB962C8B-B14F-4D97-AF65-F5344CB8AC3E}">
        <p14:creationId xmlns:p14="http://schemas.microsoft.com/office/powerpoint/2010/main" val="148749337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C77835-F94E-40D8-A25C-41E31206C0BF}"/>
              </a:ext>
            </a:extLst>
          </p:cNvPr>
          <p:cNvSpPr>
            <a:spLocks noGrp="1"/>
          </p:cNvSpPr>
          <p:nvPr>
            <p:ph type="body" idx="1" hasCustomPrompt="1"/>
          </p:nvPr>
        </p:nvSpPr>
        <p:spPr>
          <a:xfrm>
            <a:off x="653256" y="3226552"/>
            <a:ext cx="6823869" cy="750238"/>
          </a:xfrm>
          <a:prstGeom prst="rect">
            <a:avLst/>
          </a:prstGeom>
        </p:spPr>
        <p:txBody>
          <a:bodyPr/>
          <a:lstStyle>
            <a:lvl1pPr marL="0" indent="0">
              <a:buNone/>
              <a:defRPr sz="2800" b="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
        <p:nvSpPr>
          <p:cNvPr id="5" name="Slide Number Placeholder 4">
            <a:extLst>
              <a:ext uri="{FF2B5EF4-FFF2-40B4-BE49-F238E27FC236}">
                <a16:creationId xmlns:a16="http://schemas.microsoft.com/office/drawing/2014/main" id="{D5CCE80D-9CBB-6040-9C12-F7CD72EDBB27}"/>
              </a:ext>
            </a:extLst>
          </p:cNvPr>
          <p:cNvSpPr>
            <a:spLocks noGrp="1"/>
          </p:cNvSpPr>
          <p:nvPr>
            <p:ph type="sldNum" sz="quarter" idx="16"/>
          </p:nvPr>
        </p:nvSpPr>
        <p:spPr/>
        <p:txBody>
          <a:bodyPr/>
          <a:lstStyle>
            <a:lvl1pPr>
              <a:defRPr>
                <a:solidFill>
                  <a:schemeClr val="tx2"/>
                </a:solidFill>
              </a:defRPr>
            </a:lvl1pPr>
          </a:lstStyle>
          <a:p>
            <a:fld id="{7834CDD4-D76F-4459-B025-0310E913C243}" type="slidenum">
              <a:rPr lang="en-US" smtClean="0"/>
              <a:pPr/>
              <a:t>‹#›</a:t>
            </a:fld>
            <a:endParaRPr lang="en-US" dirty="0"/>
          </a:p>
        </p:txBody>
      </p:sp>
      <p:sp>
        <p:nvSpPr>
          <p:cNvPr id="12" name="TextBox 11">
            <a:extLst>
              <a:ext uri="{FF2B5EF4-FFF2-40B4-BE49-F238E27FC236}">
                <a16:creationId xmlns:a16="http://schemas.microsoft.com/office/drawing/2014/main" id="{EA619357-09A3-EE4E-9BC2-A696E03861A4}"/>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latin typeface="+mj-lt"/>
              </a:rPr>
              <a:t>Q&amp;A</a:t>
            </a:r>
          </a:p>
        </p:txBody>
      </p:sp>
    </p:spTree>
    <p:extLst>
      <p:ext uri="{BB962C8B-B14F-4D97-AF65-F5344CB8AC3E}">
        <p14:creationId xmlns:p14="http://schemas.microsoft.com/office/powerpoint/2010/main" val="273854777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ank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70DC09-D697-41E2-892A-737745A46204}"/>
              </a:ext>
            </a:extLst>
          </p:cNvPr>
          <p:cNvPicPr>
            <a:picLocks noChangeAspect="1"/>
          </p:cNvPicPr>
          <p:nvPr userDrawn="1"/>
        </p:nvPicPr>
        <p:blipFill>
          <a:blip r:embed="rId2">
            <a:extLst>
              <a:ext uri="{28A0092B-C50C-407E-A947-70E740481C1C}">
                <a14:useLocalDpi xmlns:a14="http://schemas.microsoft.com/office/drawing/2010/main" val="0"/>
              </a:ext>
            </a:extLst>
          </a:blip>
          <a:srcRect l="82" r="82"/>
          <a:stretch/>
        </p:blipFill>
        <p:spPr bwMode="ltGray">
          <a:xfrm>
            <a:off x="-2" y="0"/>
            <a:ext cx="12188952" cy="6858000"/>
          </a:xfrm>
          <a:prstGeom prst="rect">
            <a:avLst/>
          </a:prstGeom>
        </p:spPr>
      </p:pic>
      <p:sp>
        <p:nvSpPr>
          <p:cNvPr id="4" name="Slide Number Placeholder 3">
            <a:extLst>
              <a:ext uri="{FF2B5EF4-FFF2-40B4-BE49-F238E27FC236}">
                <a16:creationId xmlns:a16="http://schemas.microsoft.com/office/drawing/2014/main" id="{1354B4B0-84F5-324C-88D2-5EF8A05C345E}"/>
              </a:ext>
            </a:extLst>
          </p:cNvPr>
          <p:cNvSpPr>
            <a:spLocks noGrp="1"/>
          </p:cNvSpPr>
          <p:nvPr>
            <p:ph type="sldNum" sz="quarter" idx="12"/>
          </p:nvPr>
        </p:nvSpPr>
        <p:spPr/>
        <p:txBody>
          <a:bodyPr/>
          <a:lstStyle>
            <a:lvl1pPr>
              <a:defRPr>
                <a:solidFill>
                  <a:schemeClr val="bg1"/>
                </a:solidFill>
              </a:defRPr>
            </a:lvl1pPr>
          </a:lstStyle>
          <a:p>
            <a:fld id="{7834CDD4-D76F-4459-B025-0310E913C243}" type="slidenum">
              <a:rPr lang="en-US" smtClean="0"/>
              <a:pPr/>
              <a:t>‹#›</a:t>
            </a:fld>
            <a:endParaRPr lang="en-US"/>
          </a:p>
        </p:txBody>
      </p:sp>
      <p:pic>
        <p:nvPicPr>
          <p:cNvPr id="10" name="Picture 9">
            <a:extLst>
              <a:ext uri="{FF2B5EF4-FFF2-40B4-BE49-F238E27FC236}">
                <a16:creationId xmlns:a16="http://schemas.microsoft.com/office/drawing/2014/main" id="{2F979C8B-0B60-1C4C-97DC-7E83CD8892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1" name="TextBox 10">
            <a:extLst>
              <a:ext uri="{FF2B5EF4-FFF2-40B4-BE49-F238E27FC236}">
                <a16:creationId xmlns:a16="http://schemas.microsoft.com/office/drawing/2014/main" id="{C9ECDFB0-E422-9D41-8C80-1D0DE8BF0C30}"/>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p>
        </p:txBody>
      </p:sp>
      <p:sp>
        <p:nvSpPr>
          <p:cNvPr id="14" name="TextBox 13">
            <a:extLst>
              <a:ext uri="{FF2B5EF4-FFF2-40B4-BE49-F238E27FC236}">
                <a16:creationId xmlns:a16="http://schemas.microsoft.com/office/drawing/2014/main" id="{C47357CD-5F6F-CE49-872C-D78C4C1AD8D8}"/>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latin typeface="+mj-lt"/>
              </a:rPr>
              <a:t>Thank you!</a:t>
            </a:r>
          </a:p>
        </p:txBody>
      </p:sp>
    </p:spTree>
    <p:extLst>
      <p:ext uri="{BB962C8B-B14F-4D97-AF65-F5344CB8AC3E}">
        <p14:creationId xmlns:p14="http://schemas.microsoft.com/office/powerpoint/2010/main" val="1063232540"/>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ankYou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A48A0F-419F-4814-BDEB-DCBD5BA0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6140" y="-919017"/>
            <a:ext cx="14455539" cy="8059236"/>
          </a:xfrm>
          <a:prstGeom prst="rect">
            <a:avLst/>
          </a:prstGeom>
        </p:spPr>
      </p:pic>
      <p:pic>
        <p:nvPicPr>
          <p:cNvPr id="7" name="Picture 6">
            <a:extLst>
              <a:ext uri="{FF2B5EF4-FFF2-40B4-BE49-F238E27FC236}">
                <a16:creationId xmlns:a16="http://schemas.microsoft.com/office/drawing/2014/main" id="{66EA8836-57E7-46FD-8B5C-F8C1262B1E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5" name="TextBox 4">
            <a:extLst>
              <a:ext uri="{FF2B5EF4-FFF2-40B4-BE49-F238E27FC236}">
                <a16:creationId xmlns:a16="http://schemas.microsoft.com/office/drawing/2014/main" id="{691947F0-E323-B743-915F-236088214AE1}"/>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rgbClr val="232F3E"/>
                </a:solidFill>
              </a:rPr>
              <a:t>© 2022, Amazon Web Services, Inc. or its affiliates. All rights reserved. Amazon Confidential and Trademark.</a:t>
            </a:r>
          </a:p>
        </p:txBody>
      </p:sp>
    </p:spTree>
    <p:extLst>
      <p:ext uri="{BB962C8B-B14F-4D97-AF65-F5344CB8AC3E}">
        <p14:creationId xmlns:p14="http://schemas.microsoft.com/office/powerpoint/2010/main" val="2164404086"/>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ankYou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1E2C7D-813B-4A05-B7BB-C93AB010A6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2" y="-1"/>
            <a:ext cx="12188952" cy="6861428"/>
          </a:xfrm>
          <a:prstGeom prst="rect">
            <a:avLst/>
          </a:prstGeom>
        </p:spPr>
      </p:pic>
      <p:sp>
        <p:nvSpPr>
          <p:cNvPr id="4" name="Slide Number Placeholder 3">
            <a:extLst>
              <a:ext uri="{FF2B5EF4-FFF2-40B4-BE49-F238E27FC236}">
                <a16:creationId xmlns:a16="http://schemas.microsoft.com/office/drawing/2014/main" id="{CECE3B5C-4111-1A43-92BE-8F5FA4A7CF90}"/>
              </a:ext>
            </a:extLst>
          </p:cNvPr>
          <p:cNvSpPr>
            <a:spLocks noGrp="1"/>
          </p:cNvSpPr>
          <p:nvPr>
            <p:ph type="sldNum" sz="quarter" idx="12"/>
          </p:nvPr>
        </p:nvSpPr>
        <p:spPr/>
        <p:txBody>
          <a:bodyPr/>
          <a:lstStyle>
            <a:lvl1pPr>
              <a:defRPr>
                <a:solidFill>
                  <a:schemeClr val="tx1"/>
                </a:solidFill>
              </a:defRPr>
            </a:lvl1pPr>
          </a:lstStyle>
          <a:p>
            <a:fld id="{7834CDD4-D76F-4459-B025-0310E913C243}" type="slidenum">
              <a:rPr lang="en-US" smtClean="0"/>
              <a:pPr/>
              <a:t>‹#›</a:t>
            </a:fld>
            <a:endParaRPr lang="en-US"/>
          </a:p>
        </p:txBody>
      </p:sp>
      <p:pic>
        <p:nvPicPr>
          <p:cNvPr id="11" name="Picture 10">
            <a:extLst>
              <a:ext uri="{FF2B5EF4-FFF2-40B4-BE49-F238E27FC236}">
                <a16:creationId xmlns:a16="http://schemas.microsoft.com/office/drawing/2014/main" id="{7615977A-9814-1D4F-A128-E19AFA38EB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2" name="TextBox 11">
            <a:extLst>
              <a:ext uri="{FF2B5EF4-FFF2-40B4-BE49-F238E27FC236}">
                <a16:creationId xmlns:a16="http://schemas.microsoft.com/office/drawing/2014/main" id="{89677BF1-BF96-394C-B3F0-17B974DBCF42}"/>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bg1">
                    <a:lumMod val="75000"/>
                  </a:schemeClr>
                </a:solidFill>
              </a:rPr>
              <a:t>© 2021, Amazon Web Services, Inc. or its affiliates. All rights reserved. Amazon Confidential and Trademark.</a:t>
            </a:r>
          </a:p>
        </p:txBody>
      </p:sp>
      <p:sp>
        <p:nvSpPr>
          <p:cNvPr id="15" name="TextBox 14">
            <a:extLst>
              <a:ext uri="{FF2B5EF4-FFF2-40B4-BE49-F238E27FC236}">
                <a16:creationId xmlns:a16="http://schemas.microsoft.com/office/drawing/2014/main" id="{7377D103-D3D5-144B-B97B-38A275BF162E}"/>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bg1"/>
                </a:solidFill>
                <a:latin typeface="+mj-lt"/>
              </a:rPr>
              <a:t>Thank you!</a:t>
            </a:r>
          </a:p>
        </p:txBody>
      </p:sp>
    </p:spTree>
    <p:extLst>
      <p:ext uri="{BB962C8B-B14F-4D97-AF65-F5344CB8AC3E}">
        <p14:creationId xmlns:p14="http://schemas.microsoft.com/office/powerpoint/2010/main" val="1552441472"/>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hankYou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E7A6CF-C9B0-455A-8447-826F7A27295E}"/>
              </a:ext>
            </a:extLst>
          </p:cNvPr>
          <p:cNvPicPr>
            <a:picLocks noChangeAspect="1"/>
          </p:cNvPicPr>
          <p:nvPr userDrawn="1"/>
        </p:nvPicPr>
        <p:blipFill>
          <a:blip r:embed="rId2">
            <a:extLst>
              <a:ext uri="{28A0092B-C50C-407E-A947-70E740481C1C}">
                <a14:useLocalDpi xmlns:a14="http://schemas.microsoft.com/office/drawing/2010/main" val="0"/>
              </a:ext>
            </a:extLst>
          </a:blip>
          <a:srcRect t="23" b="23"/>
          <a:stretch/>
        </p:blipFill>
        <p:spPr>
          <a:xfrm>
            <a:off x="-2" y="4283"/>
            <a:ext cx="12188952" cy="6858253"/>
          </a:xfrm>
          <a:prstGeom prst="rect">
            <a:avLst/>
          </a:prstGeom>
        </p:spPr>
      </p:pic>
      <p:sp>
        <p:nvSpPr>
          <p:cNvPr id="4" name="Slide Number Placeholder 3">
            <a:extLst>
              <a:ext uri="{FF2B5EF4-FFF2-40B4-BE49-F238E27FC236}">
                <a16:creationId xmlns:a16="http://schemas.microsoft.com/office/drawing/2014/main" id="{51E04F47-873D-C04B-9B71-4A2058AEB577}"/>
              </a:ext>
            </a:extLst>
          </p:cNvPr>
          <p:cNvSpPr>
            <a:spLocks noGrp="1"/>
          </p:cNvSpPr>
          <p:nvPr>
            <p:ph type="sldNum" sz="quarter" idx="12"/>
          </p:nvPr>
        </p:nvSpPr>
        <p:spPr/>
        <p:txBody>
          <a:bodyPr/>
          <a:lstStyle/>
          <a:p>
            <a:fld id="{7834CDD4-D76F-4459-B025-0310E913C243}" type="slidenum">
              <a:rPr lang="en-US" smtClean="0"/>
              <a:pPr/>
              <a:t>‹#›</a:t>
            </a:fld>
            <a:endParaRPr lang="en-US"/>
          </a:p>
        </p:txBody>
      </p:sp>
      <p:pic>
        <p:nvPicPr>
          <p:cNvPr id="12" name="Picture 11">
            <a:extLst>
              <a:ext uri="{FF2B5EF4-FFF2-40B4-BE49-F238E27FC236}">
                <a16:creationId xmlns:a16="http://schemas.microsoft.com/office/drawing/2014/main" id="{EA2BB051-B327-4340-8578-C950C494D45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1" name="TextBox 10">
            <a:extLst>
              <a:ext uri="{FF2B5EF4-FFF2-40B4-BE49-F238E27FC236}">
                <a16:creationId xmlns:a16="http://schemas.microsoft.com/office/drawing/2014/main" id="{D5566EA1-C851-3D42-8FEE-5B9429E0FF3C}"/>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p>
        </p:txBody>
      </p:sp>
      <p:sp>
        <p:nvSpPr>
          <p:cNvPr id="13" name="TextBox 12">
            <a:extLst>
              <a:ext uri="{FF2B5EF4-FFF2-40B4-BE49-F238E27FC236}">
                <a16:creationId xmlns:a16="http://schemas.microsoft.com/office/drawing/2014/main" id="{60F076A9-6CC5-A74B-ADE1-DFB977B67004}"/>
              </a:ext>
            </a:extLst>
          </p:cNvPr>
          <p:cNvSpPr txBox="1"/>
          <p:nvPr userDrawn="1"/>
        </p:nvSpPr>
        <p:spPr>
          <a:xfrm>
            <a:off x="609599" y="2898178"/>
            <a:ext cx="6867525" cy="923330"/>
          </a:xfrm>
          <a:prstGeom prst="rect">
            <a:avLst/>
          </a:prstGeom>
          <a:noFill/>
        </p:spPr>
        <p:txBody>
          <a:bodyPr wrap="square" lIns="0" rtlCol="0">
            <a:noAutofit/>
          </a:bodyPr>
          <a:lstStyle/>
          <a:p>
            <a:r>
              <a:rPr lang="en-US" sz="4800" dirty="0">
                <a:solidFill>
                  <a:schemeClr val="tx1"/>
                </a:solidFill>
                <a:latin typeface="+mj-lt"/>
              </a:rPr>
              <a:t>Thank you!</a:t>
            </a:r>
          </a:p>
        </p:txBody>
      </p:sp>
    </p:spTree>
    <p:extLst>
      <p:ext uri="{BB962C8B-B14F-4D97-AF65-F5344CB8AC3E}">
        <p14:creationId xmlns:p14="http://schemas.microsoft.com/office/powerpoint/2010/main" val="857963971"/>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_ThankYou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B7F715-D5E5-F74A-AAD0-2C9EC8A31A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2465" y="2570"/>
            <a:ext cx="12184018" cy="6856285"/>
          </a:xfrm>
          <a:prstGeom prst="rect">
            <a:avLst/>
          </a:prstGeom>
        </p:spPr>
      </p:pic>
      <p:sp>
        <p:nvSpPr>
          <p:cNvPr id="4" name="Slide Number Placeholder 3">
            <a:extLst>
              <a:ext uri="{FF2B5EF4-FFF2-40B4-BE49-F238E27FC236}">
                <a16:creationId xmlns:a16="http://schemas.microsoft.com/office/drawing/2014/main" id="{CECE3B5C-4111-1A43-92BE-8F5FA4A7CF90}"/>
              </a:ext>
            </a:extLst>
          </p:cNvPr>
          <p:cNvSpPr>
            <a:spLocks noGrp="1"/>
          </p:cNvSpPr>
          <p:nvPr>
            <p:ph type="sldNum" sz="quarter" idx="12"/>
          </p:nvPr>
        </p:nvSpPr>
        <p:spPr/>
        <p:txBody>
          <a:bodyPr/>
          <a:lstStyle/>
          <a:p>
            <a:fld id="{7834CDD4-D76F-4459-B025-0310E913C243}" type="slidenum">
              <a:rPr lang="en-US" smtClean="0"/>
              <a:pPr/>
              <a:t>‹#›</a:t>
            </a:fld>
            <a:endParaRPr lang="en-US"/>
          </a:p>
        </p:txBody>
      </p:sp>
      <p:pic>
        <p:nvPicPr>
          <p:cNvPr id="11" name="Picture 10">
            <a:extLst>
              <a:ext uri="{FF2B5EF4-FFF2-40B4-BE49-F238E27FC236}">
                <a16:creationId xmlns:a16="http://schemas.microsoft.com/office/drawing/2014/main" id="{7615977A-9814-1D4F-A128-E19AFA38EB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0" name="TextBox 9">
            <a:extLst>
              <a:ext uri="{FF2B5EF4-FFF2-40B4-BE49-F238E27FC236}">
                <a16:creationId xmlns:a16="http://schemas.microsoft.com/office/drawing/2014/main" id="{CABD4F48-8813-4B4D-86F2-0474FE924466}"/>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bg1">
                    <a:lumMod val="75000"/>
                  </a:schemeClr>
                </a:solidFill>
              </a:rPr>
              <a:t>© 2021, Amazon Web Services, Inc. or its affiliates. All rights reserved. Amazon Confidential and Trademark.</a:t>
            </a:r>
          </a:p>
        </p:txBody>
      </p:sp>
      <p:sp>
        <p:nvSpPr>
          <p:cNvPr id="13" name="TextBox 12">
            <a:extLst>
              <a:ext uri="{FF2B5EF4-FFF2-40B4-BE49-F238E27FC236}">
                <a16:creationId xmlns:a16="http://schemas.microsoft.com/office/drawing/2014/main" id="{4DF5A466-F67F-7846-9925-BDC901ADE1A5}"/>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bg1"/>
                </a:solidFill>
                <a:latin typeface="+mj-lt"/>
              </a:rPr>
              <a:t>Thank you!</a:t>
            </a:r>
          </a:p>
        </p:txBody>
      </p:sp>
    </p:spTree>
    <p:extLst>
      <p:ext uri="{BB962C8B-B14F-4D97-AF65-F5344CB8AC3E}">
        <p14:creationId xmlns:p14="http://schemas.microsoft.com/office/powerpoint/2010/main" val="4083043944"/>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350393-A79A-9C40-866B-A68329B2DE70}"/>
              </a:ext>
            </a:extLst>
          </p:cNvPr>
          <p:cNvSpPr>
            <a:spLocks noGrp="1"/>
          </p:cNvSpPr>
          <p:nvPr>
            <p:ph type="sldNum" sz="quarter" idx="16"/>
          </p:nvPr>
        </p:nvSpPr>
        <p:spPr/>
        <p:txBody>
          <a:bodyPr/>
          <a:lstStyle>
            <a:lvl1pPr>
              <a:defRPr>
                <a:solidFill>
                  <a:schemeClr val="tx1"/>
                </a:solidFill>
              </a:defRPr>
            </a:lvl1pPr>
          </a:lstStyle>
          <a:p>
            <a:fld id="{7834CDD4-D76F-4459-B025-0310E913C243}" type="slidenum">
              <a:rPr lang="en-US" smtClean="0"/>
              <a:pPr/>
              <a:t>‹#›</a:t>
            </a:fld>
            <a:endParaRPr lang="en-US"/>
          </a:p>
        </p:txBody>
      </p:sp>
    </p:spTree>
    <p:extLst>
      <p:ext uri="{BB962C8B-B14F-4D97-AF65-F5344CB8AC3E}">
        <p14:creationId xmlns:p14="http://schemas.microsoft.com/office/powerpoint/2010/main" val="57701074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17AF-F0F9-4F0C-A17A-347677D68E0A}"/>
              </a:ext>
            </a:extLst>
          </p:cNvPr>
          <p:cNvSpPr>
            <a:spLocks noGrp="1"/>
          </p:cNvSpPr>
          <p:nvPr>
            <p:ph type="title" hasCustomPrompt="1"/>
          </p:nvPr>
        </p:nvSpPr>
        <p:spPr>
          <a:xfrm>
            <a:off x="620712" y="914400"/>
            <a:ext cx="10950577" cy="609600"/>
          </a:xfrm>
        </p:spPr>
        <p:txBody>
          <a:bodyPr anchor="t"/>
          <a:lstStyle>
            <a:lvl1pPr>
              <a:defRPr sz="3200"/>
            </a:lvl1pPr>
          </a:lstStyle>
          <a:p>
            <a:r>
              <a:rPr lang="en-US" dirty="0"/>
              <a:t>Content with caption layout</a:t>
            </a:r>
          </a:p>
        </p:txBody>
      </p:sp>
      <p:sp>
        <p:nvSpPr>
          <p:cNvPr id="3" name="Content Placeholder 2">
            <a:extLst>
              <a:ext uri="{FF2B5EF4-FFF2-40B4-BE49-F238E27FC236}">
                <a16:creationId xmlns:a16="http://schemas.microsoft.com/office/drawing/2014/main" id="{6C576566-CEC8-4063-9FF9-AE08905423D7}"/>
              </a:ext>
            </a:extLst>
          </p:cNvPr>
          <p:cNvSpPr>
            <a:spLocks noGrp="1"/>
          </p:cNvSpPr>
          <p:nvPr>
            <p:ph idx="1" hasCustomPrompt="1"/>
          </p:nvPr>
        </p:nvSpPr>
        <p:spPr>
          <a:xfrm>
            <a:off x="5803900" y="1702024"/>
            <a:ext cx="5767388" cy="4686300"/>
          </a:xfrm>
          <a:prstGeom prst="rect">
            <a:avLst/>
          </a:prstGeom>
        </p:spPr>
        <p:txBody>
          <a:bodyPr/>
          <a:lstStyle>
            <a:lvl1pPr marL="0" indent="0">
              <a:buNone/>
              <a:defRPr sz="24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the icon to add a chart, table or other graphic</a:t>
            </a:r>
          </a:p>
        </p:txBody>
      </p:sp>
      <p:sp>
        <p:nvSpPr>
          <p:cNvPr id="4" name="Text Placeholder 3">
            <a:extLst>
              <a:ext uri="{FF2B5EF4-FFF2-40B4-BE49-F238E27FC236}">
                <a16:creationId xmlns:a16="http://schemas.microsoft.com/office/drawing/2014/main" id="{893F6125-A1B7-4B8A-ACBB-C0DD9DDBB327}"/>
              </a:ext>
            </a:extLst>
          </p:cNvPr>
          <p:cNvSpPr>
            <a:spLocks noGrp="1"/>
          </p:cNvSpPr>
          <p:nvPr>
            <p:ph type="body" sz="half" idx="2" hasCustomPrompt="1"/>
          </p:nvPr>
        </p:nvSpPr>
        <p:spPr>
          <a:xfrm>
            <a:off x="609600" y="1702024"/>
            <a:ext cx="4787900" cy="4686299"/>
          </a:xfrm>
          <a:prstGeom prst="rect">
            <a:avLst/>
          </a:prstGeom>
        </p:spPr>
        <p:txBody>
          <a:bodyPr lIns="0"/>
          <a:lstStyle>
            <a:lvl1pPr marL="0" indent="0">
              <a:spcAft>
                <a:spcPts val="1800"/>
              </a:spcAft>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text</a:t>
            </a:r>
          </a:p>
        </p:txBody>
      </p:sp>
      <p:sp>
        <p:nvSpPr>
          <p:cNvPr id="7" name="Slide Number Placeholder 6">
            <a:extLst>
              <a:ext uri="{FF2B5EF4-FFF2-40B4-BE49-F238E27FC236}">
                <a16:creationId xmlns:a16="http://schemas.microsoft.com/office/drawing/2014/main" id="{963B1849-45A5-D546-84A7-67AD946B77A3}"/>
              </a:ext>
            </a:extLst>
          </p:cNvPr>
          <p:cNvSpPr>
            <a:spLocks noGrp="1"/>
          </p:cNvSpPr>
          <p:nvPr>
            <p:ph type="sldNum" sz="quarter" idx="16"/>
          </p:nvPr>
        </p:nvSpPr>
        <p:spPr/>
        <p:txBody>
          <a:bodyPr/>
          <a:lstStyle/>
          <a:p>
            <a:fld id="{7834CDD4-D76F-4459-B025-0310E913C243}" type="slidenum">
              <a:rPr lang="en-US" smtClean="0"/>
              <a:pPr/>
              <a:t>‹#›</a:t>
            </a:fld>
            <a:endParaRPr lang="en-US"/>
          </a:p>
        </p:txBody>
      </p:sp>
    </p:spTree>
    <p:extLst>
      <p:ext uri="{BB962C8B-B14F-4D97-AF65-F5344CB8AC3E}">
        <p14:creationId xmlns:p14="http://schemas.microsoft.com/office/powerpoint/2010/main" val="26570383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282F9-1BFF-4597-97C1-0DBDDC0ED0CF}"/>
              </a:ext>
            </a:extLst>
          </p:cNvPr>
          <p:cNvSpPr>
            <a:spLocks noGrp="1"/>
          </p:cNvSpPr>
          <p:nvPr>
            <p:ph type="title" hasCustomPrompt="1"/>
          </p:nvPr>
        </p:nvSpPr>
        <p:spPr/>
        <p:txBody>
          <a:bodyPr/>
          <a:lstStyle>
            <a:lvl1pPr>
              <a:defRPr/>
            </a:lvl1pPr>
          </a:lstStyle>
          <a:p>
            <a:r>
              <a:rPr lang="en-US" dirty="0"/>
              <a:t>Title and vertical text layout (international)</a:t>
            </a:r>
          </a:p>
        </p:txBody>
      </p:sp>
      <p:sp>
        <p:nvSpPr>
          <p:cNvPr id="3" name="Vertical Text Placeholder 2">
            <a:extLst>
              <a:ext uri="{FF2B5EF4-FFF2-40B4-BE49-F238E27FC236}">
                <a16:creationId xmlns:a16="http://schemas.microsoft.com/office/drawing/2014/main" id="{CD60AD46-E5C5-4ED0-A450-0B2DC3F9FF07}"/>
              </a:ext>
            </a:extLst>
          </p:cNvPr>
          <p:cNvSpPr>
            <a:spLocks noGrp="1"/>
          </p:cNvSpPr>
          <p:nvPr>
            <p:ph type="body" orient="vert" idx="1" hasCustomPrompt="1"/>
          </p:nvPr>
        </p:nvSpPr>
        <p:spPr>
          <a:xfrm>
            <a:off x="609600" y="2019300"/>
            <a:ext cx="10972800" cy="4191000"/>
          </a:xfrm>
          <a:prstGeom prst="rect">
            <a:avLst/>
          </a:prstGeom>
        </p:spPr>
        <p:txBody>
          <a:bodyPr vert="eaVert"/>
          <a:lstStyle>
            <a:lvl1pPr>
              <a:defRPr/>
            </a:lvl1pPr>
          </a:lstStyle>
          <a:p>
            <a:pPr lvl="0"/>
            <a:r>
              <a:rPr lang="en-US" dirty="0"/>
              <a:t>Enter bulleted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2009090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E43C3A-0026-48EB-B5D3-CD08B9EB755E}"/>
              </a:ext>
            </a:extLst>
          </p:cNvPr>
          <p:cNvSpPr>
            <a:spLocks noGrp="1"/>
          </p:cNvSpPr>
          <p:nvPr>
            <p:ph type="title" orient="vert" hasCustomPrompt="1"/>
          </p:nvPr>
        </p:nvSpPr>
        <p:spPr>
          <a:xfrm>
            <a:off x="10337800" y="914400"/>
            <a:ext cx="1244600" cy="5262562"/>
          </a:xfrm>
        </p:spPr>
        <p:txBody>
          <a:bodyPr vert="eaVert"/>
          <a:lstStyle>
            <a:lvl1pPr>
              <a:defRPr/>
            </a:lvl1pPr>
          </a:lstStyle>
          <a:p>
            <a:r>
              <a:rPr lang="en-US" dirty="0"/>
              <a:t>Vertical title and text layout (international)</a:t>
            </a:r>
          </a:p>
        </p:txBody>
      </p:sp>
      <p:sp>
        <p:nvSpPr>
          <p:cNvPr id="3" name="Vertical Text Placeholder 2">
            <a:extLst>
              <a:ext uri="{FF2B5EF4-FFF2-40B4-BE49-F238E27FC236}">
                <a16:creationId xmlns:a16="http://schemas.microsoft.com/office/drawing/2014/main" id="{037DD4BE-6749-4AD2-A946-E89FB63F5217}"/>
              </a:ext>
            </a:extLst>
          </p:cNvPr>
          <p:cNvSpPr>
            <a:spLocks noGrp="1"/>
          </p:cNvSpPr>
          <p:nvPr>
            <p:ph type="body" orient="vert" idx="1" hasCustomPrompt="1"/>
          </p:nvPr>
        </p:nvSpPr>
        <p:spPr>
          <a:xfrm>
            <a:off x="609600" y="914399"/>
            <a:ext cx="9728200" cy="5262563"/>
          </a:xfrm>
          <a:prstGeom prst="rect">
            <a:avLst/>
          </a:prstGeom>
        </p:spPr>
        <p:txBody>
          <a:bodyPr vert="eaVert"/>
          <a:lstStyle>
            <a:lvl1pPr>
              <a:defRPr/>
            </a:lvl1pPr>
          </a:lstStyle>
          <a:p>
            <a:pPr lvl="0"/>
            <a:r>
              <a:rPr lang="en-US" dirty="0"/>
              <a:t>Enter vertical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2741629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FourColum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EE45CD9-67F8-4A52-86F7-18140657CB4D}"/>
              </a:ext>
            </a:extLst>
          </p:cNvPr>
          <p:cNvSpPr>
            <a:spLocks noGrp="1"/>
          </p:cNvSpPr>
          <p:nvPr>
            <p:ph type="body" sz="quarter" idx="14" hasCustomPrompt="1"/>
          </p:nvPr>
        </p:nvSpPr>
        <p:spPr>
          <a:xfrm>
            <a:off x="609600"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
        <p:nvSpPr>
          <p:cNvPr id="2" name="Title 1">
            <a:extLst>
              <a:ext uri="{FF2B5EF4-FFF2-40B4-BE49-F238E27FC236}">
                <a16:creationId xmlns:a16="http://schemas.microsoft.com/office/drawing/2014/main" id="{525D41CD-EE1A-4E63-BBDD-173E28125658}"/>
              </a:ext>
            </a:extLst>
          </p:cNvPr>
          <p:cNvSpPr>
            <a:spLocks noGrp="1"/>
          </p:cNvSpPr>
          <p:nvPr>
            <p:ph type="title" hasCustomPrompt="1"/>
          </p:nvPr>
        </p:nvSpPr>
        <p:spPr>
          <a:xfrm>
            <a:off x="609600" y="917577"/>
            <a:ext cx="10972800" cy="606424"/>
          </a:xfrm>
        </p:spPr>
        <p:txBody>
          <a:bodyPr/>
          <a:lstStyle>
            <a:lvl1pPr>
              <a:defRPr/>
            </a:lvl1pPr>
          </a:lstStyle>
          <a:p>
            <a:r>
              <a:rPr lang="en-US" dirty="0"/>
              <a:t>Four-column layout with subtitles</a:t>
            </a:r>
          </a:p>
        </p:txBody>
      </p:sp>
      <p:sp>
        <p:nvSpPr>
          <p:cNvPr id="3" name="Text Placeholder 2">
            <a:extLst>
              <a:ext uri="{FF2B5EF4-FFF2-40B4-BE49-F238E27FC236}">
                <a16:creationId xmlns:a16="http://schemas.microsoft.com/office/drawing/2014/main" id="{573CFC72-9096-4F5D-9BDB-96DE57732BB8}"/>
              </a:ext>
            </a:extLst>
          </p:cNvPr>
          <p:cNvSpPr>
            <a:spLocks noGrp="1"/>
          </p:cNvSpPr>
          <p:nvPr>
            <p:ph type="body" idx="1" hasCustomPrompt="1"/>
          </p:nvPr>
        </p:nvSpPr>
        <p:spPr>
          <a:xfrm>
            <a:off x="609600" y="1704992"/>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5" name="Text Placeholder 4">
            <a:extLst>
              <a:ext uri="{FF2B5EF4-FFF2-40B4-BE49-F238E27FC236}">
                <a16:creationId xmlns:a16="http://schemas.microsoft.com/office/drawing/2014/main" id="{3777F387-CD61-4FDE-AE0D-E17DE70D3B19}"/>
              </a:ext>
            </a:extLst>
          </p:cNvPr>
          <p:cNvSpPr>
            <a:spLocks noGrp="1"/>
          </p:cNvSpPr>
          <p:nvPr>
            <p:ph type="body" sz="quarter" idx="3" hasCustomPrompt="1"/>
          </p:nvPr>
        </p:nvSpPr>
        <p:spPr>
          <a:xfrm>
            <a:off x="3471333" y="1704992"/>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1" name="Text Placeholder 10">
            <a:extLst>
              <a:ext uri="{FF2B5EF4-FFF2-40B4-BE49-F238E27FC236}">
                <a16:creationId xmlns:a16="http://schemas.microsoft.com/office/drawing/2014/main" id="{CD517463-352F-4D83-A9E1-0F789F96266D}"/>
              </a:ext>
            </a:extLst>
          </p:cNvPr>
          <p:cNvSpPr>
            <a:spLocks noGrp="1"/>
          </p:cNvSpPr>
          <p:nvPr>
            <p:ph type="body" sz="quarter" idx="15" hasCustomPrompt="1"/>
          </p:nvPr>
        </p:nvSpPr>
        <p:spPr>
          <a:xfrm>
            <a:off x="3471333"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
        <p:nvSpPr>
          <p:cNvPr id="7" name="Slide Number Placeholder 6">
            <a:extLst>
              <a:ext uri="{FF2B5EF4-FFF2-40B4-BE49-F238E27FC236}">
                <a16:creationId xmlns:a16="http://schemas.microsoft.com/office/drawing/2014/main" id="{1BA0D853-887F-7148-B2E5-F4E32D3B9A8A}"/>
              </a:ext>
            </a:extLst>
          </p:cNvPr>
          <p:cNvSpPr>
            <a:spLocks noGrp="1"/>
          </p:cNvSpPr>
          <p:nvPr>
            <p:ph type="sldNum" sz="quarter" idx="22"/>
          </p:nvPr>
        </p:nvSpPr>
        <p:spPr/>
        <p:txBody>
          <a:bodyPr/>
          <a:lstStyle/>
          <a:p>
            <a:fld id="{7834CDD4-D76F-4459-B025-0310E913C243}" type="slidenum">
              <a:rPr lang="en-US" smtClean="0"/>
              <a:pPr/>
              <a:t>‹#›</a:t>
            </a:fld>
            <a:endParaRPr lang="en-US"/>
          </a:p>
        </p:txBody>
      </p:sp>
      <p:sp>
        <p:nvSpPr>
          <p:cNvPr id="16" name="Text Placeholder 2">
            <a:extLst>
              <a:ext uri="{FF2B5EF4-FFF2-40B4-BE49-F238E27FC236}">
                <a16:creationId xmlns:a16="http://schemas.microsoft.com/office/drawing/2014/main" id="{DD406DFD-C076-2A43-B669-6F6F5994AE74}"/>
              </a:ext>
            </a:extLst>
          </p:cNvPr>
          <p:cNvSpPr>
            <a:spLocks noGrp="1"/>
          </p:cNvSpPr>
          <p:nvPr>
            <p:ph type="body" idx="23" hasCustomPrompt="1"/>
          </p:nvPr>
        </p:nvSpPr>
        <p:spPr>
          <a:xfrm>
            <a:off x="6348984" y="1701944"/>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7" name="Text Placeholder 2">
            <a:extLst>
              <a:ext uri="{FF2B5EF4-FFF2-40B4-BE49-F238E27FC236}">
                <a16:creationId xmlns:a16="http://schemas.microsoft.com/office/drawing/2014/main" id="{1EF50018-7EDC-8D4F-96AF-25F9645221A9}"/>
              </a:ext>
            </a:extLst>
          </p:cNvPr>
          <p:cNvSpPr>
            <a:spLocks noGrp="1"/>
          </p:cNvSpPr>
          <p:nvPr>
            <p:ph type="body" idx="24" hasCustomPrompt="1"/>
          </p:nvPr>
        </p:nvSpPr>
        <p:spPr>
          <a:xfrm>
            <a:off x="9192768" y="1704992"/>
            <a:ext cx="2377440" cy="474663"/>
          </a:xfrm>
          <a:prstGeom prst="rect">
            <a:avLst/>
          </a:prstGeom>
        </p:spPr>
        <p:txBody>
          <a:bodyPr lIns="0" anchor="t"/>
          <a:lstStyle>
            <a:lvl1pPr marL="0" indent="0">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subtitle</a:t>
            </a:r>
          </a:p>
        </p:txBody>
      </p:sp>
      <p:sp>
        <p:nvSpPr>
          <p:cNvPr id="18" name="Text Placeholder 7">
            <a:extLst>
              <a:ext uri="{FF2B5EF4-FFF2-40B4-BE49-F238E27FC236}">
                <a16:creationId xmlns:a16="http://schemas.microsoft.com/office/drawing/2014/main" id="{C8DCCECD-8A54-5249-BDEA-171B05100AC5}"/>
              </a:ext>
            </a:extLst>
          </p:cNvPr>
          <p:cNvSpPr>
            <a:spLocks noGrp="1"/>
          </p:cNvSpPr>
          <p:nvPr>
            <p:ph type="body" sz="quarter" idx="25" hasCustomPrompt="1"/>
          </p:nvPr>
        </p:nvSpPr>
        <p:spPr>
          <a:xfrm>
            <a:off x="6348984"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
        <p:nvSpPr>
          <p:cNvPr id="19" name="Text Placeholder 7">
            <a:extLst>
              <a:ext uri="{FF2B5EF4-FFF2-40B4-BE49-F238E27FC236}">
                <a16:creationId xmlns:a16="http://schemas.microsoft.com/office/drawing/2014/main" id="{66DAB60B-9ADB-0C4B-B033-617E2585D474}"/>
              </a:ext>
            </a:extLst>
          </p:cNvPr>
          <p:cNvSpPr>
            <a:spLocks noGrp="1"/>
          </p:cNvSpPr>
          <p:nvPr>
            <p:ph type="body" sz="quarter" idx="26" hasCustomPrompt="1"/>
          </p:nvPr>
        </p:nvSpPr>
        <p:spPr>
          <a:xfrm>
            <a:off x="9192768" y="2039935"/>
            <a:ext cx="2377440" cy="3586165"/>
          </a:xfrm>
          <a:prstGeom prst="rect">
            <a:avLst/>
          </a:prstGeom>
        </p:spPr>
        <p:txBody>
          <a:bodyPr lIns="0"/>
          <a:lstStyle>
            <a:lvl1pPr marL="0" indent="0">
              <a:spcAft>
                <a:spcPts val="1800"/>
              </a:spcAft>
              <a:buNone/>
              <a:defRPr sz="2000"/>
            </a:lvl1pPr>
          </a:lstStyle>
          <a:p>
            <a:pPr lvl="0"/>
            <a:r>
              <a:rPr lang="en-US" dirty="0"/>
              <a:t>Enter text</a:t>
            </a:r>
          </a:p>
        </p:txBody>
      </p:sp>
    </p:spTree>
    <p:extLst>
      <p:ext uri="{BB962C8B-B14F-4D97-AF65-F5344CB8AC3E}">
        <p14:creationId xmlns:p14="http://schemas.microsoft.com/office/powerpoint/2010/main" val="3029780077"/>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hankYou4">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E7A6CF-C9B0-455A-8447-826F7A27295E}"/>
              </a:ext>
            </a:extLst>
          </p:cNvPr>
          <p:cNvPicPr>
            <a:picLocks noChangeAspect="1"/>
          </p:cNvPicPr>
          <p:nvPr userDrawn="1"/>
        </p:nvPicPr>
        <p:blipFill>
          <a:blip r:embed="rId2">
            <a:extLst>
              <a:ext uri="{28A0092B-C50C-407E-A947-70E740481C1C}">
                <a14:useLocalDpi xmlns:a14="http://schemas.microsoft.com/office/drawing/2010/main" val="0"/>
              </a:ext>
            </a:extLst>
          </a:blip>
          <a:srcRect t="23" b="23"/>
          <a:stretch/>
        </p:blipFill>
        <p:spPr>
          <a:xfrm>
            <a:off x="-2" y="4283"/>
            <a:ext cx="12188952" cy="6858253"/>
          </a:xfrm>
          <a:prstGeom prst="rect">
            <a:avLst/>
          </a:prstGeom>
        </p:spPr>
      </p:pic>
      <p:sp>
        <p:nvSpPr>
          <p:cNvPr id="7" name="TextBox 6">
            <a:extLst>
              <a:ext uri="{FF2B5EF4-FFF2-40B4-BE49-F238E27FC236}">
                <a16:creationId xmlns:a16="http://schemas.microsoft.com/office/drawing/2014/main" id="{C0D4D887-D4C2-413D-AB93-349F52800B10}"/>
              </a:ext>
            </a:extLst>
          </p:cNvPr>
          <p:cNvSpPr txBox="1"/>
          <p:nvPr userDrawn="1"/>
        </p:nvSpPr>
        <p:spPr>
          <a:xfrm>
            <a:off x="609599" y="2898178"/>
            <a:ext cx="6867525" cy="923330"/>
          </a:xfrm>
          <a:prstGeom prst="rect">
            <a:avLst/>
          </a:prstGeom>
          <a:noFill/>
        </p:spPr>
        <p:txBody>
          <a:bodyPr wrap="square" lIns="0" rtlCol="0">
            <a:noAutofit/>
          </a:bodyPr>
          <a:lstStyle/>
          <a:p>
            <a:r>
              <a:rPr lang="en-US" sz="4800" dirty="0">
                <a:solidFill>
                  <a:schemeClr val="tx1"/>
                </a:solidFill>
                <a:latin typeface="+mj-lt"/>
              </a:rPr>
              <a:t>Thank you!</a:t>
            </a:r>
          </a:p>
        </p:txBody>
      </p:sp>
      <p:sp>
        <p:nvSpPr>
          <p:cNvPr id="4" name="Slide Number Placeholder 3">
            <a:extLst>
              <a:ext uri="{FF2B5EF4-FFF2-40B4-BE49-F238E27FC236}">
                <a16:creationId xmlns:a16="http://schemas.microsoft.com/office/drawing/2014/main" id="{51E04F47-873D-C04B-9B71-4A2058AEB577}"/>
              </a:ext>
            </a:extLst>
          </p:cNvPr>
          <p:cNvSpPr>
            <a:spLocks noGrp="1"/>
          </p:cNvSpPr>
          <p:nvPr>
            <p:ph type="sldNum" sz="quarter" idx="12"/>
          </p:nvPr>
        </p:nvSpPr>
        <p:spPr/>
        <p:txBody>
          <a:bodyPr/>
          <a:lstStyle/>
          <a:p>
            <a:fld id="{7834CDD4-D76F-4459-B025-0310E913C243}" type="slidenum">
              <a:rPr lang="en-US" smtClean="0"/>
              <a:pPr/>
              <a:t>‹#›</a:t>
            </a:fld>
            <a:endParaRPr lang="en-US"/>
          </a:p>
        </p:txBody>
      </p:sp>
      <p:pic>
        <p:nvPicPr>
          <p:cNvPr id="12" name="Picture 11">
            <a:extLst>
              <a:ext uri="{FF2B5EF4-FFF2-40B4-BE49-F238E27FC236}">
                <a16:creationId xmlns:a16="http://schemas.microsoft.com/office/drawing/2014/main" id="{EA2BB051-B327-4340-8578-C950C494D45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1" name="TextBox 10">
            <a:extLst>
              <a:ext uri="{FF2B5EF4-FFF2-40B4-BE49-F238E27FC236}">
                <a16:creationId xmlns:a16="http://schemas.microsoft.com/office/drawing/2014/main" id="{72A18BD8-6B06-B44E-998C-EEA4C6146AFA}"/>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1"/>
                </a:solidFill>
              </a:rPr>
              <a:t>© 2021, Amazon Web Services, Inc. or its affiliates. All rights reserved. Amazon Confidential and Trademark.</a:t>
            </a:r>
          </a:p>
        </p:txBody>
      </p:sp>
    </p:spTree>
    <p:extLst>
      <p:ext uri="{BB962C8B-B14F-4D97-AF65-F5344CB8AC3E}">
        <p14:creationId xmlns:p14="http://schemas.microsoft.com/office/powerpoint/2010/main" val="4223779857"/>
      </p:ext>
    </p:extLst>
  </p:cSld>
  <p:clrMapOvr>
    <a:overrideClrMapping bg1="dk1" tx1="lt1" bg2="dk2" tx2="lt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hankYou5">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91E2C7D-813B-4A05-B7BB-C93AB010A6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2465" y="2570"/>
            <a:ext cx="12184018" cy="6856285"/>
          </a:xfrm>
          <a:prstGeom prst="rect">
            <a:avLst/>
          </a:prstGeom>
        </p:spPr>
      </p:pic>
      <p:sp>
        <p:nvSpPr>
          <p:cNvPr id="4" name="Slide Number Placeholder 3">
            <a:extLst>
              <a:ext uri="{FF2B5EF4-FFF2-40B4-BE49-F238E27FC236}">
                <a16:creationId xmlns:a16="http://schemas.microsoft.com/office/drawing/2014/main" id="{CECE3B5C-4111-1A43-92BE-8F5FA4A7CF90}"/>
              </a:ext>
            </a:extLst>
          </p:cNvPr>
          <p:cNvSpPr>
            <a:spLocks noGrp="1"/>
          </p:cNvSpPr>
          <p:nvPr>
            <p:ph type="sldNum" sz="quarter" idx="12"/>
          </p:nvPr>
        </p:nvSpPr>
        <p:spPr/>
        <p:txBody>
          <a:bodyPr/>
          <a:lstStyle/>
          <a:p>
            <a:fld id="{7834CDD4-D76F-4459-B025-0310E913C243}" type="slidenum">
              <a:rPr lang="en-US" smtClean="0"/>
              <a:pPr/>
              <a:t>‹#›</a:t>
            </a:fld>
            <a:endParaRPr lang="en-US"/>
          </a:p>
        </p:txBody>
      </p:sp>
      <p:pic>
        <p:nvPicPr>
          <p:cNvPr id="11" name="Picture 10">
            <a:extLst>
              <a:ext uri="{FF2B5EF4-FFF2-40B4-BE49-F238E27FC236}">
                <a16:creationId xmlns:a16="http://schemas.microsoft.com/office/drawing/2014/main" id="{7615977A-9814-1D4F-A128-E19AFA38EB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5602" y="551423"/>
            <a:ext cx="1003173" cy="600189"/>
          </a:xfrm>
          <a:prstGeom prst="rect">
            <a:avLst/>
          </a:prstGeom>
        </p:spPr>
      </p:pic>
      <p:sp>
        <p:nvSpPr>
          <p:cNvPr id="10" name="TextBox 9">
            <a:extLst>
              <a:ext uri="{FF2B5EF4-FFF2-40B4-BE49-F238E27FC236}">
                <a16:creationId xmlns:a16="http://schemas.microsoft.com/office/drawing/2014/main" id="{CABD4F48-8813-4B4D-86F2-0474FE924466}"/>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bg1"/>
                </a:solidFill>
              </a:rPr>
              <a:t>© 2021, Amazon Web Services, Inc. or its affiliates. All rights reserved. Amazon Confidential and Trademark.</a:t>
            </a:r>
          </a:p>
        </p:txBody>
      </p:sp>
      <p:sp>
        <p:nvSpPr>
          <p:cNvPr id="13" name="TextBox 12">
            <a:extLst>
              <a:ext uri="{FF2B5EF4-FFF2-40B4-BE49-F238E27FC236}">
                <a16:creationId xmlns:a16="http://schemas.microsoft.com/office/drawing/2014/main" id="{4DF5A466-F67F-7846-9925-BDC901ADE1A5}"/>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bg1"/>
                </a:solidFill>
                <a:latin typeface="+mj-lt"/>
              </a:rPr>
              <a:t>Thank you!</a:t>
            </a:r>
          </a:p>
        </p:txBody>
      </p:sp>
    </p:spTree>
    <p:extLst>
      <p:ext uri="{BB962C8B-B14F-4D97-AF65-F5344CB8AC3E}">
        <p14:creationId xmlns:p14="http://schemas.microsoft.com/office/powerpoint/2010/main" val="2749982609"/>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able_of_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457200" y="153248"/>
            <a:ext cx="11258550" cy="82782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457200" y="1371600"/>
            <a:ext cx="11258550" cy="3905251"/>
          </a:xfrm>
          <a:prstGeom prst="rect">
            <a:avLst/>
          </a:prstGeom>
        </p:spPr>
        <p:txBody>
          <a:bodyPr/>
          <a:lstStyle>
            <a:lvl5pPr>
              <a:defRPr sz="1583"/>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03316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Blank_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457199" y="153248"/>
            <a:ext cx="11262360" cy="753435"/>
          </a:xfrm>
        </p:spPr>
        <p:txBody>
          <a:bodyP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
        <p:nvSpPr>
          <p:cNvPr id="4" name="TextBox 3">
            <a:extLst>
              <a:ext uri="{FF2B5EF4-FFF2-40B4-BE49-F238E27FC236}">
                <a16:creationId xmlns:a16="http://schemas.microsoft.com/office/drawing/2014/main" id="{C680CA43-5C49-A347-BAC4-268F3B7F1BC4}"/>
              </a:ext>
            </a:extLst>
          </p:cNvPr>
          <p:cNvSpPr txBox="1"/>
          <p:nvPr userDrawn="1"/>
        </p:nvSpPr>
        <p:spPr>
          <a:xfrm>
            <a:off x="449053" y="6403251"/>
            <a:ext cx="5929575" cy="143565"/>
          </a:xfrm>
          <a:prstGeom prst="rect">
            <a:avLst/>
          </a:prstGeom>
          <a:noFill/>
        </p:spPr>
        <p:txBody>
          <a:bodyPr wrap="square" lIns="0" tIns="0" rIns="0" bIns="0" rtlCol="0">
            <a:spAutoFit/>
          </a:bodyPr>
          <a:lstStyle/>
          <a:p>
            <a:pPr marL="0" marR="0" indent="0" algn="l" defTabSz="609576" rtl="0" eaLnBrk="1" fontAlgn="auto" latinLnBrk="0" hangingPunct="1">
              <a:lnSpc>
                <a:spcPct val="100000"/>
              </a:lnSpc>
              <a:spcBef>
                <a:spcPts val="0"/>
              </a:spcBef>
              <a:spcAft>
                <a:spcPts val="0"/>
              </a:spcAft>
              <a:buClrTx/>
              <a:buSzTx/>
              <a:buFontTx/>
              <a:buNone/>
              <a:tabLst/>
              <a:defRPr/>
            </a:pPr>
            <a:r>
              <a:rPr lang="en-US" sz="933"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2022, Amazon Web Services, Inc. or its Affiliates. </a:t>
            </a:r>
          </a:p>
        </p:txBody>
      </p:sp>
      <p:pic>
        <p:nvPicPr>
          <p:cNvPr id="5" name="Picture 4">
            <a:extLst>
              <a:ext uri="{FF2B5EF4-FFF2-40B4-BE49-F238E27FC236}">
                <a16:creationId xmlns:a16="http://schemas.microsoft.com/office/drawing/2014/main" id="{95568472-78C1-FD4C-80A1-628CA86D3F06}"/>
              </a:ext>
            </a:extLst>
          </p:cNvPr>
          <p:cNvPicPr>
            <a:picLocks noChangeAspect="1"/>
          </p:cNvPicPr>
          <p:nvPr userDrawn="1"/>
        </p:nvPicPr>
        <p:blipFill>
          <a:blip r:embed="rId2"/>
          <a:srcRect/>
          <a:stretch/>
        </p:blipFill>
        <p:spPr>
          <a:xfrm>
            <a:off x="11124678" y="6275882"/>
            <a:ext cx="590993" cy="353418"/>
          </a:xfrm>
          <a:prstGeom prst="rect">
            <a:avLst/>
          </a:prstGeom>
        </p:spPr>
      </p:pic>
    </p:spTree>
    <p:extLst>
      <p:ext uri="{BB962C8B-B14F-4D97-AF65-F5344CB8AC3E}">
        <p14:creationId xmlns:p14="http://schemas.microsoft.com/office/powerpoint/2010/main" val="4120861493"/>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_Divider_Slide">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22E1C8C4-E63C-3F41-ABD7-B5CC6193865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457200" y="2590800"/>
            <a:ext cx="10363200" cy="1240140"/>
          </a:xfrm>
        </p:spPr>
        <p:txBody>
          <a:bodyPr anchor="ctr">
            <a:noAutofit/>
          </a:bodyPr>
          <a:lstStyle>
            <a:lvl1pPr algn="l">
              <a:defRPr sz="5333"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Click to edit Master title style</a:t>
            </a:r>
          </a:p>
        </p:txBody>
      </p:sp>
    </p:spTree>
    <p:extLst>
      <p:ext uri="{BB962C8B-B14F-4D97-AF65-F5344CB8AC3E}">
        <p14:creationId xmlns:p14="http://schemas.microsoft.com/office/powerpoint/2010/main" val="1819980585"/>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One_Bulleted_List">
    <p:spTree>
      <p:nvGrpSpPr>
        <p:cNvPr id="1" name=""/>
        <p:cNvGrpSpPr/>
        <p:nvPr/>
      </p:nvGrpSpPr>
      <p:grpSpPr>
        <a:xfrm>
          <a:off x="0" y="0"/>
          <a:ext cx="0" cy="0"/>
          <a:chOff x="0" y="0"/>
          <a:chExt cx="0" cy="0"/>
        </a:xfrm>
      </p:grpSpPr>
      <p:sp>
        <p:nvSpPr>
          <p:cNvPr id="2" name="Title 1"/>
          <p:cNvSpPr>
            <a:spLocks noGrp="1"/>
          </p:cNvSpPr>
          <p:nvPr>
            <p:ph type="title"/>
          </p:nvPr>
        </p:nvSpPr>
        <p:spPr>
          <a:xfrm>
            <a:off x="457200" y="153248"/>
            <a:ext cx="11259550" cy="727655"/>
          </a:xfrm>
        </p:spPr>
        <p:txBody>
          <a:bodyPr/>
          <a:lstStyle/>
          <a:p>
            <a:r>
              <a:rPr lang="en-US" dirty="0"/>
              <a:t>Click to edit Master title style</a:t>
            </a:r>
          </a:p>
        </p:txBody>
      </p:sp>
      <p:sp>
        <p:nvSpPr>
          <p:cNvPr id="3" name="Content Placeholder 2"/>
          <p:cNvSpPr>
            <a:spLocks noGrp="1"/>
          </p:cNvSpPr>
          <p:nvPr>
            <p:ph sz="half" idx="1"/>
          </p:nvPr>
        </p:nvSpPr>
        <p:spPr>
          <a:xfrm>
            <a:off x="457200" y="1371600"/>
            <a:ext cx="11258550" cy="4525963"/>
          </a:xfrm>
          <a:prstGeom prst="rect">
            <a:avLst/>
          </a:prstGeom>
        </p:spPr>
        <p:txBody>
          <a:bodyPr>
            <a:normAutofit/>
          </a:bodyPr>
          <a:lstStyle>
            <a:lvl1pPr>
              <a:defRPr sz="2667"/>
            </a:lvl1pPr>
            <a:lvl2pPr>
              <a:defRPr sz="2417"/>
            </a:lvl2pPr>
            <a:lvl3pPr>
              <a:defRPr sz="2167"/>
            </a:lvl3pPr>
            <a:lvl4pPr marL="1828727" indent="0">
              <a:buNone/>
              <a:defRPr sz="2167"/>
            </a:lvl4pPr>
            <a:lvl5pPr>
              <a:defRPr sz="2133"/>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9110675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9" Type="http://schemas.openxmlformats.org/officeDocument/2006/relationships/slideLayout" Target="../slideLayouts/slideLayout83.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42" Type="http://schemas.openxmlformats.org/officeDocument/2006/relationships/slideLayout" Target="../slideLayouts/slideLayout86.xml"/><Relationship Id="rId47" Type="http://schemas.openxmlformats.org/officeDocument/2006/relationships/image" Target="../media/image13.emf"/><Relationship Id="rId7" Type="http://schemas.openxmlformats.org/officeDocument/2006/relationships/slideLayout" Target="../slideLayouts/slideLayout5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theme" Target="../theme/theme2.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8" Type="http://schemas.openxmlformats.org/officeDocument/2006/relationships/slideLayout" Target="../slideLayouts/slideLayout52.xml"/><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46" Type="http://schemas.openxmlformats.org/officeDocument/2006/relationships/image" Target="../media/image12.emf"/><Relationship Id="rId20" Type="http://schemas.openxmlformats.org/officeDocument/2006/relationships/slideLayout" Target="../slideLayouts/slideLayout64.xml"/><Relationship Id="rId41"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6CC99-EC41-4647-BD17-9EFC9AA4DB4E}"/>
              </a:ext>
            </a:extLst>
          </p:cNvPr>
          <p:cNvSpPr>
            <a:spLocks noGrp="1"/>
          </p:cNvSpPr>
          <p:nvPr>
            <p:ph type="title"/>
          </p:nvPr>
        </p:nvSpPr>
        <p:spPr>
          <a:xfrm>
            <a:off x="609600" y="614792"/>
            <a:ext cx="10972800" cy="535531"/>
          </a:xfrm>
          <a:prstGeom prst="rect">
            <a:avLst/>
          </a:prstGeom>
        </p:spPr>
        <p:txBody>
          <a:bodyPr vert="horz" wrap="square" lIns="0" tIns="45720" rIns="0" bIns="4572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609600" y="1466075"/>
            <a:ext cx="10972800" cy="2203680"/>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15C29CE-3041-7140-9BA9-DCB3249F163A}" type="datetime1">
              <a:rPr lang="en-US" smtClean="0"/>
              <a:t>3/30/2026</a:t>
            </a:fld>
            <a:endParaRPr lang="en-US"/>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B4B8DE2-A4E8-46E4-8BBF-D75455EFF32C}" type="slidenum">
              <a:rPr lang="en-US" smtClean="0"/>
              <a:pPr/>
              <a:t>‹#›</a:t>
            </a:fld>
            <a:endParaRPr lang="en-US"/>
          </a:p>
        </p:txBody>
      </p:sp>
      <p:sp>
        <p:nvSpPr>
          <p:cNvPr id="11" name="TextBox 10">
            <a:extLst>
              <a:ext uri="{FF2B5EF4-FFF2-40B4-BE49-F238E27FC236}">
                <a16:creationId xmlns:a16="http://schemas.microsoft.com/office/drawing/2014/main" id="{EEBF6604-AFFA-2144-84A8-B114434DA9D8}"/>
              </a:ext>
            </a:extLst>
          </p:cNvPr>
          <p:cNvSpPr txBox="1"/>
          <p:nvPr userDrawn="1"/>
        </p:nvSpPr>
        <p:spPr>
          <a:xfrm>
            <a:off x="5122817" y="6389813"/>
            <a:ext cx="1946367" cy="184666"/>
          </a:xfrm>
          <a:prstGeom prst="rect">
            <a:avLst/>
          </a:prstGeom>
          <a:noFill/>
        </p:spPr>
        <p:txBody>
          <a:bodyPr wrap="none" rtlCol="0">
            <a:spAutoFit/>
          </a:bodyPr>
          <a:lstStyle/>
          <a:p>
            <a:pPr algn="ctr"/>
            <a:r>
              <a:rPr lang="en-GB" sz="600"/>
              <a:t>© 2026, Amazon Web Services, Inc. or its affiliates.</a:t>
            </a:r>
            <a:endParaRPr lang="en-US" sz="600" dirty="0"/>
          </a:p>
        </p:txBody>
      </p:sp>
      <p:pic>
        <p:nvPicPr>
          <p:cNvPr id="13" name="Picture 12">
            <a:extLst>
              <a:ext uri="{FF2B5EF4-FFF2-40B4-BE49-F238E27FC236}">
                <a16:creationId xmlns:a16="http://schemas.microsoft.com/office/drawing/2014/main" id="{A008E8FA-524D-DB46-A03B-D36297D3A79A}"/>
              </a:ext>
            </a:extLst>
          </p:cNvPr>
          <p:cNvPicPr>
            <a:picLocks noChangeAspect="1"/>
          </p:cNvPicPr>
          <p:nvPr userDrawn="1"/>
        </p:nvPicPr>
        <p:blipFill>
          <a:blip r:embed="rId46">
            <a:lum bright="100000"/>
          </a:blip>
          <a:stretch>
            <a:fillRect/>
          </a:stretch>
        </p:blipFill>
        <p:spPr>
          <a:xfrm>
            <a:off x="609600" y="6289500"/>
            <a:ext cx="873624" cy="230615"/>
          </a:xfrm>
          <a:prstGeom prst="rect">
            <a:avLst/>
          </a:prstGeom>
        </p:spPr>
      </p:pic>
    </p:spTree>
    <p:extLst>
      <p:ext uri="{BB962C8B-B14F-4D97-AF65-F5344CB8AC3E}">
        <p14:creationId xmlns:p14="http://schemas.microsoft.com/office/powerpoint/2010/main" val="471148940"/>
      </p:ext>
    </p:extLst>
  </p:cSld>
  <p:clrMap bg1="dk1" tx1="lt1" bg2="dk2" tx2="lt2" accent1="accent1" accent2="accent2" accent3="accent3" accent4="accent4" accent5="accent5" accent6="accent6" hlink="hlink" folHlink="folHlink"/>
  <p:sldLayoutIdLst>
    <p:sldLayoutId id="2147483709" r:id="rId1"/>
    <p:sldLayoutId id="2147483679" r:id="rId2"/>
    <p:sldLayoutId id="2147483683" r:id="rId3"/>
    <p:sldLayoutId id="2147483661" r:id="rId4"/>
    <p:sldLayoutId id="2147483654" r:id="rId5"/>
    <p:sldLayoutId id="2147483663" r:id="rId6"/>
    <p:sldLayoutId id="2147483655" r:id="rId7"/>
    <p:sldLayoutId id="2147483650" r:id="rId8"/>
    <p:sldLayoutId id="2147483664" r:id="rId9"/>
    <p:sldLayoutId id="2147483666" r:id="rId10"/>
    <p:sldLayoutId id="2147483667" r:id="rId11"/>
    <p:sldLayoutId id="2147483665" r:id="rId12"/>
    <p:sldLayoutId id="2147483668" r:id="rId13"/>
    <p:sldLayoutId id="2147483653" r:id="rId14"/>
    <p:sldLayoutId id="2147483689" r:id="rId15"/>
    <p:sldLayoutId id="2147483691" r:id="rId16"/>
    <p:sldLayoutId id="2147483690" r:id="rId17"/>
    <p:sldLayoutId id="2147483657" r:id="rId18"/>
    <p:sldLayoutId id="2147483692" r:id="rId19"/>
    <p:sldLayoutId id="2147483694" r:id="rId20"/>
    <p:sldLayoutId id="2147483693" r:id="rId21"/>
    <p:sldLayoutId id="2147483652" r:id="rId22"/>
    <p:sldLayoutId id="2147483669" r:id="rId23"/>
    <p:sldLayoutId id="2147483670" r:id="rId24"/>
    <p:sldLayoutId id="2147483673" r:id="rId25"/>
    <p:sldLayoutId id="2147483716" r:id="rId26"/>
    <p:sldLayoutId id="2147483686" r:id="rId27"/>
    <p:sldLayoutId id="2147483671" r:id="rId28"/>
    <p:sldLayoutId id="2147483672" r:id="rId29"/>
    <p:sldLayoutId id="2147483695" r:id="rId30"/>
    <p:sldLayoutId id="2147483674" r:id="rId31"/>
    <p:sldLayoutId id="2147483675" r:id="rId32"/>
    <p:sldLayoutId id="2147483656" r:id="rId33"/>
    <p:sldLayoutId id="2147483720" r:id="rId34"/>
    <p:sldLayoutId id="2147483696" r:id="rId35"/>
    <p:sldLayoutId id="2147483700" r:id="rId36"/>
    <p:sldLayoutId id="2147483704" r:id="rId37"/>
    <p:sldLayoutId id="2147483707" r:id="rId38"/>
    <p:sldLayoutId id="2147483708" r:id="rId39"/>
    <p:sldLayoutId id="2147483678" r:id="rId40"/>
    <p:sldLayoutId id="2147483727" r:id="rId41"/>
    <p:sldLayoutId id="2147483728" r:id="rId42"/>
    <p:sldLayoutId id="2147483729" r:id="rId43"/>
    <p:sldLayoutId id="2147483778" r:id="rId4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i="0" kern="1200" baseline="0">
          <a:solidFill>
            <a:schemeClr val="tx1"/>
          </a:solidFill>
          <a:latin typeface="Amazon Ember Display" panose="020F0603020204020204" pitchFamily="34" charset="0"/>
          <a:ea typeface="+mj-ea"/>
          <a:cs typeface="+mj-cs"/>
        </a:defRPr>
      </a:lvl1pPr>
    </p:titleStyle>
    <p:body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800" kern="1200" baseline="0">
          <a:solidFill>
            <a:schemeClr val="tx1"/>
          </a:solidFill>
          <a:latin typeface="Amazon Ember Display" panose="020F0603020204020204" pitchFamily="34" charset="0"/>
          <a:ea typeface="+mn-ea"/>
          <a:cs typeface="+mn-cs"/>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400" kern="1200" baseline="0">
          <a:solidFill>
            <a:schemeClr val="tx1"/>
          </a:solidFill>
          <a:latin typeface="Amazon Ember Display" panose="020F0603020204020204" pitchFamily="34" charset="0"/>
          <a:ea typeface="+mn-ea"/>
          <a:cs typeface="+mn-cs"/>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2000" kern="1200" baseline="0">
          <a:solidFill>
            <a:schemeClr val="tx1"/>
          </a:solidFill>
          <a:latin typeface="Amazon Ember Display" panose="020F0603020204020204" pitchFamily="34" charset="0"/>
          <a:ea typeface="+mn-ea"/>
          <a:cs typeface="+mn-cs"/>
        </a:defRPr>
      </a:lvl3pPr>
      <a:lvl4pPr marL="1030288" indent="-171450" algn="l" defTabSz="914400" rtl="0" eaLnBrk="1" latinLnBrk="0" hangingPunct="1">
        <a:lnSpc>
          <a:spcPct val="90000"/>
        </a:lnSpc>
        <a:spcBef>
          <a:spcPts val="0"/>
        </a:spcBef>
        <a:spcAft>
          <a:spcPts val="1200"/>
        </a:spcAft>
        <a:buFont typeface="Arial" panose="020B0604020202020204" pitchFamily="34" charset="0"/>
        <a:buChar char="•"/>
        <a:defRPr sz="1800" kern="1200" baseline="0">
          <a:solidFill>
            <a:schemeClr val="tx1"/>
          </a:solidFill>
          <a:latin typeface="Amazon Ember Display" panose="020F0603020204020204" pitchFamily="34" charset="0"/>
          <a:ea typeface="+mn-ea"/>
          <a:cs typeface="+mn-cs"/>
        </a:defRPr>
      </a:lvl4pPr>
      <a:lvl5pPr marL="1201738" indent="-171450" algn="l" defTabSz="914400" rtl="0" eaLnBrk="1" latinLnBrk="0" hangingPunct="1">
        <a:lnSpc>
          <a:spcPct val="90000"/>
        </a:lnSpc>
        <a:spcBef>
          <a:spcPts val="0"/>
        </a:spcBef>
        <a:spcAft>
          <a:spcPts val="1200"/>
        </a:spcAft>
        <a:buFont typeface="Arial" panose="020B0604020202020204" pitchFamily="34" charset="0"/>
        <a:buChar char="•"/>
        <a:defRPr sz="1800" kern="1200" baseline="0">
          <a:solidFill>
            <a:schemeClr val="tx1"/>
          </a:solidFill>
          <a:latin typeface="Amazon Ember Display"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guide id="3" orient="horz" pos="192" userDrawn="1">
          <p15:clr>
            <a:srgbClr val="F26B43"/>
          </p15:clr>
        </p15:guide>
        <p15:guide id="4" orient="horz" pos="3912" userDrawn="1">
          <p15:clr>
            <a:srgbClr val="F26B43"/>
          </p15:clr>
        </p15:guide>
        <p15:guide id="5" orient="horz" pos="1080" userDrawn="1">
          <p15:clr>
            <a:srgbClr val="F26B43"/>
          </p15:clr>
        </p15:guide>
        <p15:guide id="6" orient="horz" pos="5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73374A-1D85-4AF4-93EB-177AFDFEB932}"/>
              </a:ext>
            </a:extLst>
          </p:cNvPr>
          <p:cNvSpPr>
            <a:spLocks noGrp="1"/>
          </p:cNvSpPr>
          <p:nvPr>
            <p:ph type="title"/>
          </p:nvPr>
        </p:nvSpPr>
        <p:spPr>
          <a:xfrm>
            <a:off x="609600" y="914400"/>
            <a:ext cx="10972800" cy="609601"/>
          </a:xfrm>
          <a:prstGeom prst="rect">
            <a:avLst/>
          </a:prstGeom>
        </p:spPr>
        <p:txBody>
          <a:bodyPr vert="horz" lIns="0" tIns="45720" rIns="91440" bIns="45720" rtlCol="0" anchor="t">
            <a:noAutofit/>
          </a:bodyPr>
          <a:lstStyle/>
          <a:p>
            <a:r>
              <a:rPr lang="en-US" dirty="0" err="1"/>
              <a:t>Fugiat</a:t>
            </a:r>
            <a:r>
              <a:rPr lang="en-US" dirty="0"/>
              <a:t> </a:t>
            </a:r>
            <a:r>
              <a:rPr lang="en-US" dirty="0" err="1"/>
              <a:t>Nulla</a:t>
            </a:r>
            <a:r>
              <a:rPr lang="en-US" dirty="0"/>
              <a:t> </a:t>
            </a:r>
            <a:r>
              <a:rPr lang="en-US" dirty="0" err="1">
                <a:solidFill>
                  <a:srgbClr val="FF9900"/>
                </a:solidFill>
              </a:rPr>
              <a:t>Pariatur</a:t>
            </a:r>
            <a:endParaRPr lang="en-US" dirty="0"/>
          </a:p>
        </p:txBody>
      </p:sp>
      <p:sp>
        <p:nvSpPr>
          <p:cNvPr id="3" name="Text Placeholder 2">
            <a:extLst>
              <a:ext uri="{FF2B5EF4-FFF2-40B4-BE49-F238E27FC236}">
                <a16:creationId xmlns:a16="http://schemas.microsoft.com/office/drawing/2014/main" id="{529F94A6-4861-47A6-BF4F-FA44CC1AC184}"/>
              </a:ext>
            </a:extLst>
          </p:cNvPr>
          <p:cNvSpPr>
            <a:spLocks noGrp="1"/>
          </p:cNvSpPr>
          <p:nvPr>
            <p:ph type="body" idx="1"/>
          </p:nvPr>
        </p:nvSpPr>
        <p:spPr>
          <a:xfrm>
            <a:off x="609600" y="1711803"/>
            <a:ext cx="10972800" cy="4191000"/>
          </a:xfrm>
          <a:prstGeom prst="rect">
            <a:avLst/>
          </a:prstGeom>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76010534-7DDF-46A1-99EF-4E3A14AD3E0B}"/>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a:solidFill>
                  <a:schemeClr val="tx1"/>
                </a:solidFill>
              </a:defRPr>
            </a:lvl1pPr>
          </a:lstStyle>
          <a:p>
            <a:fld id="{7834CDD4-D76F-4459-B025-0310E913C243}" type="slidenum">
              <a:rPr lang="en-US" smtClean="0"/>
              <a:pPr/>
              <a:t>‹#›</a:t>
            </a:fld>
            <a:endParaRPr lang="en-US" dirty="0"/>
          </a:p>
        </p:txBody>
      </p:sp>
      <p:pic>
        <p:nvPicPr>
          <p:cNvPr id="14" name="Picture 13">
            <a:extLst>
              <a:ext uri="{FF2B5EF4-FFF2-40B4-BE49-F238E27FC236}">
                <a16:creationId xmlns:a16="http://schemas.microsoft.com/office/drawing/2014/main" id="{2DD756C0-7588-C447-97FD-04C999D305AC}"/>
              </a:ext>
            </a:extLst>
          </p:cNvPr>
          <p:cNvPicPr>
            <a:picLocks noChangeAspect="1"/>
          </p:cNvPicPr>
          <p:nvPr userDrawn="1"/>
        </p:nvPicPr>
        <p:blipFill>
          <a:blip r:embed="rId46">
            <a:alphaModFix/>
          </a:blip>
          <a:stretch>
            <a:fillRect/>
          </a:stretch>
        </p:blipFill>
        <p:spPr>
          <a:xfrm>
            <a:off x="595295" y="6338002"/>
            <a:ext cx="365760" cy="220243"/>
          </a:xfrm>
          <a:prstGeom prst="rect">
            <a:avLst/>
          </a:prstGeom>
        </p:spPr>
      </p:pic>
      <p:sp>
        <p:nvSpPr>
          <p:cNvPr id="15" name="TextBox 14">
            <a:extLst>
              <a:ext uri="{FF2B5EF4-FFF2-40B4-BE49-F238E27FC236}">
                <a16:creationId xmlns:a16="http://schemas.microsoft.com/office/drawing/2014/main" id="{40CA9CB8-C72F-B243-8D80-102C068AE055}"/>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t>© 2022, Amazon Web Services, Inc. or its affiliates. All rights reserved. Amazon Confidential and Trademark.</a:t>
            </a:r>
          </a:p>
        </p:txBody>
      </p:sp>
      <p:pic>
        <p:nvPicPr>
          <p:cNvPr id="17" name="Picture 16">
            <a:extLst>
              <a:ext uri="{FF2B5EF4-FFF2-40B4-BE49-F238E27FC236}">
                <a16:creationId xmlns:a16="http://schemas.microsoft.com/office/drawing/2014/main" id="{9793147F-BA8C-1046-8D20-D9B84AFEEBAD}"/>
              </a:ext>
            </a:extLst>
          </p:cNvPr>
          <p:cNvPicPr>
            <a:picLocks noChangeAspect="1"/>
          </p:cNvPicPr>
          <p:nvPr userDrawn="1"/>
        </p:nvPicPr>
        <p:blipFill>
          <a:blip r:embed="rId47"/>
          <a:stretch>
            <a:fillRect/>
          </a:stretch>
        </p:blipFill>
        <p:spPr>
          <a:xfrm>
            <a:off x="594360" y="6337372"/>
            <a:ext cx="365760" cy="218590"/>
          </a:xfrm>
          <a:prstGeom prst="rect">
            <a:avLst/>
          </a:prstGeom>
          <a:solidFill>
            <a:srgbClr val="262161"/>
          </a:solidFill>
        </p:spPr>
      </p:pic>
    </p:spTree>
    <p:extLst>
      <p:ext uri="{BB962C8B-B14F-4D97-AF65-F5344CB8AC3E}">
        <p14:creationId xmlns:p14="http://schemas.microsoft.com/office/powerpoint/2010/main" val="501660015"/>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 id="2147483768" r:id="rId37"/>
    <p:sldLayoutId id="2147483769" r:id="rId38"/>
    <p:sldLayoutId id="2147483770" r:id="rId39"/>
    <p:sldLayoutId id="2147483771" r:id="rId40"/>
    <p:sldLayoutId id="2147483772" r:id="rId41"/>
    <p:sldLayoutId id="2147483773" r:id="rId42"/>
    <p:sldLayoutId id="2147483774" r:id="rId43"/>
    <p:sldLayoutId id="2147483775" r:id="rId44"/>
  </p:sldLayoutIdLs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900"/>
        </a:spcAft>
        <a:buClrTx/>
        <a:buSzPct val="90000"/>
        <a:buFont typeface="Amazon Ember" panose="020B0603020204020204" pitchFamily="34" charset="0"/>
        <a:buChar char="•"/>
        <a:defRPr sz="2800" b="0" kern="1200">
          <a:solidFill>
            <a:schemeClr val="tx1"/>
          </a:solidFill>
          <a:latin typeface="+mn-lt"/>
          <a:ea typeface="+mn-ea"/>
          <a:cs typeface="+mn-cs"/>
        </a:defRPr>
      </a:lvl1pPr>
      <a:lvl2pPr marL="457200" indent="-228600" algn="l" defTabSz="914400" rtl="0" eaLnBrk="1" latinLnBrk="0" hangingPunct="1">
        <a:lnSpc>
          <a:spcPct val="100000"/>
        </a:lnSpc>
        <a:spcBef>
          <a:spcPts val="0"/>
        </a:spcBef>
        <a:spcAft>
          <a:spcPts val="900"/>
        </a:spcAft>
        <a:buClrTx/>
        <a:buSzPct val="90000"/>
        <a:buFont typeface="Wingdings" panose="05000000000000000000" pitchFamily="2" charset="2"/>
        <a:buChar char="§"/>
        <a:defRPr sz="2400" kern="1200">
          <a:solidFill>
            <a:schemeClr val="tx1"/>
          </a:solidFill>
          <a:latin typeface="+mn-lt"/>
          <a:ea typeface="+mn-ea"/>
          <a:cs typeface="+mn-cs"/>
        </a:defRPr>
      </a:lvl2pPr>
      <a:lvl3pPr marL="731520" indent="-228600" algn="l" defTabSz="914400" rtl="0" eaLnBrk="1" latinLnBrk="0" hangingPunct="1">
        <a:lnSpc>
          <a:spcPct val="100000"/>
        </a:lnSpc>
        <a:spcBef>
          <a:spcPts val="0"/>
        </a:spcBef>
        <a:spcAft>
          <a:spcPts val="600"/>
        </a:spcAft>
        <a:buClr>
          <a:schemeClr val="bg1"/>
        </a:buClr>
        <a:buFont typeface="Amazon Ember" panose="020B0603020204020204" pitchFamily="34" charset="0"/>
        <a:buChar char="–"/>
        <a:defRPr sz="2000" kern="1200">
          <a:solidFill>
            <a:schemeClr val="tx1"/>
          </a:solidFill>
          <a:latin typeface="+mn-lt"/>
          <a:ea typeface="+mn-ea"/>
          <a:cs typeface="+mn-cs"/>
        </a:defRPr>
      </a:lvl3pPr>
      <a:lvl4pPr marL="1005840" indent="-228600" algn="l" defTabSz="914400" rtl="0" eaLnBrk="1" latinLnBrk="0" hangingPunct="1">
        <a:lnSpc>
          <a:spcPct val="100000"/>
        </a:lnSpc>
        <a:spcBef>
          <a:spcPts val="0"/>
        </a:spcBef>
        <a:spcAft>
          <a:spcPts val="600"/>
        </a:spcAft>
        <a:buClrTx/>
        <a:buFont typeface="Amazon Ember" panose="020B0603020204020204" pitchFamily="34" charset="0"/>
        <a:buChar char="•"/>
        <a:defRPr sz="1800" kern="1200">
          <a:solidFill>
            <a:schemeClr val="tx1"/>
          </a:solidFill>
          <a:latin typeface="+mn-lt"/>
          <a:ea typeface="+mn-ea"/>
          <a:cs typeface="+mn-cs"/>
        </a:defRPr>
      </a:lvl4pPr>
      <a:lvl5pPr marL="1280160" indent="-228600" algn="l" defTabSz="914400" rtl="0" eaLnBrk="1" latinLnBrk="0" hangingPunct="1">
        <a:lnSpc>
          <a:spcPct val="100000"/>
        </a:lnSpc>
        <a:spcBef>
          <a:spcPts val="0"/>
        </a:spcBef>
        <a:spcAft>
          <a:spcPts val="600"/>
        </a:spcAft>
        <a:buClrTx/>
        <a:buFont typeface="Amazon Ember" panose="020B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orient="horz" pos="312">
          <p15:clr>
            <a:srgbClr val="F26B43"/>
          </p15:clr>
        </p15:guide>
        <p15:guide id="3" pos="7296">
          <p15:clr>
            <a:srgbClr val="F26B43"/>
          </p15:clr>
        </p15:guide>
        <p15:guide id="4" orient="horz" pos="3912">
          <p15:clr>
            <a:srgbClr val="F26B43"/>
          </p15:clr>
        </p15:guide>
        <p15:guide id="5" orient="horz" pos="576">
          <p15:clr>
            <a:srgbClr val="F26B43"/>
          </p15:clr>
        </p15:guide>
        <p15:guide id="6" orient="horz" pos="960">
          <p15:clr>
            <a:srgbClr val="F26B43"/>
          </p15:clr>
        </p15:guide>
        <p15:guide id="7" orient="horz" pos="1272">
          <p15:clr>
            <a:srgbClr val="F26B43"/>
          </p15:clr>
        </p15:guide>
        <p15:guide id="8" orient="horz" pos="41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5.xml"/><Relationship Id="rId1" Type="http://schemas.openxmlformats.org/officeDocument/2006/relationships/slideLayout" Target="../slideLayouts/slideLayout41.xml"/><Relationship Id="rId4" Type="http://schemas.openxmlformats.org/officeDocument/2006/relationships/image" Target="../media/image35.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6.xml"/><Relationship Id="rId1" Type="http://schemas.openxmlformats.org/officeDocument/2006/relationships/slideLayout" Target="../slideLayouts/slideLayout41.xml"/><Relationship Id="rId4" Type="http://schemas.openxmlformats.org/officeDocument/2006/relationships/image" Target="../media/image3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hyperlink" Target="https://docs.aws.amazon.com/fsx/latest/OpenZFSGuide/migrating-fsx-openzfs.html" TargetMode="External"/><Relationship Id="rId13" Type="http://schemas.openxmlformats.org/officeDocument/2006/relationships/hyperlink" Target="https://aws.amazon.com/about-aws/whats-new/storage/?whats-new-content.sort-by=item.additionalFields.postDateTime&amp;whats-new-content.sort-order=desc&amp;awsf.whats-new-products=general-products%23amazon-s3%7Cgeneral-products%23aws-backup%7Cgeneral-products%23aws-snowball%7Cgeneral-products%23aws-snowball-edge%7Cgeneral-products%23aws-snowcone%7Cgeneral-products%23aws-snowmobile%7Cgeneral-products%23aws-storage-gateway%7Cgeneral-products%23amazon-efs%7Cgeneral-products%23amazon-elastic-block-store%7Cgeneral-products%23amazon-fsx-for-lustre%7Cgeneral-products%23amazon-fsx-netapp-ontap%7Cgeneral-products%23amazon-fsx-for-openzfs%7Cgeneral-products%23amazon-fsx-for-windows-file-server&amp;awsm.page-whats-new-content=1" TargetMode="External"/><Relationship Id="rId3" Type="http://schemas.openxmlformats.org/officeDocument/2006/relationships/hyperlink" Target="https://aws.amazon.com/products/storage/" TargetMode="External"/><Relationship Id="rId7" Type="http://schemas.openxmlformats.org/officeDocument/2006/relationships/hyperlink" Target="https://docs.aws.amazon.com/fsx/latest/WindowsGuide/migrate-to-fsx.html" TargetMode="External"/><Relationship Id="rId12" Type="http://schemas.openxmlformats.org/officeDocument/2006/relationships/hyperlink" Target="https://d1.awsstatic.com/AWS%20Cloud%20Storage/Use-AWS-Cloud-Storage-to%20gain-economic-and-operational-advantages.pdf"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docs.aws.amazon.com/fsx/latest/ONTAPGuide/migrating-fsx-ontap-snapmirror.html" TargetMode="External"/><Relationship Id="rId11" Type="http://schemas.openxmlformats.org/officeDocument/2006/relationships/hyperlink" Target="https://d1.awsstatic.com/AWS%20Cloud%20Storage/Save-Up-to-66-Percent-by-Migrating-to-AWS-Cloud-Infrastructure.pdf" TargetMode="External"/><Relationship Id="rId5" Type="http://schemas.openxmlformats.org/officeDocument/2006/relationships/hyperlink" Target="https://aws.amazon.com/datasync/" TargetMode="External"/><Relationship Id="rId15" Type="http://schemas.openxmlformats.org/officeDocument/2006/relationships/image" Target="../media/image36.png"/><Relationship Id="rId10" Type="http://schemas.openxmlformats.org/officeDocument/2006/relationships/hyperlink" Target="https://docs.aws.amazon.com/efs/latest/ug/transfer-data-to-efs.html" TargetMode="External"/><Relationship Id="rId4" Type="http://schemas.openxmlformats.org/officeDocument/2006/relationships/hyperlink" Target="https://aws.amazon.com/migration-acceleration-program/?trk=9149aeb4-a559-4d1d-a188-7892d4295478&amp;sc_channel=el" TargetMode="External"/><Relationship Id="rId9" Type="http://schemas.openxmlformats.org/officeDocument/2006/relationships/hyperlink" Target="https://docs.aws.amazon.com/fsx/latest/LustreGuide/migrating-fsx-lustre.html" TargetMode="External"/><Relationship Id="rId14" Type="http://schemas.openxmlformats.org/officeDocument/2006/relationships/hyperlink" Target="mailto:aws-storage-specialists-all@amazon.co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ws.amazon.com/blogs/storage/simplify-your-microsoft-sql-server-high-availability-deployments-using-amazon-fsx-for-windows-file-server/"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hyperlink" Target="mailto:migration-assessment@amazon.com" TargetMode="External"/><Relationship Id="rId5" Type="http://schemas.openxmlformats.org/officeDocument/2006/relationships/hyperlink" Target="https://www.youtube.com/watch?v=8dsRkVLy0Nc" TargetMode="External"/><Relationship Id="rId4" Type="http://schemas.openxmlformats.org/officeDocument/2006/relationships/hyperlink" Target="https://aws.amazon.com/blogs/modernizing-with-aws/sql-server-high-availability-amazon-fsx-for-netapp-ontap/"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aws.amazon.com/AWSEC2/latest/UserGuide/snapshot-archive.html" TargetMode="External"/><Relationship Id="rId2" Type="http://schemas.openxmlformats.org/officeDocument/2006/relationships/hyperlink" Target="https://aws.amazon.com/blogs/storage/how-to-choose-the-best-amazon-ebs-volume-type-for-your-self-managed-database-deployment/" TargetMode="Externa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hyperlink" Target="https://www.netapp.com/pdf.html?item=/media/17239-tr-4598.pdf" TargetMode="External"/><Relationship Id="rId3" Type="http://schemas.openxmlformats.org/officeDocument/2006/relationships/hyperlink" Target="https://aws.amazon.com/fsx/netapp-ontap/faqs/" TargetMode="External"/><Relationship Id="rId7" Type="http://schemas.openxmlformats.org/officeDocument/2006/relationships/hyperlink" Target="https://docs.aws.amazon.com/fsx/latest/ONTAPGuide/volume-data-tiering.html" TargetMode="External"/><Relationship Id="rId12" Type="http://schemas.openxmlformats.org/officeDocument/2006/relationships/hyperlink" Target="https://www.netapp.com/pdf.html?item=/media/6158-tr4526pdf.pdf" TargetMode="External"/><Relationship Id="rId2" Type="http://schemas.openxmlformats.org/officeDocument/2006/relationships/notesSlide" Target="../notesSlides/notesSlide10.xml"/><Relationship Id="rId1" Type="http://schemas.openxmlformats.org/officeDocument/2006/relationships/slideLayout" Target="../slideLayouts/slideLayout43.xml"/><Relationship Id="rId6" Type="http://schemas.openxmlformats.org/officeDocument/2006/relationships/hyperlink" Target="https://docs.aws.amazon.com/fsx/latest/ONTAPGuide/increase-primary-storage.html#automate-storage-capacity-increase" TargetMode="External"/><Relationship Id="rId11" Type="http://schemas.openxmlformats.org/officeDocument/2006/relationships/hyperlink" Target="https://docs.aws.amazon.com/fsx/latest/ONTAPGuide/snaplock.html" TargetMode="External"/><Relationship Id="rId5" Type="http://schemas.openxmlformats.org/officeDocument/2006/relationships/hyperlink" Target="https://docs.aws.amazon.com/fsx/latest/ONTAPGuide/performance.html" TargetMode="External"/><Relationship Id="rId10" Type="http://schemas.openxmlformats.org/officeDocument/2006/relationships/hyperlink" Target="https://docs.aws.amazon.com/fsx/latest/ONTAPGuide/migrate-files-to-fsx-datasync.html" TargetMode="External"/><Relationship Id="rId4" Type="http://schemas.openxmlformats.org/officeDocument/2006/relationships/hyperlink" Target="https://docs.aws.amazon.com/fsx/latest/ONTAPGuide/choose-ssd-capacity.html" TargetMode="External"/><Relationship Id="rId9" Type="http://schemas.openxmlformats.org/officeDocument/2006/relationships/hyperlink" Target="https://docs.aws.amazon.com/fsx/latest/ONTAPGuide/migrating-fsx-ontap-snapmirror.html"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43.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 Id="rId9"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44.xml"/><Relationship Id="rId6" Type="http://schemas.openxmlformats.org/officeDocument/2006/relationships/hyperlink" Target="https://aws.amazon.com/blogs/storage/seamless-migration-from-any-vmware-environment-to-amazon-fsx-for-netapp-ontap-and-amazon-ec2/" TargetMode="External"/><Relationship Id="rId5" Type="http://schemas.openxmlformats.org/officeDocument/2006/relationships/image" Target="../media/image47.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43.xml"/><Relationship Id="rId5" Type="http://schemas.openxmlformats.org/officeDocument/2006/relationships/image" Target="../media/image42.sv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A4C23C4-3509-1048-965A-22608F7D36F9}"/>
              </a:ext>
            </a:extLst>
          </p:cNvPr>
          <p:cNvSpPr>
            <a:spLocks noGrp="1"/>
          </p:cNvSpPr>
          <p:nvPr>
            <p:ph type="ctrTitle"/>
          </p:nvPr>
        </p:nvSpPr>
        <p:spPr>
          <a:xfrm>
            <a:off x="609598" y="1838570"/>
            <a:ext cx="9438044" cy="757130"/>
          </a:xfrm>
        </p:spPr>
        <p:txBody>
          <a:bodyPr/>
          <a:lstStyle/>
          <a:p>
            <a:r>
              <a:rPr lang="en-US" sz="4800" dirty="0"/>
              <a:t>Storage Assessment</a:t>
            </a:r>
          </a:p>
        </p:txBody>
      </p:sp>
      <p:sp>
        <p:nvSpPr>
          <p:cNvPr id="10" name="Text Placeholder 9">
            <a:extLst>
              <a:ext uri="{FF2B5EF4-FFF2-40B4-BE49-F238E27FC236}">
                <a16:creationId xmlns:a16="http://schemas.microsoft.com/office/drawing/2014/main" id="{864D0DD0-78FC-9440-B257-2B4D8AA48E95}"/>
              </a:ext>
            </a:extLst>
          </p:cNvPr>
          <p:cNvSpPr>
            <a:spLocks noGrp="1"/>
          </p:cNvSpPr>
          <p:nvPr>
            <p:ph type="body" sz="quarter" idx="11"/>
          </p:nvPr>
        </p:nvSpPr>
        <p:spPr>
          <a:xfrm>
            <a:off x="609597" y="4349712"/>
            <a:ext cx="5090447" cy="646331"/>
          </a:xfrm>
        </p:spPr>
        <p:txBody>
          <a:bodyPr/>
          <a:lstStyle/>
          <a:p>
            <a:r>
              <a:rPr lang="en-US" dirty="0"/>
              <a:t>Migration Evaluator-Storage Assessment </a:t>
            </a:r>
          </a:p>
        </p:txBody>
      </p:sp>
      <p:sp>
        <p:nvSpPr>
          <p:cNvPr id="6" name="Subtitle 2">
            <a:extLst>
              <a:ext uri="{FF2B5EF4-FFF2-40B4-BE49-F238E27FC236}">
                <a16:creationId xmlns:a16="http://schemas.microsoft.com/office/drawing/2014/main" id="{472B9547-2FF4-F84D-B657-E54C84D93705}"/>
              </a:ext>
            </a:extLst>
          </p:cNvPr>
          <p:cNvSpPr>
            <a:spLocks noGrp="1"/>
          </p:cNvSpPr>
          <p:nvPr>
            <p:ph type="subTitle" idx="1"/>
          </p:nvPr>
        </p:nvSpPr>
        <p:spPr>
          <a:xfrm>
            <a:off x="609598" y="2933516"/>
            <a:ext cx="4214073" cy="978729"/>
          </a:xfrm>
        </p:spPr>
        <p:txBody>
          <a:bodyPr/>
          <a:lstStyle/>
          <a:p>
            <a:r>
              <a:rPr lang="en-GB" b="1" dirty="0"/>
              <a:t>DMG MEDIA LTD</a:t>
            </a:r>
          </a:p>
          <a:p>
            <a:endParaRPr lang="en-GB" b="1" dirty="0"/>
          </a:p>
        </p:txBody>
      </p:sp>
      <p:sp>
        <p:nvSpPr>
          <p:cNvPr id="8" name="Subtitle 2">
            <a:extLst>
              <a:ext uri="{FF2B5EF4-FFF2-40B4-BE49-F238E27FC236}">
                <a16:creationId xmlns:a16="http://schemas.microsoft.com/office/drawing/2014/main" id="{181BCDC8-FFB6-1D48-9FB8-544CB82FDE9C}"/>
              </a:ext>
            </a:extLst>
          </p:cNvPr>
          <p:cNvSpPr txBox="1">
            <a:spLocks/>
          </p:cNvSpPr>
          <p:nvPr/>
        </p:nvSpPr>
        <p:spPr>
          <a:xfrm>
            <a:off x="609598" y="5487007"/>
            <a:ext cx="3797302" cy="3139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0"/>
              </a:spcAft>
              <a:buSzPct val="90000"/>
              <a:buFont typeface="Arial" panose="020B0604020202020204" pitchFamily="34" charset="0"/>
              <a:buNone/>
              <a:defRPr sz="3200" b="0" i="0" kern="1200" cap="none" spc="0" baseline="0">
                <a:solidFill>
                  <a:schemeClr val="tx1"/>
                </a:solidFill>
                <a:latin typeface="Amazon Ember Display" panose="020F0603020204020204" pitchFamily="34" charset="0"/>
                <a:ea typeface="+mn-ea"/>
                <a:cs typeface="+mn-cs"/>
              </a:defRPr>
            </a:lvl1pPr>
            <a:lvl2pPr marL="457200" indent="0" algn="ctr" defTabSz="914400" rtl="0" eaLnBrk="1" latinLnBrk="0" hangingPunct="1">
              <a:lnSpc>
                <a:spcPct val="90000"/>
              </a:lnSpc>
              <a:spcBef>
                <a:spcPts val="0"/>
              </a:spcBef>
              <a:spcAft>
                <a:spcPts val="1200"/>
              </a:spcAft>
              <a:buSzPct val="90000"/>
              <a:buFont typeface="Wingdings" panose="05000000000000000000" pitchFamily="2" charset="2"/>
              <a:buNone/>
              <a:defRPr sz="2000" kern="1200" baseline="0">
                <a:solidFill>
                  <a:schemeClr val="tx1"/>
                </a:solidFill>
                <a:latin typeface="Amazon Ember Display" panose="020F0603020204020204" pitchFamily="34" charset="0"/>
                <a:ea typeface="+mn-ea"/>
                <a:cs typeface="+mn-cs"/>
              </a:defRPr>
            </a:lvl2pPr>
            <a:lvl3pPr marL="914400" indent="0" algn="ctr" defTabSz="914400" rtl="0" eaLnBrk="1" latinLnBrk="0" hangingPunct="1">
              <a:lnSpc>
                <a:spcPct val="90000"/>
              </a:lnSpc>
              <a:spcBef>
                <a:spcPts val="0"/>
              </a:spcBef>
              <a:spcAft>
                <a:spcPts val="1200"/>
              </a:spcAft>
              <a:buFont typeface="Amazon Ember" panose="020B0603020204020204" pitchFamily="34" charset="0"/>
              <a:buNone/>
              <a:defRPr sz="1800" kern="1200" baseline="0">
                <a:solidFill>
                  <a:schemeClr val="tx1"/>
                </a:solidFill>
                <a:latin typeface="Amazon Ember Display" panose="020F0603020204020204" pitchFamily="34" charset="0"/>
                <a:ea typeface="+mn-ea"/>
                <a:cs typeface="+mn-cs"/>
              </a:defRPr>
            </a:lvl3pPr>
            <a:lvl4pPr marL="1371600" indent="0" algn="ctr" defTabSz="914400" rtl="0" eaLnBrk="1" latinLnBrk="0" hangingPunct="1">
              <a:lnSpc>
                <a:spcPct val="90000"/>
              </a:lnSpc>
              <a:spcBef>
                <a:spcPts val="0"/>
              </a:spcBef>
              <a:spcAft>
                <a:spcPts val="1200"/>
              </a:spcAft>
              <a:buFont typeface="Arial" panose="020B0604020202020204" pitchFamily="34" charset="0"/>
              <a:buNone/>
              <a:defRPr sz="1600" kern="1200" baseline="0">
                <a:solidFill>
                  <a:schemeClr val="tx1"/>
                </a:solidFill>
                <a:latin typeface="Amazon Ember Display" panose="020F0603020204020204" pitchFamily="34" charset="0"/>
                <a:ea typeface="+mn-ea"/>
                <a:cs typeface="+mn-cs"/>
              </a:defRPr>
            </a:lvl4pPr>
            <a:lvl5pPr marL="1828800" indent="0" algn="ctr" defTabSz="914400" rtl="0" eaLnBrk="1" latinLnBrk="0" hangingPunct="1">
              <a:lnSpc>
                <a:spcPct val="90000"/>
              </a:lnSpc>
              <a:spcBef>
                <a:spcPts val="0"/>
              </a:spcBef>
              <a:spcAft>
                <a:spcPts val="1200"/>
              </a:spcAft>
              <a:buFont typeface="Arial" panose="020B0604020202020204" pitchFamily="34" charset="0"/>
              <a:buNone/>
              <a:defRPr sz="1600" kern="1200" baseline="0">
                <a:solidFill>
                  <a:schemeClr val="tx1"/>
                </a:solidFill>
                <a:latin typeface="Amazon Ember Display" panose="020F0603020204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i="1" dirty="0"/>
              <a:t>March 2026</a:t>
            </a:r>
          </a:p>
        </p:txBody>
      </p:sp>
    </p:spTree>
    <p:extLst>
      <p:ext uri="{BB962C8B-B14F-4D97-AF65-F5344CB8AC3E}">
        <p14:creationId xmlns:p14="http://schemas.microsoft.com/office/powerpoint/2010/main" val="127954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Agenda</a:t>
            </a:r>
          </a:p>
        </p:txBody>
      </p:sp>
      <p:sp>
        <p:nvSpPr>
          <p:cNvPr id="10" name="Content Placeholder 9"/>
          <p:cNvSpPr>
            <a:spLocks noGrp="1"/>
          </p:cNvSpPr>
          <p:nvPr>
            <p:ph type="body" sz="quarter" idx="10"/>
          </p:nvPr>
        </p:nvSpPr>
        <p:spPr>
          <a:xfrm>
            <a:off x="609600" y="1546663"/>
            <a:ext cx="10972800" cy="1661993"/>
          </a:xfrm>
        </p:spPr>
        <p:txBody>
          <a:bodyPr/>
          <a:lstStyle/>
          <a:p>
            <a:pPr marL="342900" indent="-342900">
              <a:lnSpc>
                <a:spcPct val="100000"/>
              </a:lnSpc>
              <a:spcAft>
                <a:spcPts val="1800"/>
              </a:spcAft>
              <a:buClr>
                <a:schemeClr val="accent2"/>
              </a:buClr>
              <a:buFont typeface="Arial" panose="020B0604020202020204" pitchFamily="34" charset="0"/>
              <a:buChar char="•"/>
            </a:pPr>
            <a:r>
              <a:rPr lang="en-US" dirty="0">
                <a:latin typeface="Amazon Ember" panose="020B0603020204020204" pitchFamily="34" charset="0"/>
                <a:ea typeface="Amazon Ember" panose="020B0603020204020204" pitchFamily="34" charset="0"/>
                <a:cs typeface="Amazon Ember" panose="020B0603020204020204" pitchFamily="34" charset="0"/>
              </a:rPr>
              <a:t>Overview(Scope)</a:t>
            </a:r>
          </a:p>
          <a:p>
            <a:pPr marL="342900" indent="-342900">
              <a:lnSpc>
                <a:spcPct val="100000"/>
              </a:lnSpc>
              <a:spcAft>
                <a:spcPts val="1800"/>
              </a:spcAft>
              <a:buClr>
                <a:schemeClr val="accent2"/>
              </a:buClr>
              <a:buFont typeface="Arial" panose="020B0604020202020204" pitchFamily="34" charset="0"/>
              <a:buChar char="•"/>
            </a:pPr>
            <a:r>
              <a:rPr lang="en-US" dirty="0">
                <a:latin typeface="Amazon Ember" panose="020B0603020204020204" pitchFamily="34" charset="0"/>
                <a:ea typeface="Amazon Ember" panose="020B0603020204020204" pitchFamily="34" charset="0"/>
                <a:cs typeface="Amazon Ember" panose="020B0603020204020204" pitchFamily="34" charset="0"/>
              </a:rPr>
              <a:t>Recommendations</a:t>
            </a:r>
          </a:p>
          <a:p>
            <a:pPr marL="342900" indent="-342900">
              <a:lnSpc>
                <a:spcPct val="100000"/>
              </a:lnSpc>
              <a:spcAft>
                <a:spcPts val="1800"/>
              </a:spcAft>
              <a:buClr>
                <a:schemeClr val="accent2"/>
              </a:buClr>
              <a:buFont typeface="Arial" panose="020B0604020202020204" pitchFamily="34" charset="0"/>
              <a:buChar char="•"/>
            </a:pPr>
            <a:r>
              <a:rPr lang="en-US" dirty="0"/>
              <a:t>Next Steps</a:t>
            </a:r>
          </a:p>
        </p:txBody>
      </p:sp>
    </p:spTree>
    <p:extLst>
      <p:ext uri="{BB962C8B-B14F-4D97-AF65-F5344CB8AC3E}">
        <p14:creationId xmlns:p14="http://schemas.microsoft.com/office/powerpoint/2010/main" val="84180289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7ADA-FD8A-FA4A-8BA4-CFE6C8A04D41}"/>
              </a:ext>
            </a:extLst>
          </p:cNvPr>
          <p:cNvSpPr>
            <a:spLocks noGrp="1"/>
          </p:cNvSpPr>
          <p:nvPr>
            <p:ph type="ctrTitle"/>
          </p:nvPr>
        </p:nvSpPr>
        <p:spPr>
          <a:xfrm>
            <a:off x="571498" y="3050435"/>
            <a:ext cx="6460999" cy="757130"/>
          </a:xfrm>
        </p:spPr>
        <p:txBody>
          <a:bodyPr/>
          <a:lstStyle/>
          <a:p>
            <a:r>
              <a:rPr lang="en-US" dirty="0"/>
              <a:t>Overview</a:t>
            </a:r>
          </a:p>
        </p:txBody>
      </p:sp>
    </p:spTree>
    <p:extLst>
      <p:ext uri="{BB962C8B-B14F-4D97-AF65-F5344CB8AC3E}">
        <p14:creationId xmlns:p14="http://schemas.microsoft.com/office/powerpoint/2010/main" val="226276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872646F-917A-417B-8151-73F6E0C6A951}"/>
              </a:ext>
            </a:extLst>
          </p:cNvPr>
          <p:cNvSpPr txBox="1">
            <a:spLocks/>
          </p:cNvSpPr>
          <p:nvPr/>
        </p:nvSpPr>
        <p:spPr>
          <a:xfrm>
            <a:off x="171852" y="0"/>
            <a:ext cx="11258550" cy="727655"/>
          </a:xfrm>
          <a:prstGeom prst="rect">
            <a:avLst/>
          </a:prstGeom>
        </p:spPr>
        <p:txBody>
          <a:bodyPr vert="horz" lIns="152400" tIns="121920" rIns="152400" bIns="121920" rtlCol="0" anchor="t">
            <a:noAutofit/>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sz="3167" dirty="0"/>
              <a:t>Block Storage Volumes Overview</a:t>
            </a:r>
          </a:p>
        </p:txBody>
      </p:sp>
      <p:graphicFrame>
        <p:nvGraphicFramePr>
          <p:cNvPr id="12" name="Table 5">
            <a:extLst>
              <a:ext uri="{FF2B5EF4-FFF2-40B4-BE49-F238E27FC236}">
                <a16:creationId xmlns:a16="http://schemas.microsoft.com/office/drawing/2014/main" id="{E3B69612-15FD-4003-9092-535AAA838C25}"/>
              </a:ext>
            </a:extLst>
          </p:cNvPr>
          <p:cNvGraphicFramePr>
            <a:graphicFrameLocks noGrp="1"/>
          </p:cNvGraphicFramePr>
          <p:nvPr>
            <p:extLst>
              <p:ext uri="{D42A27DB-BD31-4B8C-83A1-F6EECF244321}">
                <p14:modId xmlns:p14="http://schemas.microsoft.com/office/powerpoint/2010/main" val="860998341"/>
              </p:ext>
            </p:extLst>
          </p:nvPr>
        </p:nvGraphicFramePr>
        <p:xfrm>
          <a:off x="230395" y="807639"/>
          <a:ext cx="11647281" cy="1799183"/>
        </p:xfrm>
        <a:graphic>
          <a:graphicData uri="http://schemas.openxmlformats.org/drawingml/2006/table">
            <a:tbl>
              <a:tblPr firstRow="1" bandRow="1">
                <a:tableStyleId>{FABFCF23-3B69-468F-B69F-88F6DE6A72F2}</a:tableStyleId>
              </a:tblPr>
              <a:tblGrid>
                <a:gridCol w="2288743">
                  <a:extLst>
                    <a:ext uri="{9D8B030D-6E8A-4147-A177-3AD203B41FA5}">
                      <a16:colId xmlns:a16="http://schemas.microsoft.com/office/drawing/2014/main" val="2263421791"/>
                    </a:ext>
                  </a:extLst>
                </a:gridCol>
                <a:gridCol w="2288743">
                  <a:extLst>
                    <a:ext uri="{9D8B030D-6E8A-4147-A177-3AD203B41FA5}">
                      <a16:colId xmlns:a16="http://schemas.microsoft.com/office/drawing/2014/main" val="132357056"/>
                    </a:ext>
                  </a:extLst>
                </a:gridCol>
                <a:gridCol w="2288743">
                  <a:extLst>
                    <a:ext uri="{9D8B030D-6E8A-4147-A177-3AD203B41FA5}">
                      <a16:colId xmlns:a16="http://schemas.microsoft.com/office/drawing/2014/main" val="920598819"/>
                    </a:ext>
                  </a:extLst>
                </a:gridCol>
                <a:gridCol w="2619263">
                  <a:extLst>
                    <a:ext uri="{9D8B030D-6E8A-4147-A177-3AD203B41FA5}">
                      <a16:colId xmlns:a16="http://schemas.microsoft.com/office/drawing/2014/main" val="1422879517"/>
                    </a:ext>
                  </a:extLst>
                </a:gridCol>
                <a:gridCol w="2161789">
                  <a:extLst>
                    <a:ext uri="{9D8B030D-6E8A-4147-A177-3AD203B41FA5}">
                      <a16:colId xmlns:a16="http://schemas.microsoft.com/office/drawing/2014/main" val="377676165"/>
                    </a:ext>
                  </a:extLst>
                </a:gridCol>
              </a:tblGrid>
              <a:tr h="790111">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Volume Type-</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Total Volumes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In Scope</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Total Provisioned Capacity (GB)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Total Used Capacity (GB)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907481306"/>
                  </a:ext>
                </a:extLst>
              </a:tr>
              <a:tr h="504536">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Virtual Machine Volumes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3,038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3,038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fontAlgn="b"/>
                      <a:r>
                        <a:rPr lang="en-US" sz="1100" b="0" kern="1200" dirty="0">
                          <a:solidFill>
                            <a:schemeClr val="tx1"/>
                          </a:solidFill>
                          <a:latin typeface="+mn-lt"/>
                          <a:ea typeface="Amazon Ember" panose="020B0603020204020204" pitchFamily="34" charset="0"/>
                          <a:cs typeface="Amazon Ember" panose="020B0603020204020204" pitchFamily="34" charset="0"/>
                        </a:rPr>
                        <a:t>1,261,914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b="0" kern="1200" dirty="0">
                          <a:solidFill>
                            <a:schemeClr val="tx1"/>
                          </a:solidFill>
                          <a:latin typeface="+mn-lt"/>
                          <a:ea typeface="Amazon Ember" panose="020B0603020204020204" pitchFamily="34" charset="0"/>
                          <a:cs typeface="Amazon Ember" panose="020B0603020204020204" pitchFamily="34" charset="0"/>
                        </a:rPr>
                        <a:t>758,059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439650"/>
                  </a:ext>
                </a:extLst>
              </a:tr>
              <a:tr h="504536">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Physical/Bare Metal Volumes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fontAlgn="b"/>
                      <a:r>
                        <a:rPr lang="en-US" sz="1100" b="0" kern="1200" dirty="0">
                          <a:solidFill>
                            <a:schemeClr val="tx1"/>
                          </a:solidFill>
                          <a:latin typeface="+mn-lt"/>
                          <a:ea typeface="Amazon Ember" panose="020B0603020204020204" pitchFamily="34" charset="0"/>
                          <a:cs typeface="Amazon Ember" panose="020B0603020204020204"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b="0" kern="1200" dirty="0">
                          <a:solidFill>
                            <a:schemeClr val="tx1"/>
                          </a:solidFill>
                          <a:latin typeface="+mn-lt"/>
                          <a:ea typeface="Amazon Ember" panose="020B0603020204020204" pitchFamily="34" charset="0"/>
                          <a:cs typeface="Amazon Ember" panose="020B0603020204020204" pitchFamily="34"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0987428"/>
                  </a:ext>
                </a:extLst>
              </a:tr>
            </a:tbl>
          </a:graphicData>
        </a:graphic>
      </p:graphicFrame>
      <p:graphicFrame>
        <p:nvGraphicFramePr>
          <p:cNvPr id="5" name="Table 5">
            <a:extLst>
              <a:ext uri="{FF2B5EF4-FFF2-40B4-BE49-F238E27FC236}">
                <a16:creationId xmlns:a16="http://schemas.microsoft.com/office/drawing/2014/main" id="{59DE114B-14CB-4F04-B2F8-7AA6ADC77012}"/>
              </a:ext>
            </a:extLst>
          </p:cNvPr>
          <p:cNvGraphicFramePr>
            <a:graphicFrameLocks noGrp="1"/>
          </p:cNvGraphicFramePr>
          <p:nvPr>
            <p:extLst>
              <p:ext uri="{D42A27DB-BD31-4B8C-83A1-F6EECF244321}">
                <p14:modId xmlns:p14="http://schemas.microsoft.com/office/powerpoint/2010/main" val="2724086774"/>
              </p:ext>
            </p:extLst>
          </p:nvPr>
        </p:nvGraphicFramePr>
        <p:xfrm>
          <a:off x="230395" y="3124956"/>
          <a:ext cx="9961356" cy="2443086"/>
        </p:xfrm>
        <a:graphic>
          <a:graphicData uri="http://schemas.openxmlformats.org/drawingml/2006/table">
            <a:tbl>
              <a:tblPr firstRow="1" bandRow="1">
                <a:tableStyleId>{2D5ABB26-0587-4C30-8999-92F81FD0307C}</a:tableStyleId>
              </a:tblPr>
              <a:tblGrid>
                <a:gridCol w="9961356">
                  <a:extLst>
                    <a:ext uri="{9D8B030D-6E8A-4147-A177-3AD203B41FA5}">
                      <a16:colId xmlns:a16="http://schemas.microsoft.com/office/drawing/2014/main" val="3162983377"/>
                    </a:ext>
                  </a:extLst>
                </a:gridCol>
              </a:tblGrid>
              <a:tr h="313656">
                <a:tc>
                  <a:txBody>
                    <a:bodyPr/>
                    <a:lstStyle/>
                    <a:p>
                      <a:r>
                        <a:rPr lang="en-GB" dirty="0">
                          <a:solidFill>
                            <a:schemeClr val="tx1"/>
                          </a:solidFill>
                        </a:rPr>
                        <a:t>Discovery Details and Mapping Considerations</a:t>
                      </a:r>
                    </a:p>
                  </a:txBody>
                  <a:tcPr/>
                </a:tc>
                <a:extLst>
                  <a:ext uri="{0D108BD9-81ED-4DB2-BD59-A6C34878D82A}">
                    <a16:rowId xmlns:a16="http://schemas.microsoft.com/office/drawing/2014/main" val="2152325458"/>
                  </a:ext>
                </a:extLst>
              </a:tr>
              <a:tr h="705726">
                <a:tc>
                  <a:txBody>
                    <a:bodyPr/>
                    <a:lstStyle/>
                    <a:p>
                      <a:pPr marL="171450" indent="-171450" algn="l">
                        <a:buFont typeface="Arial" panose="020B0604020202020204" pitchFamily="34" charset="0"/>
                        <a:buChar char="•"/>
                      </a:pPr>
                      <a:r>
                        <a:rPr lang="en-GB" sz="1200" b="1" kern="1200" dirty="0">
                          <a:solidFill>
                            <a:schemeClr val="tx1"/>
                          </a:solidFill>
                        </a:rPr>
                        <a:t>Discovery Tool </a:t>
                      </a:r>
                      <a:r>
                        <a:rPr lang="en-GB" sz="1200" kern="1200" dirty="0">
                          <a:solidFill>
                            <a:schemeClr val="tx1"/>
                          </a:solidFill>
                        </a:rPr>
                        <a:t>: Flat-File </a:t>
                      </a:r>
                    </a:p>
                    <a:p>
                      <a:pPr marL="171450" indent="-171450" algn="l">
                        <a:buFont typeface="Arial" panose="020B0604020202020204" pitchFamily="34" charset="0"/>
                        <a:buChar char="•"/>
                      </a:pPr>
                      <a:r>
                        <a:rPr lang="en-GB" sz="1200" b="1" kern="1200" dirty="0">
                          <a:solidFill>
                            <a:schemeClr val="tx1"/>
                          </a:solidFill>
                        </a:rPr>
                        <a:t>SAN Array/s </a:t>
                      </a:r>
                      <a:r>
                        <a:rPr lang="en-GB" sz="1200" kern="1200" dirty="0">
                          <a:solidFill>
                            <a:schemeClr val="tx1"/>
                          </a:solidFill>
                        </a:rPr>
                        <a:t>: Block</a:t>
                      </a:r>
                    </a:p>
                    <a:p>
                      <a:pPr marL="171450" indent="-171450" algn="l">
                        <a:buFont typeface="Arial" panose="020B0604020202020204" pitchFamily="34" charset="0"/>
                        <a:buChar char="•"/>
                      </a:pPr>
                      <a:r>
                        <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Region: eu-west-1</a:t>
                      </a:r>
                    </a:p>
                  </a:txBody>
                  <a:tcPr/>
                </a:tc>
                <a:extLst>
                  <a:ext uri="{0D108BD9-81ED-4DB2-BD59-A6C34878D82A}">
                    <a16:rowId xmlns:a16="http://schemas.microsoft.com/office/drawing/2014/main" val="2048966592"/>
                  </a:ext>
                </a:extLst>
              </a:tr>
              <a:tr h="1167964">
                <a:tc>
                  <a:txBody>
                    <a:bodyPr/>
                    <a:lstStyle/>
                    <a:p>
                      <a:pPr marL="171450" indent="-171450" algn="l">
                        <a:buFont typeface="Arial" panose="020B0604020202020204" pitchFamily="34" charset="0"/>
                        <a:buChar char="•"/>
                      </a:pPr>
                      <a:r>
                        <a:rPr lang="en-GB" sz="1200" kern="1200" dirty="0">
                          <a:solidFill>
                            <a:schemeClr val="tx1"/>
                          </a:solidFill>
                        </a:rPr>
                        <a:t>Block Volumes are mapped to Amazon EBS and Amazon </a:t>
                      </a:r>
                      <a:r>
                        <a:rPr lang="en-GB" sz="1200" kern="1200" dirty="0" err="1">
                          <a:solidFill>
                            <a:schemeClr val="tx1"/>
                          </a:solidFill>
                        </a:rPr>
                        <a:t>FSxN</a:t>
                      </a:r>
                      <a:endParaRPr lang="en-GB" sz="1200" kern="1200" dirty="0">
                        <a:solidFill>
                          <a:schemeClr val="tx1"/>
                        </a:solidFill>
                      </a:endParaRPr>
                    </a:p>
                    <a:p>
                      <a:pPr marL="628650" lvl="1" indent="-171450" algn="l">
                        <a:buFont typeface="Arial" panose="020B0604020202020204" pitchFamily="34" charset="0"/>
                        <a:buChar char="•"/>
                      </a:pPr>
                      <a:r>
                        <a:rPr lang="en-GB" sz="1200" kern="1200" dirty="0">
                          <a:solidFill>
                            <a:schemeClr val="tx1"/>
                          </a:solidFill>
                        </a:rPr>
                        <a:t>Boot Volumes are mapped to Amazon EBS GP3</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solidFill>
                            <a:prstClr val="white"/>
                          </a:solidFill>
                          <a:latin typeface="+mn-lt"/>
                        </a:rPr>
                        <a:t>30GB of boot disks considered for all in scope servers for directional costing </a:t>
                      </a:r>
                    </a:p>
                    <a:p>
                      <a:pPr marL="171450" indent="-171450" algn="l">
                        <a:buFont typeface="Arial" panose="020B0604020202020204" pitchFamily="34" charset="0"/>
                        <a:buChar char="•"/>
                      </a:pPr>
                      <a:r>
                        <a:rPr lang="en-GB" sz="1200" kern="1200" dirty="0">
                          <a:solidFill>
                            <a:schemeClr val="tx1"/>
                          </a:solidFill>
                        </a:rPr>
                        <a:t>Detailed Volume level mapping is shared in a separate excel sheet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rPr>
                        <a:t>Physical/Bare metal volumes are ones which are allocated to Physical Servers or as RDMs to Virtual Machines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solidFill>
                            <a:prstClr val="white"/>
                          </a:solidFill>
                          <a:latin typeface="+mn-lt"/>
                        </a:rPr>
                        <a:t>If Used Size is &lt;30GB, only boot disk is mapped</a:t>
                      </a:r>
                      <a:endParaRPr lang="en-GB" sz="1200" kern="1200" dirty="0">
                        <a:solidFill>
                          <a:schemeClr val="tx1"/>
                        </a:solidFill>
                      </a:endParaRPr>
                    </a:p>
                    <a:p>
                      <a:pPr marL="171450" indent="-171450" algn="l">
                        <a:buFont typeface="Arial" panose="020B0604020202020204" pitchFamily="34" charset="0"/>
                        <a:buChar char="•"/>
                      </a:pPr>
                      <a:r>
                        <a:rPr lang="en-GB" sz="1200" kern="1200" dirty="0">
                          <a:solidFill>
                            <a:schemeClr val="tx1"/>
                          </a:solidFill>
                        </a:rPr>
                        <a:t>Please check the “</a:t>
                      </a:r>
                      <a:r>
                        <a:rPr lang="en-US" sz="1200" dirty="0"/>
                        <a:t>Block Storage Volumes Split “ slide for split between Amazon EBS and </a:t>
                      </a:r>
                      <a:r>
                        <a:rPr lang="en-US" sz="1200" dirty="0" err="1"/>
                        <a:t>FSxN</a:t>
                      </a:r>
                      <a:endParaRPr lang="en-GB" sz="1200" kern="1200" dirty="0">
                        <a:solidFill>
                          <a:schemeClr val="tx1"/>
                        </a:solidFill>
                      </a:endParaRPr>
                    </a:p>
                  </a:txBody>
                  <a:tcPr/>
                </a:tc>
                <a:extLst>
                  <a:ext uri="{0D108BD9-81ED-4DB2-BD59-A6C34878D82A}">
                    <a16:rowId xmlns:a16="http://schemas.microsoft.com/office/drawing/2014/main" val="2381336661"/>
                  </a:ext>
                </a:extLst>
              </a:tr>
            </a:tbl>
          </a:graphicData>
        </a:graphic>
      </p:graphicFrame>
    </p:spTree>
    <p:extLst>
      <p:ext uri="{BB962C8B-B14F-4D97-AF65-F5344CB8AC3E}">
        <p14:creationId xmlns:p14="http://schemas.microsoft.com/office/powerpoint/2010/main" val="263078777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872646F-917A-417B-8151-73F6E0C6A951}"/>
              </a:ext>
            </a:extLst>
          </p:cNvPr>
          <p:cNvSpPr txBox="1">
            <a:spLocks/>
          </p:cNvSpPr>
          <p:nvPr/>
        </p:nvSpPr>
        <p:spPr>
          <a:xfrm>
            <a:off x="171852" y="0"/>
            <a:ext cx="11258550" cy="727655"/>
          </a:xfrm>
          <a:prstGeom prst="rect">
            <a:avLst/>
          </a:prstGeom>
        </p:spPr>
        <p:txBody>
          <a:bodyPr vert="horz" lIns="152400" tIns="121920" rIns="152400" bIns="121920" rtlCol="0" anchor="t">
            <a:noAutofit/>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sz="3167" dirty="0"/>
              <a:t>Block Storage Volumes Split – EBS and </a:t>
            </a:r>
            <a:r>
              <a:rPr lang="en-US" sz="3167" dirty="0" err="1"/>
              <a:t>FSxN</a:t>
            </a:r>
            <a:endParaRPr lang="en-US" sz="3167" dirty="0"/>
          </a:p>
        </p:txBody>
      </p:sp>
      <p:graphicFrame>
        <p:nvGraphicFramePr>
          <p:cNvPr id="12" name="Table 5">
            <a:extLst>
              <a:ext uri="{FF2B5EF4-FFF2-40B4-BE49-F238E27FC236}">
                <a16:creationId xmlns:a16="http://schemas.microsoft.com/office/drawing/2014/main" id="{E3B69612-15FD-4003-9092-535AAA838C25}"/>
              </a:ext>
            </a:extLst>
          </p:cNvPr>
          <p:cNvGraphicFramePr>
            <a:graphicFrameLocks noGrp="1"/>
          </p:cNvGraphicFramePr>
          <p:nvPr>
            <p:extLst>
              <p:ext uri="{D42A27DB-BD31-4B8C-83A1-F6EECF244321}">
                <p14:modId xmlns:p14="http://schemas.microsoft.com/office/powerpoint/2010/main" val="388255688"/>
              </p:ext>
            </p:extLst>
          </p:nvPr>
        </p:nvGraphicFramePr>
        <p:xfrm>
          <a:off x="230394" y="807639"/>
          <a:ext cx="11258549" cy="1799183"/>
        </p:xfrm>
        <a:graphic>
          <a:graphicData uri="http://schemas.openxmlformats.org/drawingml/2006/table">
            <a:tbl>
              <a:tblPr firstRow="1" bandRow="1">
                <a:tableStyleId>{FABFCF23-3B69-468F-B69F-88F6DE6A72F2}</a:tableStyleId>
              </a:tblPr>
              <a:tblGrid>
                <a:gridCol w="2212355">
                  <a:extLst>
                    <a:ext uri="{9D8B030D-6E8A-4147-A177-3AD203B41FA5}">
                      <a16:colId xmlns:a16="http://schemas.microsoft.com/office/drawing/2014/main" val="2263421791"/>
                    </a:ext>
                  </a:extLst>
                </a:gridCol>
                <a:gridCol w="2212355">
                  <a:extLst>
                    <a:ext uri="{9D8B030D-6E8A-4147-A177-3AD203B41FA5}">
                      <a16:colId xmlns:a16="http://schemas.microsoft.com/office/drawing/2014/main" val="132357056"/>
                    </a:ext>
                  </a:extLst>
                </a:gridCol>
                <a:gridCol w="2212355">
                  <a:extLst>
                    <a:ext uri="{9D8B030D-6E8A-4147-A177-3AD203B41FA5}">
                      <a16:colId xmlns:a16="http://schemas.microsoft.com/office/drawing/2014/main" val="920598819"/>
                    </a:ext>
                  </a:extLst>
                </a:gridCol>
                <a:gridCol w="2531845">
                  <a:extLst>
                    <a:ext uri="{9D8B030D-6E8A-4147-A177-3AD203B41FA5}">
                      <a16:colId xmlns:a16="http://schemas.microsoft.com/office/drawing/2014/main" val="1422879517"/>
                    </a:ext>
                  </a:extLst>
                </a:gridCol>
                <a:gridCol w="2089639">
                  <a:extLst>
                    <a:ext uri="{9D8B030D-6E8A-4147-A177-3AD203B41FA5}">
                      <a16:colId xmlns:a16="http://schemas.microsoft.com/office/drawing/2014/main" val="377676165"/>
                    </a:ext>
                  </a:extLst>
                </a:gridCol>
              </a:tblGrid>
              <a:tr h="790111">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Service Mapping</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Total Volumes</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In Scope</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Total Provisioned Capacity (GB)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ctr"/>
                      <a:r>
                        <a:rPr lang="en-US" sz="1100" b="1" kern="1200" dirty="0">
                          <a:solidFill>
                            <a:schemeClr val="tx1"/>
                          </a:solidFill>
                          <a:latin typeface="+mj-lt"/>
                          <a:ea typeface="Amazon Ember" panose="020B0603020204020204" pitchFamily="34" charset="0"/>
                          <a:cs typeface="Amazon Ember" panose="020B0603020204020204" pitchFamily="34" charset="0"/>
                        </a:rPr>
                        <a:t>Total Used Capacity (GB) </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907481306"/>
                  </a:ext>
                </a:extLst>
              </a:tr>
              <a:tr h="504536">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Amazon EBS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2,966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2,966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fontAlgn="b"/>
                      <a:r>
                        <a:rPr lang="en-US" sz="1100" b="0" kern="1200" dirty="0">
                          <a:solidFill>
                            <a:schemeClr val="tx1"/>
                          </a:solidFill>
                          <a:latin typeface="+mn-lt"/>
                          <a:ea typeface="Amazon Ember" panose="020B0603020204020204" pitchFamily="34" charset="0"/>
                          <a:cs typeface="Amazon Ember" panose="020B0603020204020204" pitchFamily="34" charset="0"/>
                        </a:rPr>
                        <a:t>351,013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b="0" kern="1200" dirty="0">
                          <a:solidFill>
                            <a:schemeClr val="tx1"/>
                          </a:solidFill>
                          <a:latin typeface="+mn-lt"/>
                          <a:ea typeface="Amazon Ember" panose="020B0603020204020204" pitchFamily="34" charset="0"/>
                          <a:cs typeface="Amazon Ember" panose="020B0603020204020204" pitchFamily="34" charset="0"/>
                        </a:rPr>
                        <a:t>154,173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439650"/>
                  </a:ext>
                </a:extLst>
              </a:tr>
              <a:tr h="504536">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Amazon </a:t>
                      </a:r>
                      <a:r>
                        <a:rPr lang="en-US" sz="1100" b="0" kern="1200" dirty="0" err="1">
                          <a:solidFill>
                            <a:schemeClr val="tx1"/>
                          </a:solidFill>
                          <a:latin typeface="+mn-lt"/>
                          <a:ea typeface="Amazon Ember" panose="020B0603020204020204" pitchFamily="34" charset="0"/>
                          <a:cs typeface="Amazon Ember" panose="020B0603020204020204" pitchFamily="34" charset="0"/>
                        </a:rPr>
                        <a:t>FSxN</a:t>
                      </a:r>
                      <a:endParaRPr lang="en-US" sz="1100" b="0" kern="1200" dirty="0">
                        <a:solidFill>
                          <a:schemeClr val="tx1"/>
                        </a:solidFill>
                        <a:latin typeface="+mn-lt"/>
                        <a:ea typeface="Amazon Ember" panose="020B0603020204020204" pitchFamily="34" charset="0"/>
                        <a:cs typeface="Amazon Ember" panose="020B0603020204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731520" rtl="0" eaLnBrk="1" fontAlgn="b" latinLnBrk="0" hangingPunct="1">
                        <a:lnSpc>
                          <a:spcPct val="100000"/>
                        </a:lnSpc>
                        <a:spcBef>
                          <a:spcPts val="0"/>
                        </a:spcBef>
                        <a:spcAft>
                          <a:spcPts val="0"/>
                        </a:spcAft>
                        <a:buClrTx/>
                        <a:buSzTx/>
                        <a:buFontTx/>
                        <a:buNone/>
                        <a:tabLst/>
                        <a:defRPr/>
                      </a:pPr>
                      <a:r>
                        <a:rPr lang="en-US" sz="1100" b="0" kern="1200" dirty="0">
                          <a:solidFill>
                            <a:schemeClr val="tx1"/>
                          </a:solidFill>
                          <a:latin typeface="+mn-lt"/>
                          <a:ea typeface="Amazon Ember" panose="020B0603020204020204" pitchFamily="34" charset="0"/>
                          <a:cs typeface="Amazon Ember" panose="020B0603020204020204" pitchFamily="34" charset="0"/>
                        </a:rPr>
                        <a:t>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fontAlgn="b"/>
                      <a:r>
                        <a:rPr lang="en-US" sz="1100" b="0" kern="1200" dirty="0">
                          <a:solidFill>
                            <a:schemeClr val="tx1"/>
                          </a:solidFill>
                          <a:latin typeface="+mn-lt"/>
                          <a:ea typeface="Amazon Ember" panose="020B0603020204020204" pitchFamily="34" charset="0"/>
                          <a:cs typeface="Amazon Ember" panose="020B0603020204020204" pitchFamily="34" charset="0"/>
                        </a:rPr>
                        <a:t>910,900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100" b="0" kern="1200" dirty="0">
                          <a:solidFill>
                            <a:schemeClr val="tx1"/>
                          </a:solidFill>
                          <a:latin typeface="+mn-lt"/>
                          <a:ea typeface="Amazon Ember" panose="020B0603020204020204" pitchFamily="34" charset="0"/>
                          <a:cs typeface="Amazon Ember" panose="020B0603020204020204" pitchFamily="34" charset="0"/>
                        </a:rPr>
                        <a:t>603,886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0987428"/>
                  </a:ext>
                </a:extLst>
              </a:tr>
            </a:tbl>
          </a:graphicData>
        </a:graphic>
      </p:graphicFrame>
      <p:graphicFrame>
        <p:nvGraphicFramePr>
          <p:cNvPr id="5" name="Table 5">
            <a:extLst>
              <a:ext uri="{FF2B5EF4-FFF2-40B4-BE49-F238E27FC236}">
                <a16:creationId xmlns:a16="http://schemas.microsoft.com/office/drawing/2014/main" id="{59DE114B-14CB-4F04-B2F8-7AA6ADC77012}"/>
              </a:ext>
            </a:extLst>
          </p:cNvPr>
          <p:cNvGraphicFramePr>
            <a:graphicFrameLocks noGrp="1"/>
          </p:cNvGraphicFramePr>
          <p:nvPr>
            <p:extLst>
              <p:ext uri="{D42A27DB-BD31-4B8C-83A1-F6EECF244321}">
                <p14:modId xmlns:p14="http://schemas.microsoft.com/office/powerpoint/2010/main" val="3316472263"/>
              </p:ext>
            </p:extLst>
          </p:nvPr>
        </p:nvGraphicFramePr>
        <p:xfrm>
          <a:off x="230395" y="3020181"/>
          <a:ext cx="8410266" cy="2926080"/>
        </p:xfrm>
        <a:graphic>
          <a:graphicData uri="http://schemas.openxmlformats.org/drawingml/2006/table">
            <a:tbl>
              <a:tblPr firstRow="1" bandRow="1">
                <a:tableStyleId>{2D5ABB26-0587-4C30-8999-92F81FD0307C}</a:tableStyleId>
              </a:tblPr>
              <a:tblGrid>
                <a:gridCol w="8410266">
                  <a:extLst>
                    <a:ext uri="{9D8B030D-6E8A-4147-A177-3AD203B41FA5}">
                      <a16:colId xmlns:a16="http://schemas.microsoft.com/office/drawing/2014/main" val="3162983377"/>
                    </a:ext>
                  </a:extLst>
                </a:gridCol>
              </a:tblGrid>
              <a:tr h="320467">
                <a:tc>
                  <a:txBody>
                    <a:bodyPr/>
                    <a:lstStyle/>
                    <a:p>
                      <a:r>
                        <a:rPr lang="en-GB" dirty="0">
                          <a:solidFill>
                            <a:schemeClr val="tx1"/>
                          </a:solidFill>
                        </a:rPr>
                        <a:t>Discovery Details and Mapping Considerations</a:t>
                      </a:r>
                    </a:p>
                  </a:txBody>
                  <a:tcPr/>
                </a:tc>
                <a:extLst>
                  <a:ext uri="{0D108BD9-81ED-4DB2-BD59-A6C34878D82A}">
                    <a16:rowId xmlns:a16="http://schemas.microsoft.com/office/drawing/2014/main" val="2152325458"/>
                  </a:ext>
                </a:extLst>
              </a:tr>
              <a:tr h="776484">
                <a:tc>
                  <a:txBody>
                    <a:bodyPr/>
                    <a:lstStyle/>
                    <a:p>
                      <a:pPr marL="0" indent="0" algn="l">
                        <a:buFont typeface="Arial" panose="020B0604020202020204" pitchFamily="34" charset="0"/>
                        <a:buNone/>
                      </a:pPr>
                      <a:r>
                        <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EBS Mapping</a:t>
                      </a:r>
                    </a:p>
                    <a:p>
                      <a:pPr marL="171450" indent="-171450" algn="l">
                        <a:buFont typeface="Arial" panose="020B0604020202020204" pitchFamily="34" charset="0"/>
                        <a:buChar char="•"/>
                      </a:pPr>
                      <a:r>
                        <a:rPr lang="en-GB" sz="1200" dirty="0">
                          <a:solidFill>
                            <a:prstClr val="white"/>
                          </a:solidFill>
                          <a:latin typeface="+mn-lt"/>
                        </a:rPr>
                        <a:t>30GB of boot disks considered for all in scope servers for directional costing </a:t>
                      </a:r>
                    </a:p>
                    <a:p>
                      <a:pPr marL="171450" indent="-171450" algn="l">
                        <a:buFont typeface="Arial" panose="020B0604020202020204" pitchFamily="34" charset="0"/>
                        <a:buChar char="•"/>
                      </a:pPr>
                      <a:r>
                        <a:rPr lang="en-GB" sz="1200" kern="1200" dirty="0">
                          <a:solidFill>
                            <a:prstClr val="white"/>
                          </a:solidFill>
                          <a:latin typeface="+mn-lt"/>
                          <a:ea typeface="Amazon Ember" panose="020B0603020204020204" pitchFamily="34" charset="0"/>
                          <a:cs typeface="Amazon Ember" panose="020B0603020204020204" pitchFamily="34" charset="0"/>
                        </a:rPr>
                        <a:t>Data Disks are mapped to Amazon EBS GP3/SC1/ST1 and IO2 Block Express Based on the Capacity and Performance Requirements</a:t>
                      </a:r>
                      <a:endPar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tc>
                <a:extLst>
                  <a:ext uri="{0D108BD9-81ED-4DB2-BD59-A6C34878D82A}">
                    <a16:rowId xmlns:a16="http://schemas.microsoft.com/office/drawing/2014/main" val="862465880"/>
                  </a:ext>
                </a:extLst>
              </a:tr>
              <a:tr h="1361985">
                <a:tc>
                  <a:txBody>
                    <a:bodyPr/>
                    <a:lstStyle/>
                    <a:p>
                      <a:pPr marL="0" indent="0" algn="l">
                        <a:buFont typeface="Arial" panose="020B0604020202020204" pitchFamily="34" charset="0"/>
                        <a:buNone/>
                      </a:pPr>
                      <a:r>
                        <a:rPr lang="en-GB" sz="1200" kern="1200" dirty="0" err="1">
                          <a:solidFill>
                            <a:schemeClr val="tx1"/>
                          </a:solidFill>
                        </a:rPr>
                        <a:t>FSxN</a:t>
                      </a:r>
                      <a:r>
                        <a:rPr lang="en-GB" sz="1200" kern="1200" dirty="0">
                          <a:solidFill>
                            <a:schemeClr val="tx1"/>
                          </a:solidFill>
                        </a:rPr>
                        <a:t> Mapping</a:t>
                      </a:r>
                    </a:p>
                    <a:p>
                      <a:pPr marL="171450" indent="-171450" algn="l">
                        <a:buFont typeface="Arial" panose="020B0604020202020204" pitchFamily="34" charset="0"/>
                        <a:buChar char="•"/>
                      </a:pPr>
                      <a:r>
                        <a:rPr lang="en-GB" sz="1200" kern="1200" dirty="0">
                          <a:solidFill>
                            <a:schemeClr val="tx1"/>
                          </a:solidFill>
                        </a:rPr>
                        <a:t>Data volumes have been mapped to FSx for Netapp ONTAP</a:t>
                      </a:r>
                    </a:p>
                    <a:p>
                      <a:pPr marL="171450" indent="-171450" algn="l">
                        <a:buFont typeface="Arial" panose="020B0604020202020204" pitchFamily="34" charset="0"/>
                        <a:buChar char="•"/>
                      </a:pPr>
                      <a:r>
                        <a:rPr lang="en-GB" sz="1200" kern="1200" dirty="0">
                          <a:solidFill>
                            <a:schemeClr val="tx1"/>
                          </a:solidFill>
                        </a:rPr>
                        <a:t>Only Active Volumes are in scope of Target Mapping – Inactive Volumes have been mapped to capacity tier of FSxN</a:t>
                      </a:r>
                    </a:p>
                    <a:p>
                      <a:pPr marL="628650" lvl="1" indent="-171450" algn="l">
                        <a:buFont typeface="Arial" panose="020B0604020202020204" pitchFamily="34" charset="0"/>
                        <a:buChar char="•"/>
                      </a:pPr>
                      <a:r>
                        <a:rPr lang="en-GB" sz="1200" kern="1200" dirty="0">
                          <a:solidFill>
                            <a:schemeClr val="tx1"/>
                          </a:solidFill>
                        </a:rPr>
                        <a:t>Inactive Volumes are the ones where no IO operations were seen during the discovery period </a:t>
                      </a:r>
                    </a:p>
                    <a:p>
                      <a:pPr marL="171450" indent="-171450" algn="l">
                        <a:buFont typeface="Arial" panose="020B0604020202020204" pitchFamily="34" charset="0"/>
                        <a:buChar char="•"/>
                      </a:pPr>
                      <a:r>
                        <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If no tags on App/DB</a:t>
                      </a:r>
                    </a:p>
                    <a:p>
                      <a:pPr marL="628650" lvl="1" indent="-171450" algn="l">
                        <a:buFont typeface="Arial" panose="020B0604020202020204" pitchFamily="34" charset="0"/>
                        <a:buChar char="•"/>
                      </a:pPr>
                      <a:r>
                        <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Application Servers:</a:t>
                      </a:r>
                    </a:p>
                    <a:p>
                      <a:pPr marL="1085850" lvl="2" indent="-171450" algn="l">
                        <a:buFont typeface="Arial" panose="020B0604020202020204" pitchFamily="34" charset="0"/>
                        <a:buChar char="•"/>
                      </a:pPr>
                      <a:r>
                        <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SSD%: 25-100% (dynamic based on IOPS requirements)</a:t>
                      </a:r>
                    </a:p>
                    <a:p>
                      <a:pPr marL="628650" lvl="1" indent="-171450" algn="l">
                        <a:buFont typeface="Arial" panose="020B0604020202020204" pitchFamily="34" charset="0"/>
                        <a:buChar char="•"/>
                      </a:pPr>
                      <a:r>
                        <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Database Servers</a:t>
                      </a:r>
                    </a:p>
                    <a:p>
                      <a:pPr marL="1085850" lvl="2" indent="-171450" algn="l">
                        <a:buFont typeface="Arial" panose="020B0604020202020204" pitchFamily="34" charset="0"/>
                        <a:buChar char="•"/>
                      </a:pPr>
                      <a:r>
                        <a:rPr lang="en-GB" sz="12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SSD%: 100</a:t>
                      </a:r>
                    </a:p>
                  </a:txBody>
                  <a:tcPr/>
                </a:tc>
                <a:extLst>
                  <a:ext uri="{0D108BD9-81ED-4DB2-BD59-A6C34878D82A}">
                    <a16:rowId xmlns:a16="http://schemas.microsoft.com/office/drawing/2014/main" val="2381336661"/>
                  </a:ext>
                </a:extLst>
              </a:tr>
            </a:tbl>
          </a:graphicData>
        </a:graphic>
      </p:graphicFrame>
    </p:spTree>
    <p:extLst>
      <p:ext uri="{BB962C8B-B14F-4D97-AF65-F5344CB8AC3E}">
        <p14:creationId xmlns:p14="http://schemas.microsoft.com/office/powerpoint/2010/main" val="183154149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7ADA-FD8A-FA4A-8BA4-CFE6C8A04D41}"/>
              </a:ext>
            </a:extLst>
          </p:cNvPr>
          <p:cNvSpPr>
            <a:spLocks noGrp="1"/>
          </p:cNvSpPr>
          <p:nvPr>
            <p:ph type="ctrTitle"/>
          </p:nvPr>
        </p:nvSpPr>
        <p:spPr>
          <a:xfrm>
            <a:off x="-2469735" y="2413807"/>
            <a:ext cx="9349100" cy="757130"/>
          </a:xfrm>
        </p:spPr>
        <p:txBody>
          <a:bodyPr/>
          <a:lstStyle/>
          <a:p>
            <a:r>
              <a:rPr lang="en-GB" dirty="0"/>
              <a:t>                        Amazon EBS</a:t>
            </a:r>
            <a:endParaRPr lang="en-US" dirty="0"/>
          </a:p>
        </p:txBody>
      </p:sp>
    </p:spTree>
    <p:extLst>
      <p:ext uri="{BB962C8B-B14F-4D97-AF65-F5344CB8AC3E}">
        <p14:creationId xmlns:p14="http://schemas.microsoft.com/office/powerpoint/2010/main" val="415979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B4AAE-9C65-18BE-643E-BD85949857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F00A87-6E4D-A5A5-54A7-B70ADC8ABADE}"/>
              </a:ext>
            </a:extLst>
          </p:cNvPr>
          <p:cNvSpPr txBox="1"/>
          <p:nvPr/>
        </p:nvSpPr>
        <p:spPr>
          <a:xfrm>
            <a:off x="625308" y="2902445"/>
            <a:ext cx="348286" cy="495520"/>
          </a:xfrm>
          <a:prstGeom prst="rect">
            <a:avLst/>
          </a:prstGeom>
          <a:noFill/>
        </p:spPr>
        <p:txBody>
          <a:bodyPr wrap="square" lIns="152400" tIns="121920" rIns="152400" bIns="121920" rtlCol="0">
            <a:spAutoFit/>
          </a:bodyPr>
          <a:lstStyle/>
          <a:p>
            <a:pPr defTabSz="609551">
              <a:lnSpc>
                <a:spcPct val="90000"/>
              </a:lnSpc>
              <a:spcAft>
                <a:spcPts val="1500"/>
              </a:spcAft>
            </a:pPr>
            <a:endParaRPr lang="en-US" altLang="en-US" dirty="0">
              <a:solidFill>
                <a:srgbClr val="FFFFFF"/>
              </a:solidFill>
              <a:latin typeface="Amazon Ember"/>
            </a:endParaRPr>
          </a:p>
        </p:txBody>
      </p:sp>
      <p:sp>
        <p:nvSpPr>
          <p:cNvPr id="10" name="Title 1">
            <a:extLst>
              <a:ext uri="{FF2B5EF4-FFF2-40B4-BE49-F238E27FC236}">
                <a16:creationId xmlns:a16="http://schemas.microsoft.com/office/drawing/2014/main" id="{3A9EB5B7-9EA0-F043-6B74-0E538B0038B8}"/>
              </a:ext>
            </a:extLst>
          </p:cNvPr>
          <p:cNvSpPr txBox="1">
            <a:spLocks/>
          </p:cNvSpPr>
          <p:nvPr/>
        </p:nvSpPr>
        <p:spPr>
          <a:xfrm>
            <a:off x="466725" y="139641"/>
            <a:ext cx="11258550" cy="727655"/>
          </a:xfrm>
          <a:prstGeom prst="rect">
            <a:avLst/>
          </a:prstGeom>
        </p:spPr>
        <p:txBody>
          <a:bodyPr vert="horz" lIns="152400" tIns="121920" rIns="152400" bIns="121920" rtlCol="0" anchor="t">
            <a:noAutofit/>
          </a:bodyPr>
          <a:lstStyle>
            <a:lvl1pPr algn="l" defTabSz="731520" rtl="0" eaLnBrk="1" latinLnBrk="0" hangingPunct="1">
              <a:spcBef>
                <a:spcPct val="0"/>
              </a:spcBef>
              <a:buNone/>
              <a:defRPr sz="3800" b="1" i="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sz="3167" dirty="0"/>
              <a:t>Block Disks - Mapping to </a:t>
            </a:r>
            <a:r>
              <a:rPr lang="en-GB" sz="3200" dirty="0"/>
              <a:t>Amazon</a:t>
            </a:r>
            <a:r>
              <a:rPr lang="en-US" sz="3167" dirty="0"/>
              <a:t> EBS</a:t>
            </a:r>
          </a:p>
        </p:txBody>
      </p:sp>
      <p:sp>
        <p:nvSpPr>
          <p:cNvPr id="8" name="TextBox 7">
            <a:extLst>
              <a:ext uri="{FF2B5EF4-FFF2-40B4-BE49-F238E27FC236}">
                <a16:creationId xmlns:a16="http://schemas.microsoft.com/office/drawing/2014/main" id="{B3C5F57A-DF3D-6D14-480D-4D91A0563B6B}"/>
              </a:ext>
            </a:extLst>
          </p:cNvPr>
          <p:cNvSpPr txBox="1"/>
          <p:nvPr/>
        </p:nvSpPr>
        <p:spPr>
          <a:xfrm>
            <a:off x="309553" y="4961293"/>
            <a:ext cx="11313610" cy="144655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white"/>
                </a:solidFill>
                <a:effectLst/>
                <a:uLnTx/>
                <a:uFillTx/>
                <a:latin typeface="Amazon Ember"/>
                <a:ea typeface="+mn-ea"/>
                <a:cs typeface="+mn-cs"/>
              </a:rPr>
              <a:t>Modelling</a:t>
            </a:r>
          </a:p>
          <a:p>
            <a:pPr marL="742950" lvl="1" indent="-285750">
              <a:buFont typeface="Arial" panose="020B0604020202020204" pitchFamily="34" charset="0"/>
              <a:buChar char="•"/>
              <a:defRPr/>
            </a:pPr>
            <a:r>
              <a:rPr lang="en-GB" sz="1100" dirty="0">
                <a:solidFill>
                  <a:prstClr val="white"/>
                </a:solidFill>
                <a:latin typeface="Amazon Ember"/>
              </a:rPr>
              <a:t>Intelligent capacity selection that automatically decides whether to shrink volumes or keep provisioned size</a:t>
            </a:r>
          </a:p>
          <a:p>
            <a:pPr marL="1200150" lvl="2" indent="-285750">
              <a:buFont typeface="Arial" panose="020B0604020202020204" pitchFamily="34" charset="0"/>
              <a:buChar char="•"/>
              <a:defRPr/>
            </a:pPr>
            <a:r>
              <a:rPr lang="en-GB" sz="1100" dirty="0">
                <a:solidFill>
                  <a:prstClr val="white"/>
                </a:solidFill>
                <a:latin typeface="Amazon Ember"/>
              </a:rPr>
              <a:t>Check “</a:t>
            </a:r>
            <a:r>
              <a:rPr lang="en-GB" sz="1100" dirty="0" err="1">
                <a:solidFill>
                  <a:prstClr val="white"/>
                </a:solidFill>
                <a:latin typeface="Amazon Ember"/>
              </a:rPr>
              <a:t>AdjustedCapacityWithboot</a:t>
            </a:r>
            <a:r>
              <a:rPr lang="en-GB" sz="1100" dirty="0">
                <a:solidFill>
                  <a:prstClr val="white"/>
                </a:solidFill>
                <a:latin typeface="Amazon Ember"/>
              </a:rPr>
              <a:t>” column in the attached excel for target recommended size </a:t>
            </a:r>
          </a:p>
          <a:p>
            <a:pPr marL="742950" lvl="1" indent="-285750">
              <a:buFont typeface="Arial" panose="020B0604020202020204" pitchFamily="34" charset="0"/>
              <a:buChar char="•"/>
              <a:defRPr/>
            </a:pPr>
            <a:r>
              <a:rPr lang="en-GB" sz="1100" dirty="0">
                <a:solidFill>
                  <a:prstClr val="white"/>
                </a:solidFill>
                <a:latin typeface="Amazon Ember"/>
              </a:rPr>
              <a:t>30GB of boot disks considered for all in scope servers for directional costing </a:t>
            </a:r>
          </a:p>
          <a:p>
            <a:pPr marL="1200150" lvl="2" indent="-285750">
              <a:buFont typeface="Arial" panose="020B0604020202020204" pitchFamily="34" charset="0"/>
              <a:buChar char="•"/>
              <a:defRPr/>
            </a:pPr>
            <a:r>
              <a:rPr lang="en-GB" sz="1100" dirty="0">
                <a:solidFill>
                  <a:prstClr val="white"/>
                </a:solidFill>
                <a:latin typeface="Amazon Ember"/>
              </a:rPr>
              <a:t>All boot disks are mapped to Amazon EBS GP3</a:t>
            </a:r>
          </a:p>
          <a:p>
            <a:pPr marL="1200150" lvl="2" indent="-285750">
              <a:buFont typeface="Arial" panose="020B0604020202020204" pitchFamily="34" charset="0"/>
              <a:buChar char="•"/>
              <a:defRPr/>
            </a:pPr>
            <a:r>
              <a:rPr lang="en-GB" sz="1100" dirty="0">
                <a:solidFill>
                  <a:prstClr val="white"/>
                </a:solidFill>
                <a:latin typeface="Amazon Ember"/>
              </a:rPr>
              <a:t>See Excel for mapping against each VM </a:t>
            </a:r>
          </a:p>
          <a:p>
            <a:pPr marL="742950" lvl="1" indent="-285750">
              <a:buFont typeface="Arial" panose="020B0604020202020204" pitchFamily="34" charset="0"/>
              <a:buChar char="•"/>
              <a:defRPr/>
            </a:pPr>
            <a:r>
              <a:rPr lang="en-GB" sz="1100" dirty="0">
                <a:solidFill>
                  <a:prstClr val="white"/>
                </a:solidFill>
                <a:latin typeface="Amazon Ember"/>
              </a:rPr>
              <a:t>Disks with High Capacity and Performance requirements are mapped to EBS IO2 Block Express</a:t>
            </a:r>
          </a:p>
          <a:p>
            <a:pPr marL="1200150" lvl="2" indent="-285750">
              <a:buFont typeface="Arial" panose="020B0604020202020204" pitchFamily="34" charset="0"/>
              <a:buChar char="•"/>
              <a:defRPr/>
            </a:pPr>
            <a:r>
              <a:rPr lang="en-GB" sz="1100" dirty="0">
                <a:solidFill>
                  <a:prstClr val="white"/>
                </a:solidFill>
                <a:latin typeface="Amazon Ember"/>
              </a:rPr>
              <a:t>See Excel attached</a:t>
            </a:r>
          </a:p>
        </p:txBody>
      </p:sp>
      <p:sp>
        <p:nvSpPr>
          <p:cNvPr id="9" name="TextBox 8">
            <a:extLst>
              <a:ext uri="{FF2B5EF4-FFF2-40B4-BE49-F238E27FC236}">
                <a16:creationId xmlns:a16="http://schemas.microsoft.com/office/drawing/2014/main" id="{46AD6B25-3BC7-B74E-5508-BA62CA8EC344}"/>
              </a:ext>
            </a:extLst>
          </p:cNvPr>
          <p:cNvSpPr txBox="1"/>
          <p:nvPr/>
        </p:nvSpPr>
        <p:spPr>
          <a:xfrm>
            <a:off x="9953945" y="5105804"/>
            <a:ext cx="116685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Amazon Ember"/>
                <a:ea typeface="+mn-ea"/>
                <a:cs typeface="+mn-cs"/>
              </a:rPr>
              <a:t>Data Export</a:t>
            </a:r>
            <a:endParaRPr lang="en-GB" sz="1200" dirty="0">
              <a:solidFill>
                <a:prstClr val="white"/>
              </a:solidFill>
              <a:latin typeface="Amazon Ember"/>
            </a:endParaRPr>
          </a:p>
        </p:txBody>
      </p:sp>
      <p:graphicFrame>
        <p:nvGraphicFramePr>
          <p:cNvPr id="2" name="Table 1">
            <a:extLst>
              <a:ext uri="{FF2B5EF4-FFF2-40B4-BE49-F238E27FC236}">
                <a16:creationId xmlns:a16="http://schemas.microsoft.com/office/drawing/2014/main" id="{DB2445EC-58AC-6B7E-5138-22BD482F7A59}"/>
              </a:ext>
            </a:extLst>
          </p:cNvPr>
          <p:cNvGraphicFramePr>
            <a:graphicFrameLocks noGrp="1"/>
          </p:cNvGraphicFramePr>
          <p:nvPr>
            <p:extLst>
              <p:ext uri="{D42A27DB-BD31-4B8C-83A1-F6EECF244321}">
                <p14:modId xmlns:p14="http://schemas.microsoft.com/office/powerpoint/2010/main" val="2461009991"/>
              </p:ext>
            </p:extLst>
          </p:nvPr>
        </p:nvGraphicFramePr>
        <p:xfrm>
          <a:off x="371146" y="969047"/>
          <a:ext cx="11064713" cy="3380013"/>
        </p:xfrm>
        <a:graphic>
          <a:graphicData uri="http://schemas.openxmlformats.org/drawingml/2006/table">
            <a:tbl>
              <a:tblPr firstRow="1" bandRow="1">
                <a:tableStyleId>{72833802-FEF1-4C79-8D5D-14CF1EAF98D9}</a:tableStyleId>
              </a:tblPr>
              <a:tblGrid>
                <a:gridCol w="1005962">
                  <a:extLst>
                    <a:ext uri="{9D8B030D-6E8A-4147-A177-3AD203B41FA5}">
                      <a16:colId xmlns:a16="http://schemas.microsoft.com/office/drawing/2014/main" val="2936907047"/>
                    </a:ext>
                  </a:extLst>
                </a:gridCol>
                <a:gridCol w="1090066">
                  <a:extLst>
                    <a:ext uri="{9D8B030D-6E8A-4147-A177-3AD203B41FA5}">
                      <a16:colId xmlns:a16="http://schemas.microsoft.com/office/drawing/2014/main" val="1612305060"/>
                    </a:ext>
                  </a:extLst>
                </a:gridCol>
                <a:gridCol w="906361">
                  <a:extLst>
                    <a:ext uri="{9D8B030D-6E8A-4147-A177-3AD203B41FA5}">
                      <a16:colId xmlns:a16="http://schemas.microsoft.com/office/drawing/2014/main" val="1266149677"/>
                    </a:ext>
                  </a:extLst>
                </a:gridCol>
                <a:gridCol w="824639">
                  <a:extLst>
                    <a:ext uri="{9D8B030D-6E8A-4147-A177-3AD203B41FA5}">
                      <a16:colId xmlns:a16="http://schemas.microsoft.com/office/drawing/2014/main" val="89777674"/>
                    </a:ext>
                  </a:extLst>
                </a:gridCol>
                <a:gridCol w="936076">
                  <a:extLst>
                    <a:ext uri="{9D8B030D-6E8A-4147-A177-3AD203B41FA5}">
                      <a16:colId xmlns:a16="http://schemas.microsoft.com/office/drawing/2014/main" val="3208185776"/>
                    </a:ext>
                  </a:extLst>
                </a:gridCol>
                <a:gridCol w="884072">
                  <a:extLst>
                    <a:ext uri="{9D8B030D-6E8A-4147-A177-3AD203B41FA5}">
                      <a16:colId xmlns:a16="http://schemas.microsoft.com/office/drawing/2014/main" val="2720329322"/>
                    </a:ext>
                  </a:extLst>
                </a:gridCol>
                <a:gridCol w="1017798">
                  <a:extLst>
                    <a:ext uri="{9D8B030D-6E8A-4147-A177-3AD203B41FA5}">
                      <a16:colId xmlns:a16="http://schemas.microsoft.com/office/drawing/2014/main" val="456001930"/>
                    </a:ext>
                  </a:extLst>
                </a:gridCol>
                <a:gridCol w="1678995">
                  <a:extLst>
                    <a:ext uri="{9D8B030D-6E8A-4147-A177-3AD203B41FA5}">
                      <a16:colId xmlns:a16="http://schemas.microsoft.com/office/drawing/2014/main" val="3094858318"/>
                    </a:ext>
                  </a:extLst>
                </a:gridCol>
                <a:gridCol w="1218387">
                  <a:extLst>
                    <a:ext uri="{9D8B030D-6E8A-4147-A177-3AD203B41FA5}">
                      <a16:colId xmlns:a16="http://schemas.microsoft.com/office/drawing/2014/main" val="1837685503"/>
                    </a:ext>
                  </a:extLst>
                </a:gridCol>
                <a:gridCol w="1502357">
                  <a:extLst>
                    <a:ext uri="{9D8B030D-6E8A-4147-A177-3AD203B41FA5}">
                      <a16:colId xmlns:a16="http://schemas.microsoft.com/office/drawing/2014/main" val="2518697481"/>
                    </a:ext>
                  </a:extLst>
                </a:gridCol>
              </a:tblGrid>
              <a:tr h="272888">
                <a:tc>
                  <a:txBody>
                    <a:bodyPr/>
                    <a:lstStyle/>
                    <a:p>
                      <a:pPr algn="ctr" fontAlgn="ctr"/>
                      <a:endParaRPr lang="en-US" sz="1050" b="1" kern="1200" dirty="0">
                        <a:solidFill>
                          <a:schemeClr val="tx1"/>
                        </a:solidFill>
                        <a:latin typeface="+mn-lt"/>
                        <a:ea typeface="Amazon Ember" panose="020B0603020204020204" pitchFamily="34" charset="0"/>
                        <a:cs typeface="Amazon Ember" panose="020B0603020204020204" pitchFamily="34" charset="0"/>
                      </a:endParaRPr>
                    </a:p>
                  </a:txBody>
                  <a:tcPr marL="9525" marR="9525" marT="9525" marB="0" anchor="ctr"/>
                </a:tc>
                <a:tc gridSpan="2">
                  <a:txBody>
                    <a:bodyPr/>
                    <a:lstStyle/>
                    <a:p>
                      <a:pPr algn="ctr" fontAlgn="ctr"/>
                      <a:r>
                        <a:rPr lang="en-US" sz="1050" b="1" kern="1200" dirty="0">
                          <a:solidFill>
                            <a:schemeClr val="tx1"/>
                          </a:solidFill>
                          <a:latin typeface="+mj-lt"/>
                          <a:ea typeface="Amazon Ember" panose="020B0603020204020204" pitchFamily="34" charset="0"/>
                          <a:cs typeface="Amazon Ember" panose="020B0603020204020204" pitchFamily="34" charset="0"/>
                        </a:rPr>
                        <a:t>Current Disks</a:t>
                      </a:r>
                    </a:p>
                  </a:txBody>
                  <a:tcPr marL="9525" marR="9525" marT="9525" marB="0" anchor="ctr">
                    <a:lnR w="6350" cap="flat" cmpd="sng" algn="ctr">
                      <a:solidFill>
                        <a:schemeClr val="tx1"/>
                      </a:solidFill>
                      <a:prstDash val="solid"/>
                      <a:round/>
                      <a:headEnd type="none" w="med" len="med"/>
                      <a:tailEnd type="none" w="med" len="med"/>
                    </a:lnR>
                  </a:tcPr>
                </a:tc>
                <a:tc hMerge="1">
                  <a:txBody>
                    <a:bodyPr/>
                    <a:lstStyle/>
                    <a:p>
                      <a:pPr algn="ctr" fontAlgn="ctr"/>
                      <a:endParaRPr lang="en-US" sz="1050" b="1" kern="1200" dirty="0">
                        <a:solidFill>
                          <a:schemeClr val="tx1"/>
                        </a:solidFill>
                        <a:latin typeface="+mj-lt"/>
                        <a:ea typeface="Amazon Ember" panose="020B0603020204020204" pitchFamily="34" charset="0"/>
                        <a:cs typeface="Amazon Ember" panose="020B0603020204020204" pitchFamily="34" charset="0"/>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tcPr>
                </a:tc>
                <a:tc gridSpan="2">
                  <a:txBody>
                    <a:bodyPr/>
                    <a:lstStyle/>
                    <a:p>
                      <a:pPr algn="ctr" fontAlgn="ctr"/>
                      <a:r>
                        <a:rPr lang="en-US" sz="1050" b="1" kern="1200" dirty="0">
                          <a:solidFill>
                            <a:schemeClr val="tx1"/>
                          </a:solidFill>
                          <a:latin typeface="+mj-lt"/>
                          <a:ea typeface="Amazon Ember" panose="020B0603020204020204" pitchFamily="34" charset="0"/>
                          <a:cs typeface="Amazon Ember" panose="020B0603020204020204" pitchFamily="34" charset="0"/>
                        </a:rPr>
                        <a:t>Boot Disks (GP3)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tcPr>
                </a:tc>
                <a:tc hMerge="1">
                  <a:txBody>
                    <a:bodyPr/>
                    <a:lstStyle/>
                    <a:p>
                      <a:pPr algn="ctr" fontAlgn="ctr"/>
                      <a:endParaRPr lang="en-US" sz="1050" b="1" kern="1200" dirty="0">
                        <a:solidFill>
                          <a:schemeClr val="tx1"/>
                        </a:solidFill>
                        <a:latin typeface="+mj-lt"/>
                        <a:ea typeface="Amazon Ember" panose="020B0603020204020204" pitchFamily="34" charset="0"/>
                        <a:cs typeface="Amazon Ember" panose="020B0603020204020204" pitchFamily="34" charset="0"/>
                      </a:endParaRPr>
                    </a:p>
                  </a:txBody>
                  <a:tcPr marL="9525" marR="9525" marT="9525" marB="0" anchor="ctr"/>
                </a:tc>
                <a:tc gridSpan="2">
                  <a:txBody>
                    <a:bodyPr/>
                    <a:lstStyle/>
                    <a:p>
                      <a:pPr algn="ctr" fontAlgn="ctr"/>
                      <a:r>
                        <a:rPr lang="en-US" sz="1050" b="1" kern="1200" dirty="0">
                          <a:solidFill>
                            <a:schemeClr val="tx1"/>
                          </a:solidFill>
                          <a:latin typeface="+mj-lt"/>
                          <a:ea typeface="Amazon Ember" panose="020B0603020204020204" pitchFamily="34" charset="0"/>
                          <a:cs typeface="Amazon Ember" panose="020B0603020204020204" pitchFamily="34" charset="0"/>
                        </a:rPr>
                        <a:t>Data Disks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tcPr>
                </a:tc>
                <a:tc hMerge="1">
                  <a:txBody>
                    <a:bodyPr/>
                    <a:lstStyle/>
                    <a:p>
                      <a:pPr algn="ctr" fontAlgn="ctr"/>
                      <a:endParaRPr lang="en-US" sz="1050" b="1" kern="1200" dirty="0">
                        <a:solidFill>
                          <a:schemeClr val="tx1"/>
                        </a:solidFill>
                        <a:latin typeface="+mj-lt"/>
                        <a:ea typeface="Amazon Ember" panose="020B0603020204020204" pitchFamily="34" charset="0"/>
                        <a:cs typeface="Amazon Ember" panose="020B0603020204020204" pitchFamily="34" charset="0"/>
                      </a:endParaRPr>
                    </a:p>
                  </a:txBody>
                  <a:tcPr marL="9525" marR="9525" marT="9525" marB="0" anchor="ctr"/>
                </a:tc>
                <a:tc gridSpan="3">
                  <a:txBody>
                    <a:bodyPr/>
                    <a:lstStyle/>
                    <a:p>
                      <a:pPr algn="ctr" fontAlgn="ctr"/>
                      <a:r>
                        <a:rPr lang="en-US" sz="1050" b="1" kern="1200" dirty="0">
                          <a:solidFill>
                            <a:schemeClr val="tx1"/>
                          </a:solidFill>
                          <a:latin typeface="+mj-lt"/>
                          <a:ea typeface="Amazon Ember" panose="020B0603020204020204" pitchFamily="34" charset="0"/>
                          <a:cs typeface="Amazon Ember" panose="020B0603020204020204" pitchFamily="34" charset="0"/>
                        </a:rPr>
                        <a:t>Totals</a:t>
                      </a:r>
                    </a:p>
                  </a:txBody>
                  <a:tcPr marL="9525" marR="9525" marT="9525" marB="0" anchor="ctr">
                    <a:lnL w="6350" cap="flat" cmpd="sng" algn="ctr">
                      <a:solidFill>
                        <a:schemeClr val="tx1"/>
                      </a:solidFill>
                      <a:prstDash val="solid"/>
                      <a:round/>
                      <a:headEnd type="none" w="med" len="med"/>
                      <a:tailEnd type="none" w="med" len="med"/>
                    </a:lnL>
                  </a:tcPr>
                </a:tc>
                <a:tc hMerge="1">
                  <a:txBody>
                    <a:bodyPr/>
                    <a:lstStyle/>
                    <a:p>
                      <a:pPr algn="ctr" fontAlgn="ctr"/>
                      <a:endParaRPr lang="en-US" sz="1050" b="1" kern="1200" dirty="0">
                        <a:solidFill>
                          <a:schemeClr val="tx1"/>
                        </a:solidFill>
                        <a:latin typeface="+mj-lt"/>
                        <a:ea typeface="Amazon Ember" panose="020B0603020204020204" pitchFamily="34" charset="0"/>
                        <a:cs typeface="Amazon Ember" panose="020B0603020204020204" pitchFamily="34" charset="0"/>
                      </a:endParaRPr>
                    </a:p>
                  </a:txBody>
                  <a:tcPr marL="9525" marR="9525" marT="9525" marB="0" anchor="ctr"/>
                </a:tc>
                <a:tc hMerge="1">
                  <a:txBody>
                    <a:bodyPr/>
                    <a:lstStyle/>
                    <a:p>
                      <a:pPr marL="0" marR="0" lvl="0" indent="0" algn="ctr" defTabSz="731520" rtl="0" eaLnBrk="1" fontAlgn="ctr" latinLnBrk="0" hangingPunct="1">
                        <a:lnSpc>
                          <a:spcPct val="100000"/>
                        </a:lnSpc>
                        <a:spcBef>
                          <a:spcPts val="0"/>
                        </a:spcBef>
                        <a:spcAft>
                          <a:spcPts val="0"/>
                        </a:spcAft>
                        <a:buClrTx/>
                        <a:buSzTx/>
                        <a:buFontTx/>
                        <a:buNone/>
                        <a:tabLst/>
                        <a:defRPr/>
                      </a:pPr>
                      <a:endParaRPr lang="en-US" sz="1050" b="1" kern="1200" dirty="0">
                        <a:solidFill>
                          <a:schemeClr val="tx1"/>
                        </a:solidFill>
                        <a:latin typeface="+mn-lt"/>
                        <a:ea typeface="Amazon Ember" panose="020B0603020204020204" pitchFamily="34" charset="0"/>
                        <a:cs typeface="Amazon Ember" panose="020B0603020204020204" pitchFamily="34" charset="0"/>
                      </a:endParaRPr>
                    </a:p>
                  </a:txBody>
                  <a:tcPr marL="9525" marR="9525" marT="9525" marB="0" anchor="ctr"/>
                </a:tc>
                <a:extLst>
                  <a:ext uri="{0D108BD9-81ED-4DB2-BD59-A6C34878D82A}">
                    <a16:rowId xmlns:a16="http://schemas.microsoft.com/office/drawing/2014/main" val="2491688447"/>
                  </a:ext>
                </a:extLst>
              </a:tr>
              <a:tr h="272888">
                <a:tc>
                  <a:txBody>
                    <a:bodyPr/>
                    <a:lstStyle/>
                    <a:p>
                      <a:pPr algn="ctr" fontAlgn="ctr"/>
                      <a:r>
                        <a:rPr lang="en-US" sz="1050" b="1" kern="1200" dirty="0">
                          <a:solidFill>
                            <a:schemeClr val="tx1"/>
                          </a:solidFill>
                        </a:rPr>
                        <a:t>Target Volume</a:t>
                      </a:r>
                      <a:endParaRPr lang="en-US" sz="1050" b="1" kern="1200" dirty="0">
                        <a:solidFill>
                          <a:schemeClr val="tx1"/>
                        </a:solidFill>
                        <a:latin typeface="+mn-lt"/>
                        <a:ea typeface="Amazon Ember" panose="020B0603020204020204" pitchFamily="34" charset="0"/>
                        <a:cs typeface="Amazon Ember" panose="020B0603020204020204" pitchFamily="34" charset="0"/>
                      </a:endParaRPr>
                    </a:p>
                  </a:txBody>
                  <a:tcPr marL="9525" marR="9525" marT="9525" marB="0" anchor="ctr">
                    <a:lnR w="6350" cap="flat" cmpd="sng" algn="ctr">
                      <a:solidFill>
                        <a:schemeClr val="accent2"/>
                      </a:solidFill>
                      <a:prstDash val="solid"/>
                      <a:round/>
                      <a:headEnd type="none" w="med" len="med"/>
                      <a:tailEnd type="none" w="med" len="med"/>
                    </a:lnR>
                  </a:tcPr>
                </a:tc>
                <a:tc>
                  <a:txBody>
                    <a:bodyPr/>
                    <a:lstStyle/>
                    <a:p>
                      <a:pPr marL="0" algn="ctr" defTabSz="914400" rtl="0" eaLnBrk="1" fontAlgn="ctr" latinLnBrk="0" hangingPunct="1"/>
                      <a:r>
                        <a:rPr lang="en-US" sz="1050" b="1" kern="1200" dirty="0">
                          <a:solidFill>
                            <a:schemeClr val="tx1"/>
                          </a:solidFill>
                          <a:latin typeface="+mj-lt"/>
                          <a:ea typeface="Amazon Ember" panose="020B0603020204020204" pitchFamily="34" charset="0"/>
                          <a:cs typeface="Amazon Ember" panose="020B0603020204020204" pitchFamily="34" charset="0"/>
                        </a:rPr>
                        <a:t>Volumes</a:t>
                      </a:r>
                    </a:p>
                  </a:txBody>
                  <a:tcPr marL="9525" marR="9525" marT="9525" marB="0"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tcPr>
                </a:tc>
                <a:tc>
                  <a:txBody>
                    <a:bodyPr/>
                    <a:lstStyle/>
                    <a:p>
                      <a:pPr marL="0" algn="ctr" defTabSz="914400" rtl="0" eaLnBrk="1" fontAlgn="ctr" latinLnBrk="0" hangingPunct="1"/>
                      <a:r>
                        <a:rPr lang="en-US" sz="1050" b="1" kern="1200" dirty="0">
                          <a:solidFill>
                            <a:schemeClr val="tx1"/>
                          </a:solidFill>
                          <a:latin typeface="+mj-lt"/>
                          <a:ea typeface="Amazon Ember" panose="020B0603020204020204" pitchFamily="34" charset="0"/>
                          <a:cs typeface="Amazon Ember" panose="020B0603020204020204" pitchFamily="34" charset="0"/>
                        </a:rPr>
                        <a:t>Used (GB)</a:t>
                      </a:r>
                    </a:p>
                  </a:txBody>
                  <a:tcPr marL="9525" marR="9525" marT="9525" marB="0"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algn="ctr" defTabSz="914400" rtl="0" eaLnBrk="1" fontAlgn="ctr" latinLnBrk="0" hangingPunct="1"/>
                      <a:r>
                        <a:rPr lang="en-US" sz="1050" b="1" kern="1200" dirty="0">
                          <a:solidFill>
                            <a:schemeClr val="tx1"/>
                          </a:solidFill>
                          <a:latin typeface="+mj-lt"/>
                          <a:ea typeface="Amazon Ember" panose="020B0603020204020204" pitchFamily="34" charset="0"/>
                          <a:cs typeface="Amazon Ember" panose="020B0603020204020204" pitchFamily="34" charset="0"/>
                        </a:rPr>
                        <a:t>Count</a:t>
                      </a:r>
                    </a:p>
                  </a:txBody>
                  <a:tcPr marL="9525" marR="9525" marT="9525" marB="0" anchor="ctr">
                    <a:lnL w="6350" cap="flat" cmpd="sng" algn="ctr">
                      <a:solidFill>
                        <a:schemeClr val="accent2"/>
                      </a:solidFill>
                      <a:prstDash val="solid"/>
                      <a:round/>
                      <a:headEnd type="none" w="med" len="med"/>
                      <a:tailEnd type="none" w="med" len="med"/>
                    </a:lnL>
                  </a:tcPr>
                </a:tc>
                <a:tc>
                  <a:txBody>
                    <a:bodyPr/>
                    <a:lstStyle/>
                    <a:p>
                      <a:pPr algn="ctr" fontAlgn="ctr"/>
                      <a:r>
                        <a:rPr lang="en-US" sz="1050" b="1" kern="1200" dirty="0">
                          <a:solidFill>
                            <a:schemeClr val="tx1"/>
                          </a:solidFill>
                          <a:latin typeface="+mj-lt"/>
                          <a:ea typeface="Amazon Ember" panose="020B0603020204020204" pitchFamily="34" charset="0"/>
                          <a:cs typeface="Amazon Ember" panose="020B0603020204020204" pitchFamily="34" charset="0"/>
                        </a:rPr>
                        <a:t>Size (GB)</a:t>
                      </a:r>
                    </a:p>
                  </a:txBody>
                  <a:tcPr marL="9525" marR="9525" marT="9525" marB="0" anchor="ctr">
                    <a:lnR w="6350" cap="flat" cmpd="sng" algn="ctr">
                      <a:solidFill>
                        <a:schemeClr val="accent2"/>
                      </a:solidFill>
                      <a:prstDash val="solid"/>
                      <a:round/>
                      <a:headEnd type="none" w="med" len="med"/>
                      <a:tailEnd type="none" w="med" len="med"/>
                    </a:lnR>
                  </a:tcPr>
                </a:tc>
                <a:tc>
                  <a:txBody>
                    <a:bodyPr/>
                    <a:lstStyle/>
                    <a:p>
                      <a:pPr algn="ctr" fontAlgn="ctr"/>
                      <a:r>
                        <a:rPr lang="en-US" sz="1050" b="1" kern="1200" dirty="0">
                          <a:solidFill>
                            <a:schemeClr val="tx1"/>
                          </a:solidFill>
                          <a:latin typeface="+mj-lt"/>
                          <a:ea typeface="Amazon Ember" panose="020B0603020204020204" pitchFamily="34" charset="0"/>
                          <a:cs typeface="Amazon Ember" panose="020B0603020204020204" pitchFamily="34" charset="0"/>
                        </a:rPr>
                        <a:t>Count</a:t>
                      </a:r>
                    </a:p>
                  </a:txBody>
                  <a:tcPr marL="9525" marR="9525" marT="9525" marB="0" anchor="ctr">
                    <a:lnL w="6350" cap="flat" cmpd="sng" algn="ctr">
                      <a:solidFill>
                        <a:schemeClr val="accent2"/>
                      </a:solidFill>
                      <a:prstDash val="solid"/>
                      <a:round/>
                      <a:headEnd type="none" w="med" len="med"/>
                      <a:tailEnd type="none" w="med" len="med"/>
                    </a:lnL>
                  </a:tcPr>
                </a:tc>
                <a:tc>
                  <a:txBody>
                    <a:bodyPr/>
                    <a:lstStyle/>
                    <a:p>
                      <a:pPr algn="ctr" fontAlgn="ctr"/>
                      <a:r>
                        <a:rPr lang="en-US" sz="1050" b="1" kern="1200" dirty="0">
                          <a:solidFill>
                            <a:schemeClr val="tx1"/>
                          </a:solidFill>
                        </a:rPr>
                        <a:t>Size (GB)</a:t>
                      </a:r>
                    </a:p>
                    <a:p>
                      <a:pPr algn="ctr" fontAlgn="ctr"/>
                      <a:r>
                        <a:rPr lang="en-US" sz="1050" b="1" kern="1200" dirty="0">
                          <a:solidFill>
                            <a:schemeClr val="tx1"/>
                          </a:solidFill>
                        </a:rPr>
                        <a:t>(Data + Buffer)</a:t>
                      </a:r>
                      <a:endParaRPr lang="en-US" sz="1050" b="1" kern="1200" dirty="0">
                        <a:solidFill>
                          <a:schemeClr val="tx1"/>
                        </a:solidFill>
                        <a:latin typeface="+mn-lt"/>
                        <a:ea typeface="Amazon Ember" panose="020B0603020204020204" pitchFamily="34" charset="0"/>
                        <a:cs typeface="Amazon Ember" panose="020B0603020204020204" pitchFamily="34" charset="0"/>
                      </a:endParaRPr>
                    </a:p>
                  </a:txBody>
                  <a:tcPr marL="9525" marR="9525" marT="9525" marB="0" anchor="ctr">
                    <a:lnR w="6350" cap="flat" cmpd="sng" algn="ctr">
                      <a:solidFill>
                        <a:schemeClr val="accent2"/>
                      </a:solidFill>
                      <a:prstDash val="solid"/>
                      <a:round/>
                      <a:headEnd type="none" w="med" len="med"/>
                      <a:tailEnd type="none" w="med" len="med"/>
                    </a:lnR>
                  </a:tcPr>
                </a:tc>
                <a:tc>
                  <a:txBody>
                    <a:bodyPr/>
                    <a:lstStyle/>
                    <a:p>
                      <a:pPr algn="ctr" fontAlgn="ctr"/>
                      <a:r>
                        <a:rPr lang="en-US" sz="1050" b="1" kern="1200" dirty="0">
                          <a:solidFill>
                            <a:schemeClr val="tx1"/>
                          </a:solidFill>
                        </a:rPr>
                        <a:t>Total (GB)</a:t>
                      </a:r>
                    </a:p>
                    <a:p>
                      <a:pPr algn="ctr" fontAlgn="ctr"/>
                      <a:r>
                        <a:rPr lang="en-US" sz="1050" b="1" kern="1200" dirty="0">
                          <a:solidFill>
                            <a:schemeClr val="tx1"/>
                          </a:solidFill>
                        </a:rPr>
                        <a:t>(Boot + Data + Buffer)</a:t>
                      </a:r>
                      <a:endParaRPr lang="en-US" sz="1050" b="1" kern="1200" dirty="0">
                        <a:solidFill>
                          <a:schemeClr val="tx1"/>
                        </a:solidFill>
                        <a:latin typeface="+mj-lt"/>
                        <a:ea typeface="Amazon Ember" panose="020B0603020204020204" pitchFamily="34" charset="0"/>
                        <a:cs typeface="Amazon Ember" panose="020B0603020204020204" pitchFamily="34" charset="0"/>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algn="ctr" fontAlgn="ctr"/>
                      <a:r>
                        <a:rPr lang="en-US" sz="1050" b="1" kern="1200" dirty="0">
                          <a:solidFill>
                            <a:schemeClr val="tx1"/>
                          </a:solidFill>
                        </a:rPr>
                        <a:t>Cost (Monthly)</a:t>
                      </a:r>
                      <a:endParaRPr lang="en-US" sz="1050" b="1" kern="1200" dirty="0">
                        <a:solidFill>
                          <a:schemeClr val="tx1"/>
                        </a:solidFill>
                        <a:latin typeface="+mj-lt"/>
                        <a:ea typeface="Amazon Ember" panose="020B0603020204020204" pitchFamily="34" charset="0"/>
                        <a:cs typeface="Amazon Ember" panose="020B0603020204020204" pitchFamily="34" charset="0"/>
                      </a:endParaRPr>
                    </a:p>
                  </a:txBody>
                  <a:tcPr marL="9525" marR="9525" marT="9525"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731520" rtl="0" eaLnBrk="1" fontAlgn="ctr" latinLnBrk="0" hangingPunct="1">
                        <a:lnSpc>
                          <a:spcPct val="100000"/>
                        </a:lnSpc>
                        <a:spcBef>
                          <a:spcPts val="0"/>
                        </a:spcBef>
                        <a:spcAft>
                          <a:spcPts val="0"/>
                        </a:spcAft>
                        <a:buClrTx/>
                        <a:buSzTx/>
                        <a:buFontTx/>
                        <a:buNone/>
                        <a:tabLst/>
                        <a:defRPr/>
                      </a:pPr>
                      <a:r>
                        <a:rPr lang="en-US" sz="1050" b="1" kern="1200" dirty="0">
                          <a:solidFill>
                            <a:schemeClr val="tx1"/>
                          </a:solidFill>
                        </a:rPr>
                        <a:t>Cost (Annual)</a:t>
                      </a:r>
                      <a:endParaRPr lang="en-US" sz="1050" b="1" kern="1200" dirty="0">
                        <a:solidFill>
                          <a:schemeClr val="tx1"/>
                        </a:solidFill>
                        <a:latin typeface="+mn-lt"/>
                        <a:ea typeface="Amazon Ember" panose="020B0603020204020204" pitchFamily="34" charset="0"/>
                        <a:cs typeface="Amazon Ember" panose="020B0603020204020204" pitchFamily="34" charset="0"/>
                      </a:endParaRPr>
                    </a:p>
                  </a:txBody>
                  <a:tcPr marL="9525" marR="9525" marT="9525" marB="0" anchor="ctr">
                    <a:lnL w="635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3253629707"/>
                  </a:ext>
                </a:extLst>
              </a:tr>
              <a:tr h="340715">
                <a:tc>
                  <a:txBody>
                    <a:bodyPr/>
                    <a:lstStyle/>
                    <a:p>
                      <a:pPr marL="0" algn="ctr" defTabSz="914400" rtl="0" eaLnBrk="1" latinLnBrk="0" hangingPunct="1"/>
                      <a:r>
                        <a:rPr lang="en-GB" sz="1050" kern="1200">
                          <a:solidFill>
                            <a:schemeClr val="tx1"/>
                          </a:solidFill>
                          <a:latin typeface="+mn-lt"/>
                          <a:ea typeface="+mn-ea"/>
                          <a:cs typeface="+mn-cs"/>
                        </a:rPr>
                        <a:t>IO2 Block Express</a:t>
                      </a:r>
                      <a:endParaRPr lang="en-GB" sz="1050" kern="1200" dirty="0">
                        <a:solidFill>
                          <a:schemeClr val="tx1"/>
                        </a:solidFill>
                        <a:latin typeface="+mn-lt"/>
                        <a:ea typeface="+mn-ea"/>
                        <a:cs typeface="+mn-cs"/>
                      </a:endParaRPr>
                    </a:p>
                  </a:txBody>
                  <a:tcPr anchor="ctr">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algn="ctr" defTabSz="914400" rtl="0" eaLnBrk="1" fontAlgn="b" latinLnBrk="0" hangingPunct="1"/>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0</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marL="0" algn="ctr" defTabSz="914400" rtl="0" eaLnBrk="1" fontAlgn="b" latinLnBrk="0" hangingPunct="1"/>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0</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1737196074"/>
                  </a:ext>
                </a:extLst>
              </a:tr>
              <a:tr h="473216">
                <a:tc>
                  <a:txBody>
                    <a:bodyPr/>
                    <a:lstStyle/>
                    <a:p>
                      <a:pPr algn="ctr"/>
                      <a:r>
                        <a:rPr lang="en-GB" sz="1050"/>
                        <a:t>GP3</a:t>
                      </a:r>
                      <a:endParaRPr lang="en-GB" sz="1050" dirty="0"/>
                    </a:p>
                  </a:txBody>
                  <a:tcPr anchor="ctr">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2,964</a:t>
                      </a:r>
                    </a:p>
                  </a:txBody>
                  <a:tcPr marL="6350" marR="6350" marT="6350" marB="0"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154,173</a:t>
                      </a:r>
                    </a:p>
                  </a:txBody>
                  <a:tcPr marL="6350" marR="6350" marT="6350" marB="0"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2,964</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88,920</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1,239</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139,134</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228,054</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$20,069</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$240,825</a:t>
                      </a:r>
                    </a:p>
                  </a:txBody>
                  <a:tcPr marL="6350" marR="6350" marT="6350" marB="0" anchor="ctr">
                    <a:lnL w="635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2105721896"/>
                  </a:ext>
                </a:extLst>
              </a:tr>
              <a:tr h="473216">
                <a:tc>
                  <a:txBody>
                    <a:bodyPr/>
                    <a:lstStyle/>
                    <a:p>
                      <a:pPr algn="ctr"/>
                      <a:r>
                        <a:rPr lang="en-GB" sz="1050"/>
                        <a:t>SC1</a:t>
                      </a:r>
                      <a:endParaRPr lang="en-GB" sz="1050" dirty="0"/>
                    </a:p>
                  </a:txBody>
                  <a:tcPr anchor="ctr">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0</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0</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351692949"/>
                  </a:ext>
                </a:extLst>
              </a:tr>
              <a:tr h="473216">
                <a:tc>
                  <a:txBody>
                    <a:bodyPr/>
                    <a:lstStyle/>
                    <a:p>
                      <a:pPr algn="ctr"/>
                      <a:r>
                        <a:rPr lang="en-GB" sz="1050"/>
                        <a:t>ST1</a:t>
                      </a:r>
                      <a:endParaRPr lang="en-GB" sz="1050" dirty="0"/>
                    </a:p>
                  </a:txBody>
                  <a:tcPr anchor="ctr">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0</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algn="ctr" fontAlgn="b"/>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tc>
                  <a:txBody>
                    <a:bodyPr/>
                    <a:lstStyle/>
                    <a:p>
                      <a:pPr algn="ctr" fontAlgn="b"/>
                      <a:r>
                        <a:rPr lang="en-GB" sz="1200" kern="1200" dirty="0">
                          <a:solidFill>
                            <a:schemeClr val="tx1"/>
                          </a:solidFill>
                          <a:latin typeface="+mn-lt"/>
                          <a:ea typeface="+mn-ea"/>
                          <a:cs typeface="+mn-cs"/>
                        </a:rPr>
                        <a:t>0</a:t>
                      </a:r>
                    </a:p>
                  </a:txBody>
                  <a:tcPr marL="6350" marR="6350" marT="6350" marB="0" anchor="ctr">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tcPr>
                </a:tc>
                <a:extLst>
                  <a:ext uri="{0D108BD9-81ED-4DB2-BD59-A6C34878D82A}">
                    <a16:rowId xmlns:a16="http://schemas.microsoft.com/office/drawing/2014/main" val="2122341646"/>
                  </a:ext>
                </a:extLst>
              </a:tr>
              <a:tr h="473216">
                <a:tc>
                  <a:txBody>
                    <a:bodyPr/>
                    <a:lstStyle/>
                    <a:p>
                      <a:pPr algn="ctr"/>
                      <a:r>
                        <a:rPr lang="en-GB" sz="1050" dirty="0"/>
                        <a:t>Unmapped</a:t>
                      </a:r>
                    </a:p>
                  </a:txBody>
                  <a:tcPr anchor="ctr">
                    <a:lnR w="635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marL="0" algn="ctr" defTabSz="914400" rtl="0" eaLnBrk="1" fontAlgn="b" latinLnBrk="0" hangingPunct="1"/>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marL="0" algn="ctr" defTabSz="914400" rtl="0" eaLnBrk="1" fontAlgn="b" latinLnBrk="0" hangingPunct="1"/>
                      <a:r>
                        <a:rPr lang="en-GB" sz="1200" kern="1200" dirty="0">
                          <a:solidFill>
                            <a:schemeClr val="tx1"/>
                          </a:solidFill>
                          <a:latin typeface="+mn-lt"/>
                          <a:ea typeface="+mn-ea"/>
                          <a:cs typeface="+mn-cs"/>
                        </a:rPr>
                        <a:t>0</a:t>
                      </a:r>
                    </a:p>
                  </a:txBody>
                  <a:tcPr marL="6350" marR="6350" marT="6350" marB="0"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marL="0" algn="ctr" defTabSz="914400" rtl="0" eaLnBrk="1" fontAlgn="b" latinLnBrk="0" hangingPunct="1"/>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tc>
                  <a:txBody>
                    <a:bodyPr/>
                    <a:lstStyle/>
                    <a:p>
                      <a:pPr marL="0" algn="ctr" defTabSz="914400" rtl="0" eaLnBrk="1" fontAlgn="b" latinLnBrk="0" hangingPunct="1"/>
                      <a:r>
                        <a:rPr lang="en-GB" sz="1200" kern="1200" dirty="0">
                          <a:solidFill>
                            <a:schemeClr val="tx1"/>
                          </a:solidFill>
                          <a:latin typeface="+mn-lt"/>
                          <a:ea typeface="+mn-ea"/>
                          <a:cs typeface="+mn-cs"/>
                        </a:rPr>
                        <a:t>0</a:t>
                      </a:r>
                    </a:p>
                  </a:txBody>
                  <a:tcPr marL="6350" marR="6350" marT="6350" marB="0" anchor="ctr">
                    <a:lnR w="635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marL="0" algn="ctr" defTabSz="914400" rtl="0" eaLnBrk="1" fontAlgn="b" latinLnBrk="0" hangingPunct="1"/>
                      <a:r>
                        <a:rPr lang="en-GB" sz="1200" kern="1200" dirty="0">
                          <a:solidFill>
                            <a:schemeClr val="tx1"/>
                          </a:solidFill>
                          <a:latin typeface="+mn-lt"/>
                          <a:ea typeface="+mn-ea"/>
                          <a:cs typeface="+mn-cs"/>
                        </a:rPr>
                        <a:t>N/A</a:t>
                      </a:r>
                    </a:p>
                  </a:txBody>
                  <a:tcPr marL="6350" marR="6350" marT="6350" marB="0" anchor="ctr">
                    <a:lnL w="635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tc>
                  <a:txBody>
                    <a:bodyPr/>
                    <a:lstStyle/>
                    <a:p>
                      <a:pPr marL="0" algn="ctr" defTabSz="914400" rtl="0" eaLnBrk="1" fontAlgn="b" latinLnBrk="0" hangingPunct="1"/>
                      <a:r>
                        <a:rPr lang="en-GB" sz="1200" kern="1200" dirty="0">
                          <a:solidFill>
                            <a:schemeClr val="tx1"/>
                          </a:solidFill>
                          <a:latin typeface="+mn-lt"/>
                          <a:ea typeface="+mn-ea"/>
                          <a:cs typeface="+mn-cs"/>
                        </a:rPr>
                        <a:t>N/A</a:t>
                      </a:r>
                    </a:p>
                  </a:txBody>
                  <a:tcPr marL="6350" marR="6350" marT="6350" marB="0" anchor="ctr">
                    <a:lnR w="635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$0</a:t>
                      </a:r>
                    </a:p>
                  </a:txBody>
                  <a:tcPr marL="6350" marR="6350" marT="6350" marB="0" anchor="ctr">
                    <a:lnL w="6350" cap="flat" cmpd="sng" algn="ctr">
                      <a:solidFill>
                        <a:schemeClr val="accent2"/>
                      </a:solidFill>
                      <a:prstDash val="solid"/>
                      <a:round/>
                      <a:headEnd type="none" w="med" len="med"/>
                      <a:tailEnd type="none" w="med" len="med"/>
                    </a:lnL>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452289058"/>
                  </a:ext>
                </a:extLst>
              </a:tr>
              <a:tr h="473216">
                <a:tc>
                  <a:txBody>
                    <a:bodyPr/>
                    <a:lstStyle/>
                    <a:p>
                      <a:pPr algn="ctr"/>
                      <a:r>
                        <a:rPr lang="en-GB" sz="1200" b="1" dirty="0"/>
                        <a:t>Total</a:t>
                      </a:r>
                    </a:p>
                  </a:txBody>
                  <a:tcPr anchor="ctr">
                    <a:lnR w="635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tcPr>
                </a:tc>
                <a:tc>
                  <a:txBody>
                    <a:bodyPr/>
                    <a:lstStyle/>
                    <a:p>
                      <a:pPr algn="ctr" fontAlgn="b"/>
                      <a:r>
                        <a:rPr lang="en-GB" sz="1200" b="1" kern="1200" dirty="0">
                          <a:solidFill>
                            <a:schemeClr val="tx1"/>
                          </a:solidFill>
                          <a:latin typeface="+mn-lt"/>
                          <a:ea typeface="+mn-ea"/>
                          <a:cs typeface="+mn-cs"/>
                        </a:rPr>
                        <a:t>2,964</a:t>
                      </a:r>
                    </a:p>
                  </a:txBody>
                  <a:tcPr marL="6350" marR="6350" marT="6350" marB="0"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tcPr>
                </a:tc>
                <a:tc>
                  <a:txBody>
                    <a:bodyPr/>
                    <a:lstStyle/>
                    <a:p>
                      <a:pPr algn="ctr" fontAlgn="b"/>
                      <a:r>
                        <a:rPr lang="en-GB" sz="1200" b="1" kern="1200" dirty="0">
                          <a:solidFill>
                            <a:schemeClr val="tx1"/>
                          </a:solidFill>
                          <a:latin typeface="+mn-lt"/>
                          <a:ea typeface="+mn-ea"/>
                          <a:cs typeface="+mn-cs"/>
                        </a:rPr>
                        <a:t>154,173</a:t>
                      </a:r>
                    </a:p>
                  </a:txBody>
                  <a:tcPr marL="6350" marR="6350" marT="6350" marB="0"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tcPr>
                </a:tc>
                <a:tc>
                  <a:txBody>
                    <a:bodyPr/>
                    <a:lstStyle/>
                    <a:p>
                      <a:pPr algn="ctr" fontAlgn="b"/>
                      <a:r>
                        <a:rPr lang="en-GB" sz="1200" b="1" kern="1200" dirty="0">
                          <a:solidFill>
                            <a:schemeClr val="tx1"/>
                          </a:solidFill>
                          <a:latin typeface="+mn-lt"/>
                          <a:ea typeface="+mn-ea"/>
                          <a:cs typeface="+mn-cs"/>
                        </a:rPr>
                        <a:t>2,964</a:t>
                      </a:r>
                    </a:p>
                  </a:txBody>
                  <a:tcPr marL="6350" marR="6350" marT="6350" marB="0" anchor="ctr">
                    <a:lnL w="635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tcPr>
                </a:tc>
                <a:tc>
                  <a:txBody>
                    <a:bodyPr/>
                    <a:lstStyle/>
                    <a:p>
                      <a:pPr algn="ctr" fontAlgn="b"/>
                      <a:r>
                        <a:rPr lang="en-GB" sz="1200" b="1" kern="1200" dirty="0">
                          <a:solidFill>
                            <a:schemeClr val="tx1"/>
                          </a:solidFill>
                          <a:latin typeface="+mn-lt"/>
                          <a:ea typeface="+mn-ea"/>
                          <a:cs typeface="+mn-cs"/>
                        </a:rPr>
                        <a:t>88,920</a:t>
                      </a:r>
                    </a:p>
                  </a:txBody>
                  <a:tcPr marL="6350" marR="6350" marT="6350" marB="0" anchor="ctr">
                    <a:lnR w="635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tcPr>
                </a:tc>
                <a:tc>
                  <a:txBody>
                    <a:bodyPr/>
                    <a:lstStyle/>
                    <a:p>
                      <a:pPr algn="ctr" fontAlgn="b"/>
                      <a:r>
                        <a:rPr lang="en-GB" sz="1200" kern="1200" dirty="0">
                          <a:solidFill>
                            <a:schemeClr val="tx1"/>
                          </a:solidFill>
                          <a:latin typeface="+mn-lt"/>
                          <a:ea typeface="+mn-ea"/>
                          <a:cs typeface="+mn-cs"/>
                        </a:rPr>
                        <a:t>1,239</a:t>
                      </a:r>
                    </a:p>
                  </a:txBody>
                  <a:tcPr marL="6350" marR="6350" marT="6350" marB="0" anchor="ctr">
                    <a:lnL w="635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tcPr>
                </a:tc>
                <a:tc>
                  <a:txBody>
                    <a:bodyPr/>
                    <a:lstStyle/>
                    <a:p>
                      <a:pPr algn="ctr" fontAlgn="b"/>
                      <a:r>
                        <a:rPr lang="en-GB" sz="1200" kern="1200" dirty="0">
                          <a:solidFill>
                            <a:schemeClr val="tx1"/>
                          </a:solidFill>
                          <a:latin typeface="+mn-lt"/>
                          <a:ea typeface="+mn-ea"/>
                          <a:cs typeface="+mn-cs"/>
                        </a:rPr>
                        <a:t>139,134</a:t>
                      </a:r>
                    </a:p>
                  </a:txBody>
                  <a:tcPr marL="6350" marR="6350" marT="6350" marB="0" anchor="ctr">
                    <a:lnR w="635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228,054</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$20,069</a:t>
                      </a:r>
                    </a:p>
                  </a:txBody>
                  <a:tcPr marL="6350" marR="6350" marT="635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1" kern="1200" dirty="0">
                          <a:solidFill>
                            <a:schemeClr val="tx1"/>
                          </a:solidFill>
                          <a:latin typeface="+mn-lt"/>
                          <a:ea typeface="+mn-ea"/>
                          <a:cs typeface="+mn-cs"/>
                        </a:rPr>
                        <a:t>$240,825</a:t>
                      </a:r>
                    </a:p>
                  </a:txBody>
                  <a:tcPr marL="6350" marR="6350" marT="6350" marB="0" anchor="ctr">
                    <a:lnL w="6350" cap="flat" cmpd="sng" algn="ctr">
                      <a:solidFill>
                        <a:schemeClr val="accent2"/>
                      </a:solidFill>
                      <a:prstDash val="solid"/>
                      <a:round/>
                      <a:headEnd type="none" w="med" len="med"/>
                      <a:tailEnd type="none" w="med" len="med"/>
                    </a:lnL>
                    <a:lnT w="12700" cap="flat" cmpd="sng" algn="ctr">
                      <a:solidFill>
                        <a:schemeClr val="accent2"/>
                      </a:solidFill>
                      <a:prstDash val="solid"/>
                      <a:round/>
                      <a:headEnd type="none" w="med" len="med"/>
                      <a:tailEnd type="none" w="med" len="med"/>
                    </a:lnT>
                  </a:tcPr>
                </a:tc>
                <a:extLst>
                  <a:ext uri="{0D108BD9-81ED-4DB2-BD59-A6C34878D82A}">
                    <a16:rowId xmlns:a16="http://schemas.microsoft.com/office/drawing/2014/main" val="130199363"/>
                  </a:ext>
                </a:extLst>
              </a:tr>
            </a:tbl>
          </a:graphicData>
        </a:graphic>
      </p:graphicFrame>
      <p:graphicFrame>
        <p:nvGraphicFramePr>
          <p:cNvPr id="11" name="Object 10"/>
          <p:cNvGraphicFramePr>
            <a:graphicFrameLocks noGrp="1"/>
          </p:cNvGraphicFramePr>
          <p:nvPr>
            <p:extLst>
              <p:ext uri="{D42A27DB-BD31-4B8C-83A1-F6EECF244321}">
                <p14:modId xmlns:p14="http://schemas.microsoft.com/office/powerpoint/2010/main" val="1382967403"/>
              </p:ext>
            </p:extLst>
          </p:nvPr>
        </p:nvGraphicFramePr>
        <p:xfrm>
          <a:off x="10064750" y="5494338"/>
          <a:ext cx="950913" cy="593725"/>
        </p:xfrm>
        <a:graphic>
          <a:graphicData uri="http://schemas.openxmlformats.org/presentationml/2006/ole">
            <mc:AlternateContent xmlns:mc="http://schemas.openxmlformats.org/markup-compatibility/2006">
              <mc:Choice xmlns:v="urn:schemas-microsoft-com:vml" Requires="v">
                <p:oleObj name="Worksheet" showAsIcon="1" r:id="rId3" imgW="950760" imgH="594000" progId="Excel.Sheet.12">
                  <p:embed/>
                </p:oleObj>
              </mc:Choice>
              <mc:Fallback>
                <p:oleObj name="Worksheet" showAsIcon="1" r:id="rId3" imgW="950760" imgH="594000" progId="Excel.Sheet.12">
                  <p:embed/>
                  <p:pic>
                    <p:nvPicPr>
                      <p:cNvPr id="11" name="Object 10"/>
                      <p:cNvPicPr/>
                      <p:nvPr/>
                    </p:nvPicPr>
                    <p:blipFill>
                      <a:blip r:embed="rId4"/>
                      <a:stretch>
                        <a:fillRect/>
                      </a:stretch>
                    </p:blipFill>
                    <p:spPr>
                      <a:xfrm>
                        <a:off x="10064750" y="5494338"/>
                        <a:ext cx="950913" cy="593725"/>
                      </a:xfrm>
                      <a:prstGeom prst="rect">
                        <a:avLst/>
                      </a:prstGeom>
                      <a:solidFill>
                        <a:schemeClr val="tx1"/>
                      </a:solidFill>
                    </p:spPr>
                  </p:pic>
                </p:oleObj>
              </mc:Fallback>
            </mc:AlternateContent>
          </a:graphicData>
        </a:graphic>
      </p:graphicFrame>
    </p:spTree>
    <p:extLst>
      <p:ext uri="{BB962C8B-B14F-4D97-AF65-F5344CB8AC3E}">
        <p14:creationId xmlns:p14="http://schemas.microsoft.com/office/powerpoint/2010/main" val="50880202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7ADA-FD8A-FA4A-8BA4-CFE6C8A04D41}"/>
              </a:ext>
            </a:extLst>
          </p:cNvPr>
          <p:cNvSpPr>
            <a:spLocks noGrp="1"/>
          </p:cNvSpPr>
          <p:nvPr>
            <p:ph type="ctrTitle"/>
          </p:nvPr>
        </p:nvSpPr>
        <p:spPr>
          <a:xfrm>
            <a:off x="84278" y="2361256"/>
            <a:ext cx="9349100" cy="757130"/>
          </a:xfrm>
        </p:spPr>
        <p:txBody>
          <a:bodyPr/>
          <a:lstStyle/>
          <a:p>
            <a:r>
              <a:rPr lang="en-GB" dirty="0"/>
              <a:t> Amazon </a:t>
            </a:r>
            <a:r>
              <a:rPr lang="en-GB" dirty="0" err="1"/>
              <a:t>FSxN</a:t>
            </a:r>
            <a:r>
              <a:rPr lang="en-GB"/>
              <a:t> Single-AZ</a:t>
            </a:r>
            <a:endParaRPr lang="en-US" dirty="0"/>
          </a:p>
        </p:txBody>
      </p:sp>
    </p:spTree>
    <p:extLst>
      <p:ext uri="{BB962C8B-B14F-4D97-AF65-F5344CB8AC3E}">
        <p14:creationId xmlns:p14="http://schemas.microsoft.com/office/powerpoint/2010/main" val="333281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3016A3-F2DD-7A40-8BDB-03B33D1812C7}"/>
              </a:ext>
            </a:extLst>
          </p:cNvPr>
          <p:cNvSpPr txBox="1"/>
          <p:nvPr/>
        </p:nvSpPr>
        <p:spPr>
          <a:xfrm>
            <a:off x="652747" y="4236729"/>
            <a:ext cx="307841" cy="615618"/>
          </a:xfrm>
          <a:prstGeom prst="rect">
            <a:avLst/>
          </a:prstGeom>
          <a:noFill/>
        </p:spPr>
        <p:txBody>
          <a:bodyPr wrap="none" lIns="152400" tIns="121920" rIns="152400" bIns="121920" rtlCol="0">
            <a:spAutoFit/>
          </a:bodyPr>
          <a:lstStyle/>
          <a:p>
            <a:pPr defTabSz="609551">
              <a:lnSpc>
                <a:spcPct val="90000"/>
              </a:lnSpc>
              <a:spcAft>
                <a:spcPts val="1500"/>
              </a:spcAft>
            </a:pPr>
            <a:endParaRPr lang="en-US" altLang="en-US" sz="2667" dirty="0">
              <a:solidFill>
                <a:srgbClr val="FFFFFF"/>
              </a:solidFill>
              <a:latin typeface="Amazon Ember"/>
            </a:endParaRPr>
          </a:p>
        </p:txBody>
      </p:sp>
      <p:sp>
        <p:nvSpPr>
          <p:cNvPr id="9" name="Title 1">
            <a:extLst>
              <a:ext uri="{FF2B5EF4-FFF2-40B4-BE49-F238E27FC236}">
                <a16:creationId xmlns:a16="http://schemas.microsoft.com/office/drawing/2014/main" id="{BD485AF4-64DA-44FF-903E-20F3D3C05931}"/>
              </a:ext>
            </a:extLst>
          </p:cNvPr>
          <p:cNvSpPr>
            <a:spLocks noGrp="1"/>
          </p:cNvSpPr>
          <p:nvPr>
            <p:ph type="title"/>
          </p:nvPr>
        </p:nvSpPr>
        <p:spPr>
          <a:xfrm>
            <a:off x="152400" y="19899"/>
            <a:ext cx="11696700" cy="615696"/>
          </a:xfrm>
        </p:spPr>
        <p:txBody>
          <a:bodyPr>
            <a:noAutofit/>
          </a:bodyPr>
          <a:lstStyle/>
          <a:p>
            <a:r>
              <a:rPr lang="en-GB" sz="3200" kern="1200">
                <a:solidFill>
                  <a:schemeClr val="tx1"/>
                </a:solidFill>
                <a:effectLst/>
                <a:latin typeface="+mn-lt"/>
                <a:ea typeface="+mn-ea"/>
                <a:cs typeface="+mn-cs"/>
              </a:rPr>
              <a:t>Block Disks </a:t>
            </a:r>
            <a:r>
              <a:rPr lang="en-US" sz="3000" b="0" dirty="0"/>
              <a:t>-</a:t>
            </a:r>
            <a:r>
              <a:rPr lang="en-US" sz="3000" dirty="0"/>
              <a:t>Amazon FSx for NetApp ONTAP</a:t>
            </a:r>
            <a:endParaRPr lang="en-US" sz="3000" dirty="0">
              <a:solidFill>
                <a:schemeClr val="tx2"/>
              </a:solidFill>
            </a:endParaRPr>
          </a:p>
        </p:txBody>
      </p:sp>
      <p:sp>
        <p:nvSpPr>
          <p:cNvPr id="13" name="Text Placeholder 2">
            <a:extLst>
              <a:ext uri="{FF2B5EF4-FFF2-40B4-BE49-F238E27FC236}">
                <a16:creationId xmlns:a16="http://schemas.microsoft.com/office/drawing/2014/main" id="{8796127E-77A6-403A-B819-C04B4220942F}"/>
              </a:ext>
            </a:extLst>
          </p:cNvPr>
          <p:cNvSpPr txBox="1">
            <a:spLocks/>
          </p:cNvSpPr>
          <p:nvPr/>
        </p:nvSpPr>
        <p:spPr>
          <a:xfrm>
            <a:off x="236194" y="576659"/>
            <a:ext cx="11258550" cy="782910"/>
          </a:xfrm>
          <a:prstGeom prst="rect">
            <a:avLst/>
          </a:prstGeom>
        </p:spPr>
        <p:txBody>
          <a:bodyPr/>
          <a:lstStyle>
            <a:lvl1pPr marL="0" indent="0" algn="l" defTabSz="731520" rtl="0" eaLnBrk="1" latinLnBrk="0" hangingPunct="1">
              <a:spcBef>
                <a:spcPct val="20000"/>
              </a:spcBef>
              <a:buFontTx/>
              <a:buNone/>
              <a:defRPr sz="2900" b="0" i="0" kern="1200">
                <a:solidFill>
                  <a:schemeClr val="bg2"/>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bg2"/>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bg2"/>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bg2"/>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bg2"/>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US" sz="1667" b="1" dirty="0">
                <a:solidFill>
                  <a:schemeClr val="tx1"/>
                </a:solidFill>
                <a:latin typeface="+mn-lt"/>
                <a:ea typeface="Amazon Ember" panose="02000000000000000000" pitchFamily="2" charset="0"/>
              </a:rPr>
              <a:t>Flat-File data </a:t>
            </a:r>
            <a:r>
              <a:rPr lang="en-US" sz="1667" dirty="0">
                <a:solidFill>
                  <a:schemeClr val="tx1"/>
                </a:solidFill>
                <a:latin typeface="+mn-lt"/>
                <a:ea typeface="Amazon Ember" panose="02000000000000000000" pitchFamily="2" charset="0"/>
              </a:rPr>
              <a:t>leveraged for storage analysis. Amazon FSx for NetApp ONTAP filesystem automatically replicates your data within AWS Availability Zone (AZ) for high availability and durability. The prices below are based on a </a:t>
            </a:r>
            <a:r>
              <a:rPr lang="en-US" sz="1667" b="1" dirty="0">
                <a:solidFill>
                  <a:schemeClr val="tx1"/>
                </a:solidFill>
                <a:latin typeface="+mn-lt"/>
                <a:ea typeface="Amazon Ember" panose="02000000000000000000" pitchFamily="2" charset="0"/>
              </a:rPr>
              <a:t>Single-AZ</a:t>
            </a:r>
            <a:r>
              <a:rPr lang="en-US" sz="1667" dirty="0">
                <a:solidFill>
                  <a:schemeClr val="tx1"/>
                </a:solidFill>
                <a:latin typeface="+mn-lt"/>
                <a:ea typeface="Amazon Ember" panose="02000000000000000000" pitchFamily="2" charset="0"/>
              </a:rPr>
              <a:t> Amazon FSx for NetApp ONTAP deployment.</a:t>
            </a:r>
            <a:endParaRPr lang="en-US" sz="1667" dirty="0">
              <a:solidFill>
                <a:schemeClr val="tx1"/>
              </a:solidFill>
              <a:latin typeface="+mn-lt"/>
            </a:endParaRPr>
          </a:p>
        </p:txBody>
      </p:sp>
      <p:graphicFrame>
        <p:nvGraphicFramePr>
          <p:cNvPr id="15" name="Table 14">
            <a:extLst>
              <a:ext uri="{FF2B5EF4-FFF2-40B4-BE49-F238E27FC236}">
                <a16:creationId xmlns:a16="http://schemas.microsoft.com/office/drawing/2014/main" id="{19C05088-5FA9-4C8A-BEF8-9673AA632C5F}"/>
              </a:ext>
            </a:extLst>
          </p:cNvPr>
          <p:cNvGraphicFramePr>
            <a:graphicFrameLocks noGrp="1"/>
          </p:cNvGraphicFramePr>
          <p:nvPr/>
        </p:nvGraphicFramePr>
        <p:xfrm>
          <a:off x="236194" y="1496094"/>
          <a:ext cx="6486525" cy="4381472"/>
        </p:xfrm>
        <a:graphic>
          <a:graphicData uri="http://schemas.openxmlformats.org/drawingml/2006/table">
            <a:tbl>
              <a:tblPr firstRow="1" bandRow="1"/>
              <a:tblGrid>
                <a:gridCol w="3844743">
                  <a:extLst>
                    <a:ext uri="{9D8B030D-6E8A-4147-A177-3AD203B41FA5}">
                      <a16:colId xmlns:a16="http://schemas.microsoft.com/office/drawing/2014/main" val="3803955096"/>
                    </a:ext>
                  </a:extLst>
                </a:gridCol>
                <a:gridCol w="2641782">
                  <a:extLst>
                    <a:ext uri="{9D8B030D-6E8A-4147-A177-3AD203B41FA5}">
                      <a16:colId xmlns:a16="http://schemas.microsoft.com/office/drawing/2014/main" val="1876450795"/>
                    </a:ext>
                  </a:extLst>
                </a:gridCol>
              </a:tblGrid>
              <a:tr h="419223">
                <a:tc>
                  <a:txBody>
                    <a:bodyPr/>
                    <a:lstStyle>
                      <a:lvl1pPr marL="0" algn="l" defTabSz="731520" rtl="0" eaLnBrk="1" latinLnBrk="0" hangingPunct="1">
                        <a:defRPr sz="2880" b="1" kern="1200">
                          <a:solidFill>
                            <a:schemeClr val="lt1"/>
                          </a:solidFill>
                          <a:latin typeface="Arial"/>
                        </a:defRPr>
                      </a:lvl1pPr>
                      <a:lvl2pPr marL="731520" algn="l" defTabSz="731520" rtl="0" eaLnBrk="1" latinLnBrk="0" hangingPunct="1">
                        <a:defRPr sz="2880" b="1" kern="1200">
                          <a:solidFill>
                            <a:schemeClr val="lt1"/>
                          </a:solidFill>
                          <a:latin typeface="Arial"/>
                        </a:defRPr>
                      </a:lvl2pPr>
                      <a:lvl3pPr marL="1463040" algn="l" defTabSz="731520" rtl="0" eaLnBrk="1" latinLnBrk="0" hangingPunct="1">
                        <a:defRPr sz="2880" b="1" kern="1200">
                          <a:solidFill>
                            <a:schemeClr val="lt1"/>
                          </a:solidFill>
                          <a:latin typeface="Arial"/>
                        </a:defRPr>
                      </a:lvl3pPr>
                      <a:lvl4pPr marL="2194560" algn="l" defTabSz="731520" rtl="0" eaLnBrk="1" latinLnBrk="0" hangingPunct="1">
                        <a:defRPr sz="2880" b="1" kern="1200">
                          <a:solidFill>
                            <a:schemeClr val="lt1"/>
                          </a:solidFill>
                          <a:latin typeface="Arial"/>
                        </a:defRPr>
                      </a:lvl4pPr>
                      <a:lvl5pPr marL="2926080" algn="l" defTabSz="731520" rtl="0" eaLnBrk="1" latinLnBrk="0" hangingPunct="1">
                        <a:defRPr sz="2880" b="1" kern="1200">
                          <a:solidFill>
                            <a:schemeClr val="lt1"/>
                          </a:solidFill>
                          <a:latin typeface="Arial"/>
                        </a:defRPr>
                      </a:lvl5pPr>
                      <a:lvl6pPr marL="3657600" algn="l" defTabSz="731520" rtl="0" eaLnBrk="1" latinLnBrk="0" hangingPunct="1">
                        <a:defRPr sz="2880" b="1" kern="1200">
                          <a:solidFill>
                            <a:schemeClr val="lt1"/>
                          </a:solidFill>
                          <a:latin typeface="Arial"/>
                        </a:defRPr>
                      </a:lvl6pPr>
                      <a:lvl7pPr marL="4389120" algn="l" defTabSz="731520" rtl="0" eaLnBrk="1" latinLnBrk="0" hangingPunct="1">
                        <a:defRPr sz="2880" b="1" kern="1200">
                          <a:solidFill>
                            <a:schemeClr val="lt1"/>
                          </a:solidFill>
                          <a:latin typeface="Arial"/>
                        </a:defRPr>
                      </a:lvl7pPr>
                      <a:lvl8pPr marL="5120640" algn="l" defTabSz="731520" rtl="0" eaLnBrk="1" latinLnBrk="0" hangingPunct="1">
                        <a:defRPr sz="2880" b="1" kern="1200">
                          <a:solidFill>
                            <a:schemeClr val="lt1"/>
                          </a:solidFill>
                          <a:latin typeface="Arial"/>
                        </a:defRPr>
                      </a:lvl8pPr>
                      <a:lvl9pPr marL="5852160" algn="l" defTabSz="731520" rtl="0" eaLnBrk="1" latinLnBrk="0" hangingPunct="1">
                        <a:defRPr sz="2880" b="1" kern="1200">
                          <a:solidFill>
                            <a:schemeClr val="lt1"/>
                          </a:solidFill>
                          <a:latin typeface="Arial"/>
                        </a:defRPr>
                      </a:lvl9pPr>
                    </a:lstStyle>
                    <a:p>
                      <a:pPr algn="ctr"/>
                      <a:r>
                        <a:rPr lang="en-US" sz="1300" kern="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Parameter</a:t>
                      </a:r>
                    </a:p>
                  </a:txBody>
                  <a:tcPr marL="57150" marR="57150" marT="28575" marB="28575"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731520" rtl="0" eaLnBrk="1" latinLnBrk="0" hangingPunct="1">
                        <a:defRPr sz="2880" b="1" kern="1200">
                          <a:solidFill>
                            <a:schemeClr val="lt1"/>
                          </a:solidFill>
                          <a:latin typeface="Arial"/>
                        </a:defRPr>
                      </a:lvl1pPr>
                      <a:lvl2pPr marL="731520" algn="l" defTabSz="731520" rtl="0" eaLnBrk="1" latinLnBrk="0" hangingPunct="1">
                        <a:defRPr sz="2880" b="1" kern="1200">
                          <a:solidFill>
                            <a:schemeClr val="lt1"/>
                          </a:solidFill>
                          <a:latin typeface="Arial"/>
                        </a:defRPr>
                      </a:lvl2pPr>
                      <a:lvl3pPr marL="1463040" algn="l" defTabSz="731520" rtl="0" eaLnBrk="1" latinLnBrk="0" hangingPunct="1">
                        <a:defRPr sz="2880" b="1" kern="1200">
                          <a:solidFill>
                            <a:schemeClr val="lt1"/>
                          </a:solidFill>
                          <a:latin typeface="Arial"/>
                        </a:defRPr>
                      </a:lvl3pPr>
                      <a:lvl4pPr marL="2194560" algn="l" defTabSz="731520" rtl="0" eaLnBrk="1" latinLnBrk="0" hangingPunct="1">
                        <a:defRPr sz="2880" b="1" kern="1200">
                          <a:solidFill>
                            <a:schemeClr val="lt1"/>
                          </a:solidFill>
                          <a:latin typeface="Arial"/>
                        </a:defRPr>
                      </a:lvl4pPr>
                      <a:lvl5pPr marL="2926080" algn="l" defTabSz="731520" rtl="0" eaLnBrk="1" latinLnBrk="0" hangingPunct="1">
                        <a:defRPr sz="2880" b="1" kern="1200">
                          <a:solidFill>
                            <a:schemeClr val="lt1"/>
                          </a:solidFill>
                          <a:latin typeface="Arial"/>
                        </a:defRPr>
                      </a:lvl5pPr>
                      <a:lvl6pPr marL="3657600" algn="l" defTabSz="731520" rtl="0" eaLnBrk="1" latinLnBrk="0" hangingPunct="1">
                        <a:defRPr sz="2880" b="1" kern="1200">
                          <a:solidFill>
                            <a:schemeClr val="lt1"/>
                          </a:solidFill>
                          <a:latin typeface="Arial"/>
                        </a:defRPr>
                      </a:lvl6pPr>
                      <a:lvl7pPr marL="4389120" algn="l" defTabSz="731520" rtl="0" eaLnBrk="1" latinLnBrk="0" hangingPunct="1">
                        <a:defRPr sz="2880" b="1" kern="1200">
                          <a:solidFill>
                            <a:schemeClr val="lt1"/>
                          </a:solidFill>
                          <a:latin typeface="Arial"/>
                        </a:defRPr>
                      </a:lvl7pPr>
                      <a:lvl8pPr marL="5120640" algn="l" defTabSz="731520" rtl="0" eaLnBrk="1" latinLnBrk="0" hangingPunct="1">
                        <a:defRPr sz="2880" b="1" kern="1200">
                          <a:solidFill>
                            <a:schemeClr val="lt1"/>
                          </a:solidFill>
                          <a:latin typeface="Arial"/>
                        </a:defRPr>
                      </a:lvl8pPr>
                      <a:lvl9pPr marL="5852160" algn="l" defTabSz="731520" rtl="0" eaLnBrk="1" latinLnBrk="0" hangingPunct="1">
                        <a:defRPr sz="2880" b="1" kern="1200">
                          <a:solidFill>
                            <a:schemeClr val="lt1"/>
                          </a:solidFill>
                          <a:latin typeface="Arial"/>
                        </a:defRPr>
                      </a:lvl9pPr>
                    </a:lstStyle>
                    <a:p>
                      <a:pPr algn="ctr"/>
                      <a:r>
                        <a:rPr lang="en-US" sz="1300" kern="1200" dirty="0">
                          <a:latin typeface="Amazon Ember" panose="020B0603020204020204" pitchFamily="34" charset="0"/>
                          <a:ea typeface="Amazon Ember" panose="020B0603020204020204" pitchFamily="34" charset="0"/>
                          <a:cs typeface="Amazon Ember" panose="020B0603020204020204" pitchFamily="34" charset="0"/>
                        </a:rPr>
                        <a:t>Pricing</a:t>
                      </a:r>
                      <a:endParaRPr lang="en-US" sz="1500" kern="1200" dirty="0">
                        <a:latin typeface="Amazon Ember" panose="020B0603020204020204" pitchFamily="34" charset="0"/>
                        <a:ea typeface="Amazon Ember" panose="020B0603020204020204" pitchFamily="34" charset="0"/>
                        <a:cs typeface="Amazon Ember" panose="020B0603020204020204" pitchFamily="34" charset="0"/>
                      </a:endParaRPr>
                    </a:p>
                    <a:p>
                      <a:pPr algn="ctr"/>
                      <a:r>
                        <a:rPr lang="en-US" sz="1000" b="0"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(Monthly)</a:t>
                      </a:r>
                    </a:p>
                  </a:txBody>
                  <a:tcPr marL="57150" marR="57150" marT="28575" marB="28575"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690852339"/>
                  </a:ext>
                </a:extLst>
              </a:tr>
              <a:tr h="681727">
                <a:tc>
                  <a:txBody>
                    <a:bodyPr/>
                    <a:lstStyle/>
                    <a:p>
                      <a:pPr algn="ctr"/>
                      <a:r>
                        <a:rPr lang="en-US" sz="1300" b="1"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Boot Disks</a:t>
                      </a:r>
                    </a:p>
                    <a:p>
                      <a:pPr algn="ctr"/>
                      <a:r>
                        <a:rPr lang="en-US" sz="1300"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Amazon EBS GP3: 72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Provisioned capacity: 2,160 GB</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tc>
                  <a:txBody>
                    <a:bodyPr/>
                    <a:lstStyle/>
                    <a:p>
                      <a:pPr algn="ctr"/>
                      <a:r>
                        <a:rPr lang="en-US" sz="1300"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$190</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extLst>
                  <a:ext uri="{0D108BD9-81ED-4DB2-BD59-A6C34878D82A}">
                    <a16:rowId xmlns:a16="http://schemas.microsoft.com/office/drawing/2014/main" val="3996778298"/>
                  </a:ext>
                </a:extLst>
              </a:tr>
              <a:tr h="681727">
                <a:tc>
                  <a:txBody>
                    <a:bodyPr/>
                    <a:lstStyle/>
                    <a:p>
                      <a:pPr algn="ct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SSD storage</a:t>
                      </a:r>
                    </a:p>
                    <a:p>
                      <a:pPr algn="ctr"/>
                      <a:r>
                        <a:rPr lang="en-US" sz="1300"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Provisioned SSD capacity: 405,597 GB</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tc>
                  <a:txBody>
                    <a:bodyPr/>
                    <a:lstStyle/>
                    <a:p>
                      <a:pPr algn="ctr"/>
                      <a:r>
                        <a:rPr lang="en-US" sz="1300"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$55,972</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extLst>
                  <a:ext uri="{0D108BD9-81ED-4DB2-BD59-A6C34878D82A}">
                    <a16:rowId xmlns:a16="http://schemas.microsoft.com/office/drawing/2014/main" val="4110847310"/>
                  </a:ext>
                </a:extLst>
              </a:tr>
              <a:tr h="681727">
                <a:tc>
                  <a:txBody>
                    <a:bodyPr/>
                    <a:lstStyle/>
                    <a:p>
                      <a:pPr algn="ct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Additional SSD IOPS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Additional SSD IOPS over-provisioned</a:t>
                      </a:r>
                      <a:r>
                        <a:rPr lang="en-US" sz="1300" i="1" kern="1200">
                          <a:solidFill>
                            <a:schemeClr val="bg2"/>
                          </a:solidFill>
                          <a:latin typeface="Amazon Ember" panose="020B0603020204020204" pitchFamily="34" charset="0"/>
                          <a:ea typeface="Amazon Ember" panose="020B0603020204020204" pitchFamily="34" charset="0"/>
                          <a:cs typeface="Amazon Ember" panose="020B0603020204020204" pitchFamily="34" charset="0"/>
                        </a:rPr>
                        <a:t>: 0 IOPS</a:t>
                      </a:r>
                      <a:endParaRPr lang="en-US" sz="1300"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endParaRP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tc>
                  <a:txBody>
                    <a:bodyPr/>
                    <a:lstStyle/>
                    <a:p>
                      <a:pPr algn="ctr"/>
                      <a:r>
                        <a:rPr lang="en-US" sz="1300"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$0</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extLst>
                  <a:ext uri="{0D108BD9-81ED-4DB2-BD59-A6C34878D82A}">
                    <a16:rowId xmlns:a16="http://schemas.microsoft.com/office/drawing/2014/main" val="3192521331"/>
                  </a:ext>
                </a:extLst>
              </a:tr>
              <a:tr h="681727">
                <a:tc>
                  <a:txBody>
                    <a:bodyPr/>
                    <a:lstStyle>
                      <a:lvl1pPr marL="0" algn="l" defTabSz="731520" rtl="0" eaLnBrk="1" latinLnBrk="0" hangingPunct="1">
                        <a:defRPr sz="2880" kern="1200">
                          <a:solidFill>
                            <a:schemeClr val="dk1"/>
                          </a:solidFill>
                          <a:latin typeface="Arial"/>
                        </a:defRPr>
                      </a:lvl1pPr>
                      <a:lvl2pPr marL="731520" algn="l" defTabSz="731520" rtl="0" eaLnBrk="1" latinLnBrk="0" hangingPunct="1">
                        <a:defRPr sz="2880" kern="1200">
                          <a:solidFill>
                            <a:schemeClr val="dk1"/>
                          </a:solidFill>
                          <a:latin typeface="Arial"/>
                        </a:defRPr>
                      </a:lvl2pPr>
                      <a:lvl3pPr marL="1463040" algn="l" defTabSz="731520" rtl="0" eaLnBrk="1" latinLnBrk="0" hangingPunct="1">
                        <a:defRPr sz="2880" kern="1200">
                          <a:solidFill>
                            <a:schemeClr val="dk1"/>
                          </a:solidFill>
                          <a:latin typeface="Arial"/>
                        </a:defRPr>
                      </a:lvl3pPr>
                      <a:lvl4pPr marL="2194560" algn="l" defTabSz="731520" rtl="0" eaLnBrk="1" latinLnBrk="0" hangingPunct="1">
                        <a:defRPr sz="2880" kern="1200">
                          <a:solidFill>
                            <a:schemeClr val="dk1"/>
                          </a:solidFill>
                          <a:latin typeface="Arial"/>
                        </a:defRPr>
                      </a:lvl4pPr>
                      <a:lvl5pPr marL="2926080" algn="l" defTabSz="731520" rtl="0" eaLnBrk="1" latinLnBrk="0" hangingPunct="1">
                        <a:defRPr sz="2880" kern="1200">
                          <a:solidFill>
                            <a:schemeClr val="dk1"/>
                          </a:solidFill>
                          <a:latin typeface="Arial"/>
                        </a:defRPr>
                      </a:lvl5pPr>
                      <a:lvl6pPr marL="3657600" algn="l" defTabSz="731520" rtl="0" eaLnBrk="1" latinLnBrk="0" hangingPunct="1">
                        <a:defRPr sz="2880" kern="1200">
                          <a:solidFill>
                            <a:schemeClr val="dk1"/>
                          </a:solidFill>
                          <a:latin typeface="Arial"/>
                        </a:defRPr>
                      </a:lvl6pPr>
                      <a:lvl7pPr marL="4389120" algn="l" defTabSz="731520" rtl="0" eaLnBrk="1" latinLnBrk="0" hangingPunct="1">
                        <a:defRPr sz="2880" kern="1200">
                          <a:solidFill>
                            <a:schemeClr val="dk1"/>
                          </a:solidFill>
                          <a:latin typeface="Arial"/>
                        </a:defRPr>
                      </a:lvl7pPr>
                      <a:lvl8pPr marL="5120640" algn="l" defTabSz="731520" rtl="0" eaLnBrk="1" latinLnBrk="0" hangingPunct="1">
                        <a:defRPr sz="2880" kern="1200">
                          <a:solidFill>
                            <a:schemeClr val="dk1"/>
                          </a:solidFill>
                          <a:latin typeface="Arial"/>
                        </a:defRPr>
                      </a:lvl8pPr>
                      <a:lvl9pPr marL="5852160" algn="l" defTabSz="731520" rtl="0" eaLnBrk="1" latinLnBrk="0" hangingPunct="1">
                        <a:defRPr sz="2880" kern="1200">
                          <a:solidFill>
                            <a:schemeClr val="dk1"/>
                          </a:solidFill>
                          <a:latin typeface="Arial"/>
                        </a:defRPr>
                      </a:lvl9pPr>
                    </a:lstStyle>
                    <a:p>
                      <a:pPr algn="ct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Capacity pool storage</a:t>
                      </a:r>
                    </a:p>
                    <a:p>
                      <a:pPr algn="ctr"/>
                      <a:r>
                        <a:rPr lang="en-US" sz="1300" i="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Average capacity pool storage:  33,095 GB</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tc>
                  <a:txBody>
                    <a:bodyPr/>
                    <a:lstStyle>
                      <a:lvl1pPr marL="0" algn="l" defTabSz="731520" rtl="0" eaLnBrk="1" latinLnBrk="0" hangingPunct="1">
                        <a:defRPr sz="2880" kern="1200">
                          <a:solidFill>
                            <a:schemeClr val="dk1"/>
                          </a:solidFill>
                          <a:latin typeface="Arial"/>
                        </a:defRPr>
                      </a:lvl1pPr>
                      <a:lvl2pPr marL="731520" algn="l" defTabSz="731520" rtl="0" eaLnBrk="1" latinLnBrk="0" hangingPunct="1">
                        <a:defRPr sz="2880" kern="1200">
                          <a:solidFill>
                            <a:schemeClr val="dk1"/>
                          </a:solidFill>
                          <a:latin typeface="Arial"/>
                        </a:defRPr>
                      </a:lvl2pPr>
                      <a:lvl3pPr marL="1463040" algn="l" defTabSz="731520" rtl="0" eaLnBrk="1" latinLnBrk="0" hangingPunct="1">
                        <a:defRPr sz="2880" kern="1200">
                          <a:solidFill>
                            <a:schemeClr val="dk1"/>
                          </a:solidFill>
                          <a:latin typeface="Arial"/>
                        </a:defRPr>
                      </a:lvl3pPr>
                      <a:lvl4pPr marL="2194560" algn="l" defTabSz="731520" rtl="0" eaLnBrk="1" latinLnBrk="0" hangingPunct="1">
                        <a:defRPr sz="2880" kern="1200">
                          <a:solidFill>
                            <a:schemeClr val="dk1"/>
                          </a:solidFill>
                          <a:latin typeface="Arial"/>
                        </a:defRPr>
                      </a:lvl4pPr>
                      <a:lvl5pPr marL="2926080" algn="l" defTabSz="731520" rtl="0" eaLnBrk="1" latinLnBrk="0" hangingPunct="1">
                        <a:defRPr sz="2880" kern="1200">
                          <a:solidFill>
                            <a:schemeClr val="dk1"/>
                          </a:solidFill>
                          <a:latin typeface="Arial"/>
                        </a:defRPr>
                      </a:lvl5pPr>
                      <a:lvl6pPr marL="3657600" algn="l" defTabSz="731520" rtl="0" eaLnBrk="1" latinLnBrk="0" hangingPunct="1">
                        <a:defRPr sz="2880" kern="1200">
                          <a:solidFill>
                            <a:schemeClr val="dk1"/>
                          </a:solidFill>
                          <a:latin typeface="Arial"/>
                        </a:defRPr>
                      </a:lvl6pPr>
                      <a:lvl7pPr marL="4389120" algn="l" defTabSz="731520" rtl="0" eaLnBrk="1" latinLnBrk="0" hangingPunct="1">
                        <a:defRPr sz="2880" kern="1200">
                          <a:solidFill>
                            <a:schemeClr val="dk1"/>
                          </a:solidFill>
                          <a:latin typeface="Arial"/>
                        </a:defRPr>
                      </a:lvl7pPr>
                      <a:lvl8pPr marL="5120640" algn="l" defTabSz="731520" rtl="0" eaLnBrk="1" latinLnBrk="0" hangingPunct="1">
                        <a:defRPr sz="2880" kern="1200">
                          <a:solidFill>
                            <a:schemeClr val="dk1"/>
                          </a:solidFill>
                          <a:latin typeface="Arial"/>
                        </a:defRPr>
                      </a:lvl8pPr>
                      <a:lvl9pPr marL="5852160" algn="l" defTabSz="731520" rtl="0" eaLnBrk="1" latinLnBrk="0" hangingPunct="1">
                        <a:defRPr sz="2880" kern="1200">
                          <a:solidFill>
                            <a:schemeClr val="dk1"/>
                          </a:solidFill>
                          <a:latin typeface="Arial"/>
                        </a:defRPr>
                      </a:lvl9pPr>
                    </a:lstStyle>
                    <a:p>
                      <a:pPr algn="ctr"/>
                      <a:r>
                        <a:rPr lang="en-US" sz="1300"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$725</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CDCDC"/>
                    </a:solidFill>
                  </a:tcPr>
                </a:tc>
                <a:extLst>
                  <a:ext uri="{0D108BD9-81ED-4DB2-BD59-A6C34878D82A}">
                    <a16:rowId xmlns:a16="http://schemas.microsoft.com/office/drawing/2014/main" val="3971717848"/>
                  </a:ext>
                </a:extLst>
              </a:tr>
              <a:tr h="477993">
                <a:tc>
                  <a:txBody>
                    <a:bodyPr/>
                    <a:lstStyle/>
                    <a:p>
                      <a:pPr algn="ct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Throughput capacity</a:t>
                      </a:r>
                    </a:p>
                    <a:p>
                      <a:pPr algn="ctr"/>
                      <a:r>
                        <a:rPr lang="en-US" sz="1300" b="0"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Provisioned</a:t>
                      </a: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 </a:t>
                      </a:r>
                      <a:r>
                        <a:rPr lang="en-US" sz="1300"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throughput: 6,144  MB/s</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1D516C"/>
                      </a:solidFill>
                      <a:prstDash val="solid"/>
                      <a:round/>
                      <a:headEnd type="none" w="med" len="med"/>
                      <a:tailEnd type="none" w="med" len="med"/>
                    </a:lnB>
                    <a:lnTlToBr w="12700" cmpd="sng">
                      <a:noFill/>
                      <a:prstDash val="solid"/>
                    </a:lnTlToBr>
                    <a:lnBlToTr w="12700" cmpd="sng">
                      <a:noFill/>
                      <a:prstDash val="solid"/>
                    </a:lnBlToTr>
                    <a:solidFill>
                      <a:srgbClr val="DCDCDC"/>
                    </a:solidFill>
                  </a:tcPr>
                </a:tc>
                <a:tc>
                  <a:txBody>
                    <a:bodyPr/>
                    <a:lstStyle/>
                    <a:p>
                      <a:pPr algn="ctr"/>
                      <a:r>
                        <a:rPr lang="en-US" sz="1300"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$11,102</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1D516C"/>
                      </a:solidFill>
                      <a:prstDash val="solid"/>
                      <a:round/>
                      <a:headEnd type="none" w="med" len="med"/>
                      <a:tailEnd type="none" w="med" len="med"/>
                    </a:lnB>
                    <a:lnTlToBr w="12700" cmpd="sng">
                      <a:noFill/>
                      <a:prstDash val="solid"/>
                    </a:lnTlToBr>
                    <a:lnBlToTr w="12700" cmpd="sng">
                      <a:noFill/>
                      <a:prstDash val="solid"/>
                    </a:lnBlToTr>
                    <a:solidFill>
                      <a:srgbClr val="DCDCDC"/>
                    </a:solidFill>
                  </a:tcPr>
                </a:tc>
                <a:extLst>
                  <a:ext uri="{0D108BD9-81ED-4DB2-BD59-A6C34878D82A}">
                    <a16:rowId xmlns:a16="http://schemas.microsoft.com/office/drawing/2014/main" val="2383727087"/>
                  </a:ext>
                </a:extLst>
              </a:tr>
              <a:tr h="378674">
                <a:tc>
                  <a:txBody>
                    <a:bodyPr/>
                    <a:lstStyle>
                      <a:lvl1pPr marL="0" algn="l" defTabSz="731520" rtl="0" eaLnBrk="1" latinLnBrk="0" hangingPunct="1">
                        <a:defRPr sz="2880" kern="1200">
                          <a:solidFill>
                            <a:schemeClr val="dk1"/>
                          </a:solidFill>
                          <a:latin typeface="Arial"/>
                        </a:defRPr>
                      </a:lvl1pPr>
                      <a:lvl2pPr marL="731520" algn="l" defTabSz="731520" rtl="0" eaLnBrk="1" latinLnBrk="0" hangingPunct="1">
                        <a:defRPr sz="2880" kern="1200">
                          <a:solidFill>
                            <a:schemeClr val="dk1"/>
                          </a:solidFill>
                          <a:latin typeface="Arial"/>
                        </a:defRPr>
                      </a:lvl2pPr>
                      <a:lvl3pPr marL="1463040" algn="l" defTabSz="731520" rtl="0" eaLnBrk="1" latinLnBrk="0" hangingPunct="1">
                        <a:defRPr sz="2880" kern="1200">
                          <a:solidFill>
                            <a:schemeClr val="dk1"/>
                          </a:solidFill>
                          <a:latin typeface="Arial"/>
                        </a:defRPr>
                      </a:lvl3pPr>
                      <a:lvl4pPr marL="2194560" algn="l" defTabSz="731520" rtl="0" eaLnBrk="1" latinLnBrk="0" hangingPunct="1">
                        <a:defRPr sz="2880" kern="1200">
                          <a:solidFill>
                            <a:schemeClr val="dk1"/>
                          </a:solidFill>
                          <a:latin typeface="Arial"/>
                        </a:defRPr>
                      </a:lvl4pPr>
                      <a:lvl5pPr marL="2926080" algn="l" defTabSz="731520" rtl="0" eaLnBrk="1" latinLnBrk="0" hangingPunct="1">
                        <a:defRPr sz="2880" kern="1200">
                          <a:solidFill>
                            <a:schemeClr val="dk1"/>
                          </a:solidFill>
                          <a:latin typeface="Arial"/>
                        </a:defRPr>
                      </a:lvl5pPr>
                      <a:lvl6pPr marL="3657600" algn="l" defTabSz="731520" rtl="0" eaLnBrk="1" latinLnBrk="0" hangingPunct="1">
                        <a:defRPr sz="2880" kern="1200">
                          <a:solidFill>
                            <a:schemeClr val="dk1"/>
                          </a:solidFill>
                          <a:latin typeface="Arial"/>
                        </a:defRPr>
                      </a:lvl6pPr>
                      <a:lvl7pPr marL="4389120" algn="l" defTabSz="731520" rtl="0" eaLnBrk="1" latinLnBrk="0" hangingPunct="1">
                        <a:defRPr sz="2880" kern="1200">
                          <a:solidFill>
                            <a:schemeClr val="dk1"/>
                          </a:solidFill>
                          <a:latin typeface="Arial"/>
                        </a:defRPr>
                      </a:lvl7pPr>
                      <a:lvl8pPr marL="5120640" algn="l" defTabSz="731520" rtl="0" eaLnBrk="1" latinLnBrk="0" hangingPunct="1">
                        <a:defRPr sz="2880" kern="1200">
                          <a:solidFill>
                            <a:schemeClr val="dk1"/>
                          </a:solidFill>
                          <a:latin typeface="Arial"/>
                        </a:defRPr>
                      </a:lvl8pPr>
                      <a:lvl9pPr marL="5852160" algn="l" defTabSz="731520" rtl="0" eaLnBrk="1" latinLnBrk="0" hangingPunct="1">
                        <a:defRPr sz="2880" kern="1200">
                          <a:solidFill>
                            <a:schemeClr val="dk1"/>
                          </a:solidFill>
                          <a:latin typeface="Arial"/>
                        </a:defRPr>
                      </a:lvl9pPr>
                    </a:lstStyle>
                    <a:p>
                      <a:pPr algn="ct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Total Monthly Cost (Including Boot)</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1D516C"/>
                      </a:solidFill>
                      <a:prstDash val="solid"/>
                      <a:round/>
                      <a:headEnd type="none" w="med" len="med"/>
                      <a:tailEnd type="none" w="med" len="med"/>
                    </a:lnT>
                    <a:lnB w="12700" cap="flat" cmpd="sng" algn="ctr">
                      <a:solidFill>
                        <a:srgbClr val="1D516C"/>
                      </a:solidFill>
                      <a:prstDash val="solid"/>
                      <a:round/>
                      <a:headEnd type="none" w="med" len="med"/>
                      <a:tailEnd type="none" w="med" len="med"/>
                    </a:lnB>
                    <a:lnTlToBr w="12700" cmpd="sng">
                      <a:noFill/>
                      <a:prstDash val="solid"/>
                    </a:lnTlToBr>
                    <a:lnBlToTr w="12700" cmpd="sng">
                      <a:noFill/>
                      <a:prstDash val="solid"/>
                    </a:lnBlToTr>
                    <a:solidFill>
                      <a:srgbClr val="DCDCDC"/>
                    </a:solidFill>
                  </a:tcPr>
                </a:tc>
                <a:tc>
                  <a:txBody>
                    <a:bodyPr/>
                    <a:lstStyle>
                      <a:lvl1pPr marL="0" algn="l" defTabSz="731520" rtl="0" eaLnBrk="1" latinLnBrk="0" hangingPunct="1">
                        <a:defRPr sz="2880" kern="1200">
                          <a:solidFill>
                            <a:schemeClr val="dk1"/>
                          </a:solidFill>
                          <a:latin typeface="Arial"/>
                        </a:defRPr>
                      </a:lvl1pPr>
                      <a:lvl2pPr marL="731520" algn="l" defTabSz="731520" rtl="0" eaLnBrk="1" latinLnBrk="0" hangingPunct="1">
                        <a:defRPr sz="2880" kern="1200">
                          <a:solidFill>
                            <a:schemeClr val="dk1"/>
                          </a:solidFill>
                          <a:latin typeface="Arial"/>
                        </a:defRPr>
                      </a:lvl2pPr>
                      <a:lvl3pPr marL="1463040" algn="l" defTabSz="731520" rtl="0" eaLnBrk="1" latinLnBrk="0" hangingPunct="1">
                        <a:defRPr sz="2880" kern="1200">
                          <a:solidFill>
                            <a:schemeClr val="dk1"/>
                          </a:solidFill>
                          <a:latin typeface="Arial"/>
                        </a:defRPr>
                      </a:lvl3pPr>
                      <a:lvl4pPr marL="2194560" algn="l" defTabSz="731520" rtl="0" eaLnBrk="1" latinLnBrk="0" hangingPunct="1">
                        <a:defRPr sz="2880" kern="1200">
                          <a:solidFill>
                            <a:schemeClr val="dk1"/>
                          </a:solidFill>
                          <a:latin typeface="Arial"/>
                        </a:defRPr>
                      </a:lvl4pPr>
                      <a:lvl5pPr marL="2926080" algn="l" defTabSz="731520" rtl="0" eaLnBrk="1" latinLnBrk="0" hangingPunct="1">
                        <a:defRPr sz="2880" kern="1200">
                          <a:solidFill>
                            <a:schemeClr val="dk1"/>
                          </a:solidFill>
                          <a:latin typeface="Arial"/>
                        </a:defRPr>
                      </a:lvl5pPr>
                      <a:lvl6pPr marL="3657600" algn="l" defTabSz="731520" rtl="0" eaLnBrk="1" latinLnBrk="0" hangingPunct="1">
                        <a:defRPr sz="2880" kern="1200">
                          <a:solidFill>
                            <a:schemeClr val="dk1"/>
                          </a:solidFill>
                          <a:latin typeface="Arial"/>
                        </a:defRPr>
                      </a:lvl6pPr>
                      <a:lvl7pPr marL="4389120" algn="l" defTabSz="731520" rtl="0" eaLnBrk="1" latinLnBrk="0" hangingPunct="1">
                        <a:defRPr sz="2880" kern="1200">
                          <a:solidFill>
                            <a:schemeClr val="dk1"/>
                          </a:solidFill>
                          <a:latin typeface="Arial"/>
                        </a:defRPr>
                      </a:lvl7pPr>
                      <a:lvl8pPr marL="5120640" algn="l" defTabSz="731520" rtl="0" eaLnBrk="1" latinLnBrk="0" hangingPunct="1">
                        <a:defRPr sz="2880" kern="1200">
                          <a:solidFill>
                            <a:schemeClr val="dk1"/>
                          </a:solidFill>
                          <a:latin typeface="Arial"/>
                        </a:defRPr>
                      </a:lvl8pPr>
                      <a:lvl9pPr marL="5852160" algn="l" defTabSz="731520" rtl="0" eaLnBrk="1" latinLnBrk="0" hangingPunct="1">
                        <a:defRPr sz="2880" kern="1200">
                          <a:solidFill>
                            <a:schemeClr val="dk1"/>
                          </a:solidFill>
                          <a:latin typeface="Arial"/>
                        </a:defRPr>
                      </a:lvl9pPr>
                    </a:lstStyle>
                    <a:p>
                      <a:pPr algn="ct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$67,989</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1D516C"/>
                      </a:solidFill>
                      <a:prstDash val="solid"/>
                      <a:round/>
                      <a:headEnd type="none" w="med" len="med"/>
                      <a:tailEnd type="none" w="med" len="med"/>
                    </a:lnT>
                    <a:lnB w="12700" cap="flat" cmpd="sng" algn="ctr">
                      <a:solidFill>
                        <a:srgbClr val="1D516C"/>
                      </a:solidFill>
                      <a:prstDash val="solid"/>
                      <a:round/>
                      <a:headEnd type="none" w="med" len="med"/>
                      <a:tailEnd type="none" w="med" len="med"/>
                    </a:lnB>
                    <a:lnTlToBr w="12700" cmpd="sng">
                      <a:noFill/>
                      <a:prstDash val="solid"/>
                    </a:lnTlToBr>
                    <a:lnBlToTr w="12700" cmpd="sng">
                      <a:noFill/>
                      <a:prstDash val="solid"/>
                    </a:lnBlToTr>
                    <a:solidFill>
                      <a:srgbClr val="DCDCDC"/>
                    </a:solidFill>
                  </a:tcPr>
                </a:tc>
                <a:extLst>
                  <a:ext uri="{0D108BD9-81ED-4DB2-BD59-A6C34878D82A}">
                    <a16:rowId xmlns:a16="http://schemas.microsoft.com/office/drawing/2014/main" val="55911295"/>
                  </a:ext>
                </a:extLst>
              </a:tr>
              <a:tr h="378674">
                <a:tc>
                  <a:txBody>
                    <a:bodyPr/>
                    <a:lstStyle/>
                    <a:p>
                      <a:pPr algn="ct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Total Annual Cost (Including Boot)</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1D516C"/>
                      </a:solidFill>
                      <a:prstDash val="solid"/>
                      <a:round/>
                      <a:headEnd type="none" w="med" len="med"/>
                      <a:tailEnd type="none" w="med" len="med"/>
                    </a:lnT>
                    <a:lnB w="12700" cap="flat" cmpd="sng" algn="ctr">
                      <a:solidFill>
                        <a:srgbClr val="1D516C"/>
                      </a:solidFill>
                      <a:prstDash val="solid"/>
                      <a:round/>
                      <a:headEnd type="none" w="med" len="med"/>
                      <a:tailEnd type="none" w="med" len="med"/>
                    </a:lnB>
                    <a:lnTlToBr w="12700" cmpd="sng">
                      <a:noFill/>
                      <a:prstDash val="solid"/>
                    </a:lnTlToBr>
                    <a:lnBlToTr w="12700" cmpd="sng">
                      <a:noFill/>
                      <a:prstDash val="solid"/>
                    </a:lnBlToTr>
                    <a:solidFill>
                      <a:srgbClr val="DCDCDC"/>
                    </a:solidFill>
                  </a:tcPr>
                </a:tc>
                <a:tc>
                  <a:txBody>
                    <a:bodyPr/>
                    <a:lstStyle/>
                    <a:p>
                      <a:pPr marL="0" marR="0" lvl="0" indent="0" algn="ctr" defTabSz="731520" rtl="0" eaLnBrk="1" fontAlgn="auto" latinLnBrk="0" hangingPunct="1">
                        <a:lnSpc>
                          <a:spcPct val="100000"/>
                        </a:lnSpc>
                        <a:spcBef>
                          <a:spcPts val="0"/>
                        </a:spcBef>
                        <a:spcAft>
                          <a:spcPts val="0"/>
                        </a:spcAft>
                        <a:buClrTx/>
                        <a:buSzTx/>
                        <a:buFontTx/>
                        <a:buNone/>
                        <a:tabLst/>
                        <a:defRPr/>
                      </a:pPr>
                      <a:r>
                        <a:rPr lang="en-US" sz="1300" b="1" kern="12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$815,873</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1D516C"/>
                      </a:solidFill>
                      <a:prstDash val="solid"/>
                      <a:round/>
                      <a:headEnd type="none" w="med" len="med"/>
                      <a:tailEnd type="none" w="med" len="med"/>
                    </a:lnT>
                    <a:lnB w="12700" cap="flat" cmpd="sng" algn="ctr">
                      <a:solidFill>
                        <a:srgbClr val="1D516C"/>
                      </a:solidFill>
                      <a:prstDash val="solid"/>
                      <a:round/>
                      <a:headEnd type="none" w="med" len="med"/>
                      <a:tailEnd type="none" w="med" len="med"/>
                    </a:lnB>
                    <a:lnTlToBr w="12700" cmpd="sng">
                      <a:noFill/>
                      <a:prstDash val="solid"/>
                    </a:lnTlToBr>
                    <a:lnBlToTr w="12700" cmpd="sng">
                      <a:noFill/>
                      <a:prstDash val="solid"/>
                    </a:lnBlToTr>
                    <a:solidFill>
                      <a:srgbClr val="DCDCDC"/>
                    </a:solidFill>
                  </a:tcPr>
                </a:tc>
                <a:extLst>
                  <a:ext uri="{0D108BD9-81ED-4DB2-BD59-A6C34878D82A}">
                    <a16:rowId xmlns:a16="http://schemas.microsoft.com/office/drawing/2014/main" val="3357702132"/>
                  </a:ext>
                </a:extLst>
              </a:tr>
            </a:tbl>
          </a:graphicData>
        </a:graphic>
      </p:graphicFrame>
      <p:sp>
        <p:nvSpPr>
          <p:cNvPr id="8" name="Content Placeholder 2">
            <a:extLst>
              <a:ext uri="{FF2B5EF4-FFF2-40B4-BE49-F238E27FC236}">
                <a16:creationId xmlns:a16="http://schemas.microsoft.com/office/drawing/2014/main" id="{2D6AC4E3-2F6C-4AE4-A20B-0FF8C7874C79}"/>
              </a:ext>
            </a:extLst>
          </p:cNvPr>
          <p:cNvSpPr txBox="1">
            <a:spLocks/>
          </p:cNvSpPr>
          <p:nvPr/>
        </p:nvSpPr>
        <p:spPr>
          <a:xfrm>
            <a:off x="6887558" y="3341085"/>
            <a:ext cx="4886325" cy="2536482"/>
          </a:xfrm>
          <a:prstGeom prst="rect">
            <a:avLst/>
          </a:prstGeom>
          <a:ln>
            <a:solidFill>
              <a:schemeClr val="tx1"/>
            </a:solidFill>
          </a:ln>
        </p:spPr>
        <p:txBody>
          <a:bodyPr vert="horz" lIns="76200" tIns="38100" rIns="76200" bIns="38100" rtlCol="0">
            <a:normAutofit lnSpcReduction="10000"/>
          </a:bodyPr>
          <a:lstStyle>
            <a:defPPr>
              <a:defRPr lang="en-US"/>
            </a:defPPr>
            <a:lvl1pPr marR="0" indent="0" defTabSz="731520" fontAlgn="auto">
              <a:lnSpc>
                <a:spcPct val="100000"/>
              </a:lnSpc>
              <a:spcBef>
                <a:spcPct val="20000"/>
              </a:spcBef>
              <a:spcAft>
                <a:spcPts val="0"/>
              </a:spcAft>
              <a:buClrTx/>
              <a:buSzTx/>
              <a:buFontTx/>
              <a:buNone/>
              <a:tabLst/>
              <a:defRPr sz="1500" b="1" i="0" baseline="0">
                <a:solidFill>
                  <a:schemeClr val="tx2"/>
                </a:solidFill>
                <a:latin typeface="Amazon Ember" panose="02000000000000000000" pitchFamily="2" charset="0"/>
                <a:ea typeface="Amazon Ember" panose="02000000000000000000" pitchFamily="2" charset="0"/>
                <a:cs typeface="Amazon Ember Regular" charset="0"/>
              </a:defRPr>
            </a:lvl1pPr>
            <a:lvl2pPr marL="309550" lvl="1" indent="-238115" defTabSz="380976">
              <a:spcBef>
                <a:spcPts val="0"/>
              </a:spcBef>
              <a:buClr>
                <a:schemeClr val="tx1"/>
              </a:buClr>
              <a:buFont typeface="Wingdings" panose="05000000000000000000" pitchFamily="2" charset="2"/>
              <a:buChar char="§"/>
              <a:defRPr sz="1500" b="0" i="0">
                <a:latin typeface="Amazon Ember Regular" charset="0"/>
                <a:cs typeface="Amazon Ember Regular" charset="0"/>
              </a:defRPr>
            </a:lvl2pPr>
            <a:lvl3pPr marL="1828800" indent="-365760" defTabSz="731520">
              <a:spcBef>
                <a:spcPct val="20000"/>
              </a:spcBef>
              <a:buFont typeface="Arial"/>
              <a:buChar char="•"/>
              <a:defRPr sz="2600" b="0" i="0">
                <a:solidFill>
                  <a:schemeClr val="bg2"/>
                </a:solidFill>
                <a:latin typeface="Amazon Ember Regular" charset="0"/>
                <a:cs typeface="Amazon Ember Regular" charset="0"/>
              </a:defRPr>
            </a:lvl3pPr>
            <a:lvl4pPr marL="2560320" indent="-365760" defTabSz="731520">
              <a:spcBef>
                <a:spcPct val="20000"/>
              </a:spcBef>
              <a:buFont typeface="Arial"/>
              <a:buChar char="–"/>
              <a:defRPr sz="2200" b="0" i="0">
                <a:solidFill>
                  <a:schemeClr val="bg2"/>
                </a:solidFill>
                <a:latin typeface="Amazon Ember Regular" charset="0"/>
                <a:cs typeface="Amazon Ember Regular" charset="0"/>
              </a:defRPr>
            </a:lvl4pPr>
            <a:lvl5pPr marL="3291840" indent="-365760" defTabSz="731520">
              <a:spcBef>
                <a:spcPct val="20000"/>
              </a:spcBef>
              <a:buFont typeface="Arial"/>
              <a:buChar char="»"/>
              <a:defRPr sz="1900" b="0" i="0">
                <a:solidFill>
                  <a:schemeClr val="bg2"/>
                </a:solidFill>
                <a:latin typeface="Amazon Ember Regular" charset="0"/>
                <a:cs typeface="Amazon Ember Regular" charset="0"/>
              </a:defRPr>
            </a:lvl5pPr>
            <a:lvl6pPr marL="4023360" indent="-365760" defTabSz="731520">
              <a:spcBef>
                <a:spcPct val="20000"/>
              </a:spcBef>
              <a:buFont typeface="Arial"/>
              <a:buChar char="•"/>
              <a:defRPr sz="3200"/>
            </a:lvl6pPr>
            <a:lvl7pPr marL="4754880" indent="-365760" defTabSz="731520">
              <a:spcBef>
                <a:spcPct val="20000"/>
              </a:spcBef>
              <a:buFont typeface="Arial"/>
              <a:buChar char="•"/>
              <a:defRPr sz="3200"/>
            </a:lvl7pPr>
            <a:lvl8pPr marL="5486400" indent="-365760" defTabSz="731520">
              <a:spcBef>
                <a:spcPct val="20000"/>
              </a:spcBef>
              <a:buFont typeface="Arial"/>
              <a:buChar char="•"/>
              <a:defRPr sz="3200"/>
            </a:lvl8pPr>
            <a:lvl9pPr marL="6217920" indent="-365760" defTabSz="731520">
              <a:spcBef>
                <a:spcPct val="20000"/>
              </a:spcBef>
              <a:buFont typeface="Arial"/>
              <a:buChar char="•"/>
              <a:defRPr sz="3200"/>
            </a:lvl9pPr>
          </a:lstStyle>
          <a:p>
            <a:r>
              <a:rPr lang="en-US" sz="1200" dirty="0">
                <a:solidFill>
                  <a:prstClr val="white"/>
                </a:solidFill>
                <a:latin typeface="Amazon Ember"/>
                <a:ea typeface="+mn-ea"/>
                <a:cs typeface="+mn-cs"/>
              </a:rPr>
              <a:t>Modeling</a:t>
            </a:r>
          </a:p>
          <a:p>
            <a:pPr marL="371475" lvl="1" indent="-285750" defTabSz="457189"/>
            <a:r>
              <a:rPr lang="en-US" sz="1200" dirty="0">
                <a:solidFill>
                  <a:prstClr val="white"/>
                </a:solidFill>
                <a:latin typeface="Amazon Ember"/>
                <a:cs typeface="+mn-cs"/>
              </a:rPr>
              <a:t>Total Used Storage Capacity: 603,886 GB</a:t>
            </a:r>
          </a:p>
          <a:p>
            <a:pPr marL="371475" lvl="1" indent="-285750" defTabSz="457189"/>
            <a:r>
              <a:rPr lang="en-US" sz="1200" dirty="0">
                <a:latin typeface="+mn-lt"/>
                <a:ea typeface="Amazon Ember" panose="02000000000000000000" pitchFamily="2" charset="0"/>
              </a:rPr>
              <a:t>Total Used Storage Capacity(FSx): 438,692 GB</a:t>
            </a:r>
          </a:p>
          <a:p>
            <a:pPr marL="371475" lvl="1" indent="-285750" defTabSz="457189"/>
            <a:r>
              <a:rPr lang="en-US" sz="1200" dirty="0">
                <a:solidFill>
                  <a:prstClr val="white"/>
                </a:solidFill>
                <a:latin typeface="Amazon Ember"/>
                <a:cs typeface="+mn-cs"/>
              </a:rPr>
              <a:t>Percentage of data on SSD Storage: 92.46 %</a:t>
            </a:r>
          </a:p>
          <a:p>
            <a:pPr marL="371475" lvl="1" indent="-285750" defTabSz="457189"/>
            <a:r>
              <a:rPr lang="en-US" sz="1200" dirty="0">
                <a:solidFill>
                  <a:prstClr val="white"/>
                </a:solidFill>
                <a:latin typeface="Amazon Ember"/>
                <a:cs typeface="+mn-cs"/>
              </a:rPr>
              <a:t>Percentage of data on Capacity Pool: 7.54 %</a:t>
            </a:r>
          </a:p>
          <a:p>
            <a:pPr marL="371475" lvl="1" indent="-285750" defTabSz="457189"/>
            <a:r>
              <a:rPr lang="en-US" sz="1200" dirty="0">
                <a:solidFill>
                  <a:prstClr val="white"/>
                </a:solidFill>
                <a:latin typeface="Amazon Ember"/>
                <a:cs typeface="+mn-cs"/>
              </a:rPr>
              <a:t>IOPS: Default</a:t>
            </a:r>
          </a:p>
          <a:p>
            <a:pPr marL="85725" lvl="1" indent="0" defTabSz="457189">
              <a:buNone/>
            </a:pPr>
            <a:r>
              <a:rPr lang="en-US" sz="1200" dirty="0">
                <a:solidFill>
                  <a:prstClr val="white"/>
                </a:solidFill>
                <a:latin typeface="Amazon Ember"/>
                <a:cs typeface="+mn-cs"/>
              </a:rPr>
              <a:t>          * SSD Provides 3 IOPS per GB</a:t>
            </a:r>
          </a:p>
          <a:p>
            <a:pPr marL="371475" lvl="1" indent="-285750" defTabSz="457189"/>
            <a:r>
              <a:rPr lang="en-US" sz="1200" dirty="0">
                <a:solidFill>
                  <a:prstClr val="white"/>
                </a:solidFill>
                <a:latin typeface="Amazon Ember"/>
                <a:cs typeface="+mn-cs"/>
              </a:rPr>
              <a:t>Throughput capacity: 6,144 MBps </a:t>
            </a:r>
          </a:p>
          <a:p>
            <a:pPr marL="371475" lvl="1" indent="-285750" defTabSz="457189"/>
            <a:r>
              <a:rPr lang="en-US" sz="1200" dirty="0">
                <a:solidFill>
                  <a:prstClr val="white"/>
                </a:solidFill>
                <a:latin typeface="Amazon Ember"/>
                <a:cs typeface="+mn-cs"/>
              </a:rPr>
              <a:t>Region – </a:t>
            </a:r>
            <a:r>
              <a:rPr lang="en-GB" sz="1200" dirty="0">
                <a:solidFill>
                  <a:prstClr val="white"/>
                </a:solidFill>
                <a:latin typeface="Amazon Ember"/>
                <a:cs typeface="+mn-cs"/>
              </a:rPr>
              <a:t>eu-west-1</a:t>
            </a:r>
          </a:p>
          <a:p>
            <a:pPr marL="371475" lvl="1" indent="-285750" defTabSz="457189"/>
            <a:r>
              <a:rPr lang="en-US" sz="1200" dirty="0">
                <a:solidFill>
                  <a:prstClr val="white"/>
                </a:solidFill>
                <a:latin typeface="Amazon Ember"/>
                <a:cs typeface="+mn-cs"/>
              </a:rPr>
              <a:t># of FSx Filesystems: TBD </a:t>
            </a:r>
          </a:p>
          <a:p>
            <a:pPr marL="371475" lvl="1" indent="-285750" defTabSz="457189"/>
            <a:r>
              <a:rPr lang="en-US" sz="1200" dirty="0">
                <a:solidFill>
                  <a:prstClr val="white"/>
                </a:solidFill>
                <a:latin typeface="Amazon Ember"/>
                <a:cs typeface="+mn-cs"/>
              </a:rPr>
              <a:t>Architecture: GEN2</a:t>
            </a:r>
          </a:p>
          <a:p>
            <a:pPr marL="371475" lvl="1" indent="-285750" defTabSz="457189"/>
            <a:r>
              <a:rPr lang="en-US" sz="1200" dirty="0">
                <a:solidFill>
                  <a:prstClr val="white"/>
                </a:solidFill>
                <a:latin typeface="Amazon Ember"/>
                <a:cs typeface="+mn-cs"/>
              </a:rPr>
              <a:t>HA PAIR: 2</a:t>
            </a:r>
          </a:p>
          <a:p>
            <a:pPr marL="371475" lvl="1" indent="-285750" defTabSz="457189"/>
            <a:r>
              <a:rPr lang="en-US" sz="1200" dirty="0">
                <a:solidFill>
                  <a:prstClr val="white"/>
                </a:solidFill>
                <a:latin typeface="Amazon Ember"/>
                <a:cs typeface="+mn-cs"/>
              </a:rPr>
              <a:t>Protocols: iSCSI</a:t>
            </a:r>
          </a:p>
          <a:p>
            <a:pPr marL="371475" lvl="1" indent="-285750" defTabSz="457189"/>
            <a:r>
              <a:rPr lang="en-US" sz="1200" dirty="0">
                <a:solidFill>
                  <a:prstClr val="white"/>
                </a:solidFill>
                <a:latin typeface="Amazon Ember"/>
                <a:cs typeface="+mn-cs"/>
              </a:rPr>
              <a:t>Volumes: Please see the excel attached for In-Scope Volumes </a:t>
            </a:r>
          </a:p>
        </p:txBody>
      </p:sp>
      <p:sp>
        <p:nvSpPr>
          <p:cNvPr id="11" name="TextBox 10">
            <a:extLst>
              <a:ext uri="{FF2B5EF4-FFF2-40B4-BE49-F238E27FC236}">
                <a16:creationId xmlns:a16="http://schemas.microsoft.com/office/drawing/2014/main" id="{53B37850-BC02-4855-97DA-AFA2EECC9741}"/>
              </a:ext>
            </a:extLst>
          </p:cNvPr>
          <p:cNvSpPr txBox="1"/>
          <p:nvPr/>
        </p:nvSpPr>
        <p:spPr>
          <a:xfrm>
            <a:off x="6887558" y="1496094"/>
            <a:ext cx="4886325" cy="1569660"/>
          </a:xfrm>
          <a:prstGeom prst="rect">
            <a:avLst/>
          </a:prstGeom>
          <a:noFill/>
          <a:ln>
            <a:solidFill>
              <a:schemeClr val="tx1"/>
            </a:solidFill>
          </a:ln>
        </p:spPr>
        <p:txBody>
          <a:bodyPr wrap="square">
            <a:spAutoFit/>
          </a:bodyPr>
          <a:lstStyle/>
          <a:p>
            <a:pPr>
              <a:defRPr/>
            </a:pPr>
            <a:r>
              <a:rPr lang="en-GB" sz="1200" b="1" dirty="0">
                <a:solidFill>
                  <a:prstClr val="white"/>
                </a:solidFill>
                <a:latin typeface="Amazon Ember"/>
              </a:rPr>
              <a:t>Considerations</a:t>
            </a:r>
          </a:p>
          <a:p>
            <a:pPr marL="285750" indent="-285750">
              <a:buFont typeface="Wingdings" panose="05000000000000000000" pitchFamily="2" charset="2"/>
              <a:buChar char="§"/>
              <a:defRPr/>
            </a:pPr>
            <a:r>
              <a:rPr lang="en-GB" sz="1200" dirty="0">
                <a:solidFill>
                  <a:prstClr val="white"/>
                </a:solidFill>
                <a:latin typeface="Amazon Ember"/>
              </a:rPr>
              <a:t>90% SSD Usable Considered (Best Practice)</a:t>
            </a:r>
          </a:p>
          <a:p>
            <a:pPr marL="742950" lvl="1" indent="-285750">
              <a:buFont typeface="Wingdings" panose="05000000000000000000" pitchFamily="2" charset="2"/>
              <a:buChar char="§"/>
              <a:defRPr/>
            </a:pPr>
            <a:r>
              <a:rPr lang="en-GB" sz="1200" dirty="0">
                <a:solidFill>
                  <a:prstClr val="white"/>
                </a:solidFill>
                <a:latin typeface="Amazon Ember"/>
              </a:rPr>
              <a:t>10% Space added to SSD pool </a:t>
            </a:r>
          </a:p>
          <a:p>
            <a:pPr marL="285750" indent="-285750">
              <a:buFont typeface="Wingdings" panose="05000000000000000000" pitchFamily="2" charset="2"/>
              <a:buChar char="§"/>
              <a:defRPr/>
            </a:pPr>
            <a:r>
              <a:rPr lang="en-GB" sz="1200" dirty="0">
                <a:solidFill>
                  <a:prstClr val="white"/>
                </a:solidFill>
                <a:latin typeface="Amazon Ember"/>
              </a:rPr>
              <a:t>10% of SSD Tier Space is considered for System space</a:t>
            </a:r>
          </a:p>
          <a:p>
            <a:pPr marL="742950" lvl="1" indent="-285750">
              <a:buFont typeface="Wingdings" panose="05000000000000000000" pitchFamily="2" charset="2"/>
              <a:buChar char="§"/>
              <a:defRPr/>
            </a:pPr>
            <a:r>
              <a:rPr lang="en-GB" sz="1200" dirty="0">
                <a:solidFill>
                  <a:prstClr val="white"/>
                </a:solidFill>
                <a:latin typeface="Amazon Ember"/>
              </a:rPr>
              <a:t>Space added to SSD Pool</a:t>
            </a:r>
          </a:p>
          <a:p>
            <a:pPr marL="285750" indent="-285750">
              <a:buFont typeface="Wingdings" panose="05000000000000000000" pitchFamily="2" charset="2"/>
              <a:buChar char="§"/>
              <a:defRPr/>
            </a:pPr>
            <a:r>
              <a:rPr lang="en-GB" sz="1200" dirty="0">
                <a:solidFill>
                  <a:prstClr val="white"/>
                </a:solidFill>
                <a:latin typeface="Amazon Ember"/>
              </a:rPr>
              <a:t>3% of Capacity Space is added as meta data to SSD Pool</a:t>
            </a:r>
          </a:p>
          <a:p>
            <a:pPr marL="285750" indent="-285750">
              <a:buFont typeface="Wingdings" panose="05000000000000000000" pitchFamily="2" charset="2"/>
              <a:buChar char="§"/>
              <a:defRPr/>
            </a:pPr>
            <a:r>
              <a:rPr lang="en-US" sz="1200" dirty="0">
                <a:latin typeface="+mn-lt"/>
                <a:ea typeface="Amazon Ember" panose="02000000000000000000" pitchFamily="2" charset="0"/>
              </a:rPr>
              <a:t>Snap Reserve: 10%</a:t>
            </a:r>
          </a:p>
          <a:p>
            <a:pPr marL="285750" indent="-285750">
              <a:buFont typeface="Wingdings" panose="05000000000000000000" pitchFamily="2" charset="2"/>
              <a:buChar char="§"/>
              <a:defRPr/>
            </a:pPr>
            <a:r>
              <a:rPr lang="en-US" sz="1200" dirty="0">
                <a:latin typeface="+mn-lt"/>
                <a:ea typeface="Amazon Ember" panose="02000000000000000000" pitchFamily="2" charset="0"/>
              </a:rPr>
              <a:t>Savings from Compression + Deduplication: 45%</a:t>
            </a:r>
            <a:endParaRPr lang="en-GB" sz="1400" dirty="0">
              <a:solidFill>
                <a:prstClr val="white"/>
              </a:solidFill>
              <a:latin typeface="Amazon Ember"/>
              <a:ea typeface="Amazon Ember" panose="02000000000000000000" pitchFamily="2" charset="0"/>
            </a:endParaRPr>
          </a:p>
        </p:txBody>
      </p:sp>
      <p:graphicFrame>
        <p:nvGraphicFramePr>
          <p:cNvPr id="16" name="Object 15"/>
          <p:cNvGraphicFramePr>
            <a:graphicFrameLocks noGrp="1"/>
          </p:cNvGraphicFramePr>
          <p:nvPr>
            <p:extLst>
              <p:ext uri="{D42A27DB-BD31-4B8C-83A1-F6EECF244321}">
                <p14:modId xmlns:p14="http://schemas.microsoft.com/office/powerpoint/2010/main" val="1137314897"/>
              </p:ext>
            </p:extLst>
          </p:nvPr>
        </p:nvGraphicFramePr>
        <p:xfrm>
          <a:off x="10446589" y="4852347"/>
          <a:ext cx="965200" cy="609600"/>
        </p:xfrm>
        <a:graphic>
          <a:graphicData uri="http://schemas.openxmlformats.org/presentationml/2006/ole">
            <mc:AlternateContent xmlns:mc="http://schemas.openxmlformats.org/markup-compatibility/2006">
              <mc:Choice xmlns:v="urn:schemas-microsoft-com:vml" Requires="v">
                <p:oleObj showAsIcon="1" r:id="rId3" imgW="965200" imgH="609600" progId="Excel.Sheet.12">
                  <p:embed/>
                </p:oleObj>
              </mc:Choice>
              <mc:Fallback>
                <p:oleObj showAsIcon="1" r:id="rId3" imgW="965200" imgH="609600" progId="Excel.Sheet.12">
                  <p:embed/>
                  <p:pic>
                    <p:nvPicPr>
                      <p:cNvPr id="16" name="Object 15"/>
                      <p:cNvPicPr/>
                      <p:nvPr/>
                    </p:nvPicPr>
                    <p:blipFill>
                      <a:blip r:embed="rId4"/>
                      <a:stretch>
                        <a:fillRect/>
                      </a:stretch>
                    </p:blipFill>
                    <p:spPr>
                      <a:xfrm>
                        <a:off x="10446589" y="4852347"/>
                        <a:ext cx="965200" cy="609600"/>
                      </a:xfrm>
                      <a:prstGeom prst="rect">
                        <a:avLst/>
                      </a:prstGeom>
                      <a:solidFill>
                        <a:schemeClr val="tx1"/>
                      </a:solidFill>
                    </p:spPr>
                  </p:pic>
                </p:oleObj>
              </mc:Fallback>
            </mc:AlternateContent>
          </a:graphicData>
        </a:graphic>
      </p:graphicFrame>
    </p:spTree>
    <p:extLst>
      <p:ext uri="{BB962C8B-B14F-4D97-AF65-F5344CB8AC3E}">
        <p14:creationId xmlns:p14="http://schemas.microsoft.com/office/powerpoint/2010/main" val="300872462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7ADA-FD8A-FA4A-8BA4-CFE6C8A04D41}"/>
              </a:ext>
            </a:extLst>
          </p:cNvPr>
          <p:cNvSpPr>
            <a:spLocks noGrp="1"/>
          </p:cNvSpPr>
          <p:nvPr>
            <p:ph type="ctrTitle"/>
          </p:nvPr>
        </p:nvSpPr>
        <p:spPr>
          <a:xfrm>
            <a:off x="-3486685" y="2507811"/>
            <a:ext cx="10955709" cy="757130"/>
          </a:xfrm>
        </p:spPr>
        <p:txBody>
          <a:bodyPr/>
          <a:lstStyle/>
          <a:p>
            <a:r>
              <a:rPr lang="en-GB" dirty="0"/>
              <a:t>                        Thank you</a:t>
            </a:r>
            <a:endParaRPr lang="en-US" dirty="0"/>
          </a:p>
        </p:txBody>
      </p:sp>
    </p:spTree>
    <p:extLst>
      <p:ext uri="{BB962C8B-B14F-4D97-AF65-F5344CB8AC3E}">
        <p14:creationId xmlns:p14="http://schemas.microsoft.com/office/powerpoint/2010/main" val="295320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0C114-6E77-6A4B-9A71-28C802E35970}"/>
              </a:ext>
            </a:extLst>
          </p:cNvPr>
          <p:cNvSpPr>
            <a:spLocks noGrp="1"/>
          </p:cNvSpPr>
          <p:nvPr>
            <p:ph type="title"/>
          </p:nvPr>
        </p:nvSpPr>
        <p:spPr>
          <a:xfrm>
            <a:off x="408930" y="111123"/>
            <a:ext cx="10972800" cy="535531"/>
          </a:xfrm>
        </p:spPr>
        <p:txBody>
          <a:bodyPr>
            <a:noAutofit/>
          </a:bodyPr>
          <a:lstStyle/>
          <a:p>
            <a:r>
              <a:rPr lang="en-US" sz="3000" dirty="0">
                <a:solidFill>
                  <a:schemeClr val="tx2"/>
                </a:solidFill>
                <a:latin typeface="Amazon Ember" panose="02000000000000000000" pitchFamily="2" charset="0"/>
                <a:ea typeface="Amazon Ember" panose="02000000000000000000" pitchFamily="2" charset="0"/>
              </a:rPr>
              <a:t>Next Steps after a </a:t>
            </a:r>
            <a:r>
              <a:rPr lang="en-US" sz="3000" dirty="0">
                <a:solidFill>
                  <a:schemeClr val="accent5"/>
                </a:solidFill>
                <a:latin typeface="Amazon Ember" panose="02000000000000000000" pitchFamily="2" charset="0"/>
                <a:ea typeface="Amazon Ember" panose="02000000000000000000" pitchFamily="2" charset="0"/>
              </a:rPr>
              <a:t>Storage Assessment</a:t>
            </a:r>
            <a:endParaRPr lang="en-US" sz="3167" b="0" dirty="0">
              <a:solidFill>
                <a:schemeClr val="accent5"/>
              </a:solidFill>
              <a:latin typeface="Amazon Ember" panose="02000000000000000000" pitchFamily="2" charset="0"/>
              <a:ea typeface="Amazon Ember" panose="02000000000000000000" pitchFamily="2" charset="0"/>
            </a:endParaRPr>
          </a:p>
        </p:txBody>
      </p:sp>
      <p:sp>
        <p:nvSpPr>
          <p:cNvPr id="15" name="Rectangle 14">
            <a:extLst>
              <a:ext uri="{FF2B5EF4-FFF2-40B4-BE49-F238E27FC236}">
                <a16:creationId xmlns:a16="http://schemas.microsoft.com/office/drawing/2014/main" id="{6AB0DF05-39D9-4DC2-A55B-703139FEE3E5}"/>
              </a:ext>
            </a:extLst>
          </p:cNvPr>
          <p:cNvSpPr/>
          <p:nvPr/>
        </p:nvSpPr>
        <p:spPr>
          <a:xfrm>
            <a:off x="246069" y="870415"/>
            <a:ext cx="4956553" cy="2291268"/>
          </a:xfrm>
          <a:prstGeom prst="rect">
            <a:avLst/>
          </a:prstGeom>
          <a:noFill/>
        </p:spPr>
        <p:txBody>
          <a:bodyPr wrap="square">
            <a:spAutoFit/>
          </a:bodyPr>
          <a:lstStyle/>
          <a:p>
            <a:pPr marL="342900" indent="-342900" defTabSz="914327">
              <a:lnSpc>
                <a:spcPct val="150000"/>
              </a:lnSpc>
              <a:spcAft>
                <a:spcPts val="1200"/>
              </a:spcAft>
              <a:buFont typeface="Wingdings" panose="05000000000000000000" pitchFamily="2" charset="2"/>
              <a:buChar char="q"/>
              <a:defRPr/>
            </a:pPr>
            <a:r>
              <a:rPr 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Engage your AWS Account team</a:t>
            </a:r>
          </a:p>
          <a:p>
            <a:pPr marL="342900" indent="-342900" defTabSz="914327">
              <a:lnSpc>
                <a:spcPct val="150000"/>
              </a:lnSpc>
              <a:spcAft>
                <a:spcPts val="1200"/>
              </a:spcAft>
              <a:buFont typeface="Wingdings" panose="05000000000000000000" pitchFamily="2" charset="2"/>
              <a:buChar char="q"/>
              <a:defRP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Identify candidates for POC</a:t>
            </a:r>
          </a:p>
          <a:p>
            <a:pPr marL="342900" indent="-342900" defTabSz="914327">
              <a:lnSpc>
                <a:spcPct val="150000"/>
              </a:lnSpc>
              <a:spcAft>
                <a:spcPts val="1200"/>
              </a:spcAft>
              <a:buFont typeface="Wingdings" panose="05000000000000000000" pitchFamily="2" charset="2"/>
              <a:buChar char="q"/>
              <a:defRPr/>
            </a:pPr>
            <a:r>
              <a:rPr lang="en-GB" alt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AWS Storage Services Setup</a:t>
            </a:r>
          </a:p>
          <a:p>
            <a:pPr marL="342900" indent="-342900" defTabSz="914327">
              <a:lnSpc>
                <a:spcPct val="150000"/>
              </a:lnSpc>
              <a:spcAft>
                <a:spcPts val="1200"/>
              </a:spcAft>
              <a:buFont typeface="Wingdings" panose="05000000000000000000" pitchFamily="2" charset="2"/>
              <a:buChar char="q"/>
              <a:defRPr/>
            </a:pPr>
            <a:r>
              <a:rPr lang="en-GB" alt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Recommendation for Migration Tools/Methodologies</a:t>
            </a:r>
          </a:p>
          <a:p>
            <a:pPr marL="342900" indent="-342900" defTabSz="914327">
              <a:lnSpc>
                <a:spcPct val="150000"/>
              </a:lnSpc>
              <a:spcAft>
                <a:spcPts val="1200"/>
              </a:spcAft>
              <a:buFont typeface="Wingdings" panose="05000000000000000000" pitchFamily="2" charset="2"/>
              <a:buChar char="q"/>
              <a:defRP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Migration Planning – Move Groups</a:t>
            </a:r>
            <a:endParaRPr lang="en-GB" sz="16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1" name="TextBox 20">
            <a:extLst>
              <a:ext uri="{FF2B5EF4-FFF2-40B4-BE49-F238E27FC236}">
                <a16:creationId xmlns:a16="http://schemas.microsoft.com/office/drawing/2014/main" id="{1CC99B71-D752-4346-8F3F-21E10889ED6D}"/>
              </a:ext>
            </a:extLst>
          </p:cNvPr>
          <p:cNvSpPr txBox="1"/>
          <p:nvPr/>
        </p:nvSpPr>
        <p:spPr>
          <a:xfrm>
            <a:off x="94068" y="3647504"/>
            <a:ext cx="5108554" cy="2569934"/>
          </a:xfrm>
          <a:prstGeom prst="rect">
            <a:avLst/>
          </a:prstGeom>
          <a:noFill/>
          <a:ln>
            <a:solidFill>
              <a:schemeClr val="tx1"/>
            </a:solidFill>
          </a:ln>
        </p:spPr>
        <p:txBody>
          <a:bodyPr wrap="square">
            <a:spAutoFit/>
          </a:bodyPr>
          <a:lstStyle/>
          <a:p>
            <a:pPr>
              <a:lnSpc>
                <a:spcPct val="150000"/>
              </a:lnSpc>
            </a:pPr>
            <a:r>
              <a:rPr lang="en-GB" sz="1400" b="1"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Helpful Links</a:t>
            </a: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3"/>
              </a:rPr>
              <a:t>Cloud Storage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on AWS</a:t>
            </a: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AWS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4"/>
              </a:rPr>
              <a:t>Migration Acceleration Program</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AWS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5"/>
              </a:rPr>
              <a:t>DataSync</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Migrate to FSx for ONTAP using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6"/>
              </a:rPr>
              <a:t>NetApp SnapMirror</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Migrate existing file storage to Amazon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7"/>
              </a:rPr>
              <a:t>FSx for Windows</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lgn="l">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Migrating to Amazon FSx for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8"/>
              </a:rPr>
              <a:t>OpenZFS</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lgn="l">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Migrating to Amazon FSx for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9"/>
              </a:rPr>
              <a:t>Lustre</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 using AWS DataSync</a:t>
            </a: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Transferring data into and out of Amazon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10"/>
              </a:rPr>
              <a:t>EFS</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400" dirty="0">
                <a:effectLst/>
                <a:latin typeface="Arial" panose="020B0604020202020204" pitchFamily="34" charset="0"/>
                <a:hlinkClick r:id="rId11"/>
              </a:rPr>
              <a:t>Save Up to 66% </a:t>
            </a:r>
            <a:r>
              <a:rPr lang="en-GB" sz="1400" dirty="0">
                <a:effectLst/>
                <a:latin typeface="Arial" panose="020B0604020202020204" pitchFamily="34" charset="0"/>
              </a:rPr>
              <a:t>by Migrating to AWS Cloud Infrastructure</a:t>
            </a: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12"/>
              </a:rPr>
              <a:t>Optimize AWS Storage usage </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TextBox 6">
            <a:extLst>
              <a:ext uri="{FF2B5EF4-FFF2-40B4-BE49-F238E27FC236}">
                <a16:creationId xmlns:a16="http://schemas.microsoft.com/office/drawing/2014/main" id="{838E3ED2-F36D-4182-8F07-42585C887BDA}"/>
              </a:ext>
            </a:extLst>
          </p:cNvPr>
          <p:cNvSpPr txBox="1"/>
          <p:nvPr/>
        </p:nvSpPr>
        <p:spPr>
          <a:xfrm>
            <a:off x="5354623" y="3778140"/>
            <a:ext cx="6097424" cy="2277547"/>
          </a:xfrm>
          <a:prstGeom prst="rect">
            <a:avLst/>
          </a:prstGeom>
          <a:noFill/>
        </p:spPr>
        <p:txBody>
          <a:bodyPr wrap="square">
            <a:spAutoFit/>
          </a:bodyPr>
          <a:lstStyle/>
          <a:p>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AWS is constantly adding new capabilities so you can leverage the latest technologies to experiment and innovate more quickly. What's New posts show how we are doing just that, providing a brief overview of all AWS service, feature, and region expansion announcements as they are released.</a:t>
            </a:r>
          </a:p>
          <a:p>
            <a:endParaRPr lang="en-GB" dirty="0"/>
          </a:p>
          <a:p>
            <a:r>
              <a:rPr lang="en-GB" b="1" dirty="0">
                <a:hlinkClick r:id="rId13"/>
              </a:rPr>
              <a:t>What's New with Storage?</a:t>
            </a:r>
            <a:endParaRPr lang="en-GB" b="1" dirty="0"/>
          </a:p>
          <a:p>
            <a:endParaRPr lang="en-GB" b="1" dirty="0"/>
          </a:p>
          <a:p>
            <a:r>
              <a:rPr lang="en-GB" b="1" dirty="0"/>
              <a:t>Contact: </a:t>
            </a:r>
            <a:r>
              <a:rPr lang="en-GB" b="1" dirty="0">
                <a:hlinkClick r:id="rId14"/>
              </a:rPr>
              <a:t>aws-storage-specialists-all@amazon.com</a:t>
            </a:r>
            <a:endParaRPr lang="en-GB" b="1" dirty="0"/>
          </a:p>
        </p:txBody>
      </p:sp>
      <p:sp>
        <p:nvSpPr>
          <p:cNvPr id="3" name="Rectangle 2">
            <a:extLst>
              <a:ext uri="{FF2B5EF4-FFF2-40B4-BE49-F238E27FC236}">
                <a16:creationId xmlns:a16="http://schemas.microsoft.com/office/drawing/2014/main" id="{0BF5CF45-A252-46BB-B9B9-9C8EB090B7E4}"/>
              </a:ext>
            </a:extLst>
          </p:cNvPr>
          <p:cNvSpPr/>
          <p:nvPr/>
        </p:nvSpPr>
        <p:spPr>
          <a:xfrm>
            <a:off x="5426579" y="646654"/>
            <a:ext cx="5546221" cy="3000850"/>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GB" dirty="0">
              <a:solidFill>
                <a:schemeClr val="bg1"/>
              </a:solidFill>
            </a:endParaRPr>
          </a:p>
        </p:txBody>
      </p:sp>
      <p:pic>
        <p:nvPicPr>
          <p:cNvPr id="8" name="Picture 7">
            <a:extLst>
              <a:ext uri="{FF2B5EF4-FFF2-40B4-BE49-F238E27FC236}">
                <a16:creationId xmlns:a16="http://schemas.microsoft.com/office/drawing/2014/main" id="{48FF81ED-5CB1-4BFA-830B-6593558A5394}"/>
              </a:ext>
            </a:extLst>
          </p:cNvPr>
          <p:cNvPicPr>
            <a:picLocks noChangeAspect="1"/>
          </p:cNvPicPr>
          <p:nvPr/>
        </p:nvPicPr>
        <p:blipFill>
          <a:blip r:embed="rId15"/>
          <a:stretch>
            <a:fillRect/>
          </a:stretch>
        </p:blipFill>
        <p:spPr>
          <a:xfrm>
            <a:off x="5546221" y="705087"/>
            <a:ext cx="5298595" cy="2883984"/>
          </a:xfrm>
          <a:prstGeom prst="rect">
            <a:avLst/>
          </a:prstGeom>
        </p:spPr>
      </p:pic>
    </p:spTree>
    <p:extLst>
      <p:ext uri="{BB962C8B-B14F-4D97-AF65-F5344CB8AC3E}">
        <p14:creationId xmlns:p14="http://schemas.microsoft.com/office/powerpoint/2010/main" val="2643039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0C114-6E77-6A4B-9A71-28C802E35970}"/>
              </a:ext>
            </a:extLst>
          </p:cNvPr>
          <p:cNvSpPr>
            <a:spLocks noGrp="1"/>
          </p:cNvSpPr>
          <p:nvPr>
            <p:ph type="title"/>
          </p:nvPr>
        </p:nvSpPr>
        <p:spPr>
          <a:xfrm>
            <a:off x="408930" y="85956"/>
            <a:ext cx="10972800" cy="535531"/>
          </a:xfrm>
        </p:spPr>
        <p:txBody>
          <a:bodyPr>
            <a:noAutofit/>
          </a:bodyPr>
          <a:lstStyle/>
          <a:p>
            <a:r>
              <a:rPr lang="en-US" sz="3000" dirty="0">
                <a:solidFill>
                  <a:schemeClr val="tx2"/>
                </a:solidFill>
                <a:latin typeface="Amazon Ember" panose="02000000000000000000" pitchFamily="2" charset="0"/>
                <a:ea typeface="Amazon Ember" panose="02000000000000000000" pitchFamily="2" charset="0"/>
              </a:rPr>
              <a:t>Simplify your SQL Server HA Deployments using Amazon FSx</a:t>
            </a:r>
            <a:endParaRPr lang="en-US" sz="3167" b="0" dirty="0">
              <a:solidFill>
                <a:schemeClr val="accent5"/>
              </a:solidFill>
              <a:latin typeface="Amazon Ember" panose="02000000000000000000" pitchFamily="2" charset="0"/>
              <a:ea typeface="Amazon Ember" panose="02000000000000000000" pitchFamily="2" charset="0"/>
            </a:endParaRPr>
          </a:p>
        </p:txBody>
      </p:sp>
      <p:sp>
        <p:nvSpPr>
          <p:cNvPr id="15" name="Rectangle 14">
            <a:extLst>
              <a:ext uri="{FF2B5EF4-FFF2-40B4-BE49-F238E27FC236}">
                <a16:creationId xmlns:a16="http://schemas.microsoft.com/office/drawing/2014/main" id="{6AB0DF05-39D9-4DC2-A55B-703139FEE3E5}"/>
              </a:ext>
            </a:extLst>
          </p:cNvPr>
          <p:cNvSpPr/>
          <p:nvPr/>
        </p:nvSpPr>
        <p:spPr>
          <a:xfrm>
            <a:off x="246069" y="660120"/>
            <a:ext cx="4956553" cy="2768322"/>
          </a:xfrm>
          <a:prstGeom prst="rect">
            <a:avLst/>
          </a:prstGeom>
          <a:noFill/>
        </p:spPr>
        <p:txBody>
          <a:bodyPr wrap="square">
            <a:spAutoFit/>
          </a:bodyPr>
          <a:lstStyle/>
          <a:p>
            <a:pPr marL="342900" indent="-342900" defTabSz="914327">
              <a:lnSpc>
                <a:spcPct val="150000"/>
              </a:lnSpc>
              <a:spcAft>
                <a:spcPts val="1200"/>
              </a:spcAft>
              <a:buFont typeface="Wingdings" panose="05000000000000000000" pitchFamily="2" charset="2"/>
              <a:buChar char="q"/>
              <a:defRPr/>
            </a:pPr>
            <a:r>
              <a:rPr 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Run storage assessment for your SQL DB</a:t>
            </a:r>
          </a:p>
          <a:p>
            <a:pPr marL="342900" indent="-342900" defTabSz="914327">
              <a:lnSpc>
                <a:spcPct val="150000"/>
              </a:lnSpc>
              <a:spcAft>
                <a:spcPts val="1200"/>
              </a:spcAft>
              <a:buFont typeface="Wingdings" panose="05000000000000000000" pitchFamily="2" charset="2"/>
              <a:buChar char="q"/>
              <a:defRPr/>
            </a:pPr>
            <a:r>
              <a:rPr 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Know your storage capacity and performance needs </a:t>
            </a:r>
          </a:p>
          <a:p>
            <a:pPr marL="342900" indent="-342900" defTabSz="914327">
              <a:lnSpc>
                <a:spcPct val="150000"/>
              </a:lnSpc>
              <a:spcAft>
                <a:spcPts val="1200"/>
              </a:spcAft>
              <a:buFont typeface="Wingdings" panose="05000000000000000000" pitchFamily="2" charset="2"/>
              <a:buChar char="q"/>
              <a:defRP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Map to the right fully managed file system</a:t>
            </a:r>
          </a:p>
          <a:p>
            <a:pPr marL="342900" indent="-342900" defTabSz="914327">
              <a:lnSpc>
                <a:spcPct val="150000"/>
              </a:lnSpc>
              <a:spcAft>
                <a:spcPts val="1200"/>
              </a:spcAft>
              <a:buFont typeface="Wingdings" panose="05000000000000000000" pitchFamily="2" charset="2"/>
              <a:buChar char="q"/>
              <a:defRP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Right size target file system</a:t>
            </a:r>
          </a:p>
          <a:p>
            <a:pPr marL="342900" indent="-342900" defTabSz="914327">
              <a:lnSpc>
                <a:spcPct val="150000"/>
              </a:lnSpc>
              <a:spcAft>
                <a:spcPts val="1200"/>
              </a:spcAft>
              <a:buFont typeface="Wingdings" panose="05000000000000000000" pitchFamily="2" charset="2"/>
              <a:buChar char="q"/>
              <a:defRPr/>
            </a:pPr>
            <a:r>
              <a:rPr lang="en-GB" alt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Directional pricing for Single-AZ &amp; Multi-AZ</a:t>
            </a:r>
          </a:p>
          <a:p>
            <a:pPr marL="342900" indent="-342900" defTabSz="914327">
              <a:lnSpc>
                <a:spcPct val="150000"/>
              </a:lnSpc>
              <a:spcAft>
                <a:spcPts val="1200"/>
              </a:spcAft>
              <a:buFont typeface="Wingdings" panose="05000000000000000000" pitchFamily="2" charset="2"/>
              <a:buChar char="q"/>
              <a:defRPr/>
            </a:pPr>
            <a:r>
              <a:rPr lang="en-GB" altLang="en-US"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Know your SQL backup costs </a:t>
            </a:r>
          </a:p>
        </p:txBody>
      </p:sp>
      <p:sp>
        <p:nvSpPr>
          <p:cNvPr id="21" name="TextBox 20">
            <a:extLst>
              <a:ext uri="{FF2B5EF4-FFF2-40B4-BE49-F238E27FC236}">
                <a16:creationId xmlns:a16="http://schemas.microsoft.com/office/drawing/2014/main" id="{1CC99B71-D752-4346-8F3F-21E10889ED6D}"/>
              </a:ext>
            </a:extLst>
          </p:cNvPr>
          <p:cNvSpPr txBox="1"/>
          <p:nvPr/>
        </p:nvSpPr>
        <p:spPr>
          <a:xfrm>
            <a:off x="246069" y="3627946"/>
            <a:ext cx="5108554" cy="2354491"/>
          </a:xfrm>
          <a:prstGeom prst="rect">
            <a:avLst/>
          </a:prstGeom>
          <a:noFill/>
          <a:ln>
            <a:solidFill>
              <a:schemeClr val="tx1"/>
            </a:solidFill>
          </a:ln>
        </p:spPr>
        <p:txBody>
          <a:bodyPr wrap="square">
            <a:spAutoFit/>
          </a:bodyPr>
          <a:lstStyle/>
          <a:p>
            <a:pPr>
              <a:lnSpc>
                <a:spcPct val="150000"/>
              </a:lnSpc>
            </a:pPr>
            <a:r>
              <a:rPr lang="en-GB" sz="1400" b="1"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Helpful Links</a:t>
            </a: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3"/>
              </a:rPr>
              <a:t>Simplify your Microsoft SQL Server high availability deployments using Amazon FSx for Windows File Server</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hlinkClick r:id="rId4"/>
              </a:rPr>
              <a:t>SQL Server High Availability Deployments Using Amazon FSx for NetApp ONTAP</a:t>
            </a:r>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endParaRPr lang="en-GB" sz="1400" b="1" dirty="0"/>
          </a:p>
          <a:p>
            <a:pPr marL="285750" indent="-285750">
              <a:buFont typeface="Arial" panose="020B0604020202020204" pitchFamily="34" charset="0"/>
              <a:buChar char="•"/>
            </a:pPr>
            <a:r>
              <a:rPr lang="en-GB" sz="1400" b="1" dirty="0"/>
              <a:t>Video</a:t>
            </a:r>
          </a:p>
          <a:p>
            <a:pPr marL="742950" lvl="1" indent="-285750">
              <a:buFont typeface="Arial" panose="020B0604020202020204" pitchFamily="34" charset="0"/>
              <a:buChar char="•"/>
            </a:pPr>
            <a:r>
              <a:rPr lang="en-GB" sz="1400" b="1" dirty="0">
                <a:hlinkClick r:id="rId5"/>
              </a:rPr>
              <a:t>Microsoft SQL high availability with Amazon FSx for Windows </a:t>
            </a:r>
            <a:endParaRPr lang="en-GB" sz="1400" b="1" dirty="0"/>
          </a:p>
        </p:txBody>
      </p:sp>
      <p:sp>
        <p:nvSpPr>
          <p:cNvPr id="9" name="TextBox 8">
            <a:extLst>
              <a:ext uri="{FF2B5EF4-FFF2-40B4-BE49-F238E27FC236}">
                <a16:creationId xmlns:a16="http://schemas.microsoft.com/office/drawing/2014/main" id="{87959C1B-A0B4-4586-97E1-C68DD5F95FE9}"/>
              </a:ext>
            </a:extLst>
          </p:cNvPr>
          <p:cNvSpPr txBox="1"/>
          <p:nvPr/>
        </p:nvSpPr>
        <p:spPr>
          <a:xfrm>
            <a:off x="5679005" y="913062"/>
            <a:ext cx="6392419" cy="3539430"/>
          </a:xfrm>
          <a:prstGeom prst="rect">
            <a:avLst/>
          </a:prstGeom>
          <a:noFill/>
        </p:spPr>
        <p:txBody>
          <a:bodyPr wrap="square">
            <a:spAutoFit/>
          </a:bodyPr>
          <a:lstStyle/>
          <a:p>
            <a:pPr marL="285750" indent="-285750">
              <a:buFont typeface="Arial" panose="020B0604020202020204" pitchFamily="34" charset="0"/>
              <a:buChar char="•"/>
            </a:pPr>
            <a:r>
              <a:rPr lang="en-GB" sz="1400" b="1" dirty="0">
                <a:solidFill>
                  <a:srgbClr val="FFC000"/>
                </a:solidFill>
                <a:latin typeface="Amazon Ember" panose="020B0603020204020204" pitchFamily="34" charset="0"/>
                <a:ea typeface="Amazon Ember" panose="020B0603020204020204" pitchFamily="34" charset="0"/>
                <a:cs typeface="Amazon Ember" panose="020B0603020204020204" pitchFamily="34" charset="0"/>
              </a:rPr>
              <a:t>Amazon FSx for Windows File Server (FSxW)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uses a native Windows OS using Microsoft’s SMB file share protocol. FSxW provides multi-attach to multiple SQL nodes, multi-AZ deployment for HA, configurable and dynamic throughput for performance, continuously available (CA) shares </a:t>
            </a:r>
            <a:b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b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to ensure SQL servers fail over, Windows-based snapshots, and FSx backups to S3. You can provision up to 64GB of SSD storage and 12 GB/s of throughput per file system.</a:t>
            </a:r>
          </a:p>
          <a:p>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endPar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endParaRPr>
          </a:p>
          <a:p>
            <a:pPr marL="285750" indent="-285750">
              <a:buFont typeface="Arial" panose="020B0604020202020204" pitchFamily="34" charset="0"/>
              <a:buChar char="•"/>
            </a:pPr>
            <a:r>
              <a:rPr lang="en-GB" sz="1400" b="1" dirty="0">
                <a:solidFill>
                  <a:srgbClr val="FFC000"/>
                </a:solidFill>
                <a:latin typeface="Amazon Ember" panose="020B0603020204020204" pitchFamily="34" charset="0"/>
                <a:ea typeface="Amazon Ember" panose="020B0603020204020204" pitchFamily="34" charset="0"/>
                <a:cs typeface="Amazon Ember" panose="020B0603020204020204" pitchFamily="34" charset="0"/>
              </a:rPr>
              <a:t>Amazon FSx for NetApp ONTAP (FSxN) </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provides shared file (SMB) and block (iSCSI) storage. It provides multi-attach to multiple SQL nodes, multi-AZ deployment for HA, configurable throughput and IOPS for performance, CA shares, NetApp snapshots (SQL integration), FSx </a:t>
            </a:r>
            <a:b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b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backups to S3, replication (</a:t>
            </a:r>
            <a:r>
              <a:rPr lang="en-GB" sz="1400" dirty="0" err="1">
                <a:solidFill>
                  <a:srgbClr val="FFFFFF"/>
                </a:solidFill>
                <a:latin typeface="Amazon Ember" panose="020B0603020204020204" pitchFamily="34" charset="0"/>
                <a:ea typeface="Amazon Ember" panose="020B0603020204020204" pitchFamily="34" charset="0"/>
                <a:cs typeface="Amazon Ember" panose="020B0603020204020204" pitchFamily="34" charset="0"/>
              </a:rPr>
              <a:t>ie</a:t>
            </a:r>
            <a:r>
              <a:rPr lang="en-GB" sz="1400" dirty="0">
                <a:solidFill>
                  <a:srgbClr val="FFFFFF"/>
                </a:solidFill>
                <a:latin typeface="Amazon Ember" panose="020B0603020204020204" pitchFamily="34" charset="0"/>
                <a:ea typeface="Amazon Ember" panose="020B0603020204020204" pitchFamily="34" charset="0"/>
                <a:cs typeface="Amazon Ember" panose="020B0603020204020204" pitchFamily="34" charset="0"/>
              </a:rPr>
              <a:t>, to other regions for DR), and cloning (for test/dev). You can provision up to 192GB SSD and 4 GBps of throughput per file system.</a:t>
            </a:r>
          </a:p>
        </p:txBody>
      </p:sp>
      <p:sp>
        <p:nvSpPr>
          <p:cNvPr id="11" name="TextBox 10">
            <a:extLst>
              <a:ext uri="{FF2B5EF4-FFF2-40B4-BE49-F238E27FC236}">
                <a16:creationId xmlns:a16="http://schemas.microsoft.com/office/drawing/2014/main" id="{9ACF9657-17DE-47F5-9BD7-DDD790A4F122}"/>
              </a:ext>
            </a:extLst>
          </p:cNvPr>
          <p:cNvSpPr txBox="1"/>
          <p:nvPr/>
        </p:nvSpPr>
        <p:spPr>
          <a:xfrm>
            <a:off x="5895330" y="5196871"/>
            <a:ext cx="6176094" cy="923330"/>
          </a:xfrm>
          <a:prstGeom prst="rect">
            <a:avLst/>
          </a:prstGeom>
          <a:noFill/>
        </p:spPr>
        <p:txBody>
          <a:bodyPr wrap="square">
            <a:spAutoFit/>
          </a:bodyPr>
          <a:lstStyle/>
          <a:p>
            <a:r>
              <a:rPr lang="en-GB" b="1" dirty="0"/>
              <a:t>Email at </a:t>
            </a:r>
            <a:r>
              <a:rPr lang="en-GB" b="1" dirty="0">
                <a:hlinkClick r:id="rId6"/>
              </a:rPr>
              <a:t>migration-assessment@amazon.com</a:t>
            </a:r>
            <a:r>
              <a:rPr lang="en-GB" b="1" dirty="0"/>
              <a:t> for further questions and to run a storage assessment for SQL workloads</a:t>
            </a:r>
            <a:endParaRPr lang="en-GB" dirty="0"/>
          </a:p>
        </p:txBody>
      </p:sp>
    </p:spTree>
    <p:extLst>
      <p:ext uri="{BB962C8B-B14F-4D97-AF65-F5344CB8AC3E}">
        <p14:creationId xmlns:p14="http://schemas.microsoft.com/office/powerpoint/2010/main" val="160128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a:spLocks noGrp="1"/>
          </p:cNvSpPr>
          <p:nvPr>
            <p:ph type="title"/>
          </p:nvPr>
        </p:nvSpPr>
        <p:spPr>
          <a:xfrm>
            <a:off x="5336001" y="933324"/>
            <a:ext cx="6342206" cy="899665"/>
          </a:xfrm>
        </p:spPr>
        <p:txBody>
          <a:bodyPr/>
          <a:lstStyle/>
          <a:p>
            <a:r>
              <a:rPr lang="en-US" sz="2800" b="0" dirty="0"/>
              <a:t>Reduce TCO by Moving to AWS </a:t>
            </a:r>
          </a:p>
        </p:txBody>
      </p:sp>
      <p:sp>
        <p:nvSpPr>
          <p:cNvPr id="94" name="Straight Connector 29">
            <a:extLst>
              <a:ext uri="{FF2B5EF4-FFF2-40B4-BE49-F238E27FC236}">
                <a16:creationId xmlns:a16="http://schemas.microsoft.com/office/drawing/2014/main" id="{C88304AE-95F9-45AE-88A5-54968A45F902}"/>
              </a:ext>
            </a:extLst>
          </p:cNvPr>
          <p:cNvSpPr/>
          <p:nvPr/>
        </p:nvSpPr>
        <p:spPr>
          <a:xfrm>
            <a:off x="345662" y="5477771"/>
            <a:ext cx="11259151" cy="0"/>
          </a:xfrm>
          <a:prstGeom prst="line">
            <a:avLst/>
          </a:prstGeom>
          <a:ln w="12700">
            <a:solidFill>
              <a:schemeClr val="tx1"/>
            </a:solidFill>
          </a:ln>
          <a:effectLst>
            <a:outerShdw blurRad="38100" dist="20000" dir="5400000" rotWithShape="0">
              <a:srgbClr val="000000">
                <a:alpha val="38000"/>
              </a:srgbClr>
            </a:outerShdw>
          </a:effectLst>
        </p:spPr>
        <p:txBody>
          <a:bodyPr lIns="50799" rIns="50799"/>
          <a:lstStyle/>
          <a:p>
            <a:pPr marL="0" marR="0" lvl="0" indent="0" algn="l" defTabSz="761939" rtl="0" eaLnBrk="1" fontAlgn="auto" latinLnBrk="0" hangingPunct="1">
              <a:lnSpc>
                <a:spcPct val="100000"/>
              </a:lnSpc>
              <a:spcBef>
                <a:spcPts val="0"/>
              </a:spcBef>
              <a:spcAft>
                <a:spcPts val="0"/>
              </a:spcAft>
              <a:buClrTx/>
              <a:buSzTx/>
              <a:buFontTx/>
              <a:buNone/>
              <a:tabLst/>
              <a:defRPr>
                <a:solidFill>
                  <a:srgbClr val="1D516C"/>
                </a:solidFill>
                <a:latin typeface="Arial"/>
                <a:ea typeface="Arial"/>
                <a:cs typeface="Arial"/>
                <a:sym typeface="Arial"/>
              </a:defRPr>
            </a:pPr>
            <a:endParaRPr kumimoji="0" sz="2000" b="0" i="0" u="none" strike="noStrike" kern="1200" cap="none" spc="0" normalizeH="0" baseline="0" noProof="0" dirty="0">
              <a:ln>
                <a:noFill/>
              </a:ln>
              <a:solidFill>
                <a:srgbClr val="1D516C"/>
              </a:solidFill>
              <a:effectLst/>
              <a:uLnTx/>
              <a:uFillTx/>
              <a:latin typeface="Arial"/>
              <a:cs typeface="Arial"/>
              <a:sym typeface="Arial"/>
            </a:endParaRPr>
          </a:p>
        </p:txBody>
      </p:sp>
      <p:sp>
        <p:nvSpPr>
          <p:cNvPr id="95" name="TextBox 41">
            <a:extLst>
              <a:ext uri="{FF2B5EF4-FFF2-40B4-BE49-F238E27FC236}">
                <a16:creationId xmlns:a16="http://schemas.microsoft.com/office/drawing/2014/main" id="{33593E48-46C9-479D-B2DE-6D15B4A61E61}"/>
              </a:ext>
            </a:extLst>
          </p:cNvPr>
          <p:cNvSpPr txBox="1"/>
          <p:nvPr/>
        </p:nvSpPr>
        <p:spPr>
          <a:xfrm>
            <a:off x="506857" y="5499623"/>
            <a:ext cx="1486937" cy="553998"/>
          </a:xfrm>
          <a:prstGeom prst="rect">
            <a:avLst/>
          </a:prstGeom>
          <a:ln w="12700">
            <a:miter lim="400000"/>
          </a:ln>
          <a:extLst>
            <a:ext uri="{C572A759-6A51-4108-AA02-DFA0A04FC94B}">
              <ma14:wrappingTextBoxFlag xmlns="" xmlns:ma14="http://schemas.microsoft.com/office/mac/drawingml/2011/main" val="1"/>
            </a:ext>
          </a:extLst>
        </p:spPr>
        <p:txBody>
          <a:bodyPr wrap="square" lIns="50799" rIns="50799">
            <a:spAutoFit/>
          </a:bodyPr>
          <a:lstStyle/>
          <a:p>
            <a:pPr marL="0" marR="0" lvl="0" indent="0" algn="ctr" defTabSz="761939" rtl="0" eaLnBrk="1" fontAlgn="auto" latinLnBrk="0" hangingPunct="1">
              <a:lnSpc>
                <a:spcPct val="100000"/>
              </a:lnSpc>
              <a:spcBef>
                <a:spcPts val="0"/>
              </a:spcBef>
              <a:spcAft>
                <a:spcPts val="0"/>
              </a:spcAft>
              <a:buClrTx/>
              <a:buSzTx/>
              <a:buFontTx/>
              <a:buNone/>
              <a:tabLst/>
              <a:defRPr sz="900">
                <a:solidFill>
                  <a:srgbClr val="FFFFFF"/>
                </a:solidFill>
                <a:latin typeface="Amazon Ember"/>
                <a:ea typeface="Amazon Ember"/>
                <a:cs typeface="Amazon Ember"/>
                <a:sym typeface="Amazon Ember"/>
              </a:defRPr>
            </a:pPr>
            <a:r>
              <a:rPr kumimoji="0" sz="1500" b="0" i="0" u="none" strike="noStrike" kern="1200" cap="none" spc="0" normalizeH="0" baseline="0" noProof="0" dirty="0">
                <a:ln>
                  <a:noFill/>
                </a:ln>
                <a:solidFill>
                  <a:srgbClr val="FFFFFF"/>
                </a:solidFill>
                <a:effectLst/>
                <a:uLnTx/>
                <a:uFillTx/>
                <a:latin typeface="Amazon Ember"/>
                <a:ea typeface="Amazon Ember"/>
                <a:cs typeface="Amazon Ember"/>
                <a:sym typeface="Amazon Ember"/>
              </a:rPr>
              <a:t>On</a:t>
            </a:r>
            <a:br>
              <a:rPr kumimoji="0" sz="1500" b="0" i="0" u="none" strike="noStrike" kern="1200" cap="none" spc="0" normalizeH="0" baseline="0" noProof="0" dirty="0">
                <a:ln>
                  <a:noFill/>
                </a:ln>
                <a:solidFill>
                  <a:srgbClr val="FFFFFF"/>
                </a:solidFill>
                <a:effectLst/>
                <a:uLnTx/>
                <a:uFillTx/>
                <a:latin typeface="Amazon Ember"/>
                <a:ea typeface="Amazon Ember"/>
                <a:cs typeface="Amazon Ember"/>
                <a:sym typeface="Amazon Ember"/>
              </a:rPr>
            </a:br>
            <a:r>
              <a:rPr kumimoji="0" sz="1500" b="0" i="0" u="none" strike="noStrike" kern="1200" cap="none" spc="0" normalizeH="0" baseline="0" noProof="0" dirty="0">
                <a:ln>
                  <a:noFill/>
                </a:ln>
                <a:solidFill>
                  <a:srgbClr val="FFFFFF"/>
                </a:solidFill>
                <a:effectLst/>
                <a:uLnTx/>
                <a:uFillTx/>
                <a:latin typeface="Amazon Ember"/>
                <a:ea typeface="Amazon Ember"/>
                <a:cs typeface="Amazon Ember"/>
                <a:sym typeface="Amazon Ember"/>
              </a:rPr>
              <a:t>Premises</a:t>
            </a:r>
          </a:p>
        </p:txBody>
      </p:sp>
      <p:sp>
        <p:nvSpPr>
          <p:cNvPr id="96" name="TextBox 50">
            <a:extLst>
              <a:ext uri="{FF2B5EF4-FFF2-40B4-BE49-F238E27FC236}">
                <a16:creationId xmlns:a16="http://schemas.microsoft.com/office/drawing/2014/main" id="{A3A7AAF5-1356-4517-B10F-BC1CB457EA7B}"/>
              </a:ext>
            </a:extLst>
          </p:cNvPr>
          <p:cNvSpPr txBox="1"/>
          <p:nvPr/>
        </p:nvSpPr>
        <p:spPr>
          <a:xfrm>
            <a:off x="10333681" y="5607371"/>
            <a:ext cx="947684" cy="297454"/>
          </a:xfrm>
          <a:prstGeom prst="rect">
            <a:avLst/>
          </a:prstGeom>
          <a:ln w="12700">
            <a:miter lim="400000"/>
          </a:ln>
          <a:extLst>
            <a:ext uri="{C572A759-6A51-4108-AA02-DFA0A04FC94B}">
              <ma14:wrappingTextBoxFlag xmlns="" xmlns:ma14="http://schemas.microsoft.com/office/mac/drawingml/2011/main" val="1"/>
            </a:ext>
          </a:extLst>
        </p:spPr>
        <p:txBody>
          <a:bodyPr wrap="square" lIns="50799" rIns="50799">
            <a:spAutoFit/>
          </a:bodyPr>
          <a:lstStyle/>
          <a:p>
            <a:pPr marL="0" marR="0" lvl="0" indent="0" algn="ctr" defTabSz="761939" rtl="0" eaLnBrk="1" fontAlgn="auto" latinLnBrk="0" hangingPunct="1">
              <a:lnSpc>
                <a:spcPct val="100000"/>
              </a:lnSpc>
              <a:spcBef>
                <a:spcPts val="0"/>
              </a:spcBef>
              <a:spcAft>
                <a:spcPts val="0"/>
              </a:spcAft>
              <a:buClrTx/>
              <a:buSzTx/>
              <a:buFontTx/>
              <a:buNone/>
              <a:tabLst/>
              <a:defRPr sz="900">
                <a:solidFill>
                  <a:srgbClr val="FFFFFF"/>
                </a:solidFill>
                <a:latin typeface="Amazon Ember"/>
                <a:ea typeface="Amazon Ember"/>
                <a:cs typeface="Amazon Ember"/>
                <a:sym typeface="Amazon Ember"/>
              </a:defRPr>
            </a:pPr>
            <a:r>
              <a:rPr kumimoji="0" lang="en-US" sz="1333" b="0" i="0" u="none" strike="noStrike" kern="1200" cap="none" spc="0" normalizeH="0" baseline="0" noProof="0" dirty="0">
                <a:ln>
                  <a:noFill/>
                </a:ln>
                <a:solidFill>
                  <a:srgbClr val="FFFFFF"/>
                </a:solidFill>
                <a:effectLst/>
                <a:uLnTx/>
                <a:uFillTx/>
                <a:latin typeface="Amazon Ember"/>
                <a:ea typeface="Amazon Ember"/>
                <a:cs typeface="Amazon Ember"/>
                <a:sym typeface="Amazon Ember"/>
              </a:rPr>
              <a:t>AWS</a:t>
            </a:r>
            <a:endParaRPr kumimoji="0" sz="1333" b="0" i="0" u="none" strike="noStrike" kern="1200" cap="none" spc="0" normalizeH="0" baseline="0" noProof="0" dirty="0">
              <a:ln>
                <a:noFill/>
              </a:ln>
              <a:solidFill>
                <a:srgbClr val="FFFFFF"/>
              </a:solidFill>
              <a:effectLst/>
              <a:uLnTx/>
              <a:uFillTx/>
              <a:latin typeface="Amazon Ember"/>
              <a:ea typeface="Amazon Ember"/>
              <a:cs typeface="Amazon Ember"/>
              <a:sym typeface="Amazon Ember"/>
            </a:endParaRPr>
          </a:p>
        </p:txBody>
      </p:sp>
      <p:sp>
        <p:nvSpPr>
          <p:cNvPr id="97" name="TextBox 56">
            <a:extLst>
              <a:ext uri="{FF2B5EF4-FFF2-40B4-BE49-F238E27FC236}">
                <a16:creationId xmlns:a16="http://schemas.microsoft.com/office/drawing/2014/main" id="{179B607F-B933-4132-A51A-54C17D2AFEC8}"/>
              </a:ext>
            </a:extLst>
          </p:cNvPr>
          <p:cNvSpPr txBox="1"/>
          <p:nvPr/>
        </p:nvSpPr>
        <p:spPr>
          <a:xfrm rot="638348">
            <a:off x="6301242" y="2392270"/>
            <a:ext cx="102655" cy="348878"/>
          </a:xfrm>
          <a:prstGeom prst="rect">
            <a:avLst/>
          </a:prstGeom>
          <a:ln w="12700">
            <a:miter lim="400000"/>
          </a:ln>
          <a:extLst>
            <a:ext uri="{C572A759-6A51-4108-AA02-DFA0A04FC94B}">
              <ma14:wrappingTextBoxFlag xmlns="" xmlns:ma14="http://schemas.microsoft.com/office/mac/drawingml/2011/main" val="1"/>
            </a:ext>
          </a:extLst>
        </p:spPr>
        <p:txBody>
          <a:bodyPr wrap="none" lIns="50799" rIns="50799">
            <a:spAutoFit/>
          </a:bodyPr>
          <a:lstStyle>
            <a:lvl1pPr>
              <a:defRPr sz="1100">
                <a:solidFill>
                  <a:srgbClr val="B8BDC3"/>
                </a:solidFill>
                <a:latin typeface="Arial"/>
                <a:ea typeface="Arial"/>
                <a:cs typeface="Arial"/>
                <a:sym typeface="Arial"/>
              </a:defRPr>
            </a:lvl1pPr>
          </a:lstStyle>
          <a:p>
            <a:pPr marL="0" marR="0" lvl="0" indent="0" algn="ctr" defTabSz="761939" rtl="0" eaLnBrk="1" fontAlgn="auto"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dirty="0">
              <a:ln>
                <a:noFill/>
              </a:ln>
              <a:solidFill>
                <a:srgbClr val="FFFFFF"/>
              </a:solidFill>
              <a:effectLst/>
              <a:uLnTx/>
              <a:uFillTx/>
              <a:latin typeface="Amazon Ember Regular"/>
              <a:cs typeface="Arial"/>
              <a:sym typeface="Arial"/>
            </a:endParaRPr>
          </a:p>
        </p:txBody>
      </p:sp>
      <p:sp>
        <p:nvSpPr>
          <p:cNvPr id="98" name="Rectangle 97">
            <a:extLst>
              <a:ext uri="{FF2B5EF4-FFF2-40B4-BE49-F238E27FC236}">
                <a16:creationId xmlns:a16="http://schemas.microsoft.com/office/drawing/2014/main" id="{EA97C6F9-0C18-4CCC-BF2C-8F0BD5C0B5D2}"/>
              </a:ext>
            </a:extLst>
          </p:cNvPr>
          <p:cNvSpPr/>
          <p:nvPr/>
        </p:nvSpPr>
        <p:spPr>
          <a:xfrm>
            <a:off x="818946" y="1090673"/>
            <a:ext cx="862761" cy="4387098"/>
          </a:xfrm>
          <a:prstGeom prst="rect">
            <a:avLst/>
          </a:prstGeom>
          <a:pattFill prst="wdDnDiag">
            <a:fgClr>
              <a:schemeClr val="accent1"/>
            </a:fgClr>
            <a:bgClr>
              <a:schemeClr val="bg1"/>
            </a:bgClr>
          </a:pattFill>
          <a:ln w="41275">
            <a:solidFill>
              <a:schemeClr val="bg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99" name="Rectangle 98">
            <a:extLst>
              <a:ext uri="{FF2B5EF4-FFF2-40B4-BE49-F238E27FC236}">
                <a16:creationId xmlns:a16="http://schemas.microsoft.com/office/drawing/2014/main" id="{F8309AFF-543E-483B-BADD-178706DFAE6A}"/>
              </a:ext>
            </a:extLst>
          </p:cNvPr>
          <p:cNvSpPr/>
          <p:nvPr/>
        </p:nvSpPr>
        <p:spPr>
          <a:xfrm>
            <a:off x="1690879" y="1090672"/>
            <a:ext cx="1214588"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Data center space, power, cooling </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0" name="Rectangle 99">
            <a:extLst>
              <a:ext uri="{FF2B5EF4-FFF2-40B4-BE49-F238E27FC236}">
                <a16:creationId xmlns:a16="http://schemas.microsoft.com/office/drawing/2014/main" id="{23301658-173F-4519-8FEE-134EAAFE2685}"/>
              </a:ext>
            </a:extLst>
          </p:cNvPr>
          <p:cNvSpPr/>
          <p:nvPr/>
        </p:nvSpPr>
        <p:spPr>
          <a:xfrm>
            <a:off x="10409921" y="2181263"/>
            <a:ext cx="795206" cy="3290799"/>
          </a:xfrm>
          <a:prstGeom prst="rect">
            <a:avLst/>
          </a:prstGeom>
          <a:pattFill prst="wdUpDiag">
            <a:fgClr>
              <a:srgbClr val="7030A0"/>
            </a:fgClr>
            <a:bgClr>
              <a:schemeClr val="bg1"/>
            </a:bgClr>
          </a:pattFill>
          <a:ln w="41275">
            <a:solidFill>
              <a:schemeClr val="bg2">
                <a:lumMod val="25000"/>
                <a:lumOff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1" name="Rectangle 100">
            <a:extLst>
              <a:ext uri="{FF2B5EF4-FFF2-40B4-BE49-F238E27FC236}">
                <a16:creationId xmlns:a16="http://schemas.microsoft.com/office/drawing/2014/main" id="{F8309AFF-543E-483B-BADD-178706DFAE6A}"/>
              </a:ext>
            </a:extLst>
          </p:cNvPr>
          <p:cNvSpPr/>
          <p:nvPr/>
        </p:nvSpPr>
        <p:spPr>
          <a:xfrm>
            <a:off x="2905467" y="1469488"/>
            <a:ext cx="753139"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Network</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2" name="Rectangle 101">
            <a:extLst>
              <a:ext uri="{FF2B5EF4-FFF2-40B4-BE49-F238E27FC236}">
                <a16:creationId xmlns:a16="http://schemas.microsoft.com/office/drawing/2014/main" id="{F8309AFF-543E-483B-BADD-178706DFAE6A}"/>
              </a:ext>
            </a:extLst>
          </p:cNvPr>
          <p:cNvSpPr/>
          <p:nvPr/>
        </p:nvSpPr>
        <p:spPr>
          <a:xfrm>
            <a:off x="3658606" y="1847660"/>
            <a:ext cx="1303220"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Hardware, software maintenance</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3" name="Rectangle 102">
            <a:extLst>
              <a:ext uri="{FF2B5EF4-FFF2-40B4-BE49-F238E27FC236}">
                <a16:creationId xmlns:a16="http://schemas.microsoft.com/office/drawing/2014/main" id="{F8309AFF-543E-483B-BADD-178706DFAE6A}"/>
              </a:ext>
            </a:extLst>
          </p:cNvPr>
          <p:cNvSpPr/>
          <p:nvPr/>
        </p:nvSpPr>
        <p:spPr>
          <a:xfrm>
            <a:off x="4957767" y="2209354"/>
            <a:ext cx="756468"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Human resources</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4" name="Rectangle 103">
            <a:extLst>
              <a:ext uri="{FF2B5EF4-FFF2-40B4-BE49-F238E27FC236}">
                <a16:creationId xmlns:a16="http://schemas.microsoft.com/office/drawing/2014/main" id="{F8309AFF-543E-483B-BADD-178706DFAE6A}"/>
              </a:ext>
            </a:extLst>
          </p:cNvPr>
          <p:cNvSpPr/>
          <p:nvPr/>
        </p:nvSpPr>
        <p:spPr>
          <a:xfrm>
            <a:off x="5714235" y="2566709"/>
            <a:ext cx="788581"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Under utilization </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5" name="Rectangle 104">
            <a:extLst>
              <a:ext uri="{FF2B5EF4-FFF2-40B4-BE49-F238E27FC236}">
                <a16:creationId xmlns:a16="http://schemas.microsoft.com/office/drawing/2014/main" id="{F8309AFF-543E-483B-BADD-178706DFAE6A}"/>
              </a:ext>
            </a:extLst>
          </p:cNvPr>
          <p:cNvSpPr/>
          <p:nvPr/>
        </p:nvSpPr>
        <p:spPr>
          <a:xfrm>
            <a:off x="6502815" y="2932355"/>
            <a:ext cx="756468"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Migration</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6" name="Rectangle 105">
            <a:extLst>
              <a:ext uri="{FF2B5EF4-FFF2-40B4-BE49-F238E27FC236}">
                <a16:creationId xmlns:a16="http://schemas.microsoft.com/office/drawing/2014/main" id="{EA97C6F9-0C18-4CCC-BF2C-8F0BD5C0B5D2}"/>
              </a:ext>
            </a:extLst>
          </p:cNvPr>
          <p:cNvSpPr/>
          <p:nvPr/>
        </p:nvSpPr>
        <p:spPr>
          <a:xfrm>
            <a:off x="7259753" y="3297610"/>
            <a:ext cx="862761" cy="2174985"/>
          </a:xfrm>
          <a:prstGeom prst="rect">
            <a:avLst/>
          </a:prstGeom>
          <a:solidFill>
            <a:schemeClr val="accent1">
              <a:lumMod val="75000"/>
            </a:schemeClr>
          </a:solidFill>
          <a:ln w="41275">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167" b="1" i="0" u="none" strike="noStrike" kern="1200" cap="none" spc="0" normalizeH="0" baseline="0" noProof="0" dirty="0">
                <a:ln>
                  <a:noFill/>
                </a:ln>
                <a:solidFill>
                  <a:srgbClr val="FFFFFF"/>
                </a:solidFill>
                <a:effectLst/>
                <a:uLnTx/>
                <a:uFillTx/>
                <a:latin typeface="Amazon Ember"/>
                <a:ea typeface="+mn-ea"/>
                <a:cs typeface="+mn-cs"/>
              </a:rPr>
              <a:t>Direct </a:t>
            </a:r>
          </a:p>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167" b="1" i="0" u="none" strike="noStrike" kern="1200" cap="none" spc="0" normalizeH="0" baseline="0" noProof="0" dirty="0">
                <a:ln>
                  <a:noFill/>
                </a:ln>
                <a:solidFill>
                  <a:srgbClr val="FFFFFF"/>
                </a:solidFill>
                <a:effectLst/>
                <a:uLnTx/>
                <a:uFillTx/>
                <a:latin typeface="Amazon Ember"/>
                <a:ea typeface="+mn-ea"/>
                <a:cs typeface="+mn-cs"/>
              </a:rPr>
              <a:t>storage</a:t>
            </a:r>
          </a:p>
        </p:txBody>
      </p:sp>
      <p:sp>
        <p:nvSpPr>
          <p:cNvPr id="107" name="Rectangle 106">
            <a:extLst>
              <a:ext uri="{FF2B5EF4-FFF2-40B4-BE49-F238E27FC236}">
                <a16:creationId xmlns:a16="http://schemas.microsoft.com/office/drawing/2014/main" id="{F8309AFF-543E-483B-BADD-178706DFAE6A}"/>
              </a:ext>
            </a:extLst>
          </p:cNvPr>
          <p:cNvSpPr/>
          <p:nvPr/>
        </p:nvSpPr>
        <p:spPr>
          <a:xfrm>
            <a:off x="8122514" y="2929768"/>
            <a:ext cx="756468"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Data transfer </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8" name="Rectangle 107">
            <a:extLst>
              <a:ext uri="{FF2B5EF4-FFF2-40B4-BE49-F238E27FC236}">
                <a16:creationId xmlns:a16="http://schemas.microsoft.com/office/drawing/2014/main" id="{F8309AFF-543E-483B-BADD-178706DFAE6A}"/>
              </a:ext>
            </a:extLst>
          </p:cNvPr>
          <p:cNvSpPr/>
          <p:nvPr/>
        </p:nvSpPr>
        <p:spPr>
          <a:xfrm>
            <a:off x="8896986" y="2557404"/>
            <a:ext cx="756468"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Request</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09" name="Rectangle 108">
            <a:extLst>
              <a:ext uri="{FF2B5EF4-FFF2-40B4-BE49-F238E27FC236}">
                <a16:creationId xmlns:a16="http://schemas.microsoft.com/office/drawing/2014/main" id="{F8309AFF-543E-483B-BADD-178706DFAE6A}"/>
              </a:ext>
            </a:extLst>
          </p:cNvPr>
          <p:cNvSpPr/>
          <p:nvPr/>
        </p:nvSpPr>
        <p:spPr>
          <a:xfrm>
            <a:off x="9653454" y="2192149"/>
            <a:ext cx="756468" cy="365255"/>
          </a:xfrm>
          <a:prstGeom prst="rect">
            <a:avLst/>
          </a:prstGeom>
          <a:noFill/>
          <a:ln>
            <a:solidFill>
              <a:schemeClr val="accent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7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mazon Ember"/>
                <a:ea typeface="+mn-ea"/>
                <a:cs typeface="+mn-cs"/>
              </a:rPr>
              <a:t>Retrieval </a:t>
            </a:r>
            <a:endParaRPr kumimoji="0" lang="en-US" sz="2333"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29" name="Title 1">
            <a:extLst>
              <a:ext uri="{FF2B5EF4-FFF2-40B4-BE49-F238E27FC236}">
                <a16:creationId xmlns:a16="http://schemas.microsoft.com/office/drawing/2014/main" id="{07654799-6957-8B47-A953-E559629F4037}"/>
              </a:ext>
            </a:extLst>
          </p:cNvPr>
          <p:cNvSpPr txBox="1">
            <a:spLocks/>
          </p:cNvSpPr>
          <p:nvPr/>
        </p:nvSpPr>
        <p:spPr>
          <a:xfrm>
            <a:off x="390700" y="96676"/>
            <a:ext cx="11652356" cy="899665"/>
          </a:xfrm>
          <a:prstGeom prst="rect">
            <a:avLst/>
          </a:prstGeom>
        </p:spPr>
        <p:txBody>
          <a:bodyPr vert="horz" wrap="square" lIns="152400" tIns="121920" rIns="152400" bIns="121920" rtlCol="0" anchor="t">
            <a:noAutofit/>
          </a:bodyPr>
          <a:lstStyle>
            <a:lvl1pPr algn="l" defTabSz="1097278" rtl="0" eaLnBrk="1" latinLnBrk="0" hangingPunct="1">
              <a:lnSpc>
                <a:spcPct val="90000"/>
              </a:lnSpc>
              <a:spcBef>
                <a:spcPct val="0"/>
              </a:spcBef>
              <a:buNone/>
              <a:defRPr lang="en-US" sz="4800" b="0" kern="1200" cap="none" spc="-120" baseline="0">
                <a:ln w="3175">
                  <a:noFill/>
                </a:ln>
                <a:solidFill>
                  <a:schemeClr val="tx2"/>
                </a:solidFill>
                <a:effectLst/>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1097278"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120" normalizeH="0" baseline="0" noProof="0" dirty="0">
                <a:ln w="3175">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You need to reduce costs</a:t>
            </a:r>
            <a:endParaRPr kumimoji="0" lang="en-US" sz="4000" b="1" i="0" u="none" strike="noStrike" kern="1200" cap="none" spc="-120" normalizeH="0" baseline="0" noProof="0" dirty="0">
              <a:ln w="3175">
                <a:noFill/>
              </a:ln>
              <a:solidFill>
                <a:srgbClr val="00A0C8"/>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397206857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2C94-C302-4E2B-B136-EF0531B973EE}"/>
              </a:ext>
            </a:extLst>
          </p:cNvPr>
          <p:cNvSpPr>
            <a:spLocks noGrp="1"/>
          </p:cNvSpPr>
          <p:nvPr>
            <p:ph type="title"/>
          </p:nvPr>
        </p:nvSpPr>
        <p:spPr>
          <a:xfrm>
            <a:off x="257175" y="211833"/>
            <a:ext cx="10010775" cy="978729"/>
          </a:xfrm>
        </p:spPr>
        <p:txBody>
          <a:bodyPr/>
          <a:lstStyle/>
          <a:p>
            <a:r>
              <a:rPr lang="en-US" dirty="0"/>
              <a:t>Amazon EBS Recommendations</a:t>
            </a:r>
          </a:p>
        </p:txBody>
      </p:sp>
      <p:sp>
        <p:nvSpPr>
          <p:cNvPr id="6" name="Rectangle 5">
            <a:extLst>
              <a:ext uri="{FF2B5EF4-FFF2-40B4-BE49-F238E27FC236}">
                <a16:creationId xmlns:a16="http://schemas.microsoft.com/office/drawing/2014/main" id="{75A15817-1E2E-4313-853C-19AED264C832}"/>
              </a:ext>
            </a:extLst>
          </p:cNvPr>
          <p:cNvSpPr/>
          <p:nvPr/>
        </p:nvSpPr>
        <p:spPr>
          <a:xfrm>
            <a:off x="136838" y="929598"/>
            <a:ext cx="11797987" cy="5437386"/>
          </a:xfrm>
          <a:prstGeom prst="rect">
            <a:avLst/>
          </a:prstGeom>
        </p:spPr>
        <p:txBody>
          <a:bodyPr wrap="square">
            <a:spAutoFit/>
          </a:bodyPr>
          <a:lstStyle/>
          <a:p>
            <a:pPr marL="342900" lvl="0" indent="-342900" fontAlgn="ctr">
              <a:spcAft>
                <a:spcPts val="800"/>
              </a:spcAft>
              <a:buSzPts val="1000"/>
              <a:buFont typeface="Wingdings" panose="05000000000000000000" pitchFamily="2" charset="2"/>
              <a:buChar char="§"/>
              <a:tabLst>
                <a:tab pos="457200" algn="l"/>
              </a:tabLst>
            </a:pPr>
            <a:r>
              <a:rPr lang="en-GB" sz="1400" dirty="0">
                <a:effectLst/>
                <a:ea typeface="Times New Roman" panose="02020603050405020304" pitchFamily="18" charset="0"/>
                <a:cs typeface="Calibri" panose="020F0502020204030204" pitchFamily="34" charset="0"/>
              </a:rPr>
              <a:t>Start with smaller EBS volume sizes, with enough capacity to meet your immediate needs. You can then expand volume sizes with Elastic Volumes if your requirements increase. Shrinking the size of a volume is a manual process. </a:t>
            </a:r>
            <a:endParaRPr lang="en-GB" sz="1400" dirty="0">
              <a:effectLst/>
              <a:ea typeface="Calibri" panose="020F0502020204030204" pitchFamily="34" charset="0"/>
              <a:cs typeface="Calibri" panose="020F0502020204030204" pitchFamily="34" charset="0"/>
            </a:endParaRPr>
          </a:p>
          <a:p>
            <a:pPr marL="342900" lvl="0" indent="-342900" fontAlgn="ctr">
              <a:spcAft>
                <a:spcPts val="800"/>
              </a:spcAft>
              <a:buSzPts val="1000"/>
              <a:buFont typeface="Wingdings" panose="05000000000000000000" pitchFamily="2" charset="2"/>
              <a:buChar char="§"/>
              <a:tabLst>
                <a:tab pos="457200" algn="l"/>
              </a:tabLst>
            </a:pPr>
            <a:r>
              <a:rPr lang="en-GB" sz="1400" dirty="0">
                <a:effectLst/>
                <a:ea typeface="Times New Roman" panose="02020603050405020304" pitchFamily="18" charset="0"/>
                <a:cs typeface="Calibri" panose="020F0502020204030204" pitchFamily="34" charset="0"/>
              </a:rPr>
              <a:t>Start with General Purpose GP3 volumes when you're uncertain if </a:t>
            </a:r>
            <a:r>
              <a:rPr lang="en-GB" sz="1400" dirty="0">
                <a:ea typeface="Times New Roman" panose="02020603050405020304" pitchFamily="18" charset="0"/>
                <a:cs typeface="Calibri" panose="020F0502020204030204" pitchFamily="34" charset="0"/>
              </a:rPr>
              <a:t>your applications require </a:t>
            </a:r>
            <a:r>
              <a:rPr lang="en-GB" sz="1400" dirty="0">
                <a:effectLst/>
                <a:ea typeface="Times New Roman" panose="02020603050405020304" pitchFamily="18" charset="0"/>
                <a:cs typeface="Calibri" panose="020F0502020204030204" pitchFamily="34" charset="0"/>
              </a:rPr>
              <a:t>higher performing IOPS or throughput volumes. GP3 volumes are estimated to be appropriate for up to 80 percent of workloads.</a:t>
            </a:r>
            <a:endParaRPr lang="en-GB" sz="1400" dirty="0">
              <a:effectLst/>
              <a:ea typeface="Calibri" panose="020F0502020204030204" pitchFamily="34" charset="0"/>
              <a:cs typeface="Calibri" panose="020F0502020204030204" pitchFamily="34" charset="0"/>
            </a:endParaRPr>
          </a:p>
          <a:p>
            <a:pPr marL="342900" lvl="0" indent="-342900" fontAlgn="ctr">
              <a:spcAft>
                <a:spcPts val="800"/>
              </a:spcAft>
              <a:buSzPts val="1000"/>
              <a:buFont typeface="Wingdings" panose="05000000000000000000" pitchFamily="2" charset="2"/>
              <a:buChar char="§"/>
              <a:tabLst>
                <a:tab pos="457200" algn="l"/>
              </a:tabLst>
            </a:pPr>
            <a:r>
              <a:rPr lang="en-GB" sz="1400" dirty="0">
                <a:effectLst/>
                <a:ea typeface="Times New Roman" panose="02020603050405020304" pitchFamily="18" charset="0"/>
                <a:cs typeface="Calibri" panose="020F0502020204030204" pitchFamily="34" charset="0"/>
              </a:rPr>
              <a:t>Start with lower provisioned IOPS levels for IO2 volumes. You can increase or decrease the provisioned IOPS level as you understand your workload </a:t>
            </a:r>
            <a:r>
              <a:rPr lang="en-GB" sz="1400" dirty="0">
                <a:ea typeface="Times New Roman" panose="02020603050405020304" pitchFamily="18" charset="0"/>
                <a:cs typeface="Calibri" panose="020F0502020204030204" pitchFamily="34" charset="0"/>
              </a:rPr>
              <a:t>performance and </a:t>
            </a:r>
            <a:r>
              <a:rPr lang="en-GB" sz="1400" dirty="0">
                <a:effectLst/>
                <a:ea typeface="Times New Roman" panose="02020603050405020304" pitchFamily="18" charset="0"/>
                <a:cs typeface="Calibri" panose="020F0502020204030204" pitchFamily="34" charset="0"/>
              </a:rPr>
              <a:t>fine-tune your volumes.</a:t>
            </a:r>
            <a:endParaRPr lang="en-GB" sz="1400" dirty="0">
              <a:ea typeface="Times New Roman" panose="02020603050405020304" pitchFamily="18" charset="0"/>
              <a:cs typeface="Calibri" panose="020F0502020204030204" pitchFamily="34" charset="0"/>
            </a:endParaRPr>
          </a:p>
          <a:p>
            <a:pPr marL="342900" lvl="0" indent="-342900" fontAlgn="ctr">
              <a:spcAft>
                <a:spcPts val="800"/>
              </a:spcAft>
              <a:buSzPts val="1000"/>
              <a:buFont typeface="Wingdings" panose="05000000000000000000" pitchFamily="2" charset="2"/>
              <a:buChar char="§"/>
              <a:tabLst>
                <a:tab pos="457200" algn="l"/>
              </a:tabLst>
            </a:pPr>
            <a:r>
              <a:rPr lang="en-GB" sz="1400" dirty="0">
                <a:effectLst/>
                <a:ea typeface="Times New Roman" panose="02020603050405020304" pitchFamily="18" charset="0"/>
                <a:cs typeface="Calibri" panose="020F0502020204030204" pitchFamily="34" charset="0"/>
              </a:rPr>
              <a:t>Use current EBS volume types. Generally, newer volume types support greater functionality at a lower cost. For example, with GP3 volumes, you can provision IOPS and throughput without expanding your volume in many cases. With GP2 volumes, you could only increase performance by increasing the volume size. Additionally, GP3 volumes cost less per GB per month than </a:t>
            </a:r>
            <a:r>
              <a:rPr lang="en-GB" sz="1400" dirty="0">
                <a:ea typeface="Times New Roman" panose="02020603050405020304" pitchFamily="18" charset="0"/>
                <a:cs typeface="Calibri" panose="020F0502020204030204" pitchFamily="34" charset="0"/>
              </a:rPr>
              <a:t>GP</a:t>
            </a:r>
            <a:r>
              <a:rPr lang="en-GB" sz="1400" dirty="0">
                <a:effectLst/>
                <a:ea typeface="Times New Roman" panose="02020603050405020304" pitchFamily="18" charset="0"/>
                <a:cs typeface="Calibri" panose="020F0502020204030204" pitchFamily="34" charset="0"/>
              </a:rPr>
              <a:t>2 volumes.</a:t>
            </a:r>
            <a:endParaRPr lang="en-GB" sz="1400" dirty="0">
              <a:effectLst/>
              <a:ea typeface="Calibri" panose="020F0502020204030204" pitchFamily="34" charset="0"/>
              <a:cs typeface="Calibri" panose="020F0502020204030204" pitchFamily="34" charset="0"/>
            </a:endParaRPr>
          </a:p>
          <a:p>
            <a:pPr marL="342900" lvl="0" indent="-342900" fontAlgn="ctr">
              <a:spcAft>
                <a:spcPts val="800"/>
              </a:spcAft>
              <a:buSzPts val="1000"/>
              <a:buFont typeface="Wingdings" panose="05000000000000000000" pitchFamily="2" charset="2"/>
              <a:buChar char="§"/>
              <a:tabLst>
                <a:tab pos="457200" algn="l"/>
              </a:tabLst>
            </a:pPr>
            <a:r>
              <a:rPr lang="en-GB" sz="1400" dirty="0">
                <a:cs typeface="Calibri" panose="020F0502020204030204" pitchFamily="34" charset="0"/>
              </a:rPr>
              <a:t>Choose the </a:t>
            </a:r>
            <a:r>
              <a:rPr lang="en-GB" sz="1400" dirty="0">
                <a:cs typeface="Calibri" panose="020F0502020204030204" pitchFamily="34" charset="0"/>
                <a:hlinkClick r:id="rId2"/>
              </a:rPr>
              <a:t>best Amazon EBS volume type</a:t>
            </a:r>
            <a:r>
              <a:rPr lang="en-GB" sz="1400" dirty="0">
                <a:cs typeface="Calibri" panose="020F0502020204030204" pitchFamily="34" charset="0"/>
              </a:rPr>
              <a:t> for your self-managed database deployment</a:t>
            </a:r>
          </a:p>
          <a:p>
            <a:pPr marL="342900" lvl="0" indent="-342900" fontAlgn="ctr">
              <a:spcAft>
                <a:spcPts val="800"/>
              </a:spcAft>
              <a:buSzPts val="1000"/>
              <a:buFont typeface="Wingdings" panose="05000000000000000000" pitchFamily="2" charset="2"/>
              <a:buChar char="§"/>
              <a:tabLst>
                <a:tab pos="457200" algn="l"/>
              </a:tabLst>
            </a:pPr>
            <a:r>
              <a:rPr lang="en-GB" sz="1400" dirty="0">
                <a:cs typeface="Calibri" panose="020F0502020204030204" pitchFamily="34" charset="0"/>
              </a:rPr>
              <a:t>RAID 5 and RAID 6 are not recommended configurations when using Amazon EBS because the parity write operations of these RAID modes consume some of the IOPS available for your volumes. Depending on the configuration of your RAID array, these RAID modes provide 20-30% fewer usable IOPS than a RAID 0 configuration. Increased cost is a factor with these RAID modes as well; when using identical volume sizes and speeds, a 2-volume RAID 0 array can outperform a 4-volume RAID 6 array that costs twice as much.</a:t>
            </a:r>
          </a:p>
          <a:p>
            <a:pPr marL="342900" lvl="0" indent="-342900" fontAlgn="ctr">
              <a:spcAft>
                <a:spcPts val="800"/>
              </a:spcAft>
              <a:buSzPts val="1000"/>
              <a:buFont typeface="Wingdings" panose="05000000000000000000" pitchFamily="2" charset="2"/>
              <a:buChar char="§"/>
              <a:tabLst>
                <a:tab pos="457200" algn="l"/>
              </a:tabLst>
            </a:pPr>
            <a:r>
              <a:rPr lang="en-GB" sz="1400" dirty="0">
                <a:cs typeface="Calibri" panose="020F0502020204030204" pitchFamily="34" charset="0"/>
              </a:rPr>
              <a:t>RAID 1 is also not recommended for use with Amazon EBS. RAID 1 requires more Amazon EC2-to-Amazon EBS bandwidth than non-RAID configurations because the data is written to multiple volumes simultaneously. In addition, RAID 1 does not provide any write performance improvement.</a:t>
            </a:r>
          </a:p>
          <a:p>
            <a:pPr marL="342900" lvl="0" indent="-342900" fontAlgn="ctr">
              <a:spcAft>
                <a:spcPts val="800"/>
              </a:spcAft>
              <a:buSzPts val="1000"/>
              <a:buFont typeface="Wingdings" panose="05000000000000000000" pitchFamily="2" charset="2"/>
              <a:buChar char="§"/>
              <a:tabLst>
                <a:tab pos="457200" algn="l"/>
              </a:tabLst>
            </a:pPr>
            <a:r>
              <a:rPr lang="en-GB" sz="1400" dirty="0">
                <a:cs typeface="Calibri" panose="020F0502020204030204" pitchFamily="34" charset="0"/>
              </a:rPr>
              <a:t>Amazon EBS  ST1 and SC1 are mapped based on performance discovery. It is assumed that the workloads have large sequential IO requirements. Please use Amazon EBS GP3 volumes for small random IO workloads. </a:t>
            </a:r>
          </a:p>
          <a:p>
            <a:pPr marL="342900" lvl="0" indent="-342900" fontAlgn="ctr">
              <a:spcAft>
                <a:spcPts val="800"/>
              </a:spcAft>
              <a:buSzPts val="1000"/>
              <a:buFont typeface="Wingdings" panose="05000000000000000000" pitchFamily="2" charset="2"/>
              <a:buChar char="§"/>
              <a:tabLst>
                <a:tab pos="457200" algn="l"/>
              </a:tabLst>
            </a:pPr>
            <a:r>
              <a:rPr lang="en-GB" sz="1400" dirty="0">
                <a:cs typeface="Calibri" panose="020F0502020204030204" pitchFamily="34" charset="0"/>
                <a:hlinkClick r:id="rId3"/>
              </a:rPr>
              <a:t>Amazon EBS Snapshots Archive</a:t>
            </a:r>
            <a:r>
              <a:rPr lang="en-GB" sz="1400" dirty="0">
                <a:cs typeface="Calibri" panose="020F0502020204030204" pitchFamily="34" charset="0"/>
              </a:rPr>
              <a:t> is a new storage tier that you can use for low-cost, long-term storage of your rarely-accessed snapshots that do not need frequent or fast retrieval.</a:t>
            </a:r>
          </a:p>
        </p:txBody>
      </p:sp>
    </p:spTree>
    <p:extLst>
      <p:ext uri="{BB962C8B-B14F-4D97-AF65-F5344CB8AC3E}">
        <p14:creationId xmlns:p14="http://schemas.microsoft.com/office/powerpoint/2010/main" val="4258338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F2C94-C302-4E2B-B136-EF0531B973EE}"/>
              </a:ext>
            </a:extLst>
          </p:cNvPr>
          <p:cNvSpPr>
            <a:spLocks noGrp="1"/>
          </p:cNvSpPr>
          <p:nvPr>
            <p:ph type="title"/>
          </p:nvPr>
        </p:nvSpPr>
        <p:spPr>
          <a:xfrm>
            <a:off x="257175" y="211833"/>
            <a:ext cx="10010775" cy="535531"/>
          </a:xfrm>
        </p:spPr>
        <p:txBody>
          <a:bodyPr/>
          <a:lstStyle/>
          <a:p>
            <a:r>
              <a:rPr lang="en-US" dirty="0"/>
              <a:t>Amazon EBS- IO2 BX vs GP3</a:t>
            </a:r>
          </a:p>
        </p:txBody>
      </p:sp>
      <p:graphicFrame>
        <p:nvGraphicFramePr>
          <p:cNvPr id="4" name="Table 3">
            <a:extLst>
              <a:ext uri="{FF2B5EF4-FFF2-40B4-BE49-F238E27FC236}">
                <a16:creationId xmlns:a16="http://schemas.microsoft.com/office/drawing/2014/main" id="{68B2D03D-1A3F-4821-9B63-312FEA718FB5}"/>
              </a:ext>
            </a:extLst>
          </p:cNvPr>
          <p:cNvGraphicFramePr>
            <a:graphicFrameLocks noGrp="1"/>
          </p:cNvGraphicFramePr>
          <p:nvPr>
            <p:extLst>
              <p:ext uri="{D42A27DB-BD31-4B8C-83A1-F6EECF244321}">
                <p14:modId xmlns:p14="http://schemas.microsoft.com/office/powerpoint/2010/main" val="2905889031"/>
              </p:ext>
            </p:extLst>
          </p:nvPr>
        </p:nvGraphicFramePr>
        <p:xfrm>
          <a:off x="257174" y="981464"/>
          <a:ext cx="11445467" cy="5070384"/>
        </p:xfrm>
        <a:graphic>
          <a:graphicData uri="http://schemas.openxmlformats.org/drawingml/2006/table">
            <a:tbl>
              <a:tblPr firstRow="1" bandRow="1">
                <a:tableStyleId>{72833802-FEF1-4C79-8D5D-14CF1EAF98D9}</a:tableStyleId>
              </a:tblPr>
              <a:tblGrid>
                <a:gridCol w="828383">
                  <a:extLst>
                    <a:ext uri="{9D8B030D-6E8A-4147-A177-3AD203B41FA5}">
                      <a16:colId xmlns:a16="http://schemas.microsoft.com/office/drawing/2014/main" val="1863766635"/>
                    </a:ext>
                  </a:extLst>
                </a:gridCol>
                <a:gridCol w="2032980">
                  <a:extLst>
                    <a:ext uri="{9D8B030D-6E8A-4147-A177-3AD203B41FA5}">
                      <a16:colId xmlns:a16="http://schemas.microsoft.com/office/drawing/2014/main" val="3330422040"/>
                    </a:ext>
                  </a:extLst>
                </a:gridCol>
                <a:gridCol w="1430684">
                  <a:extLst>
                    <a:ext uri="{9D8B030D-6E8A-4147-A177-3AD203B41FA5}">
                      <a16:colId xmlns:a16="http://schemas.microsoft.com/office/drawing/2014/main" val="3159297909"/>
                    </a:ext>
                  </a:extLst>
                </a:gridCol>
                <a:gridCol w="1430684">
                  <a:extLst>
                    <a:ext uri="{9D8B030D-6E8A-4147-A177-3AD203B41FA5}">
                      <a16:colId xmlns:a16="http://schemas.microsoft.com/office/drawing/2014/main" val="1179391330"/>
                    </a:ext>
                  </a:extLst>
                </a:gridCol>
                <a:gridCol w="1430684">
                  <a:extLst>
                    <a:ext uri="{9D8B030D-6E8A-4147-A177-3AD203B41FA5}">
                      <a16:colId xmlns:a16="http://schemas.microsoft.com/office/drawing/2014/main" val="1827528571"/>
                    </a:ext>
                  </a:extLst>
                </a:gridCol>
                <a:gridCol w="1430684">
                  <a:extLst>
                    <a:ext uri="{9D8B030D-6E8A-4147-A177-3AD203B41FA5}">
                      <a16:colId xmlns:a16="http://schemas.microsoft.com/office/drawing/2014/main" val="134801610"/>
                    </a:ext>
                  </a:extLst>
                </a:gridCol>
                <a:gridCol w="1430684">
                  <a:extLst>
                    <a:ext uri="{9D8B030D-6E8A-4147-A177-3AD203B41FA5}">
                      <a16:colId xmlns:a16="http://schemas.microsoft.com/office/drawing/2014/main" val="1483714317"/>
                    </a:ext>
                  </a:extLst>
                </a:gridCol>
                <a:gridCol w="1430684">
                  <a:extLst>
                    <a:ext uri="{9D8B030D-6E8A-4147-A177-3AD203B41FA5}">
                      <a16:colId xmlns:a16="http://schemas.microsoft.com/office/drawing/2014/main" val="2739354280"/>
                    </a:ext>
                  </a:extLst>
                </a:gridCol>
              </a:tblGrid>
              <a:tr h="507038">
                <a:tc>
                  <a:txBody>
                    <a:bodyPr/>
                    <a:lstStyle/>
                    <a:p>
                      <a:pPr>
                        <a:spcAft>
                          <a:spcPts val="300"/>
                        </a:spcAft>
                      </a:pPr>
                      <a:r>
                        <a:rPr lang="en-US" sz="1200" dirty="0">
                          <a:ln>
                            <a:noFill/>
                          </a:ln>
                          <a:solidFill>
                            <a:schemeClr val="tx1"/>
                          </a:solidFill>
                        </a:rPr>
                        <a:t>Volume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solidFill>
                            <a:schemeClr val="tx1"/>
                          </a:solidFill>
                        </a:rPr>
                        <a:t>Use </a:t>
                      </a:r>
                    </a:p>
                    <a:p>
                      <a:pPr>
                        <a:spcAft>
                          <a:spcPts val="300"/>
                        </a:spcAft>
                      </a:pPr>
                      <a:r>
                        <a:rPr lang="en-US" sz="1200" dirty="0">
                          <a:ln>
                            <a:noFill/>
                          </a:ln>
                          <a:solidFill>
                            <a:schemeClr val="tx1"/>
                          </a:solidFill>
                        </a:rPr>
                        <a:t>Case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spcAft>
                          <a:spcPts val="300"/>
                        </a:spcAft>
                      </a:pPr>
                      <a:r>
                        <a:rPr lang="en-US" sz="1200" dirty="0">
                          <a:ln>
                            <a:noFill/>
                          </a:ln>
                          <a:solidFill>
                            <a:schemeClr val="tx1"/>
                          </a:solidFill>
                        </a:rPr>
                        <a:t>Capacity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solidFill>
                            <a:schemeClr val="tx1"/>
                          </a:solidFill>
                        </a:rPr>
                        <a:t>Latency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solidFill>
                            <a:schemeClr val="tx1"/>
                          </a:solidFill>
                        </a:rPr>
                        <a:t>Durability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solidFill>
                            <a:schemeClr val="tx1"/>
                          </a:solidFill>
                        </a:rPr>
                        <a:t>Max </a:t>
                      </a:r>
                    </a:p>
                    <a:p>
                      <a:pPr>
                        <a:spcAft>
                          <a:spcPts val="300"/>
                        </a:spcAft>
                      </a:pPr>
                      <a:r>
                        <a:rPr lang="en-US" sz="1200" dirty="0">
                          <a:ln>
                            <a:noFill/>
                          </a:ln>
                          <a:solidFill>
                            <a:schemeClr val="tx1"/>
                          </a:solidFill>
                        </a:rPr>
                        <a:t>IOPS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solidFill>
                            <a:schemeClr val="tx1"/>
                          </a:solidFill>
                        </a:rPr>
                        <a:t>Max Throughput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solidFill>
                            <a:schemeClr val="tx1"/>
                          </a:solidFill>
                        </a:rPr>
                        <a:t>Other Considerations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113467"/>
                  </a:ext>
                </a:extLst>
              </a:tr>
              <a:tr h="2281673">
                <a:tc>
                  <a:txBody>
                    <a:bodyPr/>
                    <a:lstStyle/>
                    <a:p>
                      <a:pPr>
                        <a:spcAft>
                          <a:spcPts val="300"/>
                        </a:spcAft>
                      </a:pPr>
                      <a:r>
                        <a:rPr lang="en-US" sz="1200" dirty="0">
                          <a:ln>
                            <a:noFill/>
                          </a:ln>
                        </a:rPr>
                        <a:t>Amazon </a:t>
                      </a:r>
                    </a:p>
                    <a:p>
                      <a:pPr>
                        <a:spcAft>
                          <a:spcPts val="300"/>
                        </a:spcAft>
                      </a:pPr>
                      <a:r>
                        <a:rPr lang="en-US" sz="1200" dirty="0">
                          <a:ln>
                            <a:noFill/>
                          </a:ln>
                        </a:rPr>
                        <a:t>EBS</a:t>
                      </a:r>
                    </a:p>
                    <a:p>
                      <a:pPr>
                        <a:spcAft>
                          <a:spcPts val="300"/>
                        </a:spcAft>
                      </a:pPr>
                      <a:r>
                        <a:rPr lang="en-US" sz="1200" dirty="0">
                          <a:ln>
                            <a:noFill/>
                          </a:ln>
                        </a:rPr>
                        <a:t>IO2 Block Express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b="0" i="0" kern="1200" dirty="0">
                          <a:ln>
                            <a:noFill/>
                          </a:ln>
                          <a:solidFill>
                            <a:schemeClr val="tx1"/>
                          </a:solidFill>
                          <a:effectLst/>
                          <a:latin typeface="+mn-lt"/>
                          <a:ea typeface="+mn-ea"/>
                          <a:cs typeface="+mn-cs"/>
                        </a:rPr>
                        <a:t>Mission-critical, large,  performance-sensitive workloads requiring sub-millisecond latencies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4 GiB – 64 TiB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200" b="0" i="0" kern="1200" dirty="0">
                          <a:ln>
                            <a:noFill/>
                          </a:ln>
                          <a:solidFill>
                            <a:schemeClr val="tx1"/>
                          </a:solidFill>
                          <a:effectLst/>
                          <a:latin typeface="+mn-lt"/>
                          <a:ea typeface="+mn-ea"/>
                          <a:cs typeface="+mn-cs"/>
                        </a:rPr>
                        <a:t>Consistent sub-millisecond latency</a:t>
                      </a:r>
                    </a:p>
                    <a:p>
                      <a:pPr>
                        <a:spcAft>
                          <a:spcPts val="300"/>
                        </a:spcAft>
                      </a:pPr>
                      <a:endParaRPr lang="en-US" sz="1200" dirty="0">
                        <a:ln>
                          <a:noFill/>
                        </a:ln>
                      </a:endParaRPr>
                    </a:p>
                    <a:p>
                      <a:pPr>
                        <a:spcAft>
                          <a:spcPts val="300"/>
                        </a:spcAft>
                      </a:pPr>
                      <a:r>
                        <a:rPr lang="en-US" sz="1200" dirty="0">
                          <a:ln>
                            <a:noFill/>
                          </a:ln>
                          <a:solidFill>
                            <a:schemeClr val="tx1"/>
                          </a:solidFill>
                        </a:rPr>
                        <a:t>Lowest EBS outlier latency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99.999% durability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b="0" i="0" kern="1200" dirty="0">
                          <a:ln>
                            <a:noFill/>
                          </a:ln>
                          <a:solidFill>
                            <a:schemeClr val="tx1"/>
                          </a:solidFill>
                          <a:effectLst/>
                          <a:latin typeface="+mn-lt"/>
                          <a:ea typeface="+mn-ea"/>
                          <a:cs typeface="+mn-cs"/>
                        </a:rPr>
                        <a:t>256,000 IOPS (16 KiB I/O)</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sz="1200" b="0" i="0" kern="1200" dirty="0">
                        <a:ln>
                          <a:noFill/>
                        </a:ln>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lang="en-US" sz="1200" b="0" i="0" kern="1200" dirty="0">
                          <a:ln>
                            <a:noFill/>
                          </a:ln>
                          <a:solidFill>
                            <a:schemeClr val="tx1"/>
                          </a:solidFill>
                          <a:effectLst/>
                          <a:latin typeface="+mn-lt"/>
                          <a:ea typeface="+mn-ea"/>
                          <a:cs typeface="+mn-cs"/>
                        </a:rPr>
                        <a:t>Sustained IOPS performance</a:t>
                      </a:r>
                    </a:p>
                    <a:p>
                      <a:pPr>
                        <a:spcAft>
                          <a:spcPts val="300"/>
                        </a:spcAft>
                      </a:pPr>
                      <a:endParaRPr lang="en-US" sz="1200" b="0" i="0" kern="1200" dirty="0">
                        <a:ln>
                          <a:noFill/>
                        </a:ln>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4000 MiB/S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Multi Attach</a:t>
                      </a:r>
                    </a:p>
                    <a:p>
                      <a:pPr>
                        <a:spcAft>
                          <a:spcPts val="300"/>
                        </a:spcAft>
                      </a:pPr>
                      <a:endParaRPr lang="en-US" sz="1200" dirty="0">
                        <a:ln>
                          <a:noFill/>
                        </a:ln>
                      </a:endParaRPr>
                    </a:p>
                    <a:p>
                      <a:pPr>
                        <a:spcAft>
                          <a:spcPts val="300"/>
                        </a:spcAft>
                      </a:pPr>
                      <a:r>
                        <a:rPr lang="en-US" sz="1200" dirty="0">
                          <a:ln>
                            <a:noFill/>
                          </a:ln>
                        </a:rPr>
                        <a:t>Persistent Reservation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5974203"/>
                  </a:ext>
                </a:extLst>
              </a:tr>
              <a:tr h="2281673">
                <a:tc>
                  <a:txBody>
                    <a:bodyPr/>
                    <a:lstStyle/>
                    <a:p>
                      <a:pPr>
                        <a:spcAft>
                          <a:spcPts val="300"/>
                        </a:spcAft>
                      </a:pPr>
                      <a:r>
                        <a:rPr lang="en-US" sz="1200" dirty="0">
                          <a:ln>
                            <a:noFill/>
                          </a:ln>
                        </a:rPr>
                        <a:t>Amazon</a:t>
                      </a:r>
                    </a:p>
                    <a:p>
                      <a:pPr>
                        <a:spcAft>
                          <a:spcPts val="300"/>
                        </a:spcAft>
                      </a:pPr>
                      <a:r>
                        <a:rPr lang="en-US" sz="1200" dirty="0">
                          <a:ln>
                            <a:noFill/>
                          </a:ln>
                        </a:rPr>
                        <a:t>EBS</a:t>
                      </a:r>
                    </a:p>
                    <a:p>
                      <a:pPr>
                        <a:spcAft>
                          <a:spcPts val="300"/>
                        </a:spcAft>
                      </a:pPr>
                      <a:r>
                        <a:rPr lang="en-US" sz="1200" dirty="0">
                          <a:ln>
                            <a:noFill/>
                          </a:ln>
                        </a:rPr>
                        <a:t>GP3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b="0" i="0" kern="1200" dirty="0">
                          <a:ln>
                            <a:noFill/>
                          </a:ln>
                          <a:solidFill>
                            <a:schemeClr val="tx1"/>
                          </a:solidFill>
                          <a:effectLst/>
                          <a:latin typeface="+mn-lt"/>
                          <a:ea typeface="+mn-ea"/>
                          <a:cs typeface="+mn-cs"/>
                        </a:rPr>
                        <a:t>-Transactional workloads</a:t>
                      </a:r>
                    </a:p>
                    <a:p>
                      <a:pPr>
                        <a:spcAft>
                          <a:spcPts val="300"/>
                        </a:spcAft>
                      </a:pPr>
                      <a:r>
                        <a:rPr lang="en-US" sz="1200" b="0" i="0" kern="1200" dirty="0">
                          <a:ln>
                            <a:noFill/>
                          </a:ln>
                          <a:solidFill>
                            <a:schemeClr val="tx1"/>
                          </a:solidFill>
                          <a:effectLst/>
                          <a:latin typeface="+mn-lt"/>
                          <a:ea typeface="+mn-ea"/>
                          <a:cs typeface="+mn-cs"/>
                        </a:rPr>
                        <a:t>-Virtual desktops</a:t>
                      </a:r>
                    </a:p>
                    <a:p>
                      <a:pPr>
                        <a:spcAft>
                          <a:spcPts val="300"/>
                        </a:spcAft>
                      </a:pPr>
                      <a:r>
                        <a:rPr lang="en-US" sz="1200" b="0" i="0" kern="1200" dirty="0">
                          <a:ln>
                            <a:noFill/>
                          </a:ln>
                          <a:solidFill>
                            <a:schemeClr val="tx1"/>
                          </a:solidFill>
                          <a:effectLst/>
                          <a:latin typeface="+mn-lt"/>
                          <a:ea typeface="+mn-ea"/>
                          <a:cs typeface="+mn-cs"/>
                        </a:rPr>
                        <a:t>-Medium-sized, single-instance databases</a:t>
                      </a:r>
                    </a:p>
                    <a:p>
                      <a:pPr>
                        <a:spcAft>
                          <a:spcPts val="300"/>
                        </a:spcAft>
                      </a:pPr>
                      <a:r>
                        <a:rPr lang="en-US" sz="1200" b="0" i="0" kern="1200" dirty="0">
                          <a:ln>
                            <a:noFill/>
                          </a:ln>
                          <a:solidFill>
                            <a:schemeClr val="tx1"/>
                          </a:solidFill>
                          <a:effectLst/>
                          <a:latin typeface="+mn-lt"/>
                          <a:ea typeface="+mn-ea"/>
                          <a:cs typeface="+mn-cs"/>
                        </a:rPr>
                        <a:t>-Low-latency interactive applications</a:t>
                      </a:r>
                    </a:p>
                    <a:p>
                      <a:pPr>
                        <a:spcAft>
                          <a:spcPts val="300"/>
                        </a:spcAft>
                      </a:pPr>
                      <a:r>
                        <a:rPr lang="en-US" sz="1200" b="0" i="0" kern="1200" dirty="0">
                          <a:ln>
                            <a:noFill/>
                          </a:ln>
                          <a:solidFill>
                            <a:schemeClr val="tx1"/>
                          </a:solidFill>
                          <a:effectLst/>
                          <a:latin typeface="+mn-lt"/>
                          <a:ea typeface="+mn-ea"/>
                          <a:cs typeface="+mn-cs"/>
                        </a:rPr>
                        <a:t>-Boot volumes</a:t>
                      </a:r>
                    </a:p>
                    <a:p>
                      <a:pPr>
                        <a:spcAft>
                          <a:spcPts val="300"/>
                        </a:spcAft>
                      </a:pPr>
                      <a:r>
                        <a:rPr lang="en-US" sz="1200" b="0" i="0" kern="1200" dirty="0">
                          <a:ln>
                            <a:noFill/>
                          </a:ln>
                          <a:solidFill>
                            <a:schemeClr val="tx1"/>
                          </a:solidFill>
                          <a:effectLst/>
                          <a:latin typeface="+mn-lt"/>
                          <a:ea typeface="+mn-ea"/>
                          <a:cs typeface="+mn-cs"/>
                        </a:rPr>
                        <a:t>-Development and test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1 GiB – 16 TiB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Single digit millisecond Latency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99.8%-99.9% durability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16,000 (16 KiB 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spcAft>
                          <a:spcPts val="300"/>
                        </a:spcAft>
                      </a:pPr>
                      <a:r>
                        <a:rPr lang="en-US" sz="1200" dirty="0">
                          <a:ln>
                            <a:noFill/>
                          </a:ln>
                        </a:rPr>
                        <a:t>1000 MiB/s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200" dirty="0">
                          <a:ln>
                            <a:noFill/>
                          </a:ln>
                        </a:rPr>
                        <a:t>If striping gp3 volumes to achieve increased I/O and throughput performance relative to IO2, additional management of RAID 0 volumes</a:t>
                      </a:r>
                    </a:p>
                    <a:p>
                      <a:pPr>
                        <a:spcAft>
                          <a:spcPts val="300"/>
                        </a:spcAft>
                      </a:pPr>
                      <a:endParaRPr lang="en-US" sz="1200" dirty="0">
                        <a:ln>
                          <a:no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2678111"/>
                  </a:ext>
                </a:extLst>
              </a:tr>
            </a:tbl>
          </a:graphicData>
        </a:graphic>
      </p:graphicFrame>
    </p:spTree>
    <p:extLst>
      <p:ext uri="{BB962C8B-B14F-4D97-AF65-F5344CB8AC3E}">
        <p14:creationId xmlns:p14="http://schemas.microsoft.com/office/powerpoint/2010/main" val="361008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hape"/>
          <p:cNvSpPr>
            <a:spLocks noGrp="1"/>
          </p:cNvSpPr>
          <p:nvPr>
            <p:ph type="title"/>
          </p:nvPr>
        </p:nvSpPr>
        <p:spPr>
          <a:xfrm>
            <a:off x="292396" y="346960"/>
            <a:ext cx="11718629" cy="548311"/>
          </a:xfrm>
          <a:prstGeom prst="rect">
            <a:avLst/>
          </a:prstGeom>
          <a:noFill/>
          <a:ln>
            <a:noFill/>
          </a:ln>
        </p:spPr>
        <p:txBody>
          <a:bodyPr anchor="ctr"/>
          <a:lstStyle/>
          <a:p>
            <a:r>
              <a:rPr lang="en-US" altLang="en-US" dirty="0"/>
              <a:t>Amazon FSx for NetApp ONTAP- Useful Links </a:t>
            </a:r>
          </a:p>
        </p:txBody>
      </p:sp>
      <p:sp>
        <p:nvSpPr>
          <p:cNvPr id="14" name="Content Placeholder 2">
            <a:extLst>
              <a:ext uri="{FF2B5EF4-FFF2-40B4-BE49-F238E27FC236}">
                <a16:creationId xmlns:a16="http://schemas.microsoft.com/office/drawing/2014/main" id="{AF91D5E2-7733-4172-9B36-DB28B9013341}"/>
              </a:ext>
            </a:extLst>
          </p:cNvPr>
          <p:cNvSpPr txBox="1">
            <a:spLocks/>
          </p:cNvSpPr>
          <p:nvPr/>
        </p:nvSpPr>
        <p:spPr>
          <a:xfrm>
            <a:off x="117445" y="977347"/>
            <a:ext cx="11058785" cy="5213728"/>
          </a:xfrm>
          <a:prstGeom prst="rect">
            <a:avLst/>
          </a:prstGeom>
        </p:spPr>
        <p:txBody>
          <a:bodyPr>
            <a:noAutofit/>
          </a:bodyPr>
          <a:lstStyle>
            <a:lvl1pPr marL="0" indent="0" algn="l" defTabSz="731520" rtl="0" eaLnBrk="1" latinLnBrk="0" hangingPunct="1">
              <a:spcBef>
                <a:spcPct val="20000"/>
              </a:spcBef>
              <a:buFontTx/>
              <a:buNone/>
              <a:defRPr sz="2900" b="0" i="0" kern="1200">
                <a:solidFill>
                  <a:schemeClr val="bg2"/>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bg2"/>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bg2"/>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bg2"/>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bg2"/>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Amazon FSx for NetApp ONTAP FAQs</a:t>
            </a:r>
          </a:p>
          <a:p>
            <a:pPr marL="916306" lvl="2" indent="-207646">
              <a:buClr>
                <a:srgbClr val="40AE49"/>
              </a:buClr>
            </a:pPr>
            <a:r>
              <a:rPr lang="en-US" sz="1400" dirty="0">
                <a:solidFill>
                  <a:schemeClr val="tx1"/>
                </a:solidFill>
                <a:latin typeface="Amazon Ember" panose="02000000000000000000" pitchFamily="2" charset="0"/>
                <a:ea typeface="Amazon Ember" panose="02000000000000000000" pitchFamily="2" charset="0"/>
                <a:hlinkClick r:id="rId3"/>
              </a:rPr>
              <a:t>https://aws.amazon.com/fsx/netapp-ontap/faqs/</a:t>
            </a:r>
            <a:endParaRPr lang="en-US" sz="1400" dirty="0">
              <a:solidFill>
                <a:schemeClr val="tx1"/>
              </a:solidFill>
              <a:latin typeface="Amazon Ember" panose="02000000000000000000" pitchFamily="2" charset="0"/>
              <a:ea typeface="Amazon Ember" panose="02000000000000000000" pitchFamily="2" charset="0"/>
            </a:endParaRPr>
          </a:p>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Choosing Storage Capacity</a:t>
            </a: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4"/>
              </a:rPr>
              <a:t>https://docs.aws.amazon.com/fsx/latest/ONTAPGuide/choose-ssd-capacity.html</a:t>
            </a:r>
            <a:endParaRPr lang="en-GB" sz="1400" dirty="0">
              <a:solidFill>
                <a:schemeClr val="tx1"/>
              </a:solidFill>
              <a:latin typeface="Amazon Ember" panose="02000000000000000000" pitchFamily="2" charset="0"/>
              <a:ea typeface="Amazon Ember" panose="02000000000000000000" pitchFamily="2" charset="0"/>
            </a:endParaRPr>
          </a:p>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FSx for NetApp ONTAP File Server performance</a:t>
            </a: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5"/>
              </a:rPr>
              <a:t>https://docs.aws.amazon.com/fsx/latest/ONTAPGuide/performance.html</a:t>
            </a:r>
            <a:endParaRPr lang="en-GB" sz="1400" dirty="0">
              <a:solidFill>
                <a:schemeClr val="tx1"/>
              </a:solidFill>
              <a:latin typeface="Amazon Ember" panose="02000000000000000000" pitchFamily="2" charset="0"/>
              <a:ea typeface="Amazon Ember" panose="02000000000000000000" pitchFamily="2" charset="0"/>
            </a:endParaRPr>
          </a:p>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Increasing SSD storage capacity dynamically</a:t>
            </a: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6"/>
              </a:rPr>
              <a:t>https://docs.aws.amazon.com/fsx/latest/ONTAPGuide/increase-primary-storage.html#automate-storage-capacity-increase</a:t>
            </a:r>
            <a:endParaRPr lang="en-GB" sz="1400" dirty="0">
              <a:solidFill>
                <a:schemeClr val="tx1"/>
              </a:solidFill>
              <a:latin typeface="Amazon Ember" panose="02000000000000000000" pitchFamily="2" charset="0"/>
              <a:ea typeface="Amazon Ember" panose="02000000000000000000" pitchFamily="2" charset="0"/>
            </a:endParaRPr>
          </a:p>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Volume data tiering</a:t>
            </a: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7"/>
              </a:rPr>
              <a:t>https://docs.aws.amazon.com/fsx/latest/ONTAPGuide/volume-data-tiering.html</a:t>
            </a:r>
            <a:endParaRPr lang="en-GB" sz="1400" dirty="0">
              <a:solidFill>
                <a:schemeClr val="tx1"/>
              </a:solidFill>
              <a:latin typeface="Amazon Ember" panose="02000000000000000000" pitchFamily="2" charset="0"/>
              <a:ea typeface="Amazon Ember" panose="02000000000000000000" pitchFamily="2" charset="0"/>
            </a:endParaRP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8"/>
              </a:rPr>
              <a:t>https://www.netapp.com/pdf.html?item=/media/17239-tr-4598.pdf</a:t>
            </a:r>
            <a:endParaRPr lang="en-GB" sz="1400" dirty="0">
              <a:solidFill>
                <a:schemeClr val="tx1"/>
              </a:solidFill>
              <a:latin typeface="Amazon Ember" panose="02000000000000000000" pitchFamily="2" charset="0"/>
              <a:ea typeface="Amazon Ember" panose="02000000000000000000" pitchFamily="2" charset="0"/>
            </a:endParaRPr>
          </a:p>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Migrating to FSx for ONTAP using NetApp SnapMirror</a:t>
            </a: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9"/>
              </a:rPr>
              <a:t>https://docs.aws.amazon.com/fsx/latest/ONTAPGuide/migrating-fsx-ontap-snapmirror.html</a:t>
            </a:r>
            <a:endParaRPr lang="en-GB" sz="1400" dirty="0">
              <a:solidFill>
                <a:schemeClr val="tx1"/>
              </a:solidFill>
              <a:latin typeface="Amazon Ember" panose="02000000000000000000" pitchFamily="2" charset="0"/>
              <a:ea typeface="Amazon Ember" panose="02000000000000000000" pitchFamily="2" charset="0"/>
            </a:endParaRPr>
          </a:p>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Migrating to FSx for ONTAP using AWS DataSync</a:t>
            </a: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10"/>
              </a:rPr>
              <a:t>https://docs.aws.amazon.com/fsx/latest/ONTAPGuide/migrate-files-to-fsx-datasync.html</a:t>
            </a:r>
            <a:endParaRPr lang="en-GB" sz="1400" dirty="0">
              <a:solidFill>
                <a:schemeClr val="tx1"/>
              </a:solidFill>
              <a:latin typeface="Amazon Ember" panose="02000000000000000000" pitchFamily="2" charset="0"/>
              <a:ea typeface="Amazon Ember" panose="02000000000000000000" pitchFamily="2" charset="0"/>
            </a:endParaRPr>
          </a:p>
          <a:p>
            <a:pPr marL="276226" lvl="1" indent="-207646">
              <a:buClr>
                <a:srgbClr val="40AE49"/>
              </a:buClr>
            </a:pPr>
            <a:r>
              <a:rPr lang="en-GB" sz="1600" dirty="0">
                <a:solidFill>
                  <a:schemeClr val="tx1"/>
                </a:solidFill>
                <a:latin typeface="Amazon Ember" panose="02000000000000000000" pitchFamily="2" charset="0"/>
                <a:ea typeface="Amazon Ember" panose="02000000000000000000" pitchFamily="2" charset="0"/>
              </a:rPr>
              <a:t>Working with Snaplock</a:t>
            </a: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11"/>
              </a:rPr>
              <a:t>https://docs.aws.amazon.com/fsx/latest/ONTAPGuide/snaplock.html</a:t>
            </a:r>
            <a:endParaRPr lang="en-GB" sz="1400" dirty="0">
              <a:solidFill>
                <a:schemeClr val="tx1"/>
              </a:solidFill>
              <a:latin typeface="Amazon Ember" panose="02000000000000000000" pitchFamily="2" charset="0"/>
              <a:ea typeface="Amazon Ember" panose="02000000000000000000" pitchFamily="2" charset="0"/>
            </a:endParaRPr>
          </a:p>
          <a:p>
            <a:pPr marL="916306" lvl="2" indent="-207646">
              <a:buClr>
                <a:srgbClr val="40AE49"/>
              </a:buClr>
            </a:pPr>
            <a:r>
              <a:rPr lang="en-GB" sz="1400" dirty="0">
                <a:solidFill>
                  <a:schemeClr val="tx1"/>
                </a:solidFill>
                <a:latin typeface="Amazon Ember" panose="02000000000000000000" pitchFamily="2" charset="0"/>
                <a:ea typeface="Amazon Ember" panose="02000000000000000000" pitchFamily="2" charset="0"/>
                <a:hlinkClick r:id="rId12"/>
              </a:rPr>
              <a:t>https://www.netapp.com/pdf.html?item=/media/6158-tr4526pdf.pdf</a:t>
            </a:r>
            <a:endParaRPr lang="en-GB" sz="1400" dirty="0">
              <a:solidFill>
                <a:schemeClr val="tx1"/>
              </a:solidFill>
              <a:latin typeface="Amazon Ember" panose="02000000000000000000" pitchFamily="2" charset="0"/>
              <a:ea typeface="Amazon Ember" panose="02000000000000000000" pitchFamily="2" charset="0"/>
            </a:endParaRPr>
          </a:p>
          <a:p>
            <a:endParaRPr lang="en-US" sz="1400" dirty="0">
              <a:solidFill>
                <a:schemeClr val="tx1"/>
              </a:solidFill>
              <a:latin typeface="Amazon Ember" panose="02000000000000000000" pitchFamily="2" charset="0"/>
              <a:ea typeface="Amazon Ember" panose="02000000000000000000" pitchFamily="2" charset="0"/>
            </a:endParaRPr>
          </a:p>
          <a:p>
            <a:pPr marL="916306" lvl="2" indent="-207646">
              <a:buClr>
                <a:srgbClr val="40AE49"/>
              </a:buClr>
            </a:pPr>
            <a:endParaRPr lang="en-US" sz="1400" dirty="0">
              <a:solidFill>
                <a:schemeClr val="tx1"/>
              </a:solidFill>
              <a:latin typeface="Amazon Ember" panose="02000000000000000000" pitchFamily="2" charset="0"/>
              <a:ea typeface="Amazon Ember" panose="02000000000000000000" pitchFamily="2" charset="0"/>
            </a:endParaRPr>
          </a:p>
          <a:p>
            <a:endParaRPr lang="en-US" sz="1600" dirty="0">
              <a:latin typeface="Amazon Ember" panose="02000000000000000000" pitchFamily="2" charset="0"/>
              <a:ea typeface="Amazon Ember" panose="02000000000000000000" pitchFamily="2" charset="0"/>
            </a:endParaRPr>
          </a:p>
        </p:txBody>
      </p:sp>
    </p:spTree>
    <p:extLst>
      <p:ext uri="{BB962C8B-B14F-4D97-AF65-F5344CB8AC3E}">
        <p14:creationId xmlns:p14="http://schemas.microsoft.com/office/powerpoint/2010/main" val="532830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hape"/>
          <p:cNvSpPr>
            <a:spLocks noGrp="1"/>
          </p:cNvSpPr>
          <p:nvPr>
            <p:ph type="title"/>
          </p:nvPr>
        </p:nvSpPr>
        <p:spPr>
          <a:xfrm>
            <a:off x="292396" y="346960"/>
            <a:ext cx="11718629" cy="548311"/>
          </a:xfrm>
          <a:prstGeom prst="rect">
            <a:avLst/>
          </a:prstGeom>
          <a:noFill/>
          <a:ln>
            <a:noFill/>
          </a:ln>
        </p:spPr>
        <p:txBody>
          <a:bodyPr anchor="ctr"/>
          <a:lstStyle/>
          <a:p>
            <a:r>
              <a:rPr lang="en-US" altLang="en-US" dirty="0"/>
              <a:t>Amazon FSx for NetApp ONTAP- Configurations</a:t>
            </a:r>
          </a:p>
        </p:txBody>
      </p:sp>
      <p:pic>
        <p:nvPicPr>
          <p:cNvPr id="103" name="Graphic 51">
            <a:extLst>
              <a:ext uri="{FF2B5EF4-FFF2-40B4-BE49-F238E27FC236}">
                <a16:creationId xmlns:a16="http://schemas.microsoft.com/office/drawing/2014/main" id="{85D001BE-4224-416F-B48B-1C056303A9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444" y="1317625"/>
            <a:ext cx="229188" cy="229188"/>
          </a:xfrm>
          <a:prstGeom prst="rect">
            <a:avLst/>
          </a:prstGeom>
        </p:spPr>
      </p:pic>
      <p:sp>
        <p:nvSpPr>
          <p:cNvPr id="104" name="Rectangle 103">
            <a:extLst>
              <a:ext uri="{FF2B5EF4-FFF2-40B4-BE49-F238E27FC236}">
                <a16:creationId xmlns:a16="http://schemas.microsoft.com/office/drawing/2014/main" id="{A3CBE366-CD33-4993-AB40-87467A5B1E32}"/>
              </a:ext>
            </a:extLst>
          </p:cNvPr>
          <p:cNvSpPr/>
          <p:nvPr/>
        </p:nvSpPr>
        <p:spPr>
          <a:xfrm>
            <a:off x="655444" y="1317625"/>
            <a:ext cx="4197468" cy="2987159"/>
          </a:xfrm>
          <a:prstGeom prst="rect">
            <a:avLst/>
          </a:prstGeom>
          <a:noFill/>
          <a:ln w="12700">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defTabSz="1097212">
              <a:defRPr/>
            </a:pPr>
            <a:r>
              <a:rPr kumimoji="0" lang="en-US" sz="1600" b="0" i="0" u="none" strike="noStrike" kern="1200" cap="none" spc="0" normalizeH="0" baseline="0" noProof="0" dirty="0">
                <a:ln>
                  <a:noFill/>
                </a:ln>
                <a:solidFill>
                  <a:schemeClr val="tx1"/>
                </a:solidFill>
                <a:effectLst/>
                <a:uLnTx/>
                <a:uFillTx/>
                <a:latin typeface="Amazon Ember"/>
                <a:ea typeface="+mn-ea"/>
                <a:cs typeface="+mn-cs"/>
              </a:rPr>
              <a:t>AWS Cloud</a:t>
            </a:r>
          </a:p>
          <a:p>
            <a:pPr marL="0" marR="0" lvl="0" indent="0" algn="l" defTabSz="10972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E"/>
                </a:solidFill>
                <a:effectLst/>
                <a:uLnTx/>
                <a:uFillTx/>
                <a:latin typeface="Amazon Ember"/>
                <a:ea typeface="+mn-ea"/>
                <a:cs typeface="+mn-cs"/>
              </a:rPr>
              <a:t>AWS Cloud</a:t>
            </a:r>
          </a:p>
        </p:txBody>
      </p:sp>
      <p:grpSp>
        <p:nvGrpSpPr>
          <p:cNvPr id="105" name="Group 104">
            <a:extLst>
              <a:ext uri="{FF2B5EF4-FFF2-40B4-BE49-F238E27FC236}">
                <a16:creationId xmlns:a16="http://schemas.microsoft.com/office/drawing/2014/main" id="{C9A67395-0697-4D80-8925-12A2D60BC251}"/>
              </a:ext>
            </a:extLst>
          </p:cNvPr>
          <p:cNvGrpSpPr/>
          <p:nvPr/>
        </p:nvGrpSpPr>
        <p:grpSpPr>
          <a:xfrm>
            <a:off x="1229832" y="3457390"/>
            <a:ext cx="522358" cy="131745"/>
            <a:chOff x="5188749" y="3078904"/>
            <a:chExt cx="311939" cy="109538"/>
          </a:xfrm>
        </p:grpSpPr>
        <p:cxnSp>
          <p:nvCxnSpPr>
            <p:cNvPr id="106" name="Straight Arrow Connector 105">
              <a:extLst>
                <a:ext uri="{FF2B5EF4-FFF2-40B4-BE49-F238E27FC236}">
                  <a16:creationId xmlns:a16="http://schemas.microsoft.com/office/drawing/2014/main" id="{701B4006-9EAB-4DFD-B768-7B093471EDCB}"/>
                </a:ext>
              </a:extLst>
            </p:cNvPr>
            <p:cNvCxnSpPr>
              <a:cxnSpLocks/>
            </p:cNvCxnSpPr>
            <p:nvPr/>
          </p:nvCxnSpPr>
          <p:spPr>
            <a:xfrm>
              <a:off x="5188749" y="3188442"/>
              <a:ext cx="311939" cy="0"/>
            </a:xfrm>
            <a:prstGeom prst="straightConnector1">
              <a:avLst/>
            </a:prstGeom>
            <a:noFill/>
            <a:ln w="19050" cap="rnd">
              <a:solidFill>
                <a:schemeClr val="bg2"/>
              </a:solidFill>
              <a:round/>
              <a:headEnd/>
              <a:tailEnd type="arrow" w="med" len="sm"/>
            </a:ln>
          </p:spPr>
        </p:cxnSp>
        <p:cxnSp>
          <p:nvCxnSpPr>
            <p:cNvPr id="107" name="Straight Arrow Connector 106">
              <a:extLst>
                <a:ext uri="{FF2B5EF4-FFF2-40B4-BE49-F238E27FC236}">
                  <a16:creationId xmlns:a16="http://schemas.microsoft.com/office/drawing/2014/main" id="{2D05636A-18E5-4B91-B2D1-284495D38E86}"/>
                </a:ext>
              </a:extLst>
            </p:cNvPr>
            <p:cNvCxnSpPr>
              <a:cxnSpLocks/>
            </p:cNvCxnSpPr>
            <p:nvPr/>
          </p:nvCxnSpPr>
          <p:spPr>
            <a:xfrm flipH="1" flipV="1">
              <a:off x="5188749" y="3078904"/>
              <a:ext cx="311939" cy="0"/>
            </a:xfrm>
            <a:prstGeom prst="straightConnector1">
              <a:avLst/>
            </a:prstGeom>
            <a:noFill/>
            <a:ln w="19050" cap="rnd">
              <a:solidFill>
                <a:schemeClr val="bg2"/>
              </a:solidFill>
              <a:round/>
              <a:headEnd/>
              <a:tailEnd type="arrow" w="med" len="sm"/>
            </a:ln>
          </p:spPr>
        </p:cxnSp>
      </p:grpSp>
      <p:grpSp>
        <p:nvGrpSpPr>
          <p:cNvPr id="108" name="Group 107">
            <a:extLst>
              <a:ext uri="{FF2B5EF4-FFF2-40B4-BE49-F238E27FC236}">
                <a16:creationId xmlns:a16="http://schemas.microsoft.com/office/drawing/2014/main" id="{0872AAF0-5DD0-4CDD-8F8A-87F0A07168A8}"/>
              </a:ext>
            </a:extLst>
          </p:cNvPr>
          <p:cNvGrpSpPr/>
          <p:nvPr/>
        </p:nvGrpSpPr>
        <p:grpSpPr>
          <a:xfrm>
            <a:off x="1844303" y="3470119"/>
            <a:ext cx="1119414" cy="131747"/>
            <a:chOff x="5188749" y="3078904"/>
            <a:chExt cx="311939" cy="81541"/>
          </a:xfrm>
          <a:solidFill>
            <a:srgbClr val="FFC000"/>
          </a:solidFill>
        </p:grpSpPr>
        <p:cxnSp>
          <p:nvCxnSpPr>
            <p:cNvPr id="109" name="Straight Arrow Connector 108">
              <a:extLst>
                <a:ext uri="{FF2B5EF4-FFF2-40B4-BE49-F238E27FC236}">
                  <a16:creationId xmlns:a16="http://schemas.microsoft.com/office/drawing/2014/main" id="{51DC1C37-5042-42FB-B855-60253BB16934}"/>
                </a:ext>
              </a:extLst>
            </p:cNvPr>
            <p:cNvCxnSpPr>
              <a:cxnSpLocks/>
            </p:cNvCxnSpPr>
            <p:nvPr/>
          </p:nvCxnSpPr>
          <p:spPr>
            <a:xfrm>
              <a:off x="5188749" y="3160445"/>
              <a:ext cx="311939" cy="0"/>
            </a:xfrm>
            <a:prstGeom prst="straightConnector1">
              <a:avLst/>
            </a:prstGeom>
            <a:grpFill/>
            <a:ln w="19050" cap="rnd">
              <a:solidFill>
                <a:srgbClr val="00B0F0"/>
              </a:solidFill>
              <a:round/>
              <a:headEnd/>
              <a:tailEnd type="arrow" w="med" len="sm"/>
            </a:ln>
          </p:spPr>
        </p:cxnSp>
        <p:cxnSp>
          <p:nvCxnSpPr>
            <p:cNvPr id="110" name="Straight Arrow Connector 109">
              <a:extLst>
                <a:ext uri="{FF2B5EF4-FFF2-40B4-BE49-F238E27FC236}">
                  <a16:creationId xmlns:a16="http://schemas.microsoft.com/office/drawing/2014/main" id="{ECB817D1-49B6-4218-BD24-1C68A47B001C}"/>
                </a:ext>
              </a:extLst>
            </p:cNvPr>
            <p:cNvCxnSpPr>
              <a:cxnSpLocks/>
            </p:cNvCxnSpPr>
            <p:nvPr/>
          </p:nvCxnSpPr>
          <p:spPr>
            <a:xfrm flipH="1" flipV="1">
              <a:off x="5188749" y="3078904"/>
              <a:ext cx="311939" cy="0"/>
            </a:xfrm>
            <a:prstGeom prst="straightConnector1">
              <a:avLst/>
            </a:prstGeom>
            <a:grpFill/>
            <a:ln w="19050" cap="rnd">
              <a:solidFill>
                <a:srgbClr val="00B0F0"/>
              </a:solidFill>
              <a:round/>
              <a:headEnd/>
              <a:tailEnd type="arrow" w="med" len="sm"/>
            </a:ln>
          </p:spPr>
        </p:cxnSp>
      </p:grpSp>
      <p:pic>
        <p:nvPicPr>
          <p:cNvPr id="111" name="Graphic 13">
            <a:extLst>
              <a:ext uri="{FF2B5EF4-FFF2-40B4-BE49-F238E27FC236}">
                <a16:creationId xmlns:a16="http://schemas.microsoft.com/office/drawing/2014/main" id="{C8A000CA-2E9C-449C-8BAE-27F7D6514D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9827" y="3239902"/>
            <a:ext cx="522357" cy="486460"/>
          </a:xfrm>
          <a:prstGeom prst="rect">
            <a:avLst/>
          </a:prstGeom>
        </p:spPr>
      </p:pic>
      <p:pic>
        <p:nvPicPr>
          <p:cNvPr id="112" name="Graphic 13">
            <a:extLst>
              <a:ext uri="{FF2B5EF4-FFF2-40B4-BE49-F238E27FC236}">
                <a16:creationId xmlns:a16="http://schemas.microsoft.com/office/drawing/2014/main" id="{1D9804FA-16A7-4F49-9B51-DF8775665A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42184" y="3239902"/>
            <a:ext cx="522357" cy="486460"/>
          </a:xfrm>
          <a:prstGeom prst="rect">
            <a:avLst/>
          </a:prstGeom>
        </p:spPr>
      </p:pic>
      <p:grpSp>
        <p:nvGrpSpPr>
          <p:cNvPr id="113" name="Group 112">
            <a:extLst>
              <a:ext uri="{FF2B5EF4-FFF2-40B4-BE49-F238E27FC236}">
                <a16:creationId xmlns:a16="http://schemas.microsoft.com/office/drawing/2014/main" id="{5F81FD18-B863-4620-97FA-9D47FBD41B29}"/>
              </a:ext>
            </a:extLst>
          </p:cNvPr>
          <p:cNvGrpSpPr/>
          <p:nvPr/>
        </p:nvGrpSpPr>
        <p:grpSpPr>
          <a:xfrm>
            <a:off x="931417" y="2341653"/>
            <a:ext cx="1861872" cy="710964"/>
            <a:chOff x="2915724" y="5276019"/>
            <a:chExt cx="2386657" cy="931282"/>
          </a:xfrm>
        </p:grpSpPr>
        <p:sp>
          <p:nvSpPr>
            <p:cNvPr id="114" name="TextBox 113">
              <a:extLst>
                <a:ext uri="{FF2B5EF4-FFF2-40B4-BE49-F238E27FC236}">
                  <a16:creationId xmlns:a16="http://schemas.microsoft.com/office/drawing/2014/main" id="{84F530B2-41A0-4D8F-8FF4-B6BA93B044FD}"/>
                </a:ext>
              </a:extLst>
            </p:cNvPr>
            <p:cNvSpPr txBox="1"/>
            <p:nvPr/>
          </p:nvSpPr>
          <p:spPr>
            <a:xfrm>
              <a:off x="3640135" y="5276019"/>
              <a:ext cx="1662246" cy="931282"/>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1800"/>
                </a:spcAft>
                <a:buClrTx/>
                <a:buSzTx/>
                <a:buFontTx/>
                <a:buNone/>
                <a:tabLst/>
                <a:defRPr/>
              </a:pPr>
              <a:r>
                <a:rPr kumimoji="0" lang="en-US" sz="1500" b="0" i="0" u="none" strike="noStrike" kern="1200" cap="none" spc="0" normalizeH="0" baseline="0" noProof="0" dirty="0">
                  <a:ln>
                    <a:noFill/>
                  </a:ln>
                  <a:effectLst/>
                  <a:uLnTx/>
                  <a:uFillTx/>
                  <a:latin typeface="Amazon Ember"/>
                  <a:ea typeface="+mn-ea"/>
                  <a:cs typeface="+mn-cs"/>
                </a:rPr>
                <a:t>ONTAP </a:t>
              </a:r>
              <a:br>
                <a:rPr kumimoji="0" lang="en-US" sz="1500" b="0" i="0" u="none" strike="noStrike" kern="1200" cap="none" spc="0" normalizeH="0" baseline="0" noProof="0" dirty="0">
                  <a:ln>
                    <a:noFill/>
                  </a:ln>
                  <a:effectLst/>
                  <a:uLnTx/>
                  <a:uFillTx/>
                  <a:latin typeface="Amazon Ember"/>
                  <a:ea typeface="+mn-ea"/>
                  <a:cs typeface="+mn-cs"/>
                </a:rPr>
              </a:br>
              <a:r>
                <a:rPr kumimoji="0" lang="en-US" sz="1500" b="0" i="0" u="none" strike="noStrike" kern="1200" cap="none" spc="0" normalizeH="0" baseline="0" noProof="0" dirty="0">
                  <a:ln>
                    <a:noFill/>
                  </a:ln>
                  <a:effectLst/>
                  <a:uLnTx/>
                  <a:uFillTx/>
                  <a:latin typeface="Amazon Ember"/>
                  <a:ea typeface="+mn-ea"/>
                  <a:cs typeface="+mn-cs"/>
                </a:rPr>
                <a:t>server</a:t>
              </a:r>
            </a:p>
          </p:txBody>
        </p:sp>
        <p:pic>
          <p:nvPicPr>
            <p:cNvPr id="115" name="Graphic 20">
              <a:extLst>
                <a:ext uri="{FF2B5EF4-FFF2-40B4-BE49-F238E27FC236}">
                  <a16:creationId xmlns:a16="http://schemas.microsoft.com/office/drawing/2014/main" id="{2F81438A-BF6B-4F92-80B9-82200968082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15724" y="5312611"/>
              <a:ext cx="782918" cy="782918"/>
            </a:xfrm>
            <a:prstGeom prst="rect">
              <a:avLst/>
            </a:prstGeom>
          </p:spPr>
        </p:pic>
      </p:grpSp>
      <p:pic>
        <p:nvPicPr>
          <p:cNvPr id="116" name="Picture 115">
            <a:extLst>
              <a:ext uri="{FF2B5EF4-FFF2-40B4-BE49-F238E27FC236}">
                <a16:creationId xmlns:a16="http://schemas.microsoft.com/office/drawing/2014/main" id="{EE90D3A8-01C5-43E7-A466-FBF7490A91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53299" y="1317625"/>
            <a:ext cx="599613" cy="599613"/>
          </a:xfrm>
          <a:prstGeom prst="rect">
            <a:avLst/>
          </a:prstGeom>
        </p:spPr>
      </p:pic>
      <p:sp>
        <p:nvSpPr>
          <p:cNvPr id="117" name="Rectangle 116">
            <a:extLst>
              <a:ext uri="{FF2B5EF4-FFF2-40B4-BE49-F238E27FC236}">
                <a16:creationId xmlns:a16="http://schemas.microsoft.com/office/drawing/2014/main" id="{494E799D-5B3A-4D61-A17E-EC3708EF0112}"/>
              </a:ext>
            </a:extLst>
          </p:cNvPr>
          <p:cNvSpPr/>
          <p:nvPr/>
        </p:nvSpPr>
        <p:spPr>
          <a:xfrm>
            <a:off x="884632" y="1692193"/>
            <a:ext cx="3228799" cy="2433462"/>
          </a:xfrm>
          <a:prstGeom prst="rect">
            <a:avLst/>
          </a:prstGeom>
          <a:noFill/>
          <a:ln w="12700" cap="flat" cmpd="sng" algn="ctr">
            <a:solidFill>
              <a:srgbClr val="00A0C8"/>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effectLst/>
                <a:uLnTx/>
                <a:uFillTx/>
                <a:latin typeface="Arial" panose="020B0604020202020204"/>
                <a:ea typeface="+mn-ea"/>
                <a:cs typeface="+mn-cs"/>
              </a:rPr>
              <a:t>Availability Zone 1</a:t>
            </a:r>
          </a:p>
        </p:txBody>
      </p:sp>
      <p:pic>
        <p:nvPicPr>
          <p:cNvPr id="118" name="Graphic 13">
            <a:extLst>
              <a:ext uri="{FF2B5EF4-FFF2-40B4-BE49-F238E27FC236}">
                <a16:creationId xmlns:a16="http://schemas.microsoft.com/office/drawing/2014/main" id="{57274E93-3E3A-46BD-8A02-D505CE3D0A7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84142" y="3239902"/>
            <a:ext cx="522357" cy="486460"/>
          </a:xfrm>
          <a:prstGeom prst="rect">
            <a:avLst/>
          </a:prstGeom>
        </p:spPr>
      </p:pic>
      <p:pic>
        <p:nvPicPr>
          <p:cNvPr id="119" name="Graphic 13">
            <a:extLst>
              <a:ext uri="{FF2B5EF4-FFF2-40B4-BE49-F238E27FC236}">
                <a16:creationId xmlns:a16="http://schemas.microsoft.com/office/drawing/2014/main" id="{437581D8-F3C1-4502-B483-28DD35867F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06499" y="3239902"/>
            <a:ext cx="522357" cy="486460"/>
          </a:xfrm>
          <a:prstGeom prst="rect">
            <a:avLst/>
          </a:prstGeom>
        </p:spPr>
      </p:pic>
      <p:grpSp>
        <p:nvGrpSpPr>
          <p:cNvPr id="120" name="Group 119">
            <a:extLst>
              <a:ext uri="{FF2B5EF4-FFF2-40B4-BE49-F238E27FC236}">
                <a16:creationId xmlns:a16="http://schemas.microsoft.com/office/drawing/2014/main" id="{8D0F1AA5-CD27-4500-8447-FDCE5382C14D}"/>
              </a:ext>
            </a:extLst>
          </p:cNvPr>
          <p:cNvGrpSpPr/>
          <p:nvPr/>
        </p:nvGrpSpPr>
        <p:grpSpPr>
          <a:xfrm>
            <a:off x="2695732" y="2341653"/>
            <a:ext cx="1861872" cy="710964"/>
            <a:chOff x="2915724" y="5276019"/>
            <a:chExt cx="2386657" cy="931282"/>
          </a:xfrm>
        </p:grpSpPr>
        <p:sp>
          <p:nvSpPr>
            <p:cNvPr id="121" name="TextBox 120">
              <a:extLst>
                <a:ext uri="{FF2B5EF4-FFF2-40B4-BE49-F238E27FC236}">
                  <a16:creationId xmlns:a16="http://schemas.microsoft.com/office/drawing/2014/main" id="{76F0037F-D43C-4135-A629-EB9580335A87}"/>
                </a:ext>
              </a:extLst>
            </p:cNvPr>
            <p:cNvSpPr txBox="1"/>
            <p:nvPr/>
          </p:nvSpPr>
          <p:spPr>
            <a:xfrm>
              <a:off x="3640135" y="5276019"/>
              <a:ext cx="1662246" cy="931282"/>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1800"/>
                </a:spcAft>
                <a:buClrTx/>
                <a:buSzTx/>
                <a:buFontTx/>
                <a:buNone/>
                <a:tabLst/>
                <a:defRPr/>
              </a:pPr>
              <a:r>
                <a:rPr kumimoji="0" lang="en-US" sz="1500" b="0" i="0" u="none" strike="noStrike" kern="1200" cap="none" spc="0" normalizeH="0" baseline="0" noProof="0" dirty="0">
                  <a:ln>
                    <a:noFill/>
                  </a:ln>
                  <a:effectLst/>
                  <a:uLnTx/>
                  <a:uFillTx/>
                  <a:latin typeface="Amazon Ember"/>
                  <a:ea typeface="+mn-ea"/>
                  <a:cs typeface="+mn-cs"/>
                </a:rPr>
                <a:t>ONTAP </a:t>
              </a:r>
              <a:br>
                <a:rPr kumimoji="0" lang="en-US" sz="1500" b="0" i="0" u="none" strike="noStrike" kern="1200" cap="none" spc="0" normalizeH="0" baseline="0" noProof="0" dirty="0">
                  <a:ln>
                    <a:noFill/>
                  </a:ln>
                  <a:effectLst/>
                  <a:uLnTx/>
                  <a:uFillTx/>
                  <a:latin typeface="Amazon Ember"/>
                  <a:ea typeface="+mn-ea"/>
                  <a:cs typeface="+mn-cs"/>
                </a:rPr>
              </a:br>
              <a:r>
                <a:rPr kumimoji="0" lang="en-US" sz="1500" b="0" i="0" u="none" strike="noStrike" kern="1200" cap="none" spc="0" normalizeH="0" baseline="0" noProof="0" dirty="0">
                  <a:ln>
                    <a:noFill/>
                  </a:ln>
                  <a:effectLst/>
                  <a:uLnTx/>
                  <a:uFillTx/>
                  <a:latin typeface="Amazon Ember"/>
                  <a:ea typeface="+mn-ea"/>
                  <a:cs typeface="+mn-cs"/>
                </a:rPr>
                <a:t>server</a:t>
              </a:r>
            </a:p>
          </p:txBody>
        </p:sp>
        <p:pic>
          <p:nvPicPr>
            <p:cNvPr id="122" name="Graphic 20">
              <a:extLst>
                <a:ext uri="{FF2B5EF4-FFF2-40B4-BE49-F238E27FC236}">
                  <a16:creationId xmlns:a16="http://schemas.microsoft.com/office/drawing/2014/main" id="{62EFB320-F228-4721-A64E-1714A5C3849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15724" y="5312611"/>
              <a:ext cx="782918" cy="782918"/>
            </a:xfrm>
            <a:prstGeom prst="rect">
              <a:avLst/>
            </a:prstGeom>
          </p:spPr>
        </p:pic>
      </p:grpSp>
      <p:grpSp>
        <p:nvGrpSpPr>
          <p:cNvPr id="123" name="Group 122">
            <a:extLst>
              <a:ext uri="{FF2B5EF4-FFF2-40B4-BE49-F238E27FC236}">
                <a16:creationId xmlns:a16="http://schemas.microsoft.com/office/drawing/2014/main" id="{B07AFCE8-0AEF-41D3-BB72-FD1A6FAA9CBB}"/>
              </a:ext>
            </a:extLst>
          </p:cNvPr>
          <p:cNvGrpSpPr/>
          <p:nvPr/>
        </p:nvGrpSpPr>
        <p:grpSpPr>
          <a:xfrm>
            <a:off x="3068720" y="3470119"/>
            <a:ext cx="522358" cy="131745"/>
            <a:chOff x="5188749" y="3078904"/>
            <a:chExt cx="311939" cy="109538"/>
          </a:xfrm>
        </p:grpSpPr>
        <p:cxnSp>
          <p:nvCxnSpPr>
            <p:cNvPr id="124" name="Straight Arrow Connector 123">
              <a:extLst>
                <a:ext uri="{FF2B5EF4-FFF2-40B4-BE49-F238E27FC236}">
                  <a16:creationId xmlns:a16="http://schemas.microsoft.com/office/drawing/2014/main" id="{A5B84111-4EC6-4B0C-92C1-B4C665E628C9}"/>
                </a:ext>
              </a:extLst>
            </p:cNvPr>
            <p:cNvCxnSpPr>
              <a:cxnSpLocks/>
            </p:cNvCxnSpPr>
            <p:nvPr/>
          </p:nvCxnSpPr>
          <p:spPr>
            <a:xfrm>
              <a:off x="5188749" y="3188442"/>
              <a:ext cx="311939" cy="0"/>
            </a:xfrm>
            <a:prstGeom prst="straightConnector1">
              <a:avLst/>
            </a:prstGeom>
            <a:noFill/>
            <a:ln w="19050" cap="rnd">
              <a:solidFill>
                <a:schemeClr val="bg2"/>
              </a:solidFill>
              <a:round/>
              <a:headEnd/>
              <a:tailEnd type="arrow" w="med" len="sm"/>
            </a:ln>
          </p:spPr>
        </p:cxnSp>
        <p:cxnSp>
          <p:nvCxnSpPr>
            <p:cNvPr id="125" name="Straight Arrow Connector 124">
              <a:extLst>
                <a:ext uri="{FF2B5EF4-FFF2-40B4-BE49-F238E27FC236}">
                  <a16:creationId xmlns:a16="http://schemas.microsoft.com/office/drawing/2014/main" id="{8023303A-AE9F-4A23-91ED-2AD9024F9AA6}"/>
                </a:ext>
              </a:extLst>
            </p:cNvPr>
            <p:cNvCxnSpPr>
              <a:cxnSpLocks/>
            </p:cNvCxnSpPr>
            <p:nvPr/>
          </p:nvCxnSpPr>
          <p:spPr>
            <a:xfrm flipH="1" flipV="1">
              <a:off x="5188749" y="3078904"/>
              <a:ext cx="311939" cy="0"/>
            </a:xfrm>
            <a:prstGeom prst="straightConnector1">
              <a:avLst/>
            </a:prstGeom>
            <a:noFill/>
            <a:ln w="19050" cap="rnd">
              <a:solidFill>
                <a:schemeClr val="bg2"/>
              </a:solidFill>
              <a:round/>
              <a:headEnd/>
              <a:tailEnd type="arrow" w="med" len="sm"/>
            </a:ln>
          </p:spPr>
        </p:cxnSp>
      </p:grpSp>
      <p:sp>
        <p:nvSpPr>
          <p:cNvPr id="126" name="TextBox 125">
            <a:extLst>
              <a:ext uri="{FF2B5EF4-FFF2-40B4-BE49-F238E27FC236}">
                <a16:creationId xmlns:a16="http://schemas.microsoft.com/office/drawing/2014/main" id="{7D46FBB0-F525-4E60-9804-3F05F7EA6341}"/>
              </a:ext>
            </a:extLst>
          </p:cNvPr>
          <p:cNvSpPr txBox="1"/>
          <p:nvPr/>
        </p:nvSpPr>
        <p:spPr>
          <a:xfrm>
            <a:off x="152605" y="4513868"/>
            <a:ext cx="5740085" cy="1569660"/>
          </a:xfrm>
          <a:prstGeom prst="rect">
            <a:avLst/>
          </a:prstGeom>
          <a:noFill/>
        </p:spPr>
        <p:txBody>
          <a:bodyPr wrap="square" lIns="0" rtlCol="0">
            <a:spAutoFit/>
          </a:bodyPr>
          <a:lstStyle/>
          <a:p>
            <a:pPr algn="ctr">
              <a:spcAft>
                <a:spcPts val="1200"/>
              </a:spcAft>
            </a:pPr>
            <a:r>
              <a:rPr lang="en-US" sz="1600" dirty="0"/>
              <a:t>Test/Dev, DR, and workloads with</a:t>
            </a:r>
            <a:br>
              <a:rPr lang="en-US" sz="1600" dirty="0"/>
            </a:br>
            <a:r>
              <a:rPr lang="en-US" sz="1600" dirty="0"/>
              <a:t>Replication between nodes within an AZ</a:t>
            </a:r>
            <a:br>
              <a:rPr lang="en-US" sz="1600" dirty="0"/>
            </a:br>
            <a:r>
              <a:rPr lang="en-US" sz="1600" dirty="0"/>
              <a:t>11 x 9’s durability for capacity pool and backups</a:t>
            </a:r>
            <a:br>
              <a:rPr lang="en-US" sz="1600" dirty="0"/>
            </a:br>
            <a:br>
              <a:rPr lang="en-US" sz="1600" dirty="0"/>
            </a:br>
            <a:r>
              <a:rPr lang="en-US" sz="1600" dirty="0"/>
              <a:t>Equal or better availability and durability than a single datacenter implementation</a:t>
            </a:r>
          </a:p>
        </p:txBody>
      </p:sp>
      <p:pic>
        <p:nvPicPr>
          <p:cNvPr id="127" name="Graphic 51">
            <a:extLst>
              <a:ext uri="{FF2B5EF4-FFF2-40B4-BE49-F238E27FC236}">
                <a16:creationId xmlns:a16="http://schemas.microsoft.com/office/drawing/2014/main" id="{AEE1276E-2866-43E0-A364-59948B661B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7069" y="1324526"/>
            <a:ext cx="229188" cy="229188"/>
          </a:xfrm>
          <a:prstGeom prst="rect">
            <a:avLst/>
          </a:prstGeom>
        </p:spPr>
      </p:pic>
      <p:sp>
        <p:nvSpPr>
          <p:cNvPr id="128" name="Rectangle 127">
            <a:extLst>
              <a:ext uri="{FF2B5EF4-FFF2-40B4-BE49-F238E27FC236}">
                <a16:creationId xmlns:a16="http://schemas.microsoft.com/office/drawing/2014/main" id="{6ED16FE1-B120-427D-8D05-2942B55BFD7D}"/>
              </a:ext>
            </a:extLst>
          </p:cNvPr>
          <p:cNvSpPr/>
          <p:nvPr/>
        </p:nvSpPr>
        <p:spPr>
          <a:xfrm>
            <a:off x="6037069" y="1324526"/>
            <a:ext cx="5105652" cy="2987159"/>
          </a:xfrm>
          <a:prstGeom prst="rect">
            <a:avLst/>
          </a:prstGeom>
          <a:noFill/>
          <a:ln w="12700">
            <a:solidFill>
              <a:srgbClr val="FAFAF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algn="l" defTabSz="10972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tx1"/>
                </a:solidFill>
                <a:effectLst/>
                <a:uLnTx/>
                <a:uFillTx/>
                <a:latin typeface="Amazon Ember"/>
                <a:ea typeface="+mn-ea"/>
                <a:cs typeface="+mn-cs"/>
              </a:rPr>
              <a:t>AWS Cloud</a:t>
            </a:r>
          </a:p>
        </p:txBody>
      </p:sp>
      <p:pic>
        <p:nvPicPr>
          <p:cNvPr id="129" name="Picture 128">
            <a:extLst>
              <a:ext uri="{FF2B5EF4-FFF2-40B4-BE49-F238E27FC236}">
                <a16:creationId xmlns:a16="http://schemas.microsoft.com/office/drawing/2014/main" id="{96A932F7-8804-4FB2-A7A0-0A758F41AFC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576581" y="1324526"/>
            <a:ext cx="599613" cy="599613"/>
          </a:xfrm>
          <a:prstGeom prst="rect">
            <a:avLst/>
          </a:prstGeom>
        </p:spPr>
      </p:pic>
      <p:sp>
        <p:nvSpPr>
          <p:cNvPr id="130" name="Rectangle 129">
            <a:extLst>
              <a:ext uri="{FF2B5EF4-FFF2-40B4-BE49-F238E27FC236}">
                <a16:creationId xmlns:a16="http://schemas.microsoft.com/office/drawing/2014/main" id="{129CA849-C119-41FF-B4E0-D397EFAC3AC6}"/>
              </a:ext>
            </a:extLst>
          </p:cNvPr>
          <p:cNvSpPr/>
          <p:nvPr/>
        </p:nvSpPr>
        <p:spPr>
          <a:xfrm>
            <a:off x="6247075" y="1821214"/>
            <a:ext cx="1903759" cy="2304441"/>
          </a:xfrm>
          <a:prstGeom prst="rect">
            <a:avLst/>
          </a:prstGeom>
          <a:noFill/>
          <a:ln w="12700" cap="flat" cmpd="sng" algn="ctr">
            <a:solidFill>
              <a:srgbClr val="00A0C8"/>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effectLst/>
                <a:uLnTx/>
                <a:uFillTx/>
                <a:latin typeface="Arial" panose="020B0604020202020204"/>
                <a:ea typeface="+mn-ea"/>
                <a:cs typeface="+mn-cs"/>
              </a:rPr>
              <a:t>Availability Zone 1</a:t>
            </a:r>
          </a:p>
        </p:txBody>
      </p:sp>
      <p:grpSp>
        <p:nvGrpSpPr>
          <p:cNvPr id="131" name="Group 130">
            <a:extLst>
              <a:ext uri="{FF2B5EF4-FFF2-40B4-BE49-F238E27FC236}">
                <a16:creationId xmlns:a16="http://schemas.microsoft.com/office/drawing/2014/main" id="{1C0E6F53-3F55-4604-8E00-1B8B9402E254}"/>
              </a:ext>
            </a:extLst>
          </p:cNvPr>
          <p:cNvGrpSpPr/>
          <p:nvPr/>
        </p:nvGrpSpPr>
        <p:grpSpPr>
          <a:xfrm>
            <a:off x="7546781" y="3466543"/>
            <a:ext cx="1561068" cy="135323"/>
            <a:chOff x="5188749" y="3078904"/>
            <a:chExt cx="311939" cy="81541"/>
          </a:xfrm>
        </p:grpSpPr>
        <p:cxnSp>
          <p:nvCxnSpPr>
            <p:cNvPr id="132" name="Straight Arrow Connector 131">
              <a:extLst>
                <a:ext uri="{FF2B5EF4-FFF2-40B4-BE49-F238E27FC236}">
                  <a16:creationId xmlns:a16="http://schemas.microsoft.com/office/drawing/2014/main" id="{D88D1825-6DD8-4D00-974A-22BD9368D85B}"/>
                </a:ext>
              </a:extLst>
            </p:cNvPr>
            <p:cNvCxnSpPr>
              <a:cxnSpLocks/>
            </p:cNvCxnSpPr>
            <p:nvPr/>
          </p:nvCxnSpPr>
          <p:spPr>
            <a:xfrm>
              <a:off x="5188749" y="3160445"/>
              <a:ext cx="311939" cy="0"/>
            </a:xfrm>
            <a:prstGeom prst="straightConnector1">
              <a:avLst/>
            </a:prstGeom>
            <a:noFill/>
            <a:ln w="19050" cap="rnd">
              <a:solidFill>
                <a:srgbClr val="00B0F0"/>
              </a:solidFill>
              <a:round/>
              <a:headEnd/>
              <a:tailEnd type="arrow" w="med" len="sm"/>
            </a:ln>
          </p:spPr>
        </p:cxnSp>
        <p:cxnSp>
          <p:nvCxnSpPr>
            <p:cNvPr id="133" name="Straight Arrow Connector 132">
              <a:extLst>
                <a:ext uri="{FF2B5EF4-FFF2-40B4-BE49-F238E27FC236}">
                  <a16:creationId xmlns:a16="http://schemas.microsoft.com/office/drawing/2014/main" id="{EF94A519-9AEB-4DE9-BC09-3F968802CAC5}"/>
                </a:ext>
              </a:extLst>
            </p:cNvPr>
            <p:cNvCxnSpPr>
              <a:cxnSpLocks/>
            </p:cNvCxnSpPr>
            <p:nvPr/>
          </p:nvCxnSpPr>
          <p:spPr>
            <a:xfrm flipH="1" flipV="1">
              <a:off x="5188749" y="3078904"/>
              <a:ext cx="311939" cy="0"/>
            </a:xfrm>
            <a:prstGeom prst="straightConnector1">
              <a:avLst/>
            </a:prstGeom>
            <a:noFill/>
            <a:ln w="19050" cap="rnd">
              <a:solidFill>
                <a:srgbClr val="00B0F0"/>
              </a:solidFill>
              <a:round/>
              <a:headEnd/>
              <a:tailEnd type="arrow" w="med" len="sm"/>
            </a:ln>
          </p:spPr>
        </p:cxnSp>
      </p:grpSp>
      <p:pic>
        <p:nvPicPr>
          <p:cNvPr id="134" name="Graphic 13">
            <a:extLst>
              <a:ext uri="{FF2B5EF4-FFF2-40B4-BE49-F238E27FC236}">
                <a16:creationId xmlns:a16="http://schemas.microsoft.com/office/drawing/2014/main" id="{1785E181-7A00-4D08-ADA8-8BCD102730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22305" y="3239902"/>
            <a:ext cx="522357" cy="486460"/>
          </a:xfrm>
          <a:prstGeom prst="rect">
            <a:avLst/>
          </a:prstGeom>
        </p:spPr>
      </p:pic>
      <p:pic>
        <p:nvPicPr>
          <p:cNvPr id="135" name="Graphic 13">
            <a:extLst>
              <a:ext uri="{FF2B5EF4-FFF2-40B4-BE49-F238E27FC236}">
                <a16:creationId xmlns:a16="http://schemas.microsoft.com/office/drawing/2014/main" id="{950B2144-F309-423A-9C1D-ED1B8ABE83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4662" y="3239902"/>
            <a:ext cx="522357" cy="486460"/>
          </a:xfrm>
          <a:prstGeom prst="rect">
            <a:avLst/>
          </a:prstGeom>
        </p:spPr>
      </p:pic>
      <p:grpSp>
        <p:nvGrpSpPr>
          <p:cNvPr id="136" name="Group 135">
            <a:extLst>
              <a:ext uri="{FF2B5EF4-FFF2-40B4-BE49-F238E27FC236}">
                <a16:creationId xmlns:a16="http://schemas.microsoft.com/office/drawing/2014/main" id="{109689A4-BFB1-4DA1-901C-A2A72F1D91DF}"/>
              </a:ext>
            </a:extLst>
          </p:cNvPr>
          <p:cNvGrpSpPr/>
          <p:nvPr/>
        </p:nvGrpSpPr>
        <p:grpSpPr>
          <a:xfrm>
            <a:off x="6633895" y="2341653"/>
            <a:ext cx="1861872" cy="710964"/>
            <a:chOff x="2915724" y="5276019"/>
            <a:chExt cx="2386657" cy="931282"/>
          </a:xfrm>
        </p:grpSpPr>
        <p:sp>
          <p:nvSpPr>
            <p:cNvPr id="137" name="TextBox 136">
              <a:extLst>
                <a:ext uri="{FF2B5EF4-FFF2-40B4-BE49-F238E27FC236}">
                  <a16:creationId xmlns:a16="http://schemas.microsoft.com/office/drawing/2014/main" id="{71CACA0E-1B4E-418F-B84E-72D8AB2D61E0}"/>
                </a:ext>
              </a:extLst>
            </p:cNvPr>
            <p:cNvSpPr txBox="1"/>
            <p:nvPr/>
          </p:nvSpPr>
          <p:spPr>
            <a:xfrm>
              <a:off x="3640135" y="5276019"/>
              <a:ext cx="1662246" cy="931282"/>
            </a:xfrm>
            <a:prstGeom prst="rect">
              <a:avLst/>
            </a:prstGeom>
            <a:noFill/>
          </p:spPr>
          <p:txBody>
            <a:bodyPr wrap="square" lIns="182880" tIns="146304" rIns="182880" bIns="146304" rtlCol="0">
              <a:spAutoFit/>
            </a:bodyPr>
            <a:lstStyle/>
            <a:p>
              <a:pPr>
                <a:lnSpc>
                  <a:spcPct val="90000"/>
                </a:lnSpc>
                <a:spcAft>
                  <a:spcPts val="1800"/>
                </a:spcAft>
              </a:pPr>
              <a:r>
                <a:rPr lang="en-US" sz="1500" dirty="0"/>
                <a:t>ONTAP </a:t>
              </a:r>
              <a:br>
                <a:rPr lang="en-US" sz="1500" dirty="0"/>
              </a:br>
              <a:r>
                <a:rPr lang="en-US" sz="1500" dirty="0"/>
                <a:t>server</a:t>
              </a:r>
            </a:p>
          </p:txBody>
        </p:sp>
        <p:pic>
          <p:nvPicPr>
            <p:cNvPr id="138" name="Graphic 20">
              <a:extLst>
                <a:ext uri="{FF2B5EF4-FFF2-40B4-BE49-F238E27FC236}">
                  <a16:creationId xmlns:a16="http://schemas.microsoft.com/office/drawing/2014/main" id="{1C8EBC98-B092-45B7-80FA-59EB588029B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15724" y="5312611"/>
              <a:ext cx="782918" cy="782918"/>
            </a:xfrm>
            <a:prstGeom prst="rect">
              <a:avLst/>
            </a:prstGeom>
          </p:spPr>
        </p:pic>
      </p:grpSp>
      <p:grpSp>
        <p:nvGrpSpPr>
          <p:cNvPr id="139" name="Group 138">
            <a:extLst>
              <a:ext uri="{FF2B5EF4-FFF2-40B4-BE49-F238E27FC236}">
                <a16:creationId xmlns:a16="http://schemas.microsoft.com/office/drawing/2014/main" id="{F32EEFD9-3038-4D29-84B9-C7979C59677B}"/>
              </a:ext>
            </a:extLst>
          </p:cNvPr>
          <p:cNvGrpSpPr/>
          <p:nvPr/>
        </p:nvGrpSpPr>
        <p:grpSpPr>
          <a:xfrm>
            <a:off x="8646488" y="2338078"/>
            <a:ext cx="1861872" cy="710964"/>
            <a:chOff x="2915724" y="5276019"/>
            <a:chExt cx="2386657" cy="931282"/>
          </a:xfrm>
        </p:grpSpPr>
        <p:sp>
          <p:nvSpPr>
            <p:cNvPr id="140" name="TextBox 139">
              <a:extLst>
                <a:ext uri="{FF2B5EF4-FFF2-40B4-BE49-F238E27FC236}">
                  <a16:creationId xmlns:a16="http://schemas.microsoft.com/office/drawing/2014/main" id="{916F2EFA-7021-4AAD-8193-B939E7EBCB46}"/>
                </a:ext>
              </a:extLst>
            </p:cNvPr>
            <p:cNvSpPr txBox="1"/>
            <p:nvPr/>
          </p:nvSpPr>
          <p:spPr>
            <a:xfrm>
              <a:off x="3640135" y="5276019"/>
              <a:ext cx="1662246" cy="931282"/>
            </a:xfrm>
            <a:prstGeom prst="rect">
              <a:avLst/>
            </a:prstGeom>
            <a:noFill/>
          </p:spPr>
          <p:txBody>
            <a:bodyPr wrap="square" lIns="182880" tIns="146304" rIns="182880" bIns="146304" rtlCol="0">
              <a:spAutoFit/>
            </a:bodyPr>
            <a:lstStyle/>
            <a:p>
              <a:pPr>
                <a:lnSpc>
                  <a:spcPct val="90000"/>
                </a:lnSpc>
                <a:spcAft>
                  <a:spcPts val="1800"/>
                </a:spcAft>
              </a:pPr>
              <a:r>
                <a:rPr lang="en-US" sz="1500" dirty="0"/>
                <a:t>ONTAP </a:t>
              </a:r>
              <a:br>
                <a:rPr lang="en-US" sz="1500" dirty="0"/>
              </a:br>
              <a:r>
                <a:rPr lang="en-US" sz="1500" dirty="0"/>
                <a:t>server</a:t>
              </a:r>
            </a:p>
          </p:txBody>
        </p:sp>
        <p:pic>
          <p:nvPicPr>
            <p:cNvPr id="141" name="Graphic 20">
              <a:extLst>
                <a:ext uri="{FF2B5EF4-FFF2-40B4-BE49-F238E27FC236}">
                  <a16:creationId xmlns:a16="http://schemas.microsoft.com/office/drawing/2014/main" id="{5942840E-2A36-4160-A5C9-CDCAF06D9AC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15724" y="5312611"/>
              <a:ext cx="782918" cy="782918"/>
            </a:xfrm>
            <a:prstGeom prst="rect">
              <a:avLst/>
            </a:prstGeom>
          </p:spPr>
        </p:pic>
      </p:grpSp>
      <p:grpSp>
        <p:nvGrpSpPr>
          <p:cNvPr id="142" name="Group 141">
            <a:extLst>
              <a:ext uri="{FF2B5EF4-FFF2-40B4-BE49-F238E27FC236}">
                <a16:creationId xmlns:a16="http://schemas.microsoft.com/office/drawing/2014/main" id="{7FF6FDD4-6763-4F3C-9E2D-47C6AC231F30}"/>
              </a:ext>
            </a:extLst>
          </p:cNvPr>
          <p:cNvGrpSpPr/>
          <p:nvPr/>
        </p:nvGrpSpPr>
        <p:grpSpPr>
          <a:xfrm>
            <a:off x="9174796" y="3466544"/>
            <a:ext cx="522358" cy="131745"/>
            <a:chOff x="5188749" y="3078904"/>
            <a:chExt cx="311939" cy="109538"/>
          </a:xfrm>
        </p:grpSpPr>
        <p:cxnSp>
          <p:nvCxnSpPr>
            <p:cNvPr id="143" name="Straight Arrow Connector 142">
              <a:extLst>
                <a:ext uri="{FF2B5EF4-FFF2-40B4-BE49-F238E27FC236}">
                  <a16:creationId xmlns:a16="http://schemas.microsoft.com/office/drawing/2014/main" id="{4FA9F860-FD0C-4D8E-92E1-D4BC85258C55}"/>
                </a:ext>
              </a:extLst>
            </p:cNvPr>
            <p:cNvCxnSpPr>
              <a:cxnSpLocks/>
            </p:cNvCxnSpPr>
            <p:nvPr/>
          </p:nvCxnSpPr>
          <p:spPr>
            <a:xfrm>
              <a:off x="5188749" y="3188442"/>
              <a:ext cx="311939" cy="0"/>
            </a:xfrm>
            <a:prstGeom prst="straightConnector1">
              <a:avLst/>
            </a:prstGeom>
            <a:noFill/>
            <a:ln w="19050" cap="rnd">
              <a:solidFill>
                <a:schemeClr val="bg2"/>
              </a:solidFill>
              <a:round/>
              <a:headEnd/>
              <a:tailEnd type="arrow" w="med" len="sm"/>
            </a:ln>
          </p:spPr>
        </p:cxnSp>
        <p:cxnSp>
          <p:nvCxnSpPr>
            <p:cNvPr id="144" name="Straight Arrow Connector 143">
              <a:extLst>
                <a:ext uri="{FF2B5EF4-FFF2-40B4-BE49-F238E27FC236}">
                  <a16:creationId xmlns:a16="http://schemas.microsoft.com/office/drawing/2014/main" id="{9188E8C5-A2D6-4969-8E6E-7EBDE06BB7A4}"/>
                </a:ext>
              </a:extLst>
            </p:cNvPr>
            <p:cNvCxnSpPr>
              <a:cxnSpLocks/>
            </p:cNvCxnSpPr>
            <p:nvPr/>
          </p:nvCxnSpPr>
          <p:spPr>
            <a:xfrm flipH="1" flipV="1">
              <a:off x="5188749" y="3078904"/>
              <a:ext cx="311939" cy="0"/>
            </a:xfrm>
            <a:prstGeom prst="straightConnector1">
              <a:avLst/>
            </a:prstGeom>
            <a:noFill/>
            <a:ln w="19050" cap="rnd">
              <a:solidFill>
                <a:schemeClr val="bg2"/>
              </a:solidFill>
              <a:round/>
              <a:headEnd/>
              <a:tailEnd type="arrow" w="med" len="sm"/>
            </a:ln>
          </p:spPr>
        </p:cxnSp>
      </p:grpSp>
      <p:sp>
        <p:nvSpPr>
          <p:cNvPr id="145" name="Rectangle 144">
            <a:extLst>
              <a:ext uri="{FF2B5EF4-FFF2-40B4-BE49-F238E27FC236}">
                <a16:creationId xmlns:a16="http://schemas.microsoft.com/office/drawing/2014/main" id="{02F5D593-C4D8-4194-A030-23D9CB92DA65}"/>
              </a:ext>
            </a:extLst>
          </p:cNvPr>
          <p:cNvSpPr/>
          <p:nvPr/>
        </p:nvSpPr>
        <p:spPr>
          <a:xfrm>
            <a:off x="8537654" y="1811491"/>
            <a:ext cx="1903759" cy="2304441"/>
          </a:xfrm>
          <a:prstGeom prst="rect">
            <a:avLst/>
          </a:prstGeom>
          <a:noFill/>
          <a:ln w="12700" cap="flat" cmpd="sng" algn="ctr">
            <a:solidFill>
              <a:srgbClr val="00A0C8"/>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effectLst/>
                <a:uLnTx/>
                <a:uFillTx/>
                <a:latin typeface="Arial" panose="020B0604020202020204"/>
                <a:ea typeface="+mn-ea"/>
                <a:cs typeface="+mn-cs"/>
              </a:rPr>
              <a:t>Availability Zone 2</a:t>
            </a:r>
          </a:p>
        </p:txBody>
      </p:sp>
      <p:cxnSp>
        <p:nvCxnSpPr>
          <p:cNvPr id="146" name="Straight Arrow Connector 145">
            <a:extLst>
              <a:ext uri="{FF2B5EF4-FFF2-40B4-BE49-F238E27FC236}">
                <a16:creationId xmlns:a16="http://schemas.microsoft.com/office/drawing/2014/main" id="{178E1A9C-D300-4C4A-BA05-EED2CD1E0E7D}"/>
              </a:ext>
            </a:extLst>
          </p:cNvPr>
          <p:cNvCxnSpPr>
            <a:cxnSpLocks/>
          </p:cNvCxnSpPr>
          <p:nvPr/>
        </p:nvCxnSpPr>
        <p:spPr>
          <a:xfrm>
            <a:off x="6935870" y="3601864"/>
            <a:ext cx="522358" cy="0"/>
          </a:xfrm>
          <a:prstGeom prst="straightConnector1">
            <a:avLst/>
          </a:prstGeom>
          <a:noFill/>
          <a:ln w="19050" cap="rnd">
            <a:solidFill>
              <a:srgbClr val="00B0F0"/>
            </a:solidFill>
            <a:round/>
            <a:headEnd/>
            <a:tailEnd type="arrow" w="med" len="sm"/>
          </a:ln>
        </p:spPr>
      </p:cxnSp>
      <p:cxnSp>
        <p:nvCxnSpPr>
          <p:cNvPr id="147" name="Straight Arrow Connector 146">
            <a:extLst>
              <a:ext uri="{FF2B5EF4-FFF2-40B4-BE49-F238E27FC236}">
                <a16:creationId xmlns:a16="http://schemas.microsoft.com/office/drawing/2014/main" id="{430A099C-1B4D-45EC-A59A-E6E680FB05FC}"/>
              </a:ext>
            </a:extLst>
          </p:cNvPr>
          <p:cNvCxnSpPr>
            <a:cxnSpLocks/>
          </p:cNvCxnSpPr>
          <p:nvPr/>
        </p:nvCxnSpPr>
        <p:spPr>
          <a:xfrm flipH="1" flipV="1">
            <a:off x="6935870" y="3470119"/>
            <a:ext cx="522358" cy="0"/>
          </a:xfrm>
          <a:prstGeom prst="straightConnector1">
            <a:avLst/>
          </a:prstGeom>
          <a:noFill/>
          <a:ln w="19050" cap="rnd">
            <a:solidFill>
              <a:srgbClr val="00B0F0"/>
            </a:solidFill>
            <a:round/>
            <a:headEnd/>
            <a:tailEnd type="arrow" w="med" len="sm"/>
          </a:ln>
        </p:spPr>
      </p:cxnSp>
      <p:pic>
        <p:nvPicPr>
          <p:cNvPr id="148" name="Graphic 13">
            <a:extLst>
              <a:ext uri="{FF2B5EF4-FFF2-40B4-BE49-F238E27FC236}">
                <a16:creationId xmlns:a16="http://schemas.microsoft.com/office/drawing/2014/main" id="{7C05B9FB-F09E-4750-8047-B775DD3C63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62634" y="3239514"/>
            <a:ext cx="520394" cy="484632"/>
          </a:xfrm>
          <a:prstGeom prst="rect">
            <a:avLst/>
          </a:prstGeom>
        </p:spPr>
      </p:pic>
      <p:pic>
        <p:nvPicPr>
          <p:cNvPr id="149" name="Graphic 13">
            <a:extLst>
              <a:ext uri="{FF2B5EF4-FFF2-40B4-BE49-F238E27FC236}">
                <a16:creationId xmlns:a16="http://schemas.microsoft.com/office/drawing/2014/main" id="{4B766BAE-51A6-490B-A0DB-B0046FD2EC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16785" y="3239514"/>
            <a:ext cx="490563" cy="486460"/>
          </a:xfrm>
          <a:prstGeom prst="rect">
            <a:avLst/>
          </a:prstGeom>
        </p:spPr>
      </p:pic>
      <p:grpSp>
        <p:nvGrpSpPr>
          <p:cNvPr id="150" name="Group 149">
            <a:extLst>
              <a:ext uri="{FF2B5EF4-FFF2-40B4-BE49-F238E27FC236}">
                <a16:creationId xmlns:a16="http://schemas.microsoft.com/office/drawing/2014/main" id="{DD2F897F-6A42-4890-9C4F-A6F3B9F38091}"/>
              </a:ext>
            </a:extLst>
          </p:cNvPr>
          <p:cNvGrpSpPr/>
          <p:nvPr/>
        </p:nvGrpSpPr>
        <p:grpSpPr>
          <a:xfrm>
            <a:off x="9334991" y="3475908"/>
            <a:ext cx="522358" cy="131745"/>
            <a:chOff x="5188749" y="3078904"/>
            <a:chExt cx="311939" cy="109538"/>
          </a:xfrm>
        </p:grpSpPr>
        <p:cxnSp>
          <p:nvCxnSpPr>
            <p:cNvPr id="151" name="Straight Arrow Connector 150">
              <a:extLst>
                <a:ext uri="{FF2B5EF4-FFF2-40B4-BE49-F238E27FC236}">
                  <a16:creationId xmlns:a16="http://schemas.microsoft.com/office/drawing/2014/main" id="{271BBBC3-4B50-46FA-AD75-4295011CDCD4}"/>
                </a:ext>
              </a:extLst>
            </p:cNvPr>
            <p:cNvCxnSpPr>
              <a:cxnSpLocks/>
            </p:cNvCxnSpPr>
            <p:nvPr/>
          </p:nvCxnSpPr>
          <p:spPr>
            <a:xfrm>
              <a:off x="5188749" y="3188442"/>
              <a:ext cx="311939" cy="0"/>
            </a:xfrm>
            <a:prstGeom prst="straightConnector1">
              <a:avLst/>
            </a:prstGeom>
            <a:noFill/>
            <a:ln w="19050" cap="rnd">
              <a:solidFill>
                <a:srgbClr val="00B0F0"/>
              </a:solidFill>
              <a:round/>
              <a:headEnd/>
              <a:tailEnd type="arrow" w="med" len="sm"/>
            </a:ln>
          </p:spPr>
        </p:cxnSp>
        <p:cxnSp>
          <p:nvCxnSpPr>
            <p:cNvPr id="152" name="Straight Arrow Connector 151">
              <a:extLst>
                <a:ext uri="{FF2B5EF4-FFF2-40B4-BE49-F238E27FC236}">
                  <a16:creationId xmlns:a16="http://schemas.microsoft.com/office/drawing/2014/main" id="{947D8162-4864-4711-AAF0-413D797FC565}"/>
                </a:ext>
              </a:extLst>
            </p:cNvPr>
            <p:cNvCxnSpPr>
              <a:cxnSpLocks/>
            </p:cNvCxnSpPr>
            <p:nvPr/>
          </p:nvCxnSpPr>
          <p:spPr>
            <a:xfrm flipH="1" flipV="1">
              <a:off x="5188749" y="3078904"/>
              <a:ext cx="311939" cy="0"/>
            </a:xfrm>
            <a:prstGeom prst="straightConnector1">
              <a:avLst/>
            </a:prstGeom>
            <a:noFill/>
            <a:ln w="19050" cap="rnd">
              <a:solidFill>
                <a:srgbClr val="00B0F0"/>
              </a:solidFill>
              <a:round/>
              <a:headEnd/>
              <a:tailEnd type="arrow" w="med" len="sm"/>
            </a:ln>
          </p:spPr>
        </p:cxnSp>
      </p:grpSp>
      <p:sp>
        <p:nvSpPr>
          <p:cNvPr id="153" name="TextBox 152">
            <a:extLst>
              <a:ext uri="{FF2B5EF4-FFF2-40B4-BE49-F238E27FC236}">
                <a16:creationId xmlns:a16="http://schemas.microsoft.com/office/drawing/2014/main" id="{1FF32EC0-B0C0-4C23-B688-4E0531D0ADCF}"/>
              </a:ext>
            </a:extLst>
          </p:cNvPr>
          <p:cNvSpPr txBox="1"/>
          <p:nvPr/>
        </p:nvSpPr>
        <p:spPr>
          <a:xfrm>
            <a:off x="5925603" y="4509652"/>
            <a:ext cx="5559631" cy="1569660"/>
          </a:xfrm>
          <a:prstGeom prst="rect">
            <a:avLst/>
          </a:prstGeom>
          <a:noFill/>
        </p:spPr>
        <p:txBody>
          <a:bodyPr wrap="square" lIns="0" rtlCol="0">
            <a:spAutoFit/>
          </a:bodyPr>
          <a:lstStyle/>
          <a:p>
            <a:pPr algn="ctr">
              <a:spcAft>
                <a:spcPts val="1200"/>
              </a:spcAft>
            </a:pPr>
            <a:r>
              <a:rPr lang="en-US" sz="1600" dirty="0"/>
              <a:t>Production workloads with</a:t>
            </a:r>
            <a:br>
              <a:rPr lang="en-US" sz="1600" dirty="0"/>
            </a:br>
            <a:r>
              <a:rPr lang="en-US" sz="1600" dirty="0"/>
              <a:t>Replication between nodes between two AZs</a:t>
            </a:r>
            <a:br>
              <a:rPr lang="en-US" sz="1600" dirty="0"/>
            </a:br>
            <a:r>
              <a:rPr lang="en-US" sz="1600" dirty="0"/>
              <a:t>11 x 9’s durability for capacity pool and backups</a:t>
            </a:r>
            <a:br>
              <a:rPr lang="en-US" sz="1600" dirty="0"/>
            </a:br>
            <a:br>
              <a:rPr lang="en-US" sz="1600" dirty="0"/>
            </a:br>
            <a:r>
              <a:rPr lang="en-US" sz="1600" dirty="0"/>
              <a:t>Equal or better availability and durability than a multi-datacenter implementation</a:t>
            </a:r>
          </a:p>
        </p:txBody>
      </p:sp>
      <p:sp>
        <p:nvSpPr>
          <p:cNvPr id="154" name="TextBox 153">
            <a:extLst>
              <a:ext uri="{FF2B5EF4-FFF2-40B4-BE49-F238E27FC236}">
                <a16:creationId xmlns:a16="http://schemas.microsoft.com/office/drawing/2014/main" id="{CC867BAF-CBB2-4B89-BA16-174846929256}"/>
              </a:ext>
            </a:extLst>
          </p:cNvPr>
          <p:cNvSpPr txBox="1"/>
          <p:nvPr/>
        </p:nvSpPr>
        <p:spPr>
          <a:xfrm>
            <a:off x="2008271" y="875603"/>
            <a:ext cx="1374922" cy="369332"/>
          </a:xfrm>
          <a:prstGeom prst="rect">
            <a:avLst/>
          </a:prstGeom>
          <a:noFill/>
        </p:spPr>
        <p:txBody>
          <a:bodyPr wrap="square">
            <a:spAutoFit/>
          </a:bodyPr>
          <a:lstStyle/>
          <a:p>
            <a:pPr algn="l">
              <a:spcAft>
                <a:spcPts val="1200"/>
              </a:spcAft>
            </a:pPr>
            <a:r>
              <a:rPr lang="en-US" sz="1800" dirty="0"/>
              <a:t>Single-AZ</a:t>
            </a:r>
          </a:p>
        </p:txBody>
      </p:sp>
      <p:sp>
        <p:nvSpPr>
          <p:cNvPr id="156" name="TextBox 155">
            <a:extLst>
              <a:ext uri="{FF2B5EF4-FFF2-40B4-BE49-F238E27FC236}">
                <a16:creationId xmlns:a16="http://schemas.microsoft.com/office/drawing/2014/main" id="{A5CF90C7-F937-4CDB-8D29-0E2BE902717B}"/>
              </a:ext>
            </a:extLst>
          </p:cNvPr>
          <p:cNvSpPr txBox="1"/>
          <p:nvPr/>
        </p:nvSpPr>
        <p:spPr>
          <a:xfrm>
            <a:off x="7960069" y="860656"/>
            <a:ext cx="1374922" cy="369332"/>
          </a:xfrm>
          <a:prstGeom prst="rect">
            <a:avLst/>
          </a:prstGeom>
          <a:noFill/>
        </p:spPr>
        <p:txBody>
          <a:bodyPr wrap="square">
            <a:spAutoFit/>
          </a:bodyPr>
          <a:lstStyle/>
          <a:p>
            <a:pPr algn="l">
              <a:spcAft>
                <a:spcPts val="1200"/>
              </a:spcAft>
            </a:pPr>
            <a:r>
              <a:rPr lang="en-US" sz="1800" dirty="0"/>
              <a:t>Multi-AZ</a:t>
            </a:r>
          </a:p>
        </p:txBody>
      </p:sp>
    </p:spTree>
    <p:extLst>
      <p:ext uri="{BB962C8B-B14F-4D97-AF65-F5344CB8AC3E}">
        <p14:creationId xmlns:p14="http://schemas.microsoft.com/office/powerpoint/2010/main" val="695314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F8D7EC35-94E1-4BD3-90AE-467937EE0879}"/>
              </a:ext>
            </a:extLst>
          </p:cNvPr>
          <p:cNvSpPr txBox="1">
            <a:spLocks/>
          </p:cNvSpPr>
          <p:nvPr/>
        </p:nvSpPr>
        <p:spPr>
          <a:xfrm>
            <a:off x="336790" y="114937"/>
            <a:ext cx="8205304" cy="545192"/>
          </a:xfrm>
          <a:prstGeom prst="rect">
            <a:avLst/>
          </a:prstGeom>
        </p:spPr>
        <p:txBody>
          <a:bodyPr/>
          <a:lstStyle>
            <a:lvl1pPr algn="l" rtl="0" eaLnBrk="0" fontAlgn="base" hangingPunct="0">
              <a:lnSpc>
                <a:spcPct val="90000"/>
              </a:lnSpc>
              <a:spcBef>
                <a:spcPct val="0"/>
              </a:spcBef>
              <a:spcAft>
                <a:spcPct val="0"/>
              </a:spcAft>
              <a:defRPr sz="2800" b="1" kern="1200">
                <a:solidFill>
                  <a:srgbClr val="161E2D"/>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9pPr>
          </a:lstStyle>
          <a:p>
            <a:endParaRPr lang="en-US" dirty="0">
              <a:solidFill>
                <a:schemeClr val="tx1"/>
              </a:solidFill>
            </a:endParaRPr>
          </a:p>
        </p:txBody>
      </p:sp>
      <p:sp>
        <p:nvSpPr>
          <p:cNvPr id="6" name="Shape">
            <a:extLst>
              <a:ext uri="{FF2B5EF4-FFF2-40B4-BE49-F238E27FC236}">
                <a16:creationId xmlns:a16="http://schemas.microsoft.com/office/drawing/2014/main" id="{AEC81CE2-1F5E-4F9C-B039-57E5BDB1A4BC}"/>
              </a:ext>
            </a:extLst>
          </p:cNvPr>
          <p:cNvSpPr txBox="1">
            <a:spLocks/>
          </p:cNvSpPr>
          <p:nvPr/>
        </p:nvSpPr>
        <p:spPr>
          <a:xfrm>
            <a:off x="348852" y="660130"/>
            <a:ext cx="11323769" cy="770088"/>
          </a:xfrm>
          <a:prstGeom prst="rect">
            <a:avLst/>
          </a:prstGeom>
          <a:noFill/>
          <a:ln>
            <a:noFill/>
          </a:ln>
        </p:spPr>
        <p:txBody>
          <a:bodyPr/>
          <a:lstStyle>
            <a:lvl1pPr marL="0" indent="0" algn="l" defTabSz="457189" rtl="0" eaLnBrk="1" latinLnBrk="0" hangingPunct="1">
              <a:spcBef>
                <a:spcPct val="20000"/>
              </a:spcBef>
              <a:buFontTx/>
              <a:buNone/>
              <a:defRPr lang="iw-IL" altLang="en-US" sz="2400" b="0" i="0" kern="1200" smtClean="0">
                <a:solidFill>
                  <a:srgbClr val="414042"/>
                </a:solidFill>
                <a:latin typeface="Amazon Ember Regular" charset="0"/>
                <a:ea typeface="+mn-ea"/>
                <a:cs typeface="Amazon Ember Regular" charset="0"/>
              </a:defRPr>
            </a:lvl1pPr>
            <a:lvl2pPr marL="742931" lvl="1" indent="-285743" algn="l" defTabSz="457189" rtl="0" eaLnBrk="1" latinLnBrk="0" hangingPunct="1">
              <a:spcBef>
                <a:spcPct val="20000"/>
              </a:spcBef>
              <a:buFont typeface="Arial"/>
              <a:buChar char="•"/>
              <a:defRPr lang="iw-IL" altLang="en-US" sz="2000" b="0" i="0" kern="1200" smtClean="0">
                <a:solidFill>
                  <a:srgbClr val="414042"/>
                </a:solidFill>
                <a:latin typeface="Amazon Ember Regular" charset="0"/>
                <a:ea typeface="+mn-ea"/>
                <a:cs typeface="Amazon Ember Regular" charset="0"/>
              </a:defRPr>
            </a:lvl2pPr>
            <a:lvl3pPr marL="1142972" lvl="2" indent="-228594" algn="l" defTabSz="457189" rtl="0" eaLnBrk="1" latinLnBrk="0" hangingPunct="1">
              <a:spcBef>
                <a:spcPct val="20000"/>
              </a:spcBef>
              <a:buFont typeface="Arial"/>
              <a:buChar char="•"/>
              <a:defRPr lang="iw-IL" altLang="en-US" sz="1800" b="0" i="0" kern="1200" smtClean="0">
                <a:solidFill>
                  <a:srgbClr val="414042"/>
                </a:solidFill>
                <a:latin typeface="Amazon Ember Regular" charset="0"/>
                <a:ea typeface="+mn-ea"/>
                <a:cs typeface="Amazon Ember Regular" charset="0"/>
              </a:defRPr>
            </a:lvl3pPr>
            <a:lvl4pPr marL="1600160" lvl="3" indent="-228594" algn="l" defTabSz="457189" rtl="0" eaLnBrk="1" latinLnBrk="0" hangingPunct="1">
              <a:spcBef>
                <a:spcPct val="20000"/>
              </a:spcBef>
              <a:buFont typeface="Arial"/>
              <a:buChar char="–"/>
              <a:defRPr lang="iw-IL" altLang="en-US" sz="1600" b="0" i="0" kern="1200" smtClean="0">
                <a:solidFill>
                  <a:srgbClr val="414042"/>
                </a:solidFill>
                <a:latin typeface="Amazon Ember Regular" charset="0"/>
                <a:ea typeface="+mn-ea"/>
                <a:cs typeface="Amazon Ember Regular" charset="0"/>
              </a:defRPr>
            </a:lvl4pPr>
            <a:lvl5pPr marL="2057348" lvl="4" indent="-228594" algn="l" defTabSz="457189" rtl="0" eaLnBrk="1" latinLnBrk="0" hangingPunct="1">
              <a:spcBef>
                <a:spcPct val="20000"/>
              </a:spcBef>
              <a:buFont typeface="Arial"/>
              <a:buChar char="»"/>
              <a:defRPr lang="iw-IL" altLang="en-US" sz="1600" b="0" i="0" kern="1200" smtClean="0">
                <a:solidFill>
                  <a:srgbClr val="414042"/>
                </a:solidFill>
                <a:latin typeface="Amazon Ember Regular" charset="0"/>
                <a:ea typeface="+mn-ea"/>
                <a:cs typeface="Amazon Ember Regular" charset="0"/>
              </a:defRPr>
            </a:lvl5pPr>
            <a:lvl6pPr marL="2514537" lvl="5" indent="-228594" algn="l" defTabSz="457189" rtl="0" eaLnBrk="1" latinLnBrk="0" hangingPunct="1">
              <a:spcBef>
                <a:spcPct val="20000"/>
              </a:spcBef>
              <a:buFont typeface="Arial"/>
              <a:buChar char="•"/>
              <a:defRPr lang="iw-IL" altLang="en-US" sz="2000" kern="1200" smtClean="0">
                <a:solidFill>
                  <a:schemeClr val="tx1"/>
                </a:solidFill>
                <a:latin typeface="+mn-lt"/>
                <a:ea typeface="+mn-ea"/>
                <a:cs typeface="+mn-cs"/>
              </a:defRPr>
            </a:lvl6pPr>
            <a:lvl7pPr marL="2971726" lvl="6" indent="-228594" algn="l" defTabSz="457189" rtl="0" eaLnBrk="1" latinLnBrk="0" hangingPunct="1">
              <a:spcBef>
                <a:spcPct val="20000"/>
              </a:spcBef>
              <a:buFont typeface="Arial"/>
              <a:buChar char="•"/>
              <a:defRPr lang="iw-IL" altLang="en-US" sz="2000" kern="1200" smtClean="0">
                <a:solidFill>
                  <a:schemeClr val="tx1"/>
                </a:solidFill>
                <a:latin typeface="+mn-lt"/>
                <a:ea typeface="+mn-ea"/>
                <a:cs typeface="+mn-cs"/>
              </a:defRPr>
            </a:lvl7pPr>
            <a:lvl8pPr marL="3428915" lvl="7" indent="-228594" algn="l" defTabSz="457189" rtl="0" eaLnBrk="1" latinLnBrk="0" hangingPunct="1">
              <a:spcBef>
                <a:spcPct val="20000"/>
              </a:spcBef>
              <a:buFont typeface="Arial"/>
              <a:buChar char="•"/>
              <a:defRPr lang="iw-IL" altLang="en-US" sz="2000" kern="1200" smtClean="0">
                <a:solidFill>
                  <a:schemeClr val="tx1"/>
                </a:solidFill>
                <a:latin typeface="+mn-lt"/>
                <a:ea typeface="+mn-ea"/>
                <a:cs typeface="+mn-cs"/>
              </a:defRPr>
            </a:lvl8pPr>
            <a:lvl9pPr marL="3886103" lvl="8" indent="-228594" algn="l" defTabSz="457189" rtl="0" eaLnBrk="1" latinLnBrk="0" hangingPunct="1">
              <a:spcBef>
                <a:spcPct val="20000"/>
              </a:spcBef>
              <a:buFont typeface="Arial"/>
              <a:buChar char="•"/>
              <a:defRPr lang="iw-IL" altLang="en-US" sz="2000" kern="1200" smtClean="0">
                <a:solidFill>
                  <a:schemeClr val="tx1"/>
                </a:solidFill>
                <a:latin typeface="+mn-lt"/>
                <a:ea typeface="+mn-ea"/>
                <a:cs typeface="+mn-cs"/>
              </a:defRPr>
            </a:lvl9pPr>
          </a:lstStyle>
          <a:p>
            <a:pPr marL="285739" indent="-285739">
              <a:spcBef>
                <a:spcPts val="800"/>
              </a:spcBef>
              <a:buClr>
                <a:schemeClr val="accent1"/>
              </a:buClr>
              <a:buFont typeface="Arial" panose="020B0604020202020204" pitchFamily="34" charset="0"/>
              <a:buChar char="•"/>
            </a:pPr>
            <a:r>
              <a:rPr lang="en-US" sz="1800" dirty="0">
                <a:solidFill>
                  <a:schemeClr val="tx1"/>
                </a:solidFill>
              </a:rPr>
              <a:t>Continuously replicates any application or database from any source into AWS</a:t>
            </a:r>
          </a:p>
          <a:p>
            <a:pPr marL="285739" indent="-285739">
              <a:spcBef>
                <a:spcPts val="800"/>
              </a:spcBef>
              <a:buClr>
                <a:schemeClr val="accent1"/>
              </a:buClr>
              <a:buFont typeface="Arial" panose="020B0604020202020204" pitchFamily="34" charset="0"/>
              <a:buChar char="•"/>
            </a:pPr>
            <a:r>
              <a:rPr lang="en-US" sz="1800" dirty="0">
                <a:solidFill>
                  <a:schemeClr val="tx1"/>
                </a:solidFill>
              </a:rPr>
              <a:t>Business outcome: s</a:t>
            </a:r>
            <a:r>
              <a:rPr lang="en-US" altLang="en-US" sz="1800" dirty="0">
                <a:solidFill>
                  <a:schemeClr val="tx1"/>
                </a:solidFill>
              </a:rPr>
              <a:t>elf-service, rapid, reliable migrations with minimal business disruption</a:t>
            </a:r>
          </a:p>
          <a:p>
            <a:pPr>
              <a:spcBef>
                <a:spcPts val="800"/>
              </a:spcBef>
            </a:pPr>
            <a:endParaRPr lang="en-US" sz="1800" dirty="0"/>
          </a:p>
        </p:txBody>
      </p:sp>
      <p:pic>
        <p:nvPicPr>
          <p:cNvPr id="7" name="Picture 6">
            <a:extLst>
              <a:ext uri="{FF2B5EF4-FFF2-40B4-BE49-F238E27FC236}">
                <a16:creationId xmlns:a16="http://schemas.microsoft.com/office/drawing/2014/main" id="{21370D58-33C4-4F46-A374-18D2D59F462C}"/>
              </a:ext>
            </a:extLst>
          </p:cNvPr>
          <p:cNvPicPr>
            <a:picLocks noChangeAspect="1"/>
          </p:cNvPicPr>
          <p:nvPr/>
        </p:nvPicPr>
        <p:blipFill rotWithShape="1">
          <a:blip r:embed="rId3"/>
          <a:srcRect l="-205" r="-515"/>
          <a:stretch/>
        </p:blipFill>
        <p:spPr>
          <a:xfrm>
            <a:off x="579518" y="1592437"/>
            <a:ext cx="7962575" cy="4605433"/>
          </a:xfrm>
          <a:prstGeom prst="rect">
            <a:avLst/>
          </a:prstGeom>
        </p:spPr>
      </p:pic>
      <p:sp>
        <p:nvSpPr>
          <p:cNvPr id="2" name="Title 1">
            <a:extLst>
              <a:ext uri="{FF2B5EF4-FFF2-40B4-BE49-F238E27FC236}">
                <a16:creationId xmlns:a16="http://schemas.microsoft.com/office/drawing/2014/main" id="{D8C8500A-DBAC-4065-870D-BB27E1AD279F}"/>
              </a:ext>
            </a:extLst>
          </p:cNvPr>
          <p:cNvSpPr>
            <a:spLocks noGrp="1"/>
          </p:cNvSpPr>
          <p:nvPr>
            <p:ph type="title"/>
          </p:nvPr>
        </p:nvSpPr>
        <p:spPr>
          <a:xfrm>
            <a:off x="336789" y="67659"/>
            <a:ext cx="9144000" cy="1043427"/>
          </a:xfrm>
        </p:spPr>
        <p:txBody>
          <a:bodyPr/>
          <a:lstStyle/>
          <a:p>
            <a:r>
              <a:rPr lang="en-US" sz="3667" dirty="0"/>
              <a:t>How MGN Migration Works</a:t>
            </a:r>
            <a:br>
              <a:rPr lang="en-US" sz="4000" dirty="0"/>
            </a:br>
            <a:endParaRPr lang="en-US" dirty="0"/>
          </a:p>
        </p:txBody>
      </p:sp>
    </p:spTree>
    <p:extLst>
      <p:ext uri="{BB962C8B-B14F-4D97-AF65-F5344CB8AC3E}">
        <p14:creationId xmlns:p14="http://schemas.microsoft.com/office/powerpoint/2010/main" val="2168480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F8D7EC35-94E1-4BD3-90AE-467937EE0879}"/>
              </a:ext>
            </a:extLst>
          </p:cNvPr>
          <p:cNvSpPr txBox="1">
            <a:spLocks/>
          </p:cNvSpPr>
          <p:nvPr/>
        </p:nvSpPr>
        <p:spPr>
          <a:xfrm>
            <a:off x="336790" y="114937"/>
            <a:ext cx="8205304" cy="545192"/>
          </a:xfrm>
          <a:prstGeom prst="rect">
            <a:avLst/>
          </a:prstGeom>
        </p:spPr>
        <p:txBody>
          <a:bodyPr/>
          <a:lstStyle>
            <a:lvl1pPr algn="l" rtl="0" eaLnBrk="0" fontAlgn="base" hangingPunct="0">
              <a:lnSpc>
                <a:spcPct val="90000"/>
              </a:lnSpc>
              <a:spcBef>
                <a:spcPct val="0"/>
              </a:spcBef>
              <a:spcAft>
                <a:spcPct val="0"/>
              </a:spcAft>
              <a:defRPr sz="2800" b="1" kern="1200">
                <a:solidFill>
                  <a:srgbClr val="161E2D"/>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9pPr>
          </a:lstStyle>
          <a:p>
            <a:endParaRPr lang="en-US" dirty="0">
              <a:solidFill>
                <a:schemeClr val="tx1"/>
              </a:solidFill>
            </a:endParaRPr>
          </a:p>
        </p:txBody>
      </p:sp>
      <p:sp>
        <p:nvSpPr>
          <p:cNvPr id="2" name="Title 1">
            <a:extLst>
              <a:ext uri="{FF2B5EF4-FFF2-40B4-BE49-F238E27FC236}">
                <a16:creationId xmlns:a16="http://schemas.microsoft.com/office/drawing/2014/main" id="{D8C8500A-DBAC-4065-870D-BB27E1AD279F}"/>
              </a:ext>
            </a:extLst>
          </p:cNvPr>
          <p:cNvSpPr>
            <a:spLocks noGrp="1"/>
          </p:cNvSpPr>
          <p:nvPr>
            <p:ph type="title"/>
          </p:nvPr>
        </p:nvSpPr>
        <p:spPr>
          <a:xfrm>
            <a:off x="336789" y="67659"/>
            <a:ext cx="10694200" cy="1043427"/>
          </a:xfrm>
        </p:spPr>
        <p:txBody>
          <a:bodyPr/>
          <a:lstStyle/>
          <a:p>
            <a:r>
              <a:rPr lang="en-US" sz="3667" dirty="0"/>
              <a:t>Migrate VMware Storage to Amazon EBS + FSxN</a:t>
            </a:r>
            <a:br>
              <a:rPr lang="en-US" sz="4000" dirty="0"/>
            </a:br>
            <a:endParaRPr lang="en-US" dirty="0"/>
          </a:p>
        </p:txBody>
      </p:sp>
      <p:sp>
        <p:nvSpPr>
          <p:cNvPr id="8" name="TextBox 7">
            <a:extLst>
              <a:ext uri="{FF2B5EF4-FFF2-40B4-BE49-F238E27FC236}">
                <a16:creationId xmlns:a16="http://schemas.microsoft.com/office/drawing/2014/main" id="{42ECCE44-681C-4CCF-809F-CDA7F5333D5C}"/>
              </a:ext>
            </a:extLst>
          </p:cNvPr>
          <p:cNvSpPr txBox="1"/>
          <p:nvPr/>
        </p:nvSpPr>
        <p:spPr>
          <a:xfrm>
            <a:off x="273806" y="580128"/>
            <a:ext cx="11029669" cy="646331"/>
          </a:xfrm>
          <a:prstGeom prst="rect">
            <a:avLst/>
          </a:prstGeom>
          <a:noFill/>
        </p:spPr>
        <p:txBody>
          <a:bodyPr wrap="square" lIns="0" rIns="0" rtlCol="0">
            <a:spAutoFit/>
          </a:bodyPr>
          <a:lstStyle/>
          <a:p>
            <a:r>
              <a:rPr lang="en-US" i="1" dirty="0"/>
              <a:t>For </a:t>
            </a:r>
            <a:r>
              <a:rPr lang="en-US" sz="1800" i="1" dirty="0"/>
              <a:t>IT &amp; Line-of-Business applications and databases (SQL, SAP HANA, Oracle)</a:t>
            </a:r>
          </a:p>
          <a:p>
            <a:pPr algn="l"/>
            <a:endParaRPr lang="en-US" dirty="0"/>
          </a:p>
        </p:txBody>
      </p:sp>
      <p:pic>
        <p:nvPicPr>
          <p:cNvPr id="32" name="Picture 31">
            <a:extLst>
              <a:ext uri="{FF2B5EF4-FFF2-40B4-BE49-F238E27FC236}">
                <a16:creationId xmlns:a16="http://schemas.microsoft.com/office/drawing/2014/main" id="{4A9E7C5D-38BC-4718-ACC4-F5D6C31086C1}"/>
              </a:ext>
            </a:extLst>
          </p:cNvPr>
          <p:cNvPicPr>
            <a:picLocks noChangeAspect="1"/>
          </p:cNvPicPr>
          <p:nvPr/>
        </p:nvPicPr>
        <p:blipFill>
          <a:blip r:embed="rId3"/>
          <a:stretch>
            <a:fillRect/>
          </a:stretch>
        </p:blipFill>
        <p:spPr>
          <a:xfrm>
            <a:off x="103400" y="3009625"/>
            <a:ext cx="1119160" cy="988264"/>
          </a:xfrm>
          <a:prstGeom prst="rect">
            <a:avLst/>
          </a:prstGeom>
        </p:spPr>
      </p:pic>
      <p:pic>
        <p:nvPicPr>
          <p:cNvPr id="49" name="Picture 48">
            <a:extLst>
              <a:ext uri="{FF2B5EF4-FFF2-40B4-BE49-F238E27FC236}">
                <a16:creationId xmlns:a16="http://schemas.microsoft.com/office/drawing/2014/main" id="{CD8E1FA8-BEDA-42A0-B2FA-0AA7BFC530B6}"/>
              </a:ext>
            </a:extLst>
          </p:cNvPr>
          <p:cNvPicPr>
            <a:picLocks noChangeAspect="1"/>
          </p:cNvPicPr>
          <p:nvPr/>
        </p:nvPicPr>
        <p:blipFill>
          <a:blip r:embed="rId4"/>
          <a:stretch>
            <a:fillRect/>
          </a:stretch>
        </p:blipFill>
        <p:spPr>
          <a:xfrm>
            <a:off x="2225531" y="1550132"/>
            <a:ext cx="3247728" cy="3907250"/>
          </a:xfrm>
          <a:prstGeom prst="rect">
            <a:avLst/>
          </a:prstGeom>
        </p:spPr>
      </p:pic>
      <p:cxnSp>
        <p:nvCxnSpPr>
          <p:cNvPr id="51" name="Straight Arrow Connector 50">
            <a:extLst>
              <a:ext uri="{FF2B5EF4-FFF2-40B4-BE49-F238E27FC236}">
                <a16:creationId xmlns:a16="http://schemas.microsoft.com/office/drawing/2014/main" id="{94114A3E-DE72-4470-B730-5A6316EB616F}"/>
              </a:ext>
            </a:extLst>
          </p:cNvPr>
          <p:cNvCxnSpPr>
            <a:cxnSpLocks/>
          </p:cNvCxnSpPr>
          <p:nvPr/>
        </p:nvCxnSpPr>
        <p:spPr>
          <a:xfrm flipV="1">
            <a:off x="1205934" y="2283884"/>
            <a:ext cx="1019597" cy="1035542"/>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BB5D7ED-2CC0-4E36-84FE-04760ABDF9CD}"/>
              </a:ext>
            </a:extLst>
          </p:cNvPr>
          <p:cNvCxnSpPr>
            <a:cxnSpLocks/>
          </p:cNvCxnSpPr>
          <p:nvPr/>
        </p:nvCxnSpPr>
        <p:spPr>
          <a:xfrm>
            <a:off x="1205934" y="3319426"/>
            <a:ext cx="962952" cy="735338"/>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B01407-C10A-42C3-9AD2-5BB984D025FB}"/>
              </a:ext>
            </a:extLst>
          </p:cNvPr>
          <p:cNvSpPr txBox="1"/>
          <p:nvPr/>
        </p:nvSpPr>
        <p:spPr>
          <a:xfrm>
            <a:off x="239147" y="4191775"/>
            <a:ext cx="1257342" cy="830997"/>
          </a:xfrm>
          <a:prstGeom prst="rect">
            <a:avLst/>
          </a:prstGeom>
          <a:noFill/>
        </p:spPr>
        <p:txBody>
          <a:bodyPr wrap="square" lIns="0" rIns="0" rtlCol="0">
            <a:spAutoFit/>
          </a:bodyPr>
          <a:lstStyle/>
          <a:p>
            <a:pPr algn="l"/>
            <a:r>
              <a:rPr lang="en-GB" sz="1200" i="1" dirty="0"/>
              <a:t>VM Storage from vSAN, SAN/Block Storage over NFS/FC/iSCSI</a:t>
            </a:r>
          </a:p>
        </p:txBody>
      </p:sp>
      <p:pic>
        <p:nvPicPr>
          <p:cNvPr id="61" name="Picture 60">
            <a:extLst>
              <a:ext uri="{FF2B5EF4-FFF2-40B4-BE49-F238E27FC236}">
                <a16:creationId xmlns:a16="http://schemas.microsoft.com/office/drawing/2014/main" id="{853DA738-3551-4118-93C8-500DABA0E5C6}"/>
              </a:ext>
            </a:extLst>
          </p:cNvPr>
          <p:cNvPicPr>
            <a:picLocks noChangeAspect="1"/>
          </p:cNvPicPr>
          <p:nvPr/>
        </p:nvPicPr>
        <p:blipFill>
          <a:blip r:embed="rId5"/>
          <a:stretch>
            <a:fillRect/>
          </a:stretch>
        </p:blipFill>
        <p:spPr>
          <a:xfrm>
            <a:off x="5578902" y="1465862"/>
            <a:ext cx="6479776" cy="3685306"/>
          </a:xfrm>
          <a:prstGeom prst="rect">
            <a:avLst/>
          </a:prstGeom>
        </p:spPr>
      </p:pic>
      <p:sp>
        <p:nvSpPr>
          <p:cNvPr id="12" name="TextBox 11">
            <a:extLst>
              <a:ext uri="{FF2B5EF4-FFF2-40B4-BE49-F238E27FC236}">
                <a16:creationId xmlns:a16="http://schemas.microsoft.com/office/drawing/2014/main" id="{4FCDED70-4809-4C29-8923-CD8761C463F0}"/>
              </a:ext>
            </a:extLst>
          </p:cNvPr>
          <p:cNvSpPr txBox="1"/>
          <p:nvPr/>
        </p:nvSpPr>
        <p:spPr>
          <a:xfrm>
            <a:off x="1337855" y="5767183"/>
            <a:ext cx="8404352" cy="307777"/>
          </a:xfrm>
          <a:prstGeom prst="rect">
            <a:avLst/>
          </a:prstGeom>
          <a:noFill/>
        </p:spPr>
        <p:txBody>
          <a:bodyPr wrap="square">
            <a:spAutoFit/>
          </a:bodyPr>
          <a:lstStyle/>
          <a:p>
            <a:r>
              <a:rPr lang="en-GB" sz="1400" i="1" dirty="0"/>
              <a:t>Seamless </a:t>
            </a:r>
            <a:r>
              <a:rPr lang="en-GB" sz="1400" i="1" dirty="0">
                <a:hlinkClick r:id="rId6"/>
              </a:rPr>
              <a:t>migration</a:t>
            </a:r>
            <a:r>
              <a:rPr lang="en-GB" sz="1400" i="1" dirty="0"/>
              <a:t> from any VMware environment to Amazon FSx for NetApp ONTAP and Amazon EC2</a:t>
            </a:r>
          </a:p>
        </p:txBody>
      </p:sp>
    </p:spTree>
    <p:extLst>
      <p:ext uri="{BB962C8B-B14F-4D97-AF65-F5344CB8AC3E}">
        <p14:creationId xmlns:p14="http://schemas.microsoft.com/office/powerpoint/2010/main" val="1449297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42B1E-5BCF-8C3F-DCDD-8CF8B7107508}"/>
            </a:ext>
          </a:extLst>
        </p:cNvPr>
        <p:cNvGrpSpPr/>
        <p:nvPr/>
      </p:nvGrpSpPr>
      <p:grpSpPr>
        <a:xfrm>
          <a:off x="0" y="0"/>
          <a:ext cx="0" cy="0"/>
          <a:chOff x="0" y="0"/>
          <a:chExt cx="0" cy="0"/>
        </a:xfrm>
      </p:grpSpPr>
      <p:sp>
        <p:nvSpPr>
          <p:cNvPr id="27650" name="Shape">
            <a:extLst>
              <a:ext uri="{FF2B5EF4-FFF2-40B4-BE49-F238E27FC236}">
                <a16:creationId xmlns:a16="http://schemas.microsoft.com/office/drawing/2014/main" id="{1B77424E-D131-DEE6-93BE-DEF2C464D8F9}"/>
              </a:ext>
            </a:extLst>
          </p:cNvPr>
          <p:cNvSpPr>
            <a:spLocks noGrp="1"/>
          </p:cNvSpPr>
          <p:nvPr>
            <p:ph type="title"/>
          </p:nvPr>
        </p:nvSpPr>
        <p:spPr>
          <a:xfrm>
            <a:off x="292396" y="346960"/>
            <a:ext cx="11718629" cy="548311"/>
          </a:xfrm>
          <a:prstGeom prst="rect">
            <a:avLst/>
          </a:prstGeom>
          <a:noFill/>
          <a:ln>
            <a:noFill/>
          </a:ln>
        </p:spPr>
        <p:txBody>
          <a:bodyPr anchor="ctr"/>
          <a:lstStyle/>
          <a:p>
            <a:r>
              <a:rPr lang="en-US" dirty="0"/>
              <a:t>Optimizing performance at scale  - GEN 2 File Systems</a:t>
            </a:r>
            <a:endParaRPr lang="en-US" altLang="en-US" dirty="0"/>
          </a:p>
        </p:txBody>
      </p:sp>
      <p:sp>
        <p:nvSpPr>
          <p:cNvPr id="2" name="Text Placeholder 3">
            <a:extLst>
              <a:ext uri="{FF2B5EF4-FFF2-40B4-BE49-F238E27FC236}">
                <a16:creationId xmlns:a16="http://schemas.microsoft.com/office/drawing/2014/main" id="{4E2B4F5B-3231-1370-9613-65F2B3181B26}"/>
              </a:ext>
            </a:extLst>
          </p:cNvPr>
          <p:cNvSpPr txBox="1">
            <a:spLocks/>
          </p:cNvSpPr>
          <p:nvPr/>
        </p:nvSpPr>
        <p:spPr>
          <a:xfrm>
            <a:off x="147979" y="1070223"/>
            <a:ext cx="11416450" cy="307777"/>
          </a:xfrm>
          <a:prstGeom prst="rect">
            <a:avLst/>
          </a:prstGeom>
        </p:spPr>
        <p:txBody>
          <a:bodyPr vert="horz" wrap="square" lIns="0" tIns="45720" rIns="0" bIns="45720" rtlCol="0">
            <a:spAutoFit/>
          </a:bodyPr>
          <a:lstStyle>
            <a:lvl1pPr marL="0" indent="0" algn="l" defTabSz="914400" rtl="0" eaLnBrk="1" latinLnBrk="0" hangingPunct="1">
              <a:lnSpc>
                <a:spcPct val="100000"/>
              </a:lnSpc>
              <a:spcBef>
                <a:spcPts val="0"/>
              </a:spcBef>
              <a:spcAft>
                <a:spcPts val="1200"/>
              </a:spcAft>
              <a:buClr>
                <a:schemeClr val="tx1"/>
              </a:buClr>
              <a:buSzPct val="90000"/>
              <a:buFont typeface="Amazon Ember Display" panose="020F0603020204020204" pitchFamily="34" charset="0"/>
              <a:buNone/>
              <a:tabLst/>
              <a:defRPr sz="1400" b="1" kern="1200" cap="all" spc="300" baseline="0">
                <a:solidFill>
                  <a:schemeClr val="accent3"/>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573088" indent="-344488"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tabLst/>
              <a:defRPr sz="2400" kern="1200">
                <a:solidFill>
                  <a:schemeClr val="tx1"/>
                </a:solidFill>
                <a:latin typeface="+mn-lt"/>
                <a:ea typeface="+mn-ea"/>
                <a:cs typeface="+mn-cs"/>
              </a:defRPr>
            </a:lvl2pPr>
            <a:lvl3pPr marL="641350" indent="-409575"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200"/>
              </a:spcAft>
              <a:buClr>
                <a:srgbClr val="FFFFFF"/>
              </a:buClr>
              <a:buSzPct val="90000"/>
              <a:buFont typeface="Amazon Ember Display" panose="020F0603020204020204" pitchFamily="34" charset="0"/>
              <a:buNone/>
              <a:tabLst/>
              <a:defRPr/>
            </a:pPr>
            <a:r>
              <a:rPr kumimoji="0" lang="en-US" sz="1400" b="1" i="0" u="none" strike="noStrike" kern="1200" cap="all" spc="300" normalizeH="0" baseline="0" noProof="0">
                <a:ln>
                  <a:noFill/>
                </a:ln>
                <a:solidFill>
                  <a:srgbClr val="FF6A3D"/>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A</a:t>
            </a:r>
            <a:r>
              <a:rPr kumimoji="0" lang="en-US" sz="1400" b="1" i="0" u="none" strike="noStrike" kern="1200" cap="all" spc="300" normalizeH="0" baseline="0" noProof="0">
                <a:ln>
                  <a:noFill/>
                </a:ln>
                <a:solidFill>
                  <a:srgbClr val="00E500"/>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ctive-</a:t>
            </a:r>
            <a:r>
              <a:rPr kumimoji="0" lang="en-US" sz="1400" b="1" i="0" u="none" strike="noStrike" kern="1200" cap="all" spc="300" normalizeH="0" baseline="0" noProof="0">
                <a:ln>
                  <a:noFill/>
                </a:ln>
                <a:solidFill>
                  <a:srgbClr val="FF6A3D"/>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P</a:t>
            </a:r>
            <a:r>
              <a:rPr kumimoji="0" lang="en-US" sz="1400" b="1" i="0" u="none" strike="noStrike" kern="1200" cap="all" spc="300" normalizeH="0" baseline="0" noProof="0">
                <a:ln>
                  <a:noFill/>
                </a:ln>
                <a:solidFill>
                  <a:srgbClr val="00E500"/>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assive configuration</a:t>
            </a:r>
            <a:endParaRPr kumimoji="0" lang="en-US" sz="1400" b="1" i="0" u="none" strike="noStrike" kern="1200" cap="all" spc="300" normalizeH="0" baseline="0" noProof="0" dirty="0">
              <a:ln>
                <a:noFill/>
              </a:ln>
              <a:solidFill>
                <a:srgbClr val="00E500"/>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endParaRPr>
          </a:p>
        </p:txBody>
      </p:sp>
      <p:sp>
        <p:nvSpPr>
          <p:cNvPr id="4" name="Rectangle 3">
            <a:extLst>
              <a:ext uri="{FF2B5EF4-FFF2-40B4-BE49-F238E27FC236}">
                <a16:creationId xmlns:a16="http://schemas.microsoft.com/office/drawing/2014/main" id="{1F220ED5-D193-52FF-781C-7B7E608AD010}"/>
              </a:ext>
            </a:extLst>
          </p:cNvPr>
          <p:cNvSpPr/>
          <p:nvPr/>
        </p:nvSpPr>
        <p:spPr>
          <a:xfrm>
            <a:off x="343032" y="3580117"/>
            <a:ext cx="8074862" cy="1993707"/>
          </a:xfrm>
          <a:prstGeom prst="rect">
            <a:avLst/>
          </a:prstGeom>
          <a:noFill/>
          <a:ln w="15875" cap="flat" cmpd="sng" algn="ctr">
            <a:solidFill>
              <a:srgbClr val="7AA016"/>
            </a:solidFill>
            <a:prstDash val="solid"/>
            <a:miter lim="800000"/>
          </a:ln>
          <a:effectLst/>
        </p:spPr>
        <p:txBody>
          <a:bodyPr tIns="9144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endParaRPr>
          </a:p>
        </p:txBody>
      </p:sp>
      <p:sp>
        <p:nvSpPr>
          <p:cNvPr id="5" name="Cylinder 4">
            <a:extLst>
              <a:ext uri="{FF2B5EF4-FFF2-40B4-BE49-F238E27FC236}">
                <a16:creationId xmlns:a16="http://schemas.microsoft.com/office/drawing/2014/main" id="{A65595EE-C0FC-7AA5-C096-9B20F7F9016A}"/>
              </a:ext>
            </a:extLst>
          </p:cNvPr>
          <p:cNvSpPr/>
          <p:nvPr/>
        </p:nvSpPr>
        <p:spPr>
          <a:xfrm>
            <a:off x="575535" y="5028785"/>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6" name="Rectangle 5">
            <a:extLst>
              <a:ext uri="{FF2B5EF4-FFF2-40B4-BE49-F238E27FC236}">
                <a16:creationId xmlns:a16="http://schemas.microsoft.com/office/drawing/2014/main" id="{179CC8B6-55EE-C4C4-C283-148B03ED4FF1}"/>
              </a:ext>
            </a:extLst>
          </p:cNvPr>
          <p:cNvSpPr/>
          <p:nvPr/>
        </p:nvSpPr>
        <p:spPr>
          <a:xfrm>
            <a:off x="335438" y="1733619"/>
            <a:ext cx="8092966" cy="1268566"/>
          </a:xfrm>
          <a:prstGeom prst="rect">
            <a:avLst/>
          </a:prstGeom>
          <a:noFill/>
          <a:ln w="19050" cap="flat" cmpd="sng" algn="ctr">
            <a:solidFill>
              <a:srgbClr val="FF6A3D"/>
            </a:solidFill>
            <a:prstDash val="dash"/>
            <a:miter lim="800000"/>
          </a:ln>
          <a:effectLst/>
        </p:spPr>
        <p:txBody>
          <a:bodyPr tIns="9144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5A6B86"/>
              </a:solidFill>
              <a:effectLst/>
              <a:uLnTx/>
              <a:uFillTx/>
              <a:latin typeface="Arial" panose="020B0604020202020204" pitchFamily="34" charset="0"/>
              <a:ea typeface="+mn-ea"/>
              <a:cs typeface="Arial" panose="020B0604020202020204" pitchFamily="34" charset="0"/>
            </a:endParaRPr>
          </a:p>
        </p:txBody>
      </p:sp>
      <p:pic>
        <p:nvPicPr>
          <p:cNvPr id="7" name="Graphic 5">
            <a:extLst>
              <a:ext uri="{FF2B5EF4-FFF2-40B4-BE49-F238E27FC236}">
                <a16:creationId xmlns:a16="http://schemas.microsoft.com/office/drawing/2014/main" id="{053ADB90-0AD5-E48C-63DF-D8CED7B2F7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331" y="2497529"/>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raphic 5">
            <a:extLst>
              <a:ext uri="{FF2B5EF4-FFF2-40B4-BE49-F238E27FC236}">
                <a16:creationId xmlns:a16="http://schemas.microsoft.com/office/drawing/2014/main" id="{8A36C34D-6565-6F71-E66D-84965C2C6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887" y="2497291"/>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raphic 5">
            <a:extLst>
              <a:ext uri="{FF2B5EF4-FFF2-40B4-BE49-F238E27FC236}">
                <a16:creationId xmlns:a16="http://schemas.microsoft.com/office/drawing/2014/main" id="{0E54FA5A-17C7-81DB-D318-31ED1EDBF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414" y="2497291"/>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9">
            <a:extLst>
              <a:ext uri="{FF2B5EF4-FFF2-40B4-BE49-F238E27FC236}">
                <a16:creationId xmlns:a16="http://schemas.microsoft.com/office/drawing/2014/main" id="{9802F68C-32E2-0A62-DAE0-DB7FAF066E9D}"/>
              </a:ext>
            </a:extLst>
          </p:cNvPr>
          <p:cNvGrpSpPr/>
          <p:nvPr/>
        </p:nvGrpSpPr>
        <p:grpSpPr>
          <a:xfrm>
            <a:off x="1344819" y="4181301"/>
            <a:ext cx="625362" cy="625362"/>
            <a:chOff x="6446494" y="3745839"/>
            <a:chExt cx="739692" cy="739692"/>
          </a:xfrm>
        </p:grpSpPr>
        <p:pic>
          <p:nvPicPr>
            <p:cNvPr id="11" name="Graphic 20">
              <a:extLst>
                <a:ext uri="{FF2B5EF4-FFF2-40B4-BE49-F238E27FC236}">
                  <a16:creationId xmlns:a16="http://schemas.microsoft.com/office/drawing/2014/main" id="{7905537B-77E1-D9EE-5D5F-93EA950B92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12" name="TextBox 11">
              <a:extLst>
                <a:ext uri="{FF2B5EF4-FFF2-40B4-BE49-F238E27FC236}">
                  <a16:creationId xmlns:a16="http://schemas.microsoft.com/office/drawing/2014/main" id="{55842794-E6A0-CCEE-9514-A0E9CAF6F19D}"/>
                </a:ext>
              </a:extLst>
            </p:cNvPr>
            <p:cNvSpPr txBox="1"/>
            <p:nvPr/>
          </p:nvSpPr>
          <p:spPr>
            <a:xfrm flipH="1">
              <a:off x="6602835" y="3801317"/>
              <a:ext cx="467906" cy="523220"/>
            </a:xfrm>
            <a:prstGeom prst="rect">
              <a:avLst/>
            </a:prstGeom>
            <a:noFill/>
          </p:spPr>
          <p:txBody>
            <a:bodyPr wrap="square" lIns="0" rIns="0" rtlCol="0">
              <a:spAutoFit/>
            </a:bodyPr>
            <a:lstStyle/>
            <a:p>
              <a:pPr algn="ctr">
                <a:defRPr/>
              </a:pPr>
              <a:r>
                <a:rPr lang="en-US" sz="2800" dirty="0">
                  <a:solidFill>
                    <a:srgbClr val="F2B118"/>
                  </a:solidFill>
                  <a:latin typeface="Amazon Ember Display"/>
                </a:rPr>
                <a:t>P</a:t>
              </a:r>
            </a:p>
          </p:txBody>
        </p:sp>
      </p:grpSp>
      <p:grpSp>
        <p:nvGrpSpPr>
          <p:cNvPr id="13" name="Group 12">
            <a:extLst>
              <a:ext uri="{FF2B5EF4-FFF2-40B4-BE49-F238E27FC236}">
                <a16:creationId xmlns:a16="http://schemas.microsoft.com/office/drawing/2014/main" id="{B2E39F9B-56D3-F1D9-54E1-B82509F30EC2}"/>
              </a:ext>
            </a:extLst>
          </p:cNvPr>
          <p:cNvGrpSpPr/>
          <p:nvPr/>
        </p:nvGrpSpPr>
        <p:grpSpPr>
          <a:xfrm>
            <a:off x="575956" y="4181301"/>
            <a:ext cx="625362" cy="625362"/>
            <a:chOff x="6446494" y="3745839"/>
            <a:chExt cx="739692" cy="739692"/>
          </a:xfrm>
        </p:grpSpPr>
        <p:pic>
          <p:nvPicPr>
            <p:cNvPr id="14" name="Graphic 20">
              <a:extLst>
                <a:ext uri="{FF2B5EF4-FFF2-40B4-BE49-F238E27FC236}">
                  <a16:creationId xmlns:a16="http://schemas.microsoft.com/office/drawing/2014/main" id="{B28ECC41-1E49-DB9F-ECDB-86505DD23E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15" name="TextBox 14">
              <a:extLst>
                <a:ext uri="{FF2B5EF4-FFF2-40B4-BE49-F238E27FC236}">
                  <a16:creationId xmlns:a16="http://schemas.microsoft.com/office/drawing/2014/main" id="{F1CE4C17-AA60-F8EB-4405-D0F8225F89A8}"/>
                </a:ext>
              </a:extLst>
            </p:cNvPr>
            <p:cNvSpPr txBox="1"/>
            <p:nvPr/>
          </p:nvSpPr>
          <p:spPr>
            <a:xfrm flipH="1">
              <a:off x="6582387" y="3790934"/>
              <a:ext cx="467906" cy="422702"/>
            </a:xfrm>
            <a:prstGeom prst="rect">
              <a:avLst/>
            </a:prstGeom>
            <a:noFill/>
          </p:spPr>
          <p:txBody>
            <a:bodyPr wrap="square" lIns="0" rIns="0" rtlCol="0">
              <a:spAutoFit/>
            </a:bodyPr>
            <a:lstStyle/>
            <a:p>
              <a:pPr algn="ctr">
                <a:defRPr/>
              </a:pPr>
              <a:r>
                <a:rPr lang="en-US" sz="2800">
                  <a:solidFill>
                    <a:srgbClr val="F2B118"/>
                  </a:solidFill>
                  <a:latin typeface="Amazon Ember Display"/>
                </a:rPr>
                <a:t>A</a:t>
              </a:r>
            </a:p>
          </p:txBody>
        </p:sp>
      </p:grpSp>
      <p:sp>
        <p:nvSpPr>
          <p:cNvPr id="16" name="Rectangle 15">
            <a:extLst>
              <a:ext uri="{FF2B5EF4-FFF2-40B4-BE49-F238E27FC236}">
                <a16:creationId xmlns:a16="http://schemas.microsoft.com/office/drawing/2014/main" id="{B247C698-FCAE-0175-FE9E-0F839267DDDD}"/>
              </a:ext>
            </a:extLst>
          </p:cNvPr>
          <p:cNvSpPr/>
          <p:nvPr/>
        </p:nvSpPr>
        <p:spPr>
          <a:xfrm>
            <a:off x="430841" y="4108295"/>
            <a:ext cx="1721166" cy="1370377"/>
          </a:xfrm>
          <a:prstGeom prst="rect">
            <a:avLst/>
          </a:prstGeom>
          <a:noFill/>
          <a:ln w="12700" cap="flat" cmpd="sng" algn="ctr">
            <a:solidFill>
              <a:srgbClr val="FF6A3D"/>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17" name="Cylinder 16">
            <a:extLst>
              <a:ext uri="{FF2B5EF4-FFF2-40B4-BE49-F238E27FC236}">
                <a16:creationId xmlns:a16="http://schemas.microsoft.com/office/drawing/2014/main" id="{C7F202E0-D5D5-192A-F3EF-81AF37F3E459}"/>
              </a:ext>
            </a:extLst>
          </p:cNvPr>
          <p:cNvSpPr/>
          <p:nvPr/>
        </p:nvSpPr>
        <p:spPr>
          <a:xfrm>
            <a:off x="1344819" y="5028785"/>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cxnSp>
        <p:nvCxnSpPr>
          <p:cNvPr id="18" name="Straight Connector 17">
            <a:extLst>
              <a:ext uri="{FF2B5EF4-FFF2-40B4-BE49-F238E27FC236}">
                <a16:creationId xmlns:a16="http://schemas.microsoft.com/office/drawing/2014/main" id="{30598CDA-C8ED-F889-164E-A5E6EA62E56A}"/>
              </a:ext>
            </a:extLst>
          </p:cNvPr>
          <p:cNvCxnSpPr>
            <a:cxnSpLocks/>
            <a:stCxn id="14" idx="2"/>
            <a:endCxn id="5" idx="1"/>
          </p:cNvCxnSpPr>
          <p:nvPr/>
        </p:nvCxnSpPr>
        <p:spPr>
          <a:xfrm flipH="1">
            <a:off x="888216" y="4806663"/>
            <a:ext cx="421" cy="222122"/>
          </a:xfrm>
          <a:prstGeom prst="line">
            <a:avLst/>
          </a:prstGeom>
          <a:noFill/>
          <a:ln w="19050" cap="rnd" cmpd="sng" algn="ctr">
            <a:solidFill>
              <a:srgbClr val="FFFFFF"/>
            </a:solidFill>
            <a:prstDash val="sysDot"/>
            <a:round/>
          </a:ln>
          <a:effectLst/>
        </p:spPr>
      </p:cxnSp>
      <p:cxnSp>
        <p:nvCxnSpPr>
          <p:cNvPr id="19" name="Straight Connector 18">
            <a:extLst>
              <a:ext uri="{FF2B5EF4-FFF2-40B4-BE49-F238E27FC236}">
                <a16:creationId xmlns:a16="http://schemas.microsoft.com/office/drawing/2014/main" id="{7C8C0907-6E2C-37CE-161D-B4EEC3F70A11}"/>
              </a:ext>
            </a:extLst>
          </p:cNvPr>
          <p:cNvCxnSpPr>
            <a:cxnSpLocks/>
            <a:stCxn id="11" idx="2"/>
            <a:endCxn id="17" idx="1"/>
          </p:cNvCxnSpPr>
          <p:nvPr/>
        </p:nvCxnSpPr>
        <p:spPr>
          <a:xfrm>
            <a:off x="1657500" y="4806663"/>
            <a:ext cx="0" cy="222122"/>
          </a:xfrm>
          <a:prstGeom prst="line">
            <a:avLst/>
          </a:prstGeom>
          <a:noFill/>
          <a:ln w="19050" cap="rnd" cmpd="sng" algn="ctr">
            <a:solidFill>
              <a:srgbClr val="FFFFFF"/>
            </a:solidFill>
            <a:prstDash val="sysDot"/>
            <a:round/>
          </a:ln>
          <a:effectLst/>
        </p:spPr>
      </p:cxnSp>
      <p:cxnSp>
        <p:nvCxnSpPr>
          <p:cNvPr id="20" name="Straight Arrow Connector 19">
            <a:extLst>
              <a:ext uri="{FF2B5EF4-FFF2-40B4-BE49-F238E27FC236}">
                <a16:creationId xmlns:a16="http://schemas.microsoft.com/office/drawing/2014/main" id="{76E4B052-D413-0FC7-DC8B-88917BB19768}"/>
              </a:ext>
            </a:extLst>
          </p:cNvPr>
          <p:cNvCxnSpPr>
            <a:stCxn id="5" idx="4"/>
            <a:endCxn id="17" idx="2"/>
          </p:cNvCxnSpPr>
          <p:nvPr/>
        </p:nvCxnSpPr>
        <p:spPr>
          <a:xfrm>
            <a:off x="1200897" y="5211413"/>
            <a:ext cx="143922" cy="0"/>
          </a:xfrm>
          <a:prstGeom prst="straightConnector1">
            <a:avLst/>
          </a:prstGeom>
          <a:noFill/>
          <a:ln w="19050" cap="rnd" cmpd="sng" algn="ctr">
            <a:solidFill>
              <a:srgbClr val="FFFFFF"/>
            </a:solidFill>
            <a:prstDash val="solid"/>
            <a:round/>
            <a:tailEnd type="triangle"/>
          </a:ln>
          <a:effectLst/>
        </p:spPr>
      </p:cxnSp>
      <p:pic>
        <p:nvPicPr>
          <p:cNvPr id="21" name="Graphic 5">
            <a:extLst>
              <a:ext uri="{FF2B5EF4-FFF2-40B4-BE49-F238E27FC236}">
                <a16:creationId xmlns:a16="http://schemas.microsoft.com/office/drawing/2014/main" id="{4ED7B5B2-CDDA-808E-75B4-2695512B6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3155" y="2497290"/>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Cylinder 21">
            <a:extLst>
              <a:ext uri="{FF2B5EF4-FFF2-40B4-BE49-F238E27FC236}">
                <a16:creationId xmlns:a16="http://schemas.microsoft.com/office/drawing/2014/main" id="{B56F2210-930A-A384-330E-891E71BFEA27}"/>
              </a:ext>
            </a:extLst>
          </p:cNvPr>
          <p:cNvSpPr/>
          <p:nvPr/>
        </p:nvSpPr>
        <p:spPr>
          <a:xfrm>
            <a:off x="2503152" y="5028783"/>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pic>
        <p:nvPicPr>
          <p:cNvPr id="23" name="Graphic 5">
            <a:extLst>
              <a:ext uri="{FF2B5EF4-FFF2-40B4-BE49-F238E27FC236}">
                <a16:creationId xmlns:a16="http://schemas.microsoft.com/office/drawing/2014/main" id="{8F2275B3-381D-BCB9-3C71-02AA9317DF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948" y="2497527"/>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Graphic 5">
            <a:extLst>
              <a:ext uri="{FF2B5EF4-FFF2-40B4-BE49-F238E27FC236}">
                <a16:creationId xmlns:a16="http://schemas.microsoft.com/office/drawing/2014/main" id="{E09BB56D-8F0C-0510-3191-0C8FEA530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7504" y="2497289"/>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Graphic 5">
            <a:extLst>
              <a:ext uri="{FF2B5EF4-FFF2-40B4-BE49-F238E27FC236}">
                <a16:creationId xmlns:a16="http://schemas.microsoft.com/office/drawing/2014/main" id="{6F7BFFD5-B468-862C-42E6-D81DD27B14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1031" y="2497289"/>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25">
            <a:extLst>
              <a:ext uri="{FF2B5EF4-FFF2-40B4-BE49-F238E27FC236}">
                <a16:creationId xmlns:a16="http://schemas.microsoft.com/office/drawing/2014/main" id="{F59DF48E-2E4B-4869-77E1-7F11C4D08E85}"/>
              </a:ext>
            </a:extLst>
          </p:cNvPr>
          <p:cNvGrpSpPr/>
          <p:nvPr/>
        </p:nvGrpSpPr>
        <p:grpSpPr>
          <a:xfrm>
            <a:off x="3272436" y="4181299"/>
            <a:ext cx="625362" cy="625362"/>
            <a:chOff x="6446494" y="3745839"/>
            <a:chExt cx="739692" cy="739692"/>
          </a:xfrm>
        </p:grpSpPr>
        <p:pic>
          <p:nvPicPr>
            <p:cNvPr id="27" name="Graphic 20">
              <a:extLst>
                <a:ext uri="{FF2B5EF4-FFF2-40B4-BE49-F238E27FC236}">
                  <a16:creationId xmlns:a16="http://schemas.microsoft.com/office/drawing/2014/main" id="{E80D3929-C701-624A-42EB-CD8597FFC9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28" name="TextBox 27">
              <a:extLst>
                <a:ext uri="{FF2B5EF4-FFF2-40B4-BE49-F238E27FC236}">
                  <a16:creationId xmlns:a16="http://schemas.microsoft.com/office/drawing/2014/main" id="{C5038C6F-E2D5-A163-869C-8B5B43A832FE}"/>
                </a:ext>
              </a:extLst>
            </p:cNvPr>
            <p:cNvSpPr txBox="1"/>
            <p:nvPr/>
          </p:nvSpPr>
          <p:spPr>
            <a:xfrm flipH="1">
              <a:off x="6602835" y="3801317"/>
              <a:ext cx="467906" cy="523220"/>
            </a:xfrm>
            <a:prstGeom prst="rect">
              <a:avLst/>
            </a:prstGeom>
            <a:noFill/>
          </p:spPr>
          <p:txBody>
            <a:bodyPr wrap="square" lIns="0" rIns="0" rtlCol="0">
              <a:spAutoFit/>
            </a:bodyPr>
            <a:lstStyle/>
            <a:p>
              <a:pPr algn="ctr">
                <a:defRPr/>
              </a:pPr>
              <a:r>
                <a:rPr lang="en-US" sz="2800" dirty="0">
                  <a:solidFill>
                    <a:srgbClr val="F2B118"/>
                  </a:solidFill>
                  <a:latin typeface="Amazon Ember Display"/>
                </a:rPr>
                <a:t>P</a:t>
              </a:r>
            </a:p>
          </p:txBody>
        </p:sp>
      </p:grpSp>
      <p:grpSp>
        <p:nvGrpSpPr>
          <p:cNvPr id="29" name="Group 28">
            <a:extLst>
              <a:ext uri="{FF2B5EF4-FFF2-40B4-BE49-F238E27FC236}">
                <a16:creationId xmlns:a16="http://schemas.microsoft.com/office/drawing/2014/main" id="{A3E71A8A-12BF-C9BD-7F47-FC20B2AE9FED}"/>
              </a:ext>
            </a:extLst>
          </p:cNvPr>
          <p:cNvGrpSpPr/>
          <p:nvPr/>
        </p:nvGrpSpPr>
        <p:grpSpPr>
          <a:xfrm>
            <a:off x="2503573" y="4181299"/>
            <a:ext cx="625362" cy="625362"/>
            <a:chOff x="6446494" y="3745839"/>
            <a:chExt cx="739692" cy="739692"/>
          </a:xfrm>
        </p:grpSpPr>
        <p:pic>
          <p:nvPicPr>
            <p:cNvPr id="30" name="Graphic 29">
              <a:extLst>
                <a:ext uri="{FF2B5EF4-FFF2-40B4-BE49-F238E27FC236}">
                  <a16:creationId xmlns:a16="http://schemas.microsoft.com/office/drawing/2014/main" id="{8E5E91D4-9CC7-956E-6CDC-3F51591EBA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31" name="TextBox 30">
              <a:extLst>
                <a:ext uri="{FF2B5EF4-FFF2-40B4-BE49-F238E27FC236}">
                  <a16:creationId xmlns:a16="http://schemas.microsoft.com/office/drawing/2014/main" id="{94E07EC1-78CB-A4C5-7EC0-0280B78EF11E}"/>
                </a:ext>
              </a:extLst>
            </p:cNvPr>
            <p:cNvSpPr txBox="1"/>
            <p:nvPr/>
          </p:nvSpPr>
          <p:spPr>
            <a:xfrm flipH="1">
              <a:off x="6582387" y="3790934"/>
              <a:ext cx="467906" cy="422702"/>
            </a:xfrm>
            <a:prstGeom prst="rect">
              <a:avLst/>
            </a:prstGeom>
            <a:noFill/>
          </p:spPr>
          <p:txBody>
            <a:bodyPr wrap="square" lIns="0" rIns="0" rtlCol="0">
              <a:spAutoFit/>
            </a:bodyPr>
            <a:lstStyle/>
            <a:p>
              <a:pPr algn="ctr">
                <a:defRPr/>
              </a:pPr>
              <a:r>
                <a:rPr lang="en-US" sz="2800">
                  <a:solidFill>
                    <a:srgbClr val="F2B118"/>
                  </a:solidFill>
                  <a:latin typeface="Amazon Ember Display"/>
                </a:rPr>
                <a:t>A</a:t>
              </a:r>
            </a:p>
          </p:txBody>
        </p:sp>
      </p:grpSp>
      <p:sp>
        <p:nvSpPr>
          <p:cNvPr id="32" name="Rectangle 31">
            <a:extLst>
              <a:ext uri="{FF2B5EF4-FFF2-40B4-BE49-F238E27FC236}">
                <a16:creationId xmlns:a16="http://schemas.microsoft.com/office/drawing/2014/main" id="{69ACCDE7-B5A9-0158-5E32-366E7517523B}"/>
              </a:ext>
            </a:extLst>
          </p:cNvPr>
          <p:cNvSpPr/>
          <p:nvPr/>
        </p:nvSpPr>
        <p:spPr>
          <a:xfrm>
            <a:off x="2358458" y="4108293"/>
            <a:ext cx="1721166" cy="1370377"/>
          </a:xfrm>
          <a:prstGeom prst="rect">
            <a:avLst/>
          </a:prstGeom>
          <a:noFill/>
          <a:ln w="12700" cap="flat" cmpd="sng" algn="ctr">
            <a:solidFill>
              <a:srgbClr val="FF6A3D"/>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33" name="Cylinder 32">
            <a:extLst>
              <a:ext uri="{FF2B5EF4-FFF2-40B4-BE49-F238E27FC236}">
                <a16:creationId xmlns:a16="http://schemas.microsoft.com/office/drawing/2014/main" id="{66B75D06-B7B8-D935-0BCD-CC8CF6EF3519}"/>
              </a:ext>
            </a:extLst>
          </p:cNvPr>
          <p:cNvSpPr/>
          <p:nvPr/>
        </p:nvSpPr>
        <p:spPr>
          <a:xfrm>
            <a:off x="3272436" y="5028783"/>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cxnSp>
        <p:nvCxnSpPr>
          <p:cNvPr id="34" name="Straight Connector 33">
            <a:extLst>
              <a:ext uri="{FF2B5EF4-FFF2-40B4-BE49-F238E27FC236}">
                <a16:creationId xmlns:a16="http://schemas.microsoft.com/office/drawing/2014/main" id="{39A50A24-2BBD-CB09-22D4-E14B6D09DC4F}"/>
              </a:ext>
            </a:extLst>
          </p:cNvPr>
          <p:cNvCxnSpPr>
            <a:cxnSpLocks/>
            <a:stCxn id="30" idx="2"/>
            <a:endCxn id="22" idx="1"/>
          </p:cNvCxnSpPr>
          <p:nvPr/>
        </p:nvCxnSpPr>
        <p:spPr>
          <a:xfrm flipH="1">
            <a:off x="2815833" y="4806661"/>
            <a:ext cx="421" cy="222122"/>
          </a:xfrm>
          <a:prstGeom prst="line">
            <a:avLst/>
          </a:prstGeom>
          <a:noFill/>
          <a:ln w="19050" cap="rnd" cmpd="sng" algn="ctr">
            <a:solidFill>
              <a:srgbClr val="FFFFFF"/>
            </a:solidFill>
            <a:prstDash val="sysDot"/>
            <a:round/>
          </a:ln>
          <a:effectLst/>
        </p:spPr>
      </p:cxnSp>
      <p:cxnSp>
        <p:nvCxnSpPr>
          <p:cNvPr id="35" name="Straight Connector 34">
            <a:extLst>
              <a:ext uri="{FF2B5EF4-FFF2-40B4-BE49-F238E27FC236}">
                <a16:creationId xmlns:a16="http://schemas.microsoft.com/office/drawing/2014/main" id="{8F83B95B-0EDC-0042-8DE9-5AC7D707F946}"/>
              </a:ext>
            </a:extLst>
          </p:cNvPr>
          <p:cNvCxnSpPr>
            <a:cxnSpLocks/>
            <a:stCxn id="27" idx="2"/>
            <a:endCxn id="33" idx="1"/>
          </p:cNvCxnSpPr>
          <p:nvPr/>
        </p:nvCxnSpPr>
        <p:spPr>
          <a:xfrm>
            <a:off x="3585117" y="4806661"/>
            <a:ext cx="0" cy="222122"/>
          </a:xfrm>
          <a:prstGeom prst="line">
            <a:avLst/>
          </a:prstGeom>
          <a:noFill/>
          <a:ln w="19050" cap="rnd" cmpd="sng" algn="ctr">
            <a:solidFill>
              <a:srgbClr val="FFFFFF"/>
            </a:solidFill>
            <a:prstDash val="sysDot"/>
            <a:round/>
          </a:ln>
          <a:effectLst/>
        </p:spPr>
      </p:cxnSp>
      <p:cxnSp>
        <p:nvCxnSpPr>
          <p:cNvPr id="36" name="Straight Arrow Connector 35">
            <a:extLst>
              <a:ext uri="{FF2B5EF4-FFF2-40B4-BE49-F238E27FC236}">
                <a16:creationId xmlns:a16="http://schemas.microsoft.com/office/drawing/2014/main" id="{FB72A5E1-CBB2-6373-849A-2E7D25F5A0D0}"/>
              </a:ext>
            </a:extLst>
          </p:cNvPr>
          <p:cNvCxnSpPr>
            <a:stCxn id="22" idx="4"/>
            <a:endCxn id="33" idx="2"/>
          </p:cNvCxnSpPr>
          <p:nvPr/>
        </p:nvCxnSpPr>
        <p:spPr>
          <a:xfrm>
            <a:off x="3128514" y="5211411"/>
            <a:ext cx="143922" cy="0"/>
          </a:xfrm>
          <a:prstGeom prst="straightConnector1">
            <a:avLst/>
          </a:prstGeom>
          <a:noFill/>
          <a:ln w="19050" cap="rnd" cmpd="sng" algn="ctr">
            <a:solidFill>
              <a:srgbClr val="FFFFFF"/>
            </a:solidFill>
            <a:prstDash val="solid"/>
            <a:round/>
            <a:tailEnd type="triangle"/>
          </a:ln>
          <a:effectLst/>
        </p:spPr>
      </p:cxnSp>
      <p:pic>
        <p:nvPicPr>
          <p:cNvPr id="37" name="Graphic 5">
            <a:extLst>
              <a:ext uri="{FF2B5EF4-FFF2-40B4-BE49-F238E27FC236}">
                <a16:creationId xmlns:a16="http://schemas.microsoft.com/office/drawing/2014/main" id="{5AF3F8DA-38C7-2D4B-8BE6-C726D8D3C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0772" y="2497288"/>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Cylinder 37">
            <a:extLst>
              <a:ext uri="{FF2B5EF4-FFF2-40B4-BE49-F238E27FC236}">
                <a16:creationId xmlns:a16="http://schemas.microsoft.com/office/drawing/2014/main" id="{0668FFAF-C1B7-7F3C-38FF-A48697C50918}"/>
              </a:ext>
            </a:extLst>
          </p:cNvPr>
          <p:cNvSpPr/>
          <p:nvPr/>
        </p:nvSpPr>
        <p:spPr>
          <a:xfrm>
            <a:off x="4423336" y="5028783"/>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pic>
        <p:nvPicPr>
          <p:cNvPr id="39" name="Graphic 5">
            <a:extLst>
              <a:ext uri="{FF2B5EF4-FFF2-40B4-BE49-F238E27FC236}">
                <a16:creationId xmlns:a16="http://schemas.microsoft.com/office/drawing/2014/main" id="{C83C09EA-1735-909D-9643-F8E215A5E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132" y="2497527"/>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Graphic 5">
            <a:extLst>
              <a:ext uri="{FF2B5EF4-FFF2-40B4-BE49-F238E27FC236}">
                <a16:creationId xmlns:a16="http://schemas.microsoft.com/office/drawing/2014/main" id="{E55C846C-8710-27D1-30CF-FA32F22CB7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688" y="2497289"/>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Graphic 5">
            <a:extLst>
              <a:ext uri="{FF2B5EF4-FFF2-40B4-BE49-F238E27FC236}">
                <a16:creationId xmlns:a16="http://schemas.microsoft.com/office/drawing/2014/main" id="{5137B220-5274-C7F8-1FDB-23BE0C522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215" y="2497289"/>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 name="Group 41">
            <a:extLst>
              <a:ext uri="{FF2B5EF4-FFF2-40B4-BE49-F238E27FC236}">
                <a16:creationId xmlns:a16="http://schemas.microsoft.com/office/drawing/2014/main" id="{87142A4E-140C-8CD1-FE27-D38FBB4DEAFB}"/>
              </a:ext>
            </a:extLst>
          </p:cNvPr>
          <p:cNvGrpSpPr/>
          <p:nvPr/>
        </p:nvGrpSpPr>
        <p:grpSpPr>
          <a:xfrm>
            <a:off x="5192620" y="4181299"/>
            <a:ext cx="625362" cy="625362"/>
            <a:chOff x="6446494" y="3745839"/>
            <a:chExt cx="739692" cy="739692"/>
          </a:xfrm>
        </p:grpSpPr>
        <p:pic>
          <p:nvPicPr>
            <p:cNvPr id="43" name="Graphic 20">
              <a:extLst>
                <a:ext uri="{FF2B5EF4-FFF2-40B4-BE49-F238E27FC236}">
                  <a16:creationId xmlns:a16="http://schemas.microsoft.com/office/drawing/2014/main" id="{E71CAF9C-5125-10F2-DB81-A499AFB0C4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44" name="TextBox 43">
              <a:extLst>
                <a:ext uri="{FF2B5EF4-FFF2-40B4-BE49-F238E27FC236}">
                  <a16:creationId xmlns:a16="http://schemas.microsoft.com/office/drawing/2014/main" id="{3BCBD201-5AB1-5610-15D8-7AB46A27F45D}"/>
                </a:ext>
              </a:extLst>
            </p:cNvPr>
            <p:cNvSpPr txBox="1"/>
            <p:nvPr/>
          </p:nvSpPr>
          <p:spPr>
            <a:xfrm flipH="1">
              <a:off x="6602835" y="3801317"/>
              <a:ext cx="467906" cy="523220"/>
            </a:xfrm>
            <a:prstGeom prst="rect">
              <a:avLst/>
            </a:prstGeom>
            <a:noFill/>
          </p:spPr>
          <p:txBody>
            <a:bodyPr wrap="square" lIns="0" rIns="0" rtlCol="0">
              <a:spAutoFit/>
            </a:bodyPr>
            <a:lstStyle/>
            <a:p>
              <a:pPr algn="ctr">
                <a:defRPr/>
              </a:pPr>
              <a:r>
                <a:rPr lang="en-US" sz="2800">
                  <a:solidFill>
                    <a:srgbClr val="F2B118"/>
                  </a:solidFill>
                  <a:latin typeface="Amazon Ember Display"/>
                </a:rPr>
                <a:t>P</a:t>
              </a:r>
            </a:p>
          </p:txBody>
        </p:sp>
      </p:grpSp>
      <p:grpSp>
        <p:nvGrpSpPr>
          <p:cNvPr id="45" name="Group 44">
            <a:extLst>
              <a:ext uri="{FF2B5EF4-FFF2-40B4-BE49-F238E27FC236}">
                <a16:creationId xmlns:a16="http://schemas.microsoft.com/office/drawing/2014/main" id="{0FCDC590-D2B5-22AC-4BFA-A7D936FA5768}"/>
              </a:ext>
            </a:extLst>
          </p:cNvPr>
          <p:cNvGrpSpPr/>
          <p:nvPr/>
        </p:nvGrpSpPr>
        <p:grpSpPr>
          <a:xfrm>
            <a:off x="4423757" y="4181299"/>
            <a:ext cx="625362" cy="625362"/>
            <a:chOff x="6446494" y="3745839"/>
            <a:chExt cx="739692" cy="739692"/>
          </a:xfrm>
        </p:grpSpPr>
        <p:pic>
          <p:nvPicPr>
            <p:cNvPr id="46" name="Graphic 45">
              <a:extLst>
                <a:ext uri="{FF2B5EF4-FFF2-40B4-BE49-F238E27FC236}">
                  <a16:creationId xmlns:a16="http://schemas.microsoft.com/office/drawing/2014/main" id="{7D317C9E-A397-3B26-A7D7-78198807FA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47" name="TextBox 46">
              <a:extLst>
                <a:ext uri="{FF2B5EF4-FFF2-40B4-BE49-F238E27FC236}">
                  <a16:creationId xmlns:a16="http://schemas.microsoft.com/office/drawing/2014/main" id="{45608DB7-A603-5EC0-554F-D6206659AFEB}"/>
                </a:ext>
              </a:extLst>
            </p:cNvPr>
            <p:cNvSpPr txBox="1"/>
            <p:nvPr/>
          </p:nvSpPr>
          <p:spPr>
            <a:xfrm flipH="1">
              <a:off x="6582387" y="3790934"/>
              <a:ext cx="467906" cy="422702"/>
            </a:xfrm>
            <a:prstGeom prst="rect">
              <a:avLst/>
            </a:prstGeom>
            <a:noFill/>
          </p:spPr>
          <p:txBody>
            <a:bodyPr wrap="square" lIns="0" rIns="0" rtlCol="0">
              <a:spAutoFit/>
            </a:bodyPr>
            <a:lstStyle/>
            <a:p>
              <a:pPr algn="ctr">
                <a:defRPr/>
              </a:pPr>
              <a:r>
                <a:rPr lang="en-US" sz="2800">
                  <a:solidFill>
                    <a:srgbClr val="F2B118"/>
                  </a:solidFill>
                  <a:latin typeface="Amazon Ember Display"/>
                </a:rPr>
                <a:t>A</a:t>
              </a:r>
            </a:p>
          </p:txBody>
        </p:sp>
      </p:grpSp>
      <p:sp>
        <p:nvSpPr>
          <p:cNvPr id="48" name="Rectangle 47">
            <a:extLst>
              <a:ext uri="{FF2B5EF4-FFF2-40B4-BE49-F238E27FC236}">
                <a16:creationId xmlns:a16="http://schemas.microsoft.com/office/drawing/2014/main" id="{5ADDFAE8-BAF4-EE97-139F-05C8962B4B63}"/>
              </a:ext>
            </a:extLst>
          </p:cNvPr>
          <p:cNvSpPr/>
          <p:nvPr/>
        </p:nvSpPr>
        <p:spPr>
          <a:xfrm>
            <a:off x="4278642" y="4108293"/>
            <a:ext cx="1721166" cy="1370377"/>
          </a:xfrm>
          <a:prstGeom prst="rect">
            <a:avLst/>
          </a:prstGeom>
          <a:noFill/>
          <a:ln w="12700" cap="flat" cmpd="sng" algn="ctr">
            <a:solidFill>
              <a:srgbClr val="FF6A3D"/>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49" name="Cylinder 48">
            <a:extLst>
              <a:ext uri="{FF2B5EF4-FFF2-40B4-BE49-F238E27FC236}">
                <a16:creationId xmlns:a16="http://schemas.microsoft.com/office/drawing/2014/main" id="{C8D732EC-5C8B-5CC4-BDAE-2C045E41C089}"/>
              </a:ext>
            </a:extLst>
          </p:cNvPr>
          <p:cNvSpPr/>
          <p:nvPr/>
        </p:nvSpPr>
        <p:spPr>
          <a:xfrm>
            <a:off x="5192620" y="5028783"/>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cxnSp>
        <p:nvCxnSpPr>
          <p:cNvPr id="50" name="Straight Connector 49">
            <a:extLst>
              <a:ext uri="{FF2B5EF4-FFF2-40B4-BE49-F238E27FC236}">
                <a16:creationId xmlns:a16="http://schemas.microsoft.com/office/drawing/2014/main" id="{895FA41A-5A46-0FA1-B3EC-C1E50A5806FC}"/>
              </a:ext>
            </a:extLst>
          </p:cNvPr>
          <p:cNvCxnSpPr>
            <a:cxnSpLocks/>
            <a:stCxn id="46" idx="2"/>
            <a:endCxn id="38" idx="1"/>
          </p:cNvCxnSpPr>
          <p:nvPr/>
        </p:nvCxnSpPr>
        <p:spPr>
          <a:xfrm flipH="1">
            <a:off x="4736017" y="4806661"/>
            <a:ext cx="421" cy="222122"/>
          </a:xfrm>
          <a:prstGeom prst="line">
            <a:avLst/>
          </a:prstGeom>
          <a:noFill/>
          <a:ln w="19050" cap="rnd" cmpd="sng" algn="ctr">
            <a:solidFill>
              <a:srgbClr val="FFFFFF"/>
            </a:solidFill>
            <a:prstDash val="sysDot"/>
            <a:round/>
          </a:ln>
          <a:effectLst/>
        </p:spPr>
      </p:cxnSp>
      <p:cxnSp>
        <p:nvCxnSpPr>
          <p:cNvPr id="51" name="Straight Connector 50">
            <a:extLst>
              <a:ext uri="{FF2B5EF4-FFF2-40B4-BE49-F238E27FC236}">
                <a16:creationId xmlns:a16="http://schemas.microsoft.com/office/drawing/2014/main" id="{C4072059-7CF9-1294-AEC0-ED101B6717D2}"/>
              </a:ext>
            </a:extLst>
          </p:cNvPr>
          <p:cNvCxnSpPr>
            <a:cxnSpLocks/>
            <a:stCxn id="43" idx="2"/>
            <a:endCxn id="49" idx="1"/>
          </p:cNvCxnSpPr>
          <p:nvPr/>
        </p:nvCxnSpPr>
        <p:spPr>
          <a:xfrm>
            <a:off x="5505301" y="4806661"/>
            <a:ext cx="0" cy="222122"/>
          </a:xfrm>
          <a:prstGeom prst="line">
            <a:avLst/>
          </a:prstGeom>
          <a:noFill/>
          <a:ln w="19050" cap="rnd" cmpd="sng" algn="ctr">
            <a:solidFill>
              <a:srgbClr val="FFFFFF"/>
            </a:solidFill>
            <a:prstDash val="sysDot"/>
            <a:round/>
          </a:ln>
          <a:effectLst/>
        </p:spPr>
      </p:cxnSp>
      <p:cxnSp>
        <p:nvCxnSpPr>
          <p:cNvPr id="52" name="Straight Arrow Connector 51">
            <a:extLst>
              <a:ext uri="{FF2B5EF4-FFF2-40B4-BE49-F238E27FC236}">
                <a16:creationId xmlns:a16="http://schemas.microsoft.com/office/drawing/2014/main" id="{E376A23F-CC70-E07D-AD80-FAC77952C0D5}"/>
              </a:ext>
            </a:extLst>
          </p:cNvPr>
          <p:cNvCxnSpPr>
            <a:stCxn id="38" idx="4"/>
            <a:endCxn id="49" idx="2"/>
          </p:cNvCxnSpPr>
          <p:nvPr/>
        </p:nvCxnSpPr>
        <p:spPr>
          <a:xfrm>
            <a:off x="5048698" y="5211411"/>
            <a:ext cx="143922" cy="0"/>
          </a:xfrm>
          <a:prstGeom prst="straightConnector1">
            <a:avLst/>
          </a:prstGeom>
          <a:noFill/>
          <a:ln w="19050" cap="rnd" cmpd="sng" algn="ctr">
            <a:solidFill>
              <a:srgbClr val="FFFFFF"/>
            </a:solidFill>
            <a:prstDash val="solid"/>
            <a:round/>
            <a:tailEnd type="triangle"/>
          </a:ln>
          <a:effectLst/>
        </p:spPr>
      </p:cxnSp>
      <p:pic>
        <p:nvPicPr>
          <p:cNvPr id="53" name="Graphic 5">
            <a:extLst>
              <a:ext uri="{FF2B5EF4-FFF2-40B4-BE49-F238E27FC236}">
                <a16:creationId xmlns:a16="http://schemas.microsoft.com/office/drawing/2014/main" id="{889F7735-EAE8-FF6C-267F-187022DC90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0956" y="2497288"/>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Cylinder 53">
            <a:extLst>
              <a:ext uri="{FF2B5EF4-FFF2-40B4-BE49-F238E27FC236}">
                <a16:creationId xmlns:a16="http://schemas.microsoft.com/office/drawing/2014/main" id="{498CC3ED-739A-877A-C823-543861C82B15}"/>
              </a:ext>
            </a:extLst>
          </p:cNvPr>
          <p:cNvSpPr/>
          <p:nvPr/>
        </p:nvSpPr>
        <p:spPr>
          <a:xfrm>
            <a:off x="6720810" y="5028783"/>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pic>
        <p:nvPicPr>
          <p:cNvPr id="55" name="Graphic 5">
            <a:extLst>
              <a:ext uri="{FF2B5EF4-FFF2-40B4-BE49-F238E27FC236}">
                <a16:creationId xmlns:a16="http://schemas.microsoft.com/office/drawing/2014/main" id="{381980BB-302D-8D2E-80C8-3937AB453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606" y="2497527"/>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Graphic 5">
            <a:extLst>
              <a:ext uri="{FF2B5EF4-FFF2-40B4-BE49-F238E27FC236}">
                <a16:creationId xmlns:a16="http://schemas.microsoft.com/office/drawing/2014/main" id="{0C486A84-2319-CD49-5314-9FD4EC4CC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5162" y="2497289"/>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Graphic 5">
            <a:extLst>
              <a:ext uri="{FF2B5EF4-FFF2-40B4-BE49-F238E27FC236}">
                <a16:creationId xmlns:a16="http://schemas.microsoft.com/office/drawing/2014/main" id="{E7721926-2483-14ED-B72E-FB61A58A6C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689" y="2497289"/>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 name="Group 57">
            <a:extLst>
              <a:ext uri="{FF2B5EF4-FFF2-40B4-BE49-F238E27FC236}">
                <a16:creationId xmlns:a16="http://schemas.microsoft.com/office/drawing/2014/main" id="{A7E6AA41-863F-C673-56FF-CA2EC594CA50}"/>
              </a:ext>
            </a:extLst>
          </p:cNvPr>
          <p:cNvGrpSpPr/>
          <p:nvPr/>
        </p:nvGrpSpPr>
        <p:grpSpPr>
          <a:xfrm>
            <a:off x="7490094" y="4181299"/>
            <a:ext cx="625362" cy="625362"/>
            <a:chOff x="6446494" y="3745839"/>
            <a:chExt cx="739692" cy="739692"/>
          </a:xfrm>
        </p:grpSpPr>
        <p:pic>
          <p:nvPicPr>
            <p:cNvPr id="59" name="Graphic 20">
              <a:extLst>
                <a:ext uri="{FF2B5EF4-FFF2-40B4-BE49-F238E27FC236}">
                  <a16:creationId xmlns:a16="http://schemas.microsoft.com/office/drawing/2014/main" id="{9EEB233E-6EC9-A3F4-DC91-C1BC8671D7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60" name="TextBox 59">
              <a:extLst>
                <a:ext uri="{FF2B5EF4-FFF2-40B4-BE49-F238E27FC236}">
                  <a16:creationId xmlns:a16="http://schemas.microsoft.com/office/drawing/2014/main" id="{24D48E36-23CB-5C42-AF2F-0F93B32A0F30}"/>
                </a:ext>
              </a:extLst>
            </p:cNvPr>
            <p:cNvSpPr txBox="1"/>
            <p:nvPr/>
          </p:nvSpPr>
          <p:spPr>
            <a:xfrm flipH="1">
              <a:off x="6602835" y="3801317"/>
              <a:ext cx="467906" cy="523220"/>
            </a:xfrm>
            <a:prstGeom prst="rect">
              <a:avLst/>
            </a:prstGeom>
            <a:noFill/>
          </p:spPr>
          <p:txBody>
            <a:bodyPr wrap="square" lIns="0" rIns="0" rtlCol="0">
              <a:spAutoFit/>
            </a:bodyPr>
            <a:lstStyle/>
            <a:p>
              <a:pPr algn="ctr">
                <a:defRPr/>
              </a:pPr>
              <a:r>
                <a:rPr lang="en-US" sz="2800">
                  <a:solidFill>
                    <a:srgbClr val="F2B118"/>
                  </a:solidFill>
                  <a:latin typeface="Amazon Ember Display"/>
                </a:rPr>
                <a:t>P</a:t>
              </a:r>
            </a:p>
          </p:txBody>
        </p:sp>
      </p:grpSp>
      <p:grpSp>
        <p:nvGrpSpPr>
          <p:cNvPr id="61" name="Group 60">
            <a:extLst>
              <a:ext uri="{FF2B5EF4-FFF2-40B4-BE49-F238E27FC236}">
                <a16:creationId xmlns:a16="http://schemas.microsoft.com/office/drawing/2014/main" id="{A96D0F38-DC0E-8B95-3647-E83714FF670F}"/>
              </a:ext>
            </a:extLst>
          </p:cNvPr>
          <p:cNvGrpSpPr/>
          <p:nvPr/>
        </p:nvGrpSpPr>
        <p:grpSpPr>
          <a:xfrm>
            <a:off x="6721231" y="4181299"/>
            <a:ext cx="625362" cy="625362"/>
            <a:chOff x="6446494" y="3745839"/>
            <a:chExt cx="739692" cy="739692"/>
          </a:xfrm>
        </p:grpSpPr>
        <p:pic>
          <p:nvPicPr>
            <p:cNvPr id="62" name="Graphic 61">
              <a:extLst>
                <a:ext uri="{FF2B5EF4-FFF2-40B4-BE49-F238E27FC236}">
                  <a16:creationId xmlns:a16="http://schemas.microsoft.com/office/drawing/2014/main" id="{175C34F4-7598-B221-2D2F-2CF4C5450C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6494" y="3745839"/>
              <a:ext cx="739692" cy="739692"/>
            </a:xfrm>
            <a:prstGeom prst="rect">
              <a:avLst/>
            </a:prstGeom>
          </p:spPr>
        </p:pic>
        <p:sp>
          <p:nvSpPr>
            <p:cNvPr id="63" name="TextBox 62">
              <a:extLst>
                <a:ext uri="{FF2B5EF4-FFF2-40B4-BE49-F238E27FC236}">
                  <a16:creationId xmlns:a16="http://schemas.microsoft.com/office/drawing/2014/main" id="{1B610855-F424-E1CE-FBE3-3B7842D80773}"/>
                </a:ext>
              </a:extLst>
            </p:cNvPr>
            <p:cNvSpPr txBox="1"/>
            <p:nvPr/>
          </p:nvSpPr>
          <p:spPr>
            <a:xfrm flipH="1">
              <a:off x="6582387" y="3790934"/>
              <a:ext cx="467906" cy="422702"/>
            </a:xfrm>
            <a:prstGeom prst="rect">
              <a:avLst/>
            </a:prstGeom>
            <a:noFill/>
          </p:spPr>
          <p:txBody>
            <a:bodyPr wrap="square" lIns="0" rIns="0" rtlCol="0">
              <a:spAutoFit/>
            </a:bodyPr>
            <a:lstStyle/>
            <a:p>
              <a:pPr algn="ctr">
                <a:defRPr/>
              </a:pPr>
              <a:r>
                <a:rPr lang="en-US" sz="2800">
                  <a:solidFill>
                    <a:srgbClr val="F2B118"/>
                  </a:solidFill>
                  <a:latin typeface="Amazon Ember Display"/>
                </a:rPr>
                <a:t>A</a:t>
              </a:r>
            </a:p>
          </p:txBody>
        </p:sp>
      </p:grpSp>
      <p:sp>
        <p:nvSpPr>
          <p:cNvPr id="64" name="Rectangle 63">
            <a:extLst>
              <a:ext uri="{FF2B5EF4-FFF2-40B4-BE49-F238E27FC236}">
                <a16:creationId xmlns:a16="http://schemas.microsoft.com/office/drawing/2014/main" id="{779A9EEE-2CF3-86BD-E887-72175FC463C5}"/>
              </a:ext>
            </a:extLst>
          </p:cNvPr>
          <p:cNvSpPr/>
          <p:nvPr/>
        </p:nvSpPr>
        <p:spPr>
          <a:xfrm>
            <a:off x="6576116" y="4108293"/>
            <a:ext cx="1721166" cy="1370377"/>
          </a:xfrm>
          <a:prstGeom prst="rect">
            <a:avLst/>
          </a:prstGeom>
          <a:noFill/>
          <a:ln w="12700" cap="flat" cmpd="sng" algn="ctr">
            <a:solidFill>
              <a:srgbClr val="FF6A3D"/>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sp>
        <p:nvSpPr>
          <p:cNvPr id="65" name="Cylinder 64">
            <a:extLst>
              <a:ext uri="{FF2B5EF4-FFF2-40B4-BE49-F238E27FC236}">
                <a16:creationId xmlns:a16="http://schemas.microsoft.com/office/drawing/2014/main" id="{929DE0CE-199E-D754-12B5-98D07764B512}"/>
              </a:ext>
            </a:extLst>
          </p:cNvPr>
          <p:cNvSpPr/>
          <p:nvPr/>
        </p:nvSpPr>
        <p:spPr>
          <a:xfrm>
            <a:off x="7490094" y="5028783"/>
            <a:ext cx="625362" cy="365256"/>
          </a:xfrm>
          <a:prstGeom prst="can">
            <a:avLst/>
          </a:prstGeom>
          <a:noFill/>
          <a:ln w="12700" cap="flat" cmpd="sng" algn="ctr">
            <a:solidFill>
              <a:srgbClr val="FF6A3D"/>
            </a:solidFill>
            <a:prstDash val="solid"/>
            <a:miter lim="800000"/>
          </a:ln>
          <a:effectLst/>
        </p:spPr>
        <p:txBody>
          <a:bodyPr lIns="45720" tIns="45720" rIns="4572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L" sz="1400" b="0" i="0" u="none" strike="noStrike" kern="0" cap="none" spc="0" normalizeH="0" baseline="0" noProof="0">
              <a:ln>
                <a:noFill/>
              </a:ln>
              <a:solidFill>
                <a:srgbClr val="FFFFFF"/>
              </a:solidFill>
              <a:effectLst/>
              <a:uLnTx/>
              <a:uFillTx/>
              <a:latin typeface="Amazon Ember Display"/>
              <a:ea typeface="+mn-ea"/>
              <a:cs typeface="+mn-cs"/>
            </a:endParaRPr>
          </a:p>
        </p:txBody>
      </p:sp>
      <p:cxnSp>
        <p:nvCxnSpPr>
          <p:cNvPr id="66" name="Straight Connector 65">
            <a:extLst>
              <a:ext uri="{FF2B5EF4-FFF2-40B4-BE49-F238E27FC236}">
                <a16:creationId xmlns:a16="http://schemas.microsoft.com/office/drawing/2014/main" id="{7B08CCE3-A90E-3A86-B0CB-B32D6B1EBE1E}"/>
              </a:ext>
            </a:extLst>
          </p:cNvPr>
          <p:cNvCxnSpPr>
            <a:cxnSpLocks/>
            <a:stCxn id="62" idx="2"/>
            <a:endCxn id="54" idx="1"/>
          </p:cNvCxnSpPr>
          <p:nvPr/>
        </p:nvCxnSpPr>
        <p:spPr>
          <a:xfrm flipH="1">
            <a:off x="7033491" y="4806661"/>
            <a:ext cx="421" cy="222122"/>
          </a:xfrm>
          <a:prstGeom prst="line">
            <a:avLst/>
          </a:prstGeom>
          <a:noFill/>
          <a:ln w="19050" cap="rnd" cmpd="sng" algn="ctr">
            <a:solidFill>
              <a:srgbClr val="FFFFFF"/>
            </a:solidFill>
            <a:prstDash val="sysDot"/>
            <a:round/>
          </a:ln>
          <a:effectLst/>
        </p:spPr>
      </p:cxnSp>
      <p:cxnSp>
        <p:nvCxnSpPr>
          <p:cNvPr id="67" name="Straight Connector 66">
            <a:extLst>
              <a:ext uri="{FF2B5EF4-FFF2-40B4-BE49-F238E27FC236}">
                <a16:creationId xmlns:a16="http://schemas.microsoft.com/office/drawing/2014/main" id="{AD99158D-C8C1-34B1-54AE-CCBC0FC3A757}"/>
              </a:ext>
            </a:extLst>
          </p:cNvPr>
          <p:cNvCxnSpPr>
            <a:cxnSpLocks/>
            <a:stCxn id="59" idx="2"/>
            <a:endCxn id="65" idx="1"/>
          </p:cNvCxnSpPr>
          <p:nvPr/>
        </p:nvCxnSpPr>
        <p:spPr>
          <a:xfrm>
            <a:off x="7802775" y="4806661"/>
            <a:ext cx="0" cy="222122"/>
          </a:xfrm>
          <a:prstGeom prst="line">
            <a:avLst/>
          </a:prstGeom>
          <a:noFill/>
          <a:ln w="19050" cap="rnd" cmpd="sng" algn="ctr">
            <a:solidFill>
              <a:srgbClr val="FFFFFF"/>
            </a:solidFill>
            <a:prstDash val="sysDot"/>
            <a:round/>
          </a:ln>
          <a:effectLst/>
        </p:spPr>
      </p:cxnSp>
      <p:cxnSp>
        <p:nvCxnSpPr>
          <p:cNvPr id="68" name="Straight Arrow Connector 67">
            <a:extLst>
              <a:ext uri="{FF2B5EF4-FFF2-40B4-BE49-F238E27FC236}">
                <a16:creationId xmlns:a16="http://schemas.microsoft.com/office/drawing/2014/main" id="{B4352507-24E6-9E6A-6A5F-FD1CDCEAB00C}"/>
              </a:ext>
            </a:extLst>
          </p:cNvPr>
          <p:cNvCxnSpPr>
            <a:stCxn id="54" idx="4"/>
            <a:endCxn id="65" idx="2"/>
          </p:cNvCxnSpPr>
          <p:nvPr/>
        </p:nvCxnSpPr>
        <p:spPr>
          <a:xfrm>
            <a:off x="7346172" y="5211411"/>
            <a:ext cx="143922" cy="0"/>
          </a:xfrm>
          <a:prstGeom prst="straightConnector1">
            <a:avLst/>
          </a:prstGeom>
          <a:noFill/>
          <a:ln w="19050" cap="rnd" cmpd="sng" algn="ctr">
            <a:solidFill>
              <a:srgbClr val="FFFFFF"/>
            </a:solidFill>
            <a:prstDash val="solid"/>
            <a:round/>
            <a:tailEnd type="triangle"/>
          </a:ln>
          <a:effectLst/>
        </p:spPr>
      </p:cxnSp>
      <p:pic>
        <p:nvPicPr>
          <p:cNvPr id="69" name="Graphic 5">
            <a:extLst>
              <a:ext uri="{FF2B5EF4-FFF2-40B4-BE49-F238E27FC236}">
                <a16:creationId xmlns:a16="http://schemas.microsoft.com/office/drawing/2014/main" id="{CA977368-D9D6-D4A0-7FE4-DF481A8F9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8430" y="2497288"/>
            <a:ext cx="391026" cy="39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TextBox 69">
            <a:extLst>
              <a:ext uri="{FF2B5EF4-FFF2-40B4-BE49-F238E27FC236}">
                <a16:creationId xmlns:a16="http://schemas.microsoft.com/office/drawing/2014/main" id="{D77F0B79-6F42-83F7-F64A-AE15285FCAF9}"/>
              </a:ext>
            </a:extLst>
          </p:cNvPr>
          <p:cNvSpPr txBox="1"/>
          <p:nvPr/>
        </p:nvSpPr>
        <p:spPr>
          <a:xfrm>
            <a:off x="6092813" y="2303538"/>
            <a:ext cx="391026" cy="584775"/>
          </a:xfrm>
          <a:prstGeom prst="rect">
            <a:avLst/>
          </a:prstGeom>
          <a:noFill/>
        </p:spPr>
        <p:txBody>
          <a:bodyPr wrap="square">
            <a:spAutoFit/>
          </a:bodyPr>
          <a:lstStyle/>
          <a:p>
            <a:pPr algn="ctr"/>
            <a:r>
              <a:rPr lang="en-US" sz="3200" b="1">
                <a:solidFill>
                  <a:srgbClr val="FF6A3D"/>
                </a:solidFill>
                <a:latin typeface="Amazon Ember Display"/>
              </a:rPr>
              <a:t>…</a:t>
            </a:r>
          </a:p>
        </p:txBody>
      </p:sp>
      <p:sp>
        <p:nvSpPr>
          <p:cNvPr id="71" name="TextBox 70">
            <a:extLst>
              <a:ext uri="{FF2B5EF4-FFF2-40B4-BE49-F238E27FC236}">
                <a16:creationId xmlns:a16="http://schemas.microsoft.com/office/drawing/2014/main" id="{751F08D8-B475-A6DF-53B7-16235F485E2B}"/>
              </a:ext>
            </a:extLst>
          </p:cNvPr>
          <p:cNvSpPr txBox="1"/>
          <p:nvPr/>
        </p:nvSpPr>
        <p:spPr>
          <a:xfrm>
            <a:off x="6094639" y="4443039"/>
            <a:ext cx="391026" cy="584775"/>
          </a:xfrm>
          <a:prstGeom prst="rect">
            <a:avLst/>
          </a:prstGeom>
          <a:noFill/>
        </p:spPr>
        <p:txBody>
          <a:bodyPr wrap="square">
            <a:spAutoFit/>
          </a:bodyPr>
          <a:lstStyle/>
          <a:p>
            <a:pPr algn="ctr"/>
            <a:r>
              <a:rPr lang="en-US" sz="3200" b="1">
                <a:solidFill>
                  <a:srgbClr val="FF6A3D"/>
                </a:solidFill>
                <a:latin typeface="Amazon Ember Display"/>
              </a:rPr>
              <a:t>…</a:t>
            </a:r>
          </a:p>
        </p:txBody>
      </p:sp>
      <p:sp>
        <p:nvSpPr>
          <p:cNvPr id="72" name="TextBox 71">
            <a:extLst>
              <a:ext uri="{FF2B5EF4-FFF2-40B4-BE49-F238E27FC236}">
                <a16:creationId xmlns:a16="http://schemas.microsoft.com/office/drawing/2014/main" id="{95BB172A-F737-EADC-3BD4-07CB20906D5F}"/>
              </a:ext>
            </a:extLst>
          </p:cNvPr>
          <p:cNvSpPr txBox="1"/>
          <p:nvPr/>
        </p:nvSpPr>
        <p:spPr>
          <a:xfrm>
            <a:off x="9016419" y="4509005"/>
            <a:ext cx="1386597" cy="738664"/>
          </a:xfrm>
          <a:prstGeom prst="rect">
            <a:avLst/>
          </a:prstGeom>
          <a:noFill/>
        </p:spPr>
        <p:txBody>
          <a:bodyPr wrap="square">
            <a:spAutoFit/>
          </a:bodyPr>
          <a:lstStyle/>
          <a:p>
            <a:r>
              <a:rPr lang="en-US" sz="1400" b="1" dirty="0">
                <a:solidFill>
                  <a:srgbClr val="FFFFFF"/>
                </a:solidFill>
                <a:latin typeface="Amazon Ember Display"/>
              </a:rPr>
              <a:t>Up to  </a:t>
            </a:r>
            <a:r>
              <a:rPr lang="en-US" sz="1400" b="1" dirty="0">
                <a:solidFill>
                  <a:srgbClr val="00E500"/>
                </a:solidFill>
                <a:latin typeface="Amazon Ember Display"/>
              </a:rPr>
              <a:t>1 </a:t>
            </a:r>
            <a:r>
              <a:rPr lang="en-US" sz="1400" b="1" dirty="0" err="1">
                <a:solidFill>
                  <a:srgbClr val="00E500"/>
                </a:solidFill>
                <a:latin typeface="Amazon Ember Display"/>
              </a:rPr>
              <a:t>PiB</a:t>
            </a:r>
            <a:r>
              <a:rPr lang="en-US" sz="1400" b="1" dirty="0">
                <a:solidFill>
                  <a:srgbClr val="00E500"/>
                </a:solidFill>
                <a:latin typeface="Amazon Ember Display"/>
              </a:rPr>
              <a:t> </a:t>
            </a:r>
            <a:br>
              <a:rPr lang="en-US" sz="1400" b="1" dirty="0">
                <a:solidFill>
                  <a:srgbClr val="FFFFFF"/>
                </a:solidFill>
                <a:latin typeface="Amazon Ember Display"/>
              </a:rPr>
            </a:br>
            <a:r>
              <a:rPr lang="en-US" sz="1400" b="1" dirty="0">
                <a:solidFill>
                  <a:srgbClr val="FFFFFF"/>
                </a:solidFill>
                <a:latin typeface="Amazon Ember Display"/>
              </a:rPr>
              <a:t>of SSD storage</a:t>
            </a:r>
          </a:p>
        </p:txBody>
      </p:sp>
      <p:sp>
        <p:nvSpPr>
          <p:cNvPr id="73" name="TextBox 72">
            <a:extLst>
              <a:ext uri="{FF2B5EF4-FFF2-40B4-BE49-F238E27FC236}">
                <a16:creationId xmlns:a16="http://schemas.microsoft.com/office/drawing/2014/main" id="{2171226E-3999-49DD-957D-56B603715D89}"/>
              </a:ext>
            </a:extLst>
          </p:cNvPr>
          <p:cNvSpPr txBox="1"/>
          <p:nvPr/>
        </p:nvSpPr>
        <p:spPr>
          <a:xfrm>
            <a:off x="9016418" y="3060369"/>
            <a:ext cx="2371309" cy="523220"/>
          </a:xfrm>
          <a:prstGeom prst="rect">
            <a:avLst/>
          </a:prstGeom>
          <a:noFill/>
        </p:spPr>
        <p:txBody>
          <a:bodyPr wrap="square">
            <a:spAutoFit/>
          </a:bodyPr>
          <a:lstStyle/>
          <a:p>
            <a:r>
              <a:rPr lang="en-US" sz="1400" b="1" dirty="0">
                <a:solidFill>
                  <a:srgbClr val="FFFFFF"/>
                </a:solidFill>
                <a:latin typeface="Amazon Ember Display"/>
              </a:rPr>
              <a:t>Up to </a:t>
            </a:r>
            <a:r>
              <a:rPr lang="en-US" sz="1400" b="1" dirty="0">
                <a:solidFill>
                  <a:srgbClr val="0073E5"/>
                </a:solidFill>
                <a:latin typeface="Amazon Ember Display"/>
              </a:rPr>
              <a:t>72 </a:t>
            </a:r>
            <a:r>
              <a:rPr lang="en-US" sz="1400" b="1" dirty="0" err="1">
                <a:solidFill>
                  <a:srgbClr val="0073E5"/>
                </a:solidFill>
                <a:latin typeface="Amazon Ember Display"/>
              </a:rPr>
              <a:t>GBps</a:t>
            </a:r>
            <a:br>
              <a:rPr lang="en-US" sz="1400" b="1" dirty="0">
                <a:solidFill>
                  <a:srgbClr val="0073E5"/>
                </a:solidFill>
                <a:latin typeface="Amazon Ember Display"/>
              </a:rPr>
            </a:br>
            <a:r>
              <a:rPr lang="en-US" sz="1400" b="1" dirty="0">
                <a:solidFill>
                  <a:srgbClr val="FFFFFF"/>
                </a:solidFill>
                <a:latin typeface="Amazon Ember Display"/>
              </a:rPr>
              <a:t>of network throughput</a:t>
            </a:r>
          </a:p>
        </p:txBody>
      </p:sp>
      <p:sp>
        <p:nvSpPr>
          <p:cNvPr id="74" name="TextBox 73">
            <a:extLst>
              <a:ext uri="{FF2B5EF4-FFF2-40B4-BE49-F238E27FC236}">
                <a16:creationId xmlns:a16="http://schemas.microsoft.com/office/drawing/2014/main" id="{09BE561A-BC8C-B7E5-0B6E-6C2B4C00CA92}"/>
              </a:ext>
            </a:extLst>
          </p:cNvPr>
          <p:cNvSpPr txBox="1"/>
          <p:nvPr/>
        </p:nvSpPr>
        <p:spPr>
          <a:xfrm>
            <a:off x="9016419" y="2014321"/>
            <a:ext cx="2122922" cy="738664"/>
          </a:xfrm>
          <a:prstGeom prst="rect">
            <a:avLst/>
          </a:prstGeom>
          <a:noFill/>
        </p:spPr>
        <p:txBody>
          <a:bodyPr wrap="square">
            <a:spAutoFit/>
          </a:bodyPr>
          <a:lstStyle/>
          <a:p>
            <a:r>
              <a:rPr lang="en-US" sz="1400" b="1" dirty="0">
                <a:solidFill>
                  <a:srgbClr val="FFFFFF"/>
                </a:solidFill>
                <a:latin typeface="Amazon Ember Display"/>
              </a:rPr>
              <a:t>Up to </a:t>
            </a:r>
            <a:r>
              <a:rPr lang="en-US" sz="1400" b="1" dirty="0">
                <a:solidFill>
                  <a:srgbClr val="FF6A3D"/>
                </a:solidFill>
                <a:latin typeface="Amazon Ember Display"/>
              </a:rPr>
              <a:t>2.4M</a:t>
            </a:r>
            <a:r>
              <a:rPr lang="en-US" sz="1400" b="1" dirty="0">
                <a:solidFill>
                  <a:srgbClr val="00E500"/>
                </a:solidFill>
                <a:latin typeface="Amazon Ember Display"/>
              </a:rPr>
              <a:t> </a:t>
            </a:r>
            <a:r>
              <a:rPr lang="en-US" sz="1400" b="1" dirty="0">
                <a:solidFill>
                  <a:srgbClr val="FF6A3D"/>
                </a:solidFill>
                <a:latin typeface="Amazon Ember Display"/>
              </a:rPr>
              <a:t>IOPS</a:t>
            </a:r>
            <a:br>
              <a:rPr lang="en-US" sz="1400" b="1" dirty="0">
                <a:solidFill>
                  <a:srgbClr val="FFFFFF"/>
                </a:solidFill>
                <a:latin typeface="Amazon Ember Display"/>
              </a:rPr>
            </a:br>
            <a:r>
              <a:rPr lang="en-US" sz="1400" b="1" dirty="0">
                <a:solidFill>
                  <a:srgbClr val="FFFFFF"/>
                </a:solidFill>
                <a:latin typeface="Amazon Ember Display"/>
              </a:rPr>
              <a:t>at sub-millisecond latency</a:t>
            </a:r>
          </a:p>
        </p:txBody>
      </p:sp>
      <p:cxnSp>
        <p:nvCxnSpPr>
          <p:cNvPr id="75" name="Straight Arrow Connector 74">
            <a:extLst>
              <a:ext uri="{FF2B5EF4-FFF2-40B4-BE49-F238E27FC236}">
                <a16:creationId xmlns:a16="http://schemas.microsoft.com/office/drawing/2014/main" id="{65AC6AAD-48F8-2553-C548-3095AE522248}"/>
              </a:ext>
            </a:extLst>
          </p:cNvPr>
          <p:cNvCxnSpPr>
            <a:cxnSpLocks/>
          </p:cNvCxnSpPr>
          <p:nvPr/>
        </p:nvCxnSpPr>
        <p:spPr>
          <a:xfrm flipH="1">
            <a:off x="8519881" y="2397554"/>
            <a:ext cx="443952" cy="0"/>
          </a:xfrm>
          <a:prstGeom prst="straightConnector1">
            <a:avLst/>
          </a:prstGeom>
          <a:noFill/>
          <a:ln w="19050" cap="rnd" cmpd="sng" algn="ctr">
            <a:solidFill>
              <a:srgbClr val="FFFFFF"/>
            </a:solidFill>
            <a:prstDash val="sysDot"/>
            <a:round/>
            <a:tailEnd type="triangle"/>
          </a:ln>
          <a:effectLst/>
        </p:spPr>
      </p:cxnSp>
      <p:cxnSp>
        <p:nvCxnSpPr>
          <p:cNvPr id="76" name="Straight Arrow Connector 75">
            <a:extLst>
              <a:ext uri="{FF2B5EF4-FFF2-40B4-BE49-F238E27FC236}">
                <a16:creationId xmlns:a16="http://schemas.microsoft.com/office/drawing/2014/main" id="{221E3582-A721-7620-7D8F-4C5F0EB5A60A}"/>
              </a:ext>
            </a:extLst>
          </p:cNvPr>
          <p:cNvCxnSpPr>
            <a:cxnSpLocks/>
          </p:cNvCxnSpPr>
          <p:nvPr/>
        </p:nvCxnSpPr>
        <p:spPr>
          <a:xfrm flipH="1">
            <a:off x="8558230" y="3306640"/>
            <a:ext cx="412596" cy="0"/>
          </a:xfrm>
          <a:prstGeom prst="straightConnector1">
            <a:avLst/>
          </a:prstGeom>
          <a:noFill/>
          <a:ln w="19050" cap="rnd" cmpd="sng" algn="ctr">
            <a:solidFill>
              <a:srgbClr val="FFFFFF"/>
            </a:solidFill>
            <a:prstDash val="sysDot"/>
            <a:round/>
            <a:tailEnd type="triangle"/>
          </a:ln>
          <a:effectLst/>
        </p:spPr>
      </p:cxnSp>
      <p:cxnSp>
        <p:nvCxnSpPr>
          <p:cNvPr id="77" name="Straight Arrow Connector 76">
            <a:extLst>
              <a:ext uri="{FF2B5EF4-FFF2-40B4-BE49-F238E27FC236}">
                <a16:creationId xmlns:a16="http://schemas.microsoft.com/office/drawing/2014/main" id="{4816734A-472C-8CD7-6F16-9B9C7F7341D3}"/>
              </a:ext>
            </a:extLst>
          </p:cNvPr>
          <p:cNvCxnSpPr>
            <a:cxnSpLocks/>
          </p:cNvCxnSpPr>
          <p:nvPr/>
        </p:nvCxnSpPr>
        <p:spPr>
          <a:xfrm flipH="1" flipV="1">
            <a:off x="8512546" y="5214960"/>
            <a:ext cx="425451" cy="1"/>
          </a:xfrm>
          <a:prstGeom prst="straightConnector1">
            <a:avLst/>
          </a:prstGeom>
          <a:noFill/>
          <a:ln w="19050" cap="rnd" cmpd="sng" algn="ctr">
            <a:solidFill>
              <a:srgbClr val="FFFFFF"/>
            </a:solidFill>
            <a:prstDash val="sysDot"/>
            <a:round/>
            <a:tailEnd type="triangle"/>
          </a:ln>
          <a:effectLst/>
        </p:spPr>
      </p:cxnSp>
      <p:sp>
        <p:nvSpPr>
          <p:cNvPr id="78" name="TextBox 77">
            <a:extLst>
              <a:ext uri="{FF2B5EF4-FFF2-40B4-BE49-F238E27FC236}">
                <a16:creationId xmlns:a16="http://schemas.microsoft.com/office/drawing/2014/main" id="{8A865CEC-F3BA-76E8-28E3-330B24AE3E70}"/>
              </a:ext>
            </a:extLst>
          </p:cNvPr>
          <p:cNvSpPr txBox="1"/>
          <p:nvPr/>
        </p:nvSpPr>
        <p:spPr>
          <a:xfrm>
            <a:off x="324928" y="5615864"/>
            <a:ext cx="8092966" cy="584775"/>
          </a:xfrm>
          <a:prstGeom prst="rect">
            <a:avLst/>
          </a:prstGeom>
          <a:noFill/>
        </p:spPr>
        <p:txBody>
          <a:bodyPr wrap="square">
            <a:spAutoFit/>
          </a:bodyPr>
          <a:lstStyle/>
          <a:p>
            <a:pPr marL="285750" indent="-285750">
              <a:buFont typeface="Arial" panose="020B0604020202020204" pitchFamily="34" charset="0"/>
              <a:buChar char="•"/>
            </a:pPr>
            <a:r>
              <a:rPr lang="en-US" sz="1600" dirty="0">
                <a:solidFill>
                  <a:srgbClr val="FFFFFF"/>
                </a:solidFill>
                <a:latin typeface="Amazon Ember Display"/>
              </a:rPr>
              <a:t>SSD storage capacity and SSD IOPS can be increased</a:t>
            </a:r>
          </a:p>
          <a:p>
            <a:pPr marL="285750" indent="-285750">
              <a:buFont typeface="Arial" panose="020B0604020202020204" pitchFamily="34" charset="0"/>
              <a:buChar char="•"/>
            </a:pPr>
            <a:r>
              <a:rPr lang="en-US" sz="1600" dirty="0">
                <a:solidFill>
                  <a:srgbClr val="FFFFFF"/>
                </a:solidFill>
                <a:latin typeface="Amazon Ember Display"/>
              </a:rPr>
              <a:t>Throughput is determined by the number of HA pairs configured</a:t>
            </a:r>
            <a:endParaRPr lang="en-IL" sz="1600" dirty="0">
              <a:solidFill>
                <a:srgbClr val="FFFFFF"/>
              </a:solidFill>
              <a:latin typeface="Amazon Ember Display"/>
            </a:endParaRPr>
          </a:p>
        </p:txBody>
      </p:sp>
      <p:cxnSp>
        <p:nvCxnSpPr>
          <p:cNvPr id="79" name="Connector: Elbow 78">
            <a:extLst>
              <a:ext uri="{FF2B5EF4-FFF2-40B4-BE49-F238E27FC236}">
                <a16:creationId xmlns:a16="http://schemas.microsoft.com/office/drawing/2014/main" id="{F4157B83-E752-863F-130F-2A09AF9F6CC3}"/>
              </a:ext>
            </a:extLst>
          </p:cNvPr>
          <p:cNvCxnSpPr>
            <a:cxnSpLocks/>
            <a:stCxn id="6" idx="2"/>
            <a:endCxn id="15" idx="0"/>
          </p:cNvCxnSpPr>
          <p:nvPr/>
        </p:nvCxnSpPr>
        <p:spPr>
          <a:xfrm rot="5400000">
            <a:off x="2026659" y="1864163"/>
            <a:ext cx="1217241" cy="3493284"/>
          </a:xfrm>
          <a:prstGeom prst="bentConnector3">
            <a:avLst>
              <a:gd name="adj1" fmla="val 65650"/>
            </a:avLst>
          </a:prstGeom>
          <a:noFill/>
          <a:ln w="19050" cap="rnd" cmpd="sng" algn="ctr">
            <a:solidFill>
              <a:srgbClr val="FFFFFF"/>
            </a:solidFill>
            <a:prstDash val="solid"/>
            <a:round/>
            <a:tailEnd type="triangle"/>
          </a:ln>
          <a:effectLst/>
        </p:spPr>
      </p:cxnSp>
      <p:cxnSp>
        <p:nvCxnSpPr>
          <p:cNvPr id="80" name="Connector: Elbow 79">
            <a:extLst>
              <a:ext uri="{FF2B5EF4-FFF2-40B4-BE49-F238E27FC236}">
                <a16:creationId xmlns:a16="http://schemas.microsoft.com/office/drawing/2014/main" id="{97F93A8F-3064-3254-7AF3-4DA9FE40E6A3}"/>
              </a:ext>
            </a:extLst>
          </p:cNvPr>
          <p:cNvCxnSpPr>
            <a:cxnSpLocks/>
            <a:stCxn id="6" idx="2"/>
            <a:endCxn id="31" idx="0"/>
          </p:cNvCxnSpPr>
          <p:nvPr/>
        </p:nvCxnSpPr>
        <p:spPr>
          <a:xfrm rot="5400000">
            <a:off x="2990469" y="2827971"/>
            <a:ext cx="1217239" cy="1565667"/>
          </a:xfrm>
          <a:prstGeom prst="bentConnector3">
            <a:avLst>
              <a:gd name="adj1" fmla="val 65650"/>
            </a:avLst>
          </a:prstGeom>
          <a:noFill/>
          <a:ln w="19050" cap="rnd" cmpd="sng" algn="ctr">
            <a:solidFill>
              <a:srgbClr val="FFFFFF"/>
            </a:solidFill>
            <a:prstDash val="solid"/>
            <a:round/>
            <a:tailEnd type="triangle"/>
          </a:ln>
          <a:effectLst/>
        </p:spPr>
      </p:cxnSp>
      <p:cxnSp>
        <p:nvCxnSpPr>
          <p:cNvPr id="81" name="Connector: Elbow 80">
            <a:extLst>
              <a:ext uri="{FF2B5EF4-FFF2-40B4-BE49-F238E27FC236}">
                <a16:creationId xmlns:a16="http://schemas.microsoft.com/office/drawing/2014/main" id="{F31D3CAC-6651-7B5B-A620-38964D6CD342}"/>
              </a:ext>
            </a:extLst>
          </p:cNvPr>
          <p:cNvCxnSpPr>
            <a:cxnSpLocks/>
            <a:stCxn id="6" idx="2"/>
            <a:endCxn id="47" idx="0"/>
          </p:cNvCxnSpPr>
          <p:nvPr/>
        </p:nvCxnSpPr>
        <p:spPr>
          <a:xfrm rot="16200000" flipH="1">
            <a:off x="3950560" y="3433545"/>
            <a:ext cx="1217239" cy="354517"/>
          </a:xfrm>
          <a:prstGeom prst="bentConnector3">
            <a:avLst>
              <a:gd name="adj1" fmla="val 65650"/>
            </a:avLst>
          </a:prstGeom>
          <a:noFill/>
          <a:ln w="19050" cap="rnd" cmpd="sng" algn="ctr">
            <a:solidFill>
              <a:srgbClr val="FFFFFF"/>
            </a:solidFill>
            <a:prstDash val="solid"/>
            <a:round/>
            <a:tailEnd type="triangle"/>
          </a:ln>
          <a:effectLst/>
        </p:spPr>
      </p:cxnSp>
      <p:cxnSp>
        <p:nvCxnSpPr>
          <p:cNvPr id="82" name="Connector: Elbow 81">
            <a:extLst>
              <a:ext uri="{FF2B5EF4-FFF2-40B4-BE49-F238E27FC236}">
                <a16:creationId xmlns:a16="http://schemas.microsoft.com/office/drawing/2014/main" id="{5104D29E-2BAC-D562-85C0-3E0058B00404}"/>
              </a:ext>
            </a:extLst>
          </p:cNvPr>
          <p:cNvCxnSpPr>
            <a:cxnSpLocks/>
            <a:stCxn id="6" idx="2"/>
            <a:endCxn id="63" idx="0"/>
          </p:cNvCxnSpPr>
          <p:nvPr/>
        </p:nvCxnSpPr>
        <p:spPr>
          <a:xfrm rot="16200000" flipH="1">
            <a:off x="5099297" y="2284808"/>
            <a:ext cx="1217239" cy="2651991"/>
          </a:xfrm>
          <a:prstGeom prst="bentConnector3">
            <a:avLst>
              <a:gd name="adj1" fmla="val 65650"/>
            </a:avLst>
          </a:prstGeom>
          <a:noFill/>
          <a:ln w="19050" cap="rnd" cmpd="sng" algn="ctr">
            <a:solidFill>
              <a:srgbClr val="FFFFFF"/>
            </a:solidFill>
            <a:prstDash val="solid"/>
            <a:round/>
            <a:tailEnd type="triangle"/>
          </a:ln>
          <a:effectLst/>
        </p:spPr>
      </p:cxnSp>
      <p:grpSp>
        <p:nvGrpSpPr>
          <p:cNvPr id="83" name="Graphic 20">
            <a:extLst>
              <a:ext uri="{FF2B5EF4-FFF2-40B4-BE49-F238E27FC236}">
                <a16:creationId xmlns:a16="http://schemas.microsoft.com/office/drawing/2014/main" id="{70265F57-8A6E-74F5-00B3-97CB5DC7B90C}"/>
              </a:ext>
            </a:extLst>
          </p:cNvPr>
          <p:cNvGrpSpPr/>
          <p:nvPr/>
        </p:nvGrpSpPr>
        <p:grpSpPr>
          <a:xfrm>
            <a:off x="345256" y="3579346"/>
            <a:ext cx="407637" cy="407637"/>
            <a:chOff x="11340024" y="2706997"/>
            <a:chExt cx="407637" cy="407637"/>
          </a:xfrm>
        </p:grpSpPr>
        <p:sp>
          <p:nvSpPr>
            <p:cNvPr id="84" name="Freeform: Shape 83">
              <a:extLst>
                <a:ext uri="{FF2B5EF4-FFF2-40B4-BE49-F238E27FC236}">
                  <a16:creationId xmlns:a16="http://schemas.microsoft.com/office/drawing/2014/main" id="{5C0900DD-AD77-EF2C-C4E5-4B2E16EA3794}"/>
                </a:ext>
              </a:extLst>
            </p:cNvPr>
            <p:cNvSpPr/>
            <p:nvPr/>
          </p:nvSpPr>
          <p:spPr>
            <a:xfrm>
              <a:off x="11340024" y="2706997"/>
              <a:ext cx="407637" cy="407637"/>
            </a:xfrm>
            <a:custGeom>
              <a:avLst/>
              <a:gdLst>
                <a:gd name="connsiteX0" fmla="*/ 0 w 407637"/>
                <a:gd name="connsiteY0" fmla="*/ 0 h 407637"/>
                <a:gd name="connsiteX1" fmla="*/ 407637 w 407637"/>
                <a:gd name="connsiteY1" fmla="*/ 0 h 407637"/>
                <a:gd name="connsiteX2" fmla="*/ 407637 w 407637"/>
                <a:gd name="connsiteY2" fmla="*/ 407637 h 407637"/>
                <a:gd name="connsiteX3" fmla="*/ 0 w 407637"/>
                <a:gd name="connsiteY3" fmla="*/ 407637 h 407637"/>
              </a:gdLst>
              <a:ahLst/>
              <a:cxnLst>
                <a:cxn ang="0">
                  <a:pos x="connsiteX0" y="connsiteY0"/>
                </a:cxn>
                <a:cxn ang="0">
                  <a:pos x="connsiteX1" y="connsiteY1"/>
                </a:cxn>
                <a:cxn ang="0">
                  <a:pos x="connsiteX2" y="connsiteY2"/>
                </a:cxn>
                <a:cxn ang="0">
                  <a:pos x="connsiteX3" y="connsiteY3"/>
                </a:cxn>
              </a:cxnLst>
              <a:rect l="l" t="t" r="r" b="b"/>
              <a:pathLst>
                <a:path w="407637" h="407637">
                  <a:moveTo>
                    <a:pt x="0" y="0"/>
                  </a:moveTo>
                  <a:lnTo>
                    <a:pt x="407637" y="0"/>
                  </a:lnTo>
                  <a:lnTo>
                    <a:pt x="407637" y="407637"/>
                  </a:lnTo>
                  <a:lnTo>
                    <a:pt x="0" y="407637"/>
                  </a:lnTo>
                  <a:close/>
                </a:path>
              </a:pathLst>
            </a:custGeom>
            <a:solidFill>
              <a:srgbClr val="7AA116"/>
            </a:solidFill>
            <a:ln w="5001" cap="flat">
              <a:noFill/>
              <a:prstDash val="solid"/>
              <a:miter/>
            </a:ln>
          </p:spPr>
          <p:txBody>
            <a:bodyPr rtlCol="0" anchor="ctr"/>
            <a:lstStyle/>
            <a:p>
              <a:endParaRPr lang="en-IL">
                <a:solidFill>
                  <a:srgbClr val="FFFFFF"/>
                </a:solidFill>
                <a:latin typeface="Amazon Ember Display"/>
              </a:endParaRPr>
            </a:p>
          </p:txBody>
        </p:sp>
        <p:sp>
          <p:nvSpPr>
            <p:cNvPr id="85" name="Freeform: Shape 84">
              <a:extLst>
                <a:ext uri="{FF2B5EF4-FFF2-40B4-BE49-F238E27FC236}">
                  <a16:creationId xmlns:a16="http://schemas.microsoft.com/office/drawing/2014/main" id="{4693DCD5-1A00-22D7-46CC-E6BF82C739B5}"/>
                </a:ext>
              </a:extLst>
            </p:cNvPr>
            <p:cNvSpPr/>
            <p:nvPr/>
          </p:nvSpPr>
          <p:spPr>
            <a:xfrm>
              <a:off x="11401169" y="2849669"/>
              <a:ext cx="287781" cy="168506"/>
            </a:xfrm>
            <a:custGeom>
              <a:avLst/>
              <a:gdLst>
                <a:gd name="connsiteX0" fmla="*/ 214021 w 287781"/>
                <a:gd name="connsiteY0" fmla="*/ 127068 h 168506"/>
                <a:gd name="connsiteX1" fmla="*/ 240365 w 287781"/>
                <a:gd name="connsiteY1" fmla="*/ 166222 h 168506"/>
                <a:gd name="connsiteX2" fmla="*/ 246082 w 287781"/>
                <a:gd name="connsiteY2" fmla="*/ 168255 h 168506"/>
                <a:gd name="connsiteX3" fmla="*/ 249690 w 287781"/>
                <a:gd name="connsiteY3" fmla="*/ 163378 h 168506"/>
                <a:gd name="connsiteX4" fmla="*/ 249690 w 287781"/>
                <a:gd name="connsiteY4" fmla="*/ 102294 h 168506"/>
                <a:gd name="connsiteX5" fmla="*/ 239499 w 287781"/>
                <a:gd name="connsiteY5" fmla="*/ 102294 h 168506"/>
                <a:gd name="connsiteX6" fmla="*/ 239499 w 287781"/>
                <a:gd name="connsiteY6" fmla="*/ 146675 h 168506"/>
                <a:gd name="connsiteX7" fmla="*/ 213155 w 287781"/>
                <a:gd name="connsiteY7" fmla="*/ 107522 h 168506"/>
                <a:gd name="connsiteX8" fmla="*/ 207438 w 287781"/>
                <a:gd name="connsiteY8" fmla="*/ 105494 h 168506"/>
                <a:gd name="connsiteX9" fmla="*/ 203831 w 287781"/>
                <a:gd name="connsiteY9" fmla="*/ 110365 h 168506"/>
                <a:gd name="connsiteX10" fmla="*/ 203831 w 287781"/>
                <a:gd name="connsiteY10" fmla="*/ 168535 h 168506"/>
                <a:gd name="connsiteX11" fmla="*/ 214021 w 287781"/>
                <a:gd name="connsiteY11" fmla="*/ 168535 h 168506"/>
                <a:gd name="connsiteX12" fmla="*/ 214021 w 287781"/>
                <a:gd name="connsiteY12" fmla="*/ 127068 h 168506"/>
                <a:gd name="connsiteX13" fmla="*/ 150191 w 287781"/>
                <a:gd name="connsiteY13" fmla="*/ 64644 h 168506"/>
                <a:gd name="connsiteX14" fmla="*/ 155215 w 287781"/>
                <a:gd name="connsiteY14" fmla="*/ 71736 h 168506"/>
                <a:gd name="connsiteX15" fmla="*/ 136606 w 287781"/>
                <a:gd name="connsiteY15" fmla="*/ 98916 h 168506"/>
                <a:gd name="connsiteX16" fmla="*/ 125447 w 287781"/>
                <a:gd name="connsiteY16" fmla="*/ 98916 h 168506"/>
                <a:gd name="connsiteX17" fmla="*/ 150191 w 287781"/>
                <a:gd name="connsiteY17" fmla="*/ 64644 h 168506"/>
                <a:gd name="connsiteX18" fmla="*/ 166007 w 287781"/>
                <a:gd name="connsiteY18" fmla="*/ 57316 h 168506"/>
                <a:gd name="connsiteX19" fmla="*/ 174817 w 287781"/>
                <a:gd name="connsiteY19" fmla="*/ 69846 h 168506"/>
                <a:gd name="connsiteX20" fmla="*/ 170975 w 287781"/>
                <a:gd name="connsiteY20" fmla="*/ 80985 h 168506"/>
                <a:gd name="connsiteX21" fmla="*/ 154955 w 287781"/>
                <a:gd name="connsiteY21" fmla="*/ 58040 h 168506"/>
                <a:gd name="connsiteX22" fmla="*/ 160585 w 287781"/>
                <a:gd name="connsiteY22" fmla="*/ 50239 h 168506"/>
                <a:gd name="connsiteX23" fmla="*/ 181640 w 287781"/>
                <a:gd name="connsiteY23" fmla="*/ 20186 h 168506"/>
                <a:gd name="connsiteX24" fmla="*/ 192641 w 287781"/>
                <a:gd name="connsiteY24" fmla="*/ 20186 h 168506"/>
                <a:gd name="connsiteX25" fmla="*/ 166007 w 287781"/>
                <a:gd name="connsiteY25" fmla="*/ 57316 h 168506"/>
                <a:gd name="connsiteX26" fmla="*/ 150053 w 287781"/>
                <a:gd name="connsiteY26" fmla="*/ 51375 h 168506"/>
                <a:gd name="connsiteX27" fmla="*/ 127923 w 287781"/>
                <a:gd name="connsiteY27" fmla="*/ 20186 h 168506"/>
                <a:gd name="connsiteX28" fmla="*/ 139536 w 287781"/>
                <a:gd name="connsiteY28" fmla="*/ 20186 h 168506"/>
                <a:gd name="connsiteX29" fmla="*/ 155918 w 287781"/>
                <a:gd name="connsiteY29" fmla="*/ 43569 h 168506"/>
                <a:gd name="connsiteX30" fmla="*/ 150053 w 287781"/>
                <a:gd name="connsiteY30" fmla="*/ 51375 h 168506"/>
                <a:gd name="connsiteX31" fmla="*/ 116265 w 287781"/>
                <a:gd name="connsiteY31" fmla="*/ 59120 h 168506"/>
                <a:gd name="connsiteX32" fmla="*/ 120836 w 287781"/>
                <a:gd name="connsiteY32" fmla="*/ 73184 h 168506"/>
                <a:gd name="connsiteX33" fmla="*/ 111761 w 287781"/>
                <a:gd name="connsiteY33" fmla="*/ 93137 h 168506"/>
                <a:gd name="connsiteX34" fmla="*/ 87863 w 287781"/>
                <a:gd name="connsiteY34" fmla="*/ 100760 h 168506"/>
                <a:gd name="connsiteX35" fmla="*/ 60424 w 287781"/>
                <a:gd name="connsiteY35" fmla="*/ 94941 h 168506"/>
                <a:gd name="connsiteX36" fmla="*/ 60424 w 287781"/>
                <a:gd name="connsiteY36" fmla="*/ 87874 h 168506"/>
                <a:gd name="connsiteX37" fmla="*/ 87170 w 287781"/>
                <a:gd name="connsiteY37" fmla="*/ 93137 h 168506"/>
                <a:gd name="connsiteX38" fmla="*/ 105529 w 287781"/>
                <a:gd name="connsiteY38" fmla="*/ 87736 h 168506"/>
                <a:gd name="connsiteX39" fmla="*/ 112387 w 287781"/>
                <a:gd name="connsiteY39" fmla="*/ 73046 h 168506"/>
                <a:gd name="connsiteX40" fmla="*/ 108642 w 287781"/>
                <a:gd name="connsiteY40" fmla="*/ 63349 h 168506"/>
                <a:gd name="connsiteX41" fmla="*/ 96591 w 287781"/>
                <a:gd name="connsiteY41" fmla="*/ 56144 h 168506"/>
                <a:gd name="connsiteX42" fmla="*/ 80515 w 287781"/>
                <a:gd name="connsiteY42" fmla="*/ 49907 h 168506"/>
                <a:gd name="connsiteX43" fmla="*/ 64862 w 287781"/>
                <a:gd name="connsiteY43" fmla="*/ 40002 h 168506"/>
                <a:gd name="connsiteX44" fmla="*/ 59873 w 287781"/>
                <a:gd name="connsiteY44" fmla="*/ 25801 h 168506"/>
                <a:gd name="connsiteX45" fmla="*/ 68118 w 287781"/>
                <a:gd name="connsiteY45" fmla="*/ 7162 h 168506"/>
                <a:gd name="connsiteX46" fmla="*/ 89799 w 287781"/>
                <a:gd name="connsiteY46" fmla="*/ 28 h 168506"/>
                <a:gd name="connsiteX47" fmla="*/ 102619 w 287781"/>
                <a:gd name="connsiteY47" fmla="*/ 1480 h 168506"/>
                <a:gd name="connsiteX48" fmla="*/ 115297 w 287781"/>
                <a:gd name="connsiteY48" fmla="*/ 5567 h 168506"/>
                <a:gd name="connsiteX49" fmla="*/ 115297 w 287781"/>
                <a:gd name="connsiteY49" fmla="*/ 12634 h 168506"/>
                <a:gd name="connsiteX50" fmla="*/ 90217 w 287781"/>
                <a:gd name="connsiteY50" fmla="*/ 7646 h 168506"/>
                <a:gd name="connsiteX51" fmla="*/ 73866 w 287781"/>
                <a:gd name="connsiteY51" fmla="*/ 12288 h 168506"/>
                <a:gd name="connsiteX52" fmla="*/ 68184 w 287781"/>
                <a:gd name="connsiteY52" fmla="*/ 25521 h 168506"/>
                <a:gd name="connsiteX53" fmla="*/ 69917 w 287781"/>
                <a:gd name="connsiteY53" fmla="*/ 33352 h 168506"/>
                <a:gd name="connsiteX54" fmla="*/ 75598 w 287781"/>
                <a:gd name="connsiteY54" fmla="*/ 38754 h 168506"/>
                <a:gd name="connsiteX55" fmla="*/ 86890 w 287781"/>
                <a:gd name="connsiteY55" fmla="*/ 43951 h 168506"/>
                <a:gd name="connsiteX56" fmla="*/ 101717 w 287781"/>
                <a:gd name="connsiteY56" fmla="*/ 49632 h 168506"/>
                <a:gd name="connsiteX57" fmla="*/ 116265 w 287781"/>
                <a:gd name="connsiteY57" fmla="*/ 59120 h 168506"/>
                <a:gd name="connsiteX58" fmla="*/ 116265 w 287781"/>
                <a:gd name="connsiteY58" fmla="*/ 59120 h 168506"/>
                <a:gd name="connsiteX59" fmla="*/ 12 w 287781"/>
                <a:gd name="connsiteY59" fmla="*/ 98401 h 168506"/>
                <a:gd name="connsiteX60" fmla="*/ 8185 w 287781"/>
                <a:gd name="connsiteY60" fmla="*/ 98401 h 168506"/>
                <a:gd name="connsiteX61" fmla="*/ 8185 w 287781"/>
                <a:gd name="connsiteY61" fmla="*/ 53785 h 168506"/>
                <a:gd name="connsiteX62" fmla="*/ 46844 w 287781"/>
                <a:gd name="connsiteY62" fmla="*/ 53785 h 168506"/>
                <a:gd name="connsiteX63" fmla="*/ 46844 w 287781"/>
                <a:gd name="connsiteY63" fmla="*/ 46443 h 168506"/>
                <a:gd name="connsiteX64" fmla="*/ 8185 w 287781"/>
                <a:gd name="connsiteY64" fmla="*/ 46443 h 168506"/>
                <a:gd name="connsiteX65" fmla="*/ 8185 w 287781"/>
                <a:gd name="connsiteY65" fmla="*/ 9725 h 168506"/>
                <a:gd name="connsiteX66" fmla="*/ 53912 w 287781"/>
                <a:gd name="connsiteY66" fmla="*/ 9725 h 168506"/>
                <a:gd name="connsiteX67" fmla="*/ 53912 w 287781"/>
                <a:gd name="connsiteY67" fmla="*/ 2382 h 168506"/>
                <a:gd name="connsiteX68" fmla="*/ 12 w 287781"/>
                <a:gd name="connsiteY68" fmla="*/ 2382 h 168506"/>
                <a:gd name="connsiteX69" fmla="*/ 12 w 287781"/>
                <a:gd name="connsiteY69" fmla="*/ 98401 h 168506"/>
                <a:gd name="connsiteX70" fmla="*/ 263488 w 287781"/>
                <a:gd name="connsiteY70" fmla="*/ 136418 h 168506"/>
                <a:gd name="connsiteX71" fmla="*/ 262663 w 287781"/>
                <a:gd name="connsiteY71" fmla="*/ 126263 h 168506"/>
                <a:gd name="connsiteX72" fmla="*/ 277603 w 287781"/>
                <a:gd name="connsiteY72" fmla="*/ 109983 h 168506"/>
                <a:gd name="connsiteX73" fmla="*/ 262749 w 287781"/>
                <a:gd name="connsiteY73" fmla="*/ 93652 h 168506"/>
                <a:gd name="connsiteX74" fmla="*/ 258525 w 287781"/>
                <a:gd name="connsiteY74" fmla="*/ 88256 h 168506"/>
                <a:gd name="connsiteX75" fmla="*/ 252248 w 287781"/>
                <a:gd name="connsiteY75" fmla="*/ 78243 h 168506"/>
                <a:gd name="connsiteX76" fmla="*/ 244630 w 287781"/>
                <a:gd name="connsiteY76" fmla="*/ 81076 h 168506"/>
                <a:gd name="connsiteX77" fmla="*/ 239774 w 287781"/>
                <a:gd name="connsiteY77" fmla="*/ 83084 h 168506"/>
                <a:gd name="connsiteX78" fmla="*/ 235723 w 287781"/>
                <a:gd name="connsiteY78" fmla="*/ 79741 h 168506"/>
                <a:gd name="connsiteX79" fmla="*/ 228691 w 287781"/>
                <a:gd name="connsiteY79" fmla="*/ 68149 h 168506"/>
                <a:gd name="connsiteX80" fmla="*/ 200743 w 287781"/>
                <a:gd name="connsiteY80" fmla="*/ 62565 h 168506"/>
                <a:gd name="connsiteX81" fmla="*/ 186200 w 287781"/>
                <a:gd name="connsiteY81" fmla="*/ 85301 h 168506"/>
                <a:gd name="connsiteX82" fmla="*/ 186384 w 287781"/>
                <a:gd name="connsiteY82" fmla="*/ 88419 h 168506"/>
                <a:gd name="connsiteX83" fmla="*/ 182582 w 287781"/>
                <a:gd name="connsiteY83" fmla="*/ 93953 h 168506"/>
                <a:gd name="connsiteX84" fmla="*/ 170272 w 287781"/>
                <a:gd name="connsiteY84" fmla="*/ 109805 h 168506"/>
                <a:gd name="connsiteX85" fmla="*/ 170369 w 287781"/>
                <a:gd name="connsiteY85" fmla="*/ 111889 h 168506"/>
                <a:gd name="connsiteX86" fmla="*/ 186888 w 287781"/>
                <a:gd name="connsiteY86" fmla="*/ 126166 h 168506"/>
                <a:gd name="connsiteX87" fmla="*/ 186878 w 287781"/>
                <a:gd name="connsiteY87" fmla="*/ 136357 h 168506"/>
                <a:gd name="connsiteX88" fmla="*/ 160213 w 287781"/>
                <a:gd name="connsiteY88" fmla="*/ 112831 h 168506"/>
                <a:gd name="connsiteX89" fmla="*/ 160081 w 287781"/>
                <a:gd name="connsiteY89" fmla="*/ 109805 h 168506"/>
                <a:gd name="connsiteX90" fmla="*/ 176009 w 287781"/>
                <a:gd name="connsiteY90" fmla="*/ 85402 h 168506"/>
                <a:gd name="connsiteX91" fmla="*/ 176009 w 287781"/>
                <a:gd name="connsiteY91" fmla="*/ 85301 h 168506"/>
                <a:gd name="connsiteX92" fmla="*/ 196768 w 287781"/>
                <a:gd name="connsiteY92" fmla="*/ 53179 h 168506"/>
                <a:gd name="connsiteX93" fmla="*/ 235906 w 287781"/>
                <a:gd name="connsiteY93" fmla="*/ 60954 h 168506"/>
                <a:gd name="connsiteX94" fmla="*/ 242434 w 287781"/>
                <a:gd name="connsiteY94" fmla="*/ 69790 h 168506"/>
                <a:gd name="connsiteX95" fmla="*/ 255106 w 287781"/>
                <a:gd name="connsiteY95" fmla="*/ 68460 h 168506"/>
                <a:gd name="connsiteX96" fmla="*/ 268283 w 287781"/>
                <a:gd name="connsiteY96" fmla="*/ 84495 h 168506"/>
                <a:gd name="connsiteX97" fmla="*/ 287794 w 287781"/>
                <a:gd name="connsiteY97" fmla="*/ 109983 h 168506"/>
                <a:gd name="connsiteX98" fmla="*/ 263488 w 287781"/>
                <a:gd name="connsiteY98" fmla="*/ 136418 h 168506"/>
                <a:gd name="connsiteX99" fmla="*/ 263488 w 287781"/>
                <a:gd name="connsiteY99" fmla="*/ 136418 h 16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87781" h="168506">
                  <a:moveTo>
                    <a:pt x="214021" y="127068"/>
                  </a:moveTo>
                  <a:lnTo>
                    <a:pt x="240365" y="166222"/>
                  </a:lnTo>
                  <a:cubicBezTo>
                    <a:pt x="241613" y="168076"/>
                    <a:pt x="243922" y="168902"/>
                    <a:pt x="246082" y="168255"/>
                  </a:cubicBezTo>
                  <a:cubicBezTo>
                    <a:pt x="248227" y="167597"/>
                    <a:pt x="249690" y="165620"/>
                    <a:pt x="249690" y="163378"/>
                  </a:cubicBezTo>
                  <a:lnTo>
                    <a:pt x="249690" y="102294"/>
                  </a:lnTo>
                  <a:lnTo>
                    <a:pt x="239499" y="102294"/>
                  </a:lnTo>
                  <a:lnTo>
                    <a:pt x="239499" y="146675"/>
                  </a:lnTo>
                  <a:lnTo>
                    <a:pt x="213155" y="107522"/>
                  </a:lnTo>
                  <a:cubicBezTo>
                    <a:pt x="211902" y="105662"/>
                    <a:pt x="209588" y="104831"/>
                    <a:pt x="207438" y="105494"/>
                  </a:cubicBezTo>
                  <a:cubicBezTo>
                    <a:pt x="205293" y="106146"/>
                    <a:pt x="203831" y="108123"/>
                    <a:pt x="203831" y="110365"/>
                  </a:cubicBezTo>
                  <a:lnTo>
                    <a:pt x="203831" y="168535"/>
                  </a:lnTo>
                  <a:lnTo>
                    <a:pt x="214021" y="168535"/>
                  </a:lnTo>
                  <a:lnTo>
                    <a:pt x="214021" y="127068"/>
                  </a:lnTo>
                  <a:close/>
                  <a:moveTo>
                    <a:pt x="150191" y="64644"/>
                  </a:moveTo>
                  <a:lnTo>
                    <a:pt x="155215" y="71736"/>
                  </a:lnTo>
                  <a:lnTo>
                    <a:pt x="136606" y="98916"/>
                  </a:lnTo>
                  <a:lnTo>
                    <a:pt x="125447" y="98916"/>
                  </a:lnTo>
                  <a:lnTo>
                    <a:pt x="150191" y="64644"/>
                  </a:lnTo>
                  <a:close/>
                  <a:moveTo>
                    <a:pt x="166007" y="57316"/>
                  </a:moveTo>
                  <a:lnTo>
                    <a:pt x="174817" y="69846"/>
                  </a:lnTo>
                  <a:cubicBezTo>
                    <a:pt x="173115" y="73392"/>
                    <a:pt x="171795" y="77112"/>
                    <a:pt x="170975" y="80985"/>
                  </a:cubicBezTo>
                  <a:lnTo>
                    <a:pt x="154955" y="58040"/>
                  </a:lnTo>
                  <a:lnTo>
                    <a:pt x="160585" y="50239"/>
                  </a:lnTo>
                  <a:lnTo>
                    <a:pt x="181640" y="20186"/>
                  </a:lnTo>
                  <a:lnTo>
                    <a:pt x="192641" y="20186"/>
                  </a:lnTo>
                  <a:lnTo>
                    <a:pt x="166007" y="57316"/>
                  </a:lnTo>
                  <a:close/>
                  <a:moveTo>
                    <a:pt x="150053" y="51375"/>
                  </a:moveTo>
                  <a:lnTo>
                    <a:pt x="127923" y="20186"/>
                  </a:lnTo>
                  <a:lnTo>
                    <a:pt x="139536" y="20186"/>
                  </a:lnTo>
                  <a:lnTo>
                    <a:pt x="155918" y="43569"/>
                  </a:lnTo>
                  <a:lnTo>
                    <a:pt x="150053" y="51375"/>
                  </a:lnTo>
                  <a:close/>
                  <a:moveTo>
                    <a:pt x="116265" y="59120"/>
                  </a:moveTo>
                  <a:cubicBezTo>
                    <a:pt x="119312" y="62865"/>
                    <a:pt x="120836" y="67553"/>
                    <a:pt x="120836" y="73184"/>
                  </a:cubicBezTo>
                  <a:cubicBezTo>
                    <a:pt x="120836" y="81408"/>
                    <a:pt x="117809" y="88057"/>
                    <a:pt x="111761" y="93137"/>
                  </a:cubicBezTo>
                  <a:cubicBezTo>
                    <a:pt x="105712" y="98218"/>
                    <a:pt x="97743" y="100760"/>
                    <a:pt x="87863" y="100760"/>
                  </a:cubicBezTo>
                  <a:cubicBezTo>
                    <a:pt x="77606" y="100760"/>
                    <a:pt x="68464" y="98819"/>
                    <a:pt x="60424" y="94941"/>
                  </a:cubicBezTo>
                  <a:lnTo>
                    <a:pt x="60424" y="87874"/>
                  </a:lnTo>
                  <a:cubicBezTo>
                    <a:pt x="70126" y="91385"/>
                    <a:pt x="79038" y="93137"/>
                    <a:pt x="87170" y="93137"/>
                  </a:cubicBezTo>
                  <a:cubicBezTo>
                    <a:pt x="94833" y="93137"/>
                    <a:pt x="100953" y="91339"/>
                    <a:pt x="105529" y="87736"/>
                  </a:cubicBezTo>
                  <a:cubicBezTo>
                    <a:pt x="110099" y="84134"/>
                    <a:pt x="112387" y="79237"/>
                    <a:pt x="112387" y="73046"/>
                  </a:cubicBezTo>
                  <a:cubicBezTo>
                    <a:pt x="112387" y="69260"/>
                    <a:pt x="111139" y="66030"/>
                    <a:pt x="108642" y="63349"/>
                  </a:cubicBezTo>
                  <a:cubicBezTo>
                    <a:pt x="106150" y="60669"/>
                    <a:pt x="102130" y="58269"/>
                    <a:pt x="96591" y="56144"/>
                  </a:cubicBezTo>
                  <a:lnTo>
                    <a:pt x="80515" y="49907"/>
                  </a:lnTo>
                  <a:cubicBezTo>
                    <a:pt x="73402" y="47136"/>
                    <a:pt x="68184" y="43834"/>
                    <a:pt x="64862" y="40002"/>
                  </a:cubicBezTo>
                  <a:cubicBezTo>
                    <a:pt x="61535" y="36170"/>
                    <a:pt x="59873" y="31436"/>
                    <a:pt x="59873" y="25801"/>
                  </a:cubicBezTo>
                  <a:cubicBezTo>
                    <a:pt x="59873" y="18132"/>
                    <a:pt x="62620" y="11921"/>
                    <a:pt x="68118" y="7162"/>
                  </a:cubicBezTo>
                  <a:cubicBezTo>
                    <a:pt x="73611" y="2408"/>
                    <a:pt x="80841" y="28"/>
                    <a:pt x="89799" y="28"/>
                  </a:cubicBezTo>
                  <a:cubicBezTo>
                    <a:pt x="93865" y="28"/>
                    <a:pt x="98135" y="512"/>
                    <a:pt x="102619" y="1480"/>
                  </a:cubicBezTo>
                  <a:cubicBezTo>
                    <a:pt x="107098" y="2453"/>
                    <a:pt x="111322" y="3814"/>
                    <a:pt x="115297" y="5567"/>
                  </a:cubicBezTo>
                  <a:lnTo>
                    <a:pt x="115297" y="12634"/>
                  </a:lnTo>
                  <a:cubicBezTo>
                    <a:pt x="105875" y="9312"/>
                    <a:pt x="97514" y="7646"/>
                    <a:pt x="90217" y="7646"/>
                  </a:cubicBezTo>
                  <a:cubicBezTo>
                    <a:pt x="83104" y="7646"/>
                    <a:pt x="77652" y="9195"/>
                    <a:pt x="73866" y="12288"/>
                  </a:cubicBezTo>
                  <a:cubicBezTo>
                    <a:pt x="70080" y="15386"/>
                    <a:pt x="68184" y="19793"/>
                    <a:pt x="68184" y="25521"/>
                  </a:cubicBezTo>
                  <a:cubicBezTo>
                    <a:pt x="68184" y="28756"/>
                    <a:pt x="68760" y="31365"/>
                    <a:pt x="69917" y="33352"/>
                  </a:cubicBezTo>
                  <a:cubicBezTo>
                    <a:pt x="71073" y="35340"/>
                    <a:pt x="72964" y="37138"/>
                    <a:pt x="75598" y="38754"/>
                  </a:cubicBezTo>
                  <a:cubicBezTo>
                    <a:pt x="78232" y="40369"/>
                    <a:pt x="81993" y="42101"/>
                    <a:pt x="86890" y="43951"/>
                  </a:cubicBezTo>
                  <a:lnTo>
                    <a:pt x="101717" y="49632"/>
                  </a:lnTo>
                  <a:cubicBezTo>
                    <a:pt x="108367" y="52216"/>
                    <a:pt x="113218" y="55380"/>
                    <a:pt x="116265" y="59120"/>
                  </a:cubicBezTo>
                  <a:lnTo>
                    <a:pt x="116265" y="59120"/>
                  </a:lnTo>
                  <a:close/>
                  <a:moveTo>
                    <a:pt x="12" y="98401"/>
                  </a:moveTo>
                  <a:lnTo>
                    <a:pt x="8185" y="98401"/>
                  </a:lnTo>
                  <a:lnTo>
                    <a:pt x="8185" y="53785"/>
                  </a:lnTo>
                  <a:lnTo>
                    <a:pt x="46844" y="53785"/>
                  </a:lnTo>
                  <a:lnTo>
                    <a:pt x="46844" y="46443"/>
                  </a:lnTo>
                  <a:lnTo>
                    <a:pt x="8185" y="46443"/>
                  </a:lnTo>
                  <a:lnTo>
                    <a:pt x="8185" y="9725"/>
                  </a:lnTo>
                  <a:lnTo>
                    <a:pt x="53912" y="9725"/>
                  </a:lnTo>
                  <a:lnTo>
                    <a:pt x="53912" y="2382"/>
                  </a:lnTo>
                  <a:lnTo>
                    <a:pt x="12" y="2382"/>
                  </a:lnTo>
                  <a:lnTo>
                    <a:pt x="12" y="98401"/>
                  </a:lnTo>
                  <a:close/>
                  <a:moveTo>
                    <a:pt x="263488" y="136418"/>
                  </a:moveTo>
                  <a:lnTo>
                    <a:pt x="262663" y="126263"/>
                  </a:lnTo>
                  <a:cubicBezTo>
                    <a:pt x="264166" y="126120"/>
                    <a:pt x="277603" y="124454"/>
                    <a:pt x="277603" y="109983"/>
                  </a:cubicBezTo>
                  <a:cubicBezTo>
                    <a:pt x="277603" y="97993"/>
                    <a:pt x="268293" y="94605"/>
                    <a:pt x="262749" y="93652"/>
                  </a:cubicBezTo>
                  <a:cubicBezTo>
                    <a:pt x="260135" y="93204"/>
                    <a:pt x="258332" y="90844"/>
                    <a:pt x="258525" y="88256"/>
                  </a:cubicBezTo>
                  <a:cubicBezTo>
                    <a:pt x="258051" y="82987"/>
                    <a:pt x="255723" y="79257"/>
                    <a:pt x="252248" y="78243"/>
                  </a:cubicBezTo>
                  <a:cubicBezTo>
                    <a:pt x="249455" y="77423"/>
                    <a:pt x="246525" y="78508"/>
                    <a:pt x="244630" y="81076"/>
                  </a:cubicBezTo>
                  <a:cubicBezTo>
                    <a:pt x="243509" y="82590"/>
                    <a:pt x="241659" y="83380"/>
                    <a:pt x="239774" y="83084"/>
                  </a:cubicBezTo>
                  <a:cubicBezTo>
                    <a:pt x="237909" y="82804"/>
                    <a:pt x="236350" y="81520"/>
                    <a:pt x="235723" y="79741"/>
                  </a:cubicBezTo>
                  <a:cubicBezTo>
                    <a:pt x="234082" y="75079"/>
                    <a:pt x="231713" y="71181"/>
                    <a:pt x="228691" y="68149"/>
                  </a:cubicBezTo>
                  <a:cubicBezTo>
                    <a:pt x="225017" y="64465"/>
                    <a:pt x="214939" y="56552"/>
                    <a:pt x="200743" y="62565"/>
                  </a:cubicBezTo>
                  <a:cubicBezTo>
                    <a:pt x="192722" y="65958"/>
                    <a:pt x="186200" y="76159"/>
                    <a:pt x="186200" y="85301"/>
                  </a:cubicBezTo>
                  <a:cubicBezTo>
                    <a:pt x="186200" y="86355"/>
                    <a:pt x="186266" y="87395"/>
                    <a:pt x="186384" y="88419"/>
                  </a:cubicBezTo>
                  <a:cubicBezTo>
                    <a:pt x="186684" y="90957"/>
                    <a:pt x="185059" y="93321"/>
                    <a:pt x="182582" y="93953"/>
                  </a:cubicBezTo>
                  <a:cubicBezTo>
                    <a:pt x="176967" y="95384"/>
                    <a:pt x="170272" y="99298"/>
                    <a:pt x="170272" y="109805"/>
                  </a:cubicBezTo>
                  <a:cubicBezTo>
                    <a:pt x="170272" y="110528"/>
                    <a:pt x="170302" y="111221"/>
                    <a:pt x="170369" y="111889"/>
                  </a:cubicBezTo>
                  <a:cubicBezTo>
                    <a:pt x="171118" y="119883"/>
                    <a:pt x="178374" y="126161"/>
                    <a:pt x="186888" y="126166"/>
                  </a:cubicBezTo>
                  <a:lnTo>
                    <a:pt x="186878" y="136357"/>
                  </a:lnTo>
                  <a:cubicBezTo>
                    <a:pt x="173161" y="136347"/>
                    <a:pt x="161457" y="126008"/>
                    <a:pt x="160213" y="112831"/>
                  </a:cubicBezTo>
                  <a:cubicBezTo>
                    <a:pt x="160132" y="111848"/>
                    <a:pt x="160081" y="110844"/>
                    <a:pt x="160081" y="109805"/>
                  </a:cubicBezTo>
                  <a:cubicBezTo>
                    <a:pt x="160081" y="98355"/>
                    <a:pt x="165956" y="89494"/>
                    <a:pt x="176009" y="85402"/>
                  </a:cubicBezTo>
                  <a:lnTo>
                    <a:pt x="176009" y="85301"/>
                  </a:lnTo>
                  <a:cubicBezTo>
                    <a:pt x="176009" y="72001"/>
                    <a:pt x="184931" y="58193"/>
                    <a:pt x="196768" y="53179"/>
                  </a:cubicBezTo>
                  <a:cubicBezTo>
                    <a:pt x="210582" y="47324"/>
                    <a:pt x="225211" y="50234"/>
                    <a:pt x="235906" y="60954"/>
                  </a:cubicBezTo>
                  <a:cubicBezTo>
                    <a:pt x="238449" y="63502"/>
                    <a:pt x="240630" y="66458"/>
                    <a:pt x="242434" y="69790"/>
                  </a:cubicBezTo>
                  <a:cubicBezTo>
                    <a:pt x="246286" y="67742"/>
                    <a:pt x="250775" y="67196"/>
                    <a:pt x="255106" y="68460"/>
                  </a:cubicBezTo>
                  <a:cubicBezTo>
                    <a:pt x="261995" y="70478"/>
                    <a:pt x="266765" y="76353"/>
                    <a:pt x="268283" y="84495"/>
                  </a:cubicBezTo>
                  <a:cubicBezTo>
                    <a:pt x="278301" y="87441"/>
                    <a:pt x="287794" y="95344"/>
                    <a:pt x="287794" y="109983"/>
                  </a:cubicBezTo>
                  <a:cubicBezTo>
                    <a:pt x="287794" y="129336"/>
                    <a:pt x="271891" y="135741"/>
                    <a:pt x="263488" y="136418"/>
                  </a:cubicBezTo>
                  <a:lnTo>
                    <a:pt x="263488" y="136418"/>
                  </a:lnTo>
                  <a:close/>
                </a:path>
              </a:pathLst>
            </a:custGeom>
            <a:solidFill>
              <a:srgbClr val="FFFFFF"/>
            </a:solidFill>
            <a:ln w="5001" cap="flat">
              <a:noFill/>
              <a:prstDash val="solid"/>
              <a:miter/>
            </a:ln>
          </p:spPr>
          <p:txBody>
            <a:bodyPr rtlCol="0" anchor="ctr"/>
            <a:lstStyle/>
            <a:p>
              <a:endParaRPr lang="en-IL">
                <a:solidFill>
                  <a:srgbClr val="FFFFFF"/>
                </a:solidFill>
                <a:latin typeface="Amazon Ember Display"/>
              </a:endParaRPr>
            </a:p>
          </p:txBody>
        </p:sp>
      </p:grpSp>
      <p:sp>
        <p:nvSpPr>
          <p:cNvPr id="86" name="TextBox 85">
            <a:extLst>
              <a:ext uri="{FF2B5EF4-FFF2-40B4-BE49-F238E27FC236}">
                <a16:creationId xmlns:a16="http://schemas.microsoft.com/office/drawing/2014/main" id="{349437BD-33E1-C78D-FE3E-725C9327BA02}"/>
              </a:ext>
            </a:extLst>
          </p:cNvPr>
          <p:cNvSpPr txBox="1"/>
          <p:nvPr/>
        </p:nvSpPr>
        <p:spPr>
          <a:xfrm>
            <a:off x="3035986" y="1751230"/>
            <a:ext cx="2691871" cy="523220"/>
          </a:xfrm>
          <a:prstGeom prst="rect">
            <a:avLst/>
          </a:prstGeom>
          <a:noFill/>
        </p:spPr>
        <p:txBody>
          <a:bodyPr wrap="square">
            <a:spAutoFit/>
          </a:bodyPr>
          <a:lstStyle/>
          <a:p>
            <a:pPr algn="ctr"/>
            <a:r>
              <a:rPr lang="en-US" sz="1400" dirty="0">
                <a:solidFill>
                  <a:srgbClr val="FFFFFF"/>
                </a:solidFill>
                <a:latin typeface="Amazon Ember Display"/>
              </a:rPr>
              <a:t>Auto-scaling group and compute clusters</a:t>
            </a:r>
          </a:p>
        </p:txBody>
      </p:sp>
    </p:spTree>
    <p:extLst>
      <p:ext uri="{BB962C8B-B14F-4D97-AF65-F5344CB8AC3E}">
        <p14:creationId xmlns:p14="http://schemas.microsoft.com/office/powerpoint/2010/main" val="222922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Lst>
  </p:timing>
</p:sld>
</file>

<file path=ppt/theme/theme1.xml><?xml version="1.0" encoding="utf-8"?>
<a:theme xmlns:a="http://schemas.openxmlformats.org/drawingml/2006/main" name="AWS Confidential Dark">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Ember">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AWS_Powerpoint Template_Non-Confidential_Light_2022" id="{DE5DA517-FE2C-6641-985B-C37C5C891CB5}" vid="{798762ED-FEAD-8D4C-ABA2-B3DFD253C232}"/>
    </a:ext>
  </a:extLst>
</a:theme>
</file>

<file path=ppt/theme/theme2.xml><?xml version="1.0" encoding="utf-8"?>
<a:theme xmlns:a="http://schemas.openxmlformats.org/drawingml/2006/main" name="OneBrandConfidential_Dark">
  <a:themeElements>
    <a:clrScheme name="AWS Brand Colors">
      <a:dk1>
        <a:srgbClr val="232F3E"/>
      </a:dk1>
      <a:lt1>
        <a:srgbClr val="FFFFFF"/>
      </a:lt1>
      <a:dk2>
        <a:srgbClr val="262261"/>
      </a:dk2>
      <a:lt2>
        <a:srgbClr val="F1F3F3"/>
      </a:lt2>
      <a:accent1>
        <a:srgbClr val="504BAB"/>
      </a:accent1>
      <a:accent2>
        <a:srgbClr val="C9208A"/>
      </a:accent2>
      <a:accent3>
        <a:srgbClr val="F3E502"/>
      </a:accent3>
      <a:accent4>
        <a:srgbClr val="ADE322"/>
      </a:accent4>
      <a:accent5>
        <a:srgbClr val="36C2B3"/>
      </a:accent5>
      <a:accent6>
        <a:srgbClr val="008296"/>
      </a:accent6>
      <a:hlink>
        <a:srgbClr val="FF6633"/>
      </a:hlink>
      <a:folHlink>
        <a:srgbClr val="FF6633"/>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2"/>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1200"/>
          </a:spcAft>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tlCol="0">
        <a:spAutoFit/>
      </a:bodyPr>
      <a:lstStyle>
        <a:defPPr algn="l">
          <a:spcAft>
            <a:spcPts val="1200"/>
          </a:spcAft>
          <a:defRPr dirty="0" err="1" smtClean="0"/>
        </a:defPPr>
      </a:lstStyle>
    </a:txDef>
  </a:objectDefaults>
  <a:extraClrSchemeLst/>
  <a:extLst>
    <a:ext uri="{05A4C25C-085E-4340-85A3-A5531E510DB2}">
      <thm15:themeFamily xmlns:thm15="http://schemas.microsoft.com/office/thememl/2012/main" name="OB_DeckTemplate_Non-Confidential_10-19-2021" id="{BC8811F7-002D-A246-BAC2-452B7ED68588}" vid="{E364A29D-ED93-C241-BC29-F8A901E90DBD}"/>
    </a:ext>
  </a:extLst>
</a:theme>
</file>

<file path=ppt/theme/theme3.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4" ma:contentTypeDescription="Create a new document." ma:contentTypeScope="" ma:versionID="40948e22bc3c5fc56b3589e180180867">
  <xsd:schema xmlns:xsd="http://www.w3.org/2001/XMLSchema" xmlns:xs="http://www.w3.org/2001/XMLSchema" xmlns:p="http://schemas.microsoft.com/office/2006/metadata/properties" xmlns:ns2="236d467e-fe90-4ae0-9fe2-011d77897820" xmlns:ns3="4544b03d-ed08-46e1-a5f8-632fc735be33" targetNamespace="http://schemas.microsoft.com/office/2006/metadata/properties" ma:root="true" ma:fieldsID="d8ffb09f5a9b81b82a3526b32c263078" ns2:_="" ns3:_="">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36d467e-fe90-4ae0-9fe2-011d77897820">
      <Terms xmlns="http://schemas.microsoft.com/office/infopath/2007/PartnerControls"/>
    </lcf76f155ced4ddcb4097134ff3c332f>
    <TaxCatchAll xmlns="4544b03d-ed08-46e1-a5f8-632fc735be33" xsi:nil="true"/>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documentManagement>
</p:properties>
</file>

<file path=customXml/itemProps1.xml><?xml version="1.0" encoding="utf-8"?>
<ds:datastoreItem xmlns:ds="http://schemas.openxmlformats.org/officeDocument/2006/customXml" ds:itemID="{1908315B-564D-4ECB-9669-4B7B121C9F6D}"/>
</file>

<file path=customXml/itemProps2.xml><?xml version="1.0" encoding="utf-8"?>
<ds:datastoreItem xmlns:ds="http://schemas.openxmlformats.org/officeDocument/2006/customXml" ds:itemID="{C69FF99A-998F-47ED-9B64-B5BC64B3A66D}"/>
</file>

<file path=customXml/itemProps3.xml><?xml version="1.0" encoding="utf-8"?>
<ds:datastoreItem xmlns:ds="http://schemas.openxmlformats.org/officeDocument/2006/customXml" ds:itemID="{0499DFA3-ACFD-4085-8035-9D9ABA71162B}"/>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emplate>AWS Confidential Dark</Template>
  <TotalTime>30471</TotalTime>
  <Words>2342</Words>
  <Application>Microsoft Office PowerPoint</Application>
  <PresentationFormat>Widescreen</PresentationFormat>
  <Paragraphs>385</Paragraphs>
  <Slides>20</Slides>
  <Notes>14</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4" baseType="lpstr">
      <vt:lpstr>Times New Roman</vt:lpstr>
      <vt:lpstr>Amazon Ember Mono</vt:lpstr>
      <vt:lpstr>Amazon Ember Regular</vt:lpstr>
      <vt:lpstr>Wingdings</vt:lpstr>
      <vt:lpstr>Lucida Console</vt:lpstr>
      <vt:lpstr>Amazon Ember Display</vt:lpstr>
      <vt:lpstr>Amazon Ember Light</vt:lpstr>
      <vt:lpstr>Calibri</vt:lpstr>
      <vt:lpstr>Arial</vt:lpstr>
      <vt:lpstr>Amazon Ember</vt:lpstr>
      <vt:lpstr>Amazon Ember Heavy</vt:lpstr>
      <vt:lpstr>AWS Confidential Dark</vt:lpstr>
      <vt:lpstr>OneBrandConfidential_Dark</vt:lpstr>
      <vt:lpstr>Microsoft Excel Worksheet</vt:lpstr>
      <vt:lpstr>Storage Assessment</vt:lpstr>
      <vt:lpstr>Agenda</vt:lpstr>
      <vt:lpstr>Overview</vt:lpstr>
      <vt:lpstr>PowerPoint Presentation</vt:lpstr>
      <vt:lpstr>PowerPoint Presentation</vt:lpstr>
      <vt:lpstr>                        Amazon EBS</vt:lpstr>
      <vt:lpstr>PowerPoint Presentation</vt:lpstr>
      <vt:lpstr> Amazon FSxN Single-AZ</vt:lpstr>
      <vt:lpstr>Block Disks -Amazon FSx for NetApp ONTAP</vt:lpstr>
      <vt:lpstr>                        Thank you</vt:lpstr>
      <vt:lpstr>Next Steps after a Storage Assessment</vt:lpstr>
      <vt:lpstr>Simplify your SQL Server HA Deployments using Amazon FSx</vt:lpstr>
      <vt:lpstr>Reduce TCO by Moving to AWS </vt:lpstr>
      <vt:lpstr>Amazon EBS Recommendations</vt:lpstr>
      <vt:lpstr>Amazon EBS- IO2 BX vs GP3</vt:lpstr>
      <vt:lpstr>Amazon FSx for NetApp ONTAP- Useful Links </vt:lpstr>
      <vt:lpstr>Amazon FSx for NetApp ONTAP- Configurations</vt:lpstr>
      <vt:lpstr>How MGN Migration Works </vt:lpstr>
      <vt:lpstr>Migrate VMware Storage to Amazon EBS + FSxN </vt:lpstr>
      <vt:lpstr>Optimizing performance at scale  - GEN 2 File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Krysha Nair</dc:creator>
  <cp:lastModifiedBy>Batra, Pranav</cp:lastModifiedBy>
  <cp:revision>564</cp:revision>
  <dcterms:created xsi:type="dcterms:W3CDTF">2022-08-16T20:13:30Z</dcterms:created>
  <dcterms:modified xsi:type="dcterms:W3CDTF">2026-03-30T13:24:40Z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2025-09-01T19:50:00Z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33955396-13c1-4f0b-898d-2423e943a0c8</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y fmtid="{D5CDD505-2E9C-101B-9397-08002B2CF9AE}" pid="10" name="ContentTypeId">
    <vt:lpwstr>0x010100B104D1C152C32946844AA72ED5B510AE</vt:lpwstr>
  </property>
</Properties>
</file>