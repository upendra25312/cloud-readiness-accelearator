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731" r:id="rId2"/>
  </p:sldMasterIdLst>
  <p:notesMasterIdLst>
    <p:notesMasterId r:id="rId9"/>
  </p:notesMasterIdLst>
  <p:handoutMasterIdLst>
    <p:handoutMasterId r:id="rId10"/>
  </p:handoutMasterIdLst>
  <p:sldIdLst>
    <p:sldId id="8753" r:id="rId3"/>
    <p:sldId id="2147473912" r:id="rId4"/>
    <p:sldId id="2147473911" r:id="rId5"/>
    <p:sldId id="2147473914" r:id="rId6"/>
    <p:sldId id="2147473913" r:id="rId7"/>
    <p:sldId id="2147473878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  <p:embeddedFont>
      <p:font typeface="Amazon Ember Heavy" panose="020B0603020204020204" pitchFamily="34" charset="0"/>
      <p:bold r:id="rId19"/>
      <p:italic r:id="rId20"/>
      <p:boldItalic r:id="rId21"/>
    </p:embeddedFont>
    <p:embeddedFont>
      <p:font typeface="Amazon Ember Mono" panose="020B0603020204020204" pitchFamily="34" charset="0"/>
      <p:regular r:id="rId22"/>
      <p:bold r:id="rId23"/>
      <p:italic r:id="rId24"/>
      <p:boldItalic r:id="rId25"/>
    </p:embeddedFont>
    <p:embeddedFont>
      <p:font typeface="Lucida Console" panose="020B0609040504020204" pitchFamily="49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yden, Shannon" initials="DS" lastIdx="1" clrIdx="0">
    <p:extLst>
      <p:ext uri="{19B8F6BF-5375-455C-9EA6-DF929625EA0E}">
        <p15:presenceInfo xmlns:p15="http://schemas.microsoft.com/office/powerpoint/2012/main" userId="S-1-5-21-1407069837-2091007605-538272213-39364416" providerId="AD"/>
      </p:ext>
    </p:extLst>
  </p:cmAuthor>
  <p:cmAuthor id="2" name="Strom, Hilary" initials="SH" lastIdx="1" clrIdx="1">
    <p:extLst>
      <p:ext uri="{19B8F6BF-5375-455C-9EA6-DF929625EA0E}">
        <p15:presenceInfo xmlns:p15="http://schemas.microsoft.com/office/powerpoint/2012/main" userId="S-1-5-21-1407069837-2091007605-538272213-41304551" providerId="AD"/>
      </p:ext>
    </p:extLst>
  </p:cmAuthor>
  <p:cmAuthor id="3" name="Krysha Nair" initials="KN" lastIdx="3" clrIdx="2">
    <p:extLst>
      <p:ext uri="{19B8F6BF-5375-455C-9EA6-DF929625EA0E}">
        <p15:presenceInfo xmlns:p15="http://schemas.microsoft.com/office/powerpoint/2012/main" userId="Krysha Nair" providerId="None"/>
      </p:ext>
    </p:extLst>
  </p:cmAuthor>
  <p:cmAuthor id="4" name="Batra, Pranav" initials="BP" lastIdx="2" clrIdx="3">
    <p:extLst>
      <p:ext uri="{19B8F6BF-5375-455C-9EA6-DF929625EA0E}">
        <p15:presenceInfo xmlns:p15="http://schemas.microsoft.com/office/powerpoint/2012/main" userId="S-1-5-21-1407069837-2091007605-538272213-479295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28134D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3B647-CF49-744B-A18E-A0BAAB86B924}" v="49" dt="2026-04-20T12:33:49.684"/>
    <p1510:client id="{F9BF5D24-7062-EA4A-B44D-CA6455A37135}" v="3" dt="2026-04-20T14:56:29.182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28" autoAdjust="0"/>
    <p:restoredTop sz="94796" autoAdjust="0"/>
  </p:normalViewPr>
  <p:slideViewPr>
    <p:cSldViewPr snapToGrid="0">
      <p:cViewPr varScale="1">
        <p:scale>
          <a:sx n="104" d="100"/>
          <a:sy n="104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25" d="100"/>
          <a:sy n="125" d="100"/>
        </p:scale>
        <p:origin x="407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mvura, Tinotenda" userId="a20b0256-500e-4f77-8c09-9a16f4164d8f" providerId="ADAL" clId="{4BC12F20-C99B-59DB-9A6A-71B4F4C71061}"/>
    <pc:docChg chg="undo redo custSel addSld delSld modSld">
      <pc:chgData name="Chemvura, Tinotenda" userId="a20b0256-500e-4f77-8c09-9a16f4164d8f" providerId="ADAL" clId="{4BC12F20-C99B-59DB-9A6A-71B4F4C71061}" dt="2026-04-20T15:00:50.176" v="1212" actId="113"/>
      <pc:docMkLst>
        <pc:docMk/>
      </pc:docMkLst>
      <pc:sldChg chg="addSp delSp modSp mod">
        <pc:chgData name="Chemvura, Tinotenda" userId="a20b0256-500e-4f77-8c09-9a16f4164d8f" providerId="ADAL" clId="{4BC12F20-C99B-59DB-9A6A-71B4F4C71061}" dt="2026-04-20T14:34:38.420" v="1068" actId="20577"/>
        <pc:sldMkLst>
          <pc:docMk/>
          <pc:sldMk cId="1279541440" sldId="8753"/>
        </pc:sldMkLst>
        <pc:spChg chg="mod">
          <ac:chgData name="Chemvura, Tinotenda" userId="a20b0256-500e-4f77-8c09-9a16f4164d8f" providerId="ADAL" clId="{4BC12F20-C99B-59DB-9A6A-71B4F4C71061}" dt="2026-04-20T14:34:38.420" v="1068" actId="20577"/>
          <ac:spMkLst>
            <pc:docMk/>
            <pc:sldMk cId="1279541440" sldId="8753"/>
            <ac:spMk id="6" creationId="{472B9547-2FF4-F84D-B657-E54C84D93705}"/>
          </ac:spMkLst>
        </pc:spChg>
        <pc:spChg chg="mod">
          <ac:chgData name="Chemvura, Tinotenda" userId="a20b0256-500e-4f77-8c09-9a16f4164d8f" providerId="ADAL" clId="{4BC12F20-C99B-59DB-9A6A-71B4F4C71061}" dt="2026-04-17T15:08:00.782" v="8" actId="20577"/>
          <ac:spMkLst>
            <pc:docMk/>
            <pc:sldMk cId="1279541440" sldId="8753"/>
            <ac:spMk id="7" creationId="{0A4C23C4-3509-1048-965A-22608F7D36F9}"/>
          </ac:spMkLst>
        </pc:spChg>
        <pc:spChg chg="mod">
          <ac:chgData name="Chemvura, Tinotenda" userId="a20b0256-500e-4f77-8c09-9a16f4164d8f" providerId="ADAL" clId="{4BC12F20-C99B-59DB-9A6A-71B4F4C71061}" dt="2026-04-17T15:08:08.012" v="14" actId="20577"/>
          <ac:spMkLst>
            <pc:docMk/>
            <pc:sldMk cId="1279541440" sldId="8753"/>
            <ac:spMk id="8" creationId="{181BCDC8-FFB6-1D48-9FB8-544CB82FDE9C}"/>
          </ac:spMkLst>
        </pc:spChg>
      </pc:sldChg>
      <pc:sldChg chg="addSp delSp modSp new mod">
        <pc:chgData name="Chemvura, Tinotenda" userId="a20b0256-500e-4f77-8c09-9a16f4164d8f" providerId="ADAL" clId="{4BC12F20-C99B-59DB-9A6A-71B4F4C71061}" dt="2026-04-20T14:39:54.853" v="1181" actId="404"/>
        <pc:sldMkLst>
          <pc:docMk/>
          <pc:sldMk cId="3437965526" sldId="2147473911"/>
        </pc:sldMkLst>
        <pc:spChg chg="mod">
          <ac:chgData name="Chemvura, Tinotenda" userId="a20b0256-500e-4f77-8c09-9a16f4164d8f" providerId="ADAL" clId="{4BC12F20-C99B-59DB-9A6A-71B4F4C71061}" dt="2026-04-17T15:50:53.844" v="322" actId="20577"/>
          <ac:spMkLst>
            <pc:docMk/>
            <pc:sldMk cId="3437965526" sldId="2147473911"/>
            <ac:spMk id="2" creationId="{3FE68825-8390-5E8F-2CFB-99F92CE355F0}"/>
          </ac:spMkLst>
        </pc:spChg>
        <pc:spChg chg="add mod">
          <ac:chgData name="Chemvura, Tinotenda" userId="a20b0256-500e-4f77-8c09-9a16f4164d8f" providerId="ADAL" clId="{4BC12F20-C99B-59DB-9A6A-71B4F4C71061}" dt="2026-04-20T14:37:58.756" v="1107" actId="20577"/>
          <ac:spMkLst>
            <pc:docMk/>
            <pc:sldMk cId="3437965526" sldId="2147473911"/>
            <ac:spMk id="8" creationId="{C22380E7-94E2-2676-9D41-3C2F95CEA8DA}"/>
          </ac:spMkLst>
        </pc:spChg>
        <pc:spChg chg="add mod">
          <ac:chgData name="Chemvura, Tinotenda" userId="a20b0256-500e-4f77-8c09-9a16f4164d8f" providerId="ADAL" clId="{4BC12F20-C99B-59DB-9A6A-71B4F4C71061}" dt="2026-04-20T14:38:40.240" v="1177" actId="20577"/>
          <ac:spMkLst>
            <pc:docMk/>
            <pc:sldMk cId="3437965526" sldId="2147473911"/>
            <ac:spMk id="13" creationId="{F2E0848E-71AF-6A1F-3640-4D76E4A1416D}"/>
          </ac:spMkLst>
        </pc:spChg>
        <pc:graphicFrameChg chg="add mod modGraphic">
          <ac:chgData name="Chemvura, Tinotenda" userId="a20b0256-500e-4f77-8c09-9a16f4164d8f" providerId="ADAL" clId="{4BC12F20-C99B-59DB-9A6A-71B4F4C71061}" dt="2026-04-20T14:39:54.853" v="1181" actId="404"/>
          <ac:graphicFrameMkLst>
            <pc:docMk/>
            <pc:sldMk cId="3437965526" sldId="2147473911"/>
            <ac:graphicFrameMk id="16" creationId="{CAB187C2-1E9E-3BCA-95E1-5D1FB6B0D104}"/>
          </ac:graphicFrameMkLst>
        </pc:graphicFrameChg>
      </pc:sldChg>
      <pc:sldChg chg="addSp delSp modSp new mod">
        <pc:chgData name="Chemvura, Tinotenda" userId="a20b0256-500e-4f77-8c09-9a16f4164d8f" providerId="ADAL" clId="{4BC12F20-C99B-59DB-9A6A-71B4F4C71061}" dt="2026-04-20T14:59:47.677" v="1209" actId="20577"/>
        <pc:sldMkLst>
          <pc:docMk/>
          <pc:sldMk cId="3109374773" sldId="2147473912"/>
        </pc:sldMkLst>
        <pc:spChg chg="mod">
          <ac:chgData name="Chemvura, Tinotenda" userId="a20b0256-500e-4f77-8c09-9a16f4164d8f" providerId="ADAL" clId="{4BC12F20-C99B-59DB-9A6A-71B4F4C71061}" dt="2026-04-17T15:45:52.533" v="252" actId="20577"/>
          <ac:spMkLst>
            <pc:docMk/>
            <pc:sldMk cId="3109374773" sldId="2147473912"/>
            <ac:spMk id="2" creationId="{AB1AAB32-8062-6F27-ED53-E8FBC1327E65}"/>
          </ac:spMkLst>
        </pc:spChg>
        <pc:spChg chg="add mod">
          <ac:chgData name="Chemvura, Tinotenda" userId="a20b0256-500e-4f77-8c09-9a16f4164d8f" providerId="ADAL" clId="{4BC12F20-C99B-59DB-9A6A-71B4F4C71061}" dt="2026-04-20T12:27:54.216" v="930" actId="1076"/>
          <ac:spMkLst>
            <pc:docMk/>
            <pc:sldMk cId="3109374773" sldId="2147473912"/>
            <ac:spMk id="7" creationId="{1DC2BFD5-D151-9279-20C1-F0D2A0513870}"/>
          </ac:spMkLst>
        </pc:spChg>
        <pc:graphicFrameChg chg="add mod modGraphic">
          <ac:chgData name="Chemvura, Tinotenda" userId="a20b0256-500e-4f77-8c09-9a16f4164d8f" providerId="ADAL" clId="{4BC12F20-C99B-59DB-9A6A-71B4F4C71061}" dt="2026-04-20T14:59:47.677" v="1209" actId="20577"/>
          <ac:graphicFrameMkLst>
            <pc:docMk/>
            <pc:sldMk cId="3109374773" sldId="2147473912"/>
            <ac:graphicFrameMk id="3" creationId="{09F3B660-274B-0050-7E88-E336EEE37413}"/>
          </ac:graphicFrameMkLst>
        </pc:graphicFrameChg>
        <pc:graphicFrameChg chg="add mod modGraphic">
          <ac:chgData name="Chemvura, Tinotenda" userId="a20b0256-500e-4f77-8c09-9a16f4164d8f" providerId="ADAL" clId="{4BC12F20-C99B-59DB-9A6A-71B4F4C71061}" dt="2026-04-20T14:49:22.115" v="1192" actId="20577"/>
          <ac:graphicFrameMkLst>
            <pc:docMk/>
            <pc:sldMk cId="3109374773" sldId="2147473912"/>
            <ac:graphicFrameMk id="5" creationId="{7FED431B-4842-2B1B-7AA6-83E542020AD9}"/>
          </ac:graphicFrameMkLst>
        </pc:graphicFrameChg>
      </pc:sldChg>
      <pc:sldChg chg="addSp delSp modSp new mod">
        <pc:chgData name="Chemvura, Tinotenda" userId="a20b0256-500e-4f77-8c09-9a16f4164d8f" providerId="ADAL" clId="{4BC12F20-C99B-59DB-9A6A-71B4F4C71061}" dt="2026-04-17T19:20:49.839" v="831" actId="121"/>
        <pc:sldMkLst>
          <pc:docMk/>
          <pc:sldMk cId="209032742" sldId="2147473913"/>
        </pc:sldMkLst>
        <pc:spChg chg="mod">
          <ac:chgData name="Chemvura, Tinotenda" userId="a20b0256-500e-4f77-8c09-9a16f4164d8f" providerId="ADAL" clId="{4BC12F20-C99B-59DB-9A6A-71B4F4C71061}" dt="2026-04-17T15:54:51.062" v="406" actId="20577"/>
          <ac:spMkLst>
            <pc:docMk/>
            <pc:sldMk cId="209032742" sldId="2147473913"/>
            <ac:spMk id="2" creationId="{AF9C4145-6E64-8C2B-B4C2-391BFB2835E5}"/>
          </ac:spMkLst>
        </pc:spChg>
        <pc:spChg chg="add mod">
          <ac:chgData name="Chemvura, Tinotenda" userId="a20b0256-500e-4f77-8c09-9a16f4164d8f" providerId="ADAL" clId="{4BC12F20-C99B-59DB-9A6A-71B4F4C71061}" dt="2026-04-17T19:20:41.319" v="830" actId="1076"/>
          <ac:spMkLst>
            <pc:docMk/>
            <pc:sldMk cId="209032742" sldId="2147473913"/>
            <ac:spMk id="8" creationId="{A48D3B51-35FD-D5DC-85B4-BB2144F3CB8F}"/>
          </ac:spMkLst>
        </pc:spChg>
        <pc:graphicFrameChg chg="add mod modGraphic">
          <ac:chgData name="Chemvura, Tinotenda" userId="a20b0256-500e-4f77-8c09-9a16f4164d8f" providerId="ADAL" clId="{4BC12F20-C99B-59DB-9A6A-71B4F4C71061}" dt="2026-04-17T19:20:49.839" v="831" actId="121"/>
          <ac:graphicFrameMkLst>
            <pc:docMk/>
            <pc:sldMk cId="209032742" sldId="2147473913"/>
            <ac:graphicFrameMk id="5" creationId="{9B663E92-FF23-9570-DD41-2545CADA722B}"/>
          </ac:graphicFrameMkLst>
        </pc:graphicFrameChg>
      </pc:sldChg>
      <pc:sldChg chg="addSp delSp modSp add mod">
        <pc:chgData name="Chemvura, Tinotenda" userId="a20b0256-500e-4f77-8c09-9a16f4164d8f" providerId="ADAL" clId="{4BC12F20-C99B-59DB-9A6A-71B4F4C71061}" dt="2026-04-20T15:00:50.176" v="1212" actId="113"/>
        <pc:sldMkLst>
          <pc:docMk/>
          <pc:sldMk cId="2495304868" sldId="2147473914"/>
        </pc:sldMkLst>
        <pc:spChg chg="mod">
          <ac:chgData name="Chemvura, Tinotenda" userId="a20b0256-500e-4f77-8c09-9a16f4164d8f" providerId="ADAL" clId="{4BC12F20-C99B-59DB-9A6A-71B4F4C71061}" dt="2026-04-17T17:15:34.958" v="558" actId="20577"/>
          <ac:spMkLst>
            <pc:docMk/>
            <pc:sldMk cId="2495304868" sldId="2147473914"/>
            <ac:spMk id="2" creationId="{3CBD25F7-C430-6B05-3FFE-8C3289231726}"/>
          </ac:spMkLst>
        </pc:spChg>
        <pc:spChg chg="add mod">
          <ac:chgData name="Chemvura, Tinotenda" userId="a20b0256-500e-4f77-8c09-9a16f4164d8f" providerId="ADAL" clId="{4BC12F20-C99B-59DB-9A6A-71B4F4C71061}" dt="2026-04-20T12:37:21.073" v="1010" actId="20577"/>
          <ac:spMkLst>
            <pc:docMk/>
            <pc:sldMk cId="2495304868" sldId="2147473914"/>
            <ac:spMk id="10" creationId="{ACFB0A6B-06D8-A6DE-B4BA-D96BB25BE9EE}"/>
          </ac:spMkLst>
        </pc:spChg>
        <pc:graphicFrameChg chg="add mod modGraphic">
          <ac:chgData name="Chemvura, Tinotenda" userId="a20b0256-500e-4f77-8c09-9a16f4164d8f" providerId="ADAL" clId="{4BC12F20-C99B-59DB-9A6A-71B4F4C71061}" dt="2026-04-20T15:00:50.176" v="1212" actId="113"/>
          <ac:graphicFrameMkLst>
            <pc:docMk/>
            <pc:sldMk cId="2495304868" sldId="2147473914"/>
            <ac:graphicFrameMk id="7" creationId="{F393CCE1-E285-AA4B-6F34-F8A28982F84E}"/>
          </ac:graphicFrameMkLst>
        </pc:graphicFrameChg>
      </pc:sldChg>
      <pc:sldChg chg="addSp delSp modSp add del mod">
        <pc:chgData name="Chemvura, Tinotenda" userId="a20b0256-500e-4f77-8c09-9a16f4164d8f" providerId="ADAL" clId="{4BC12F20-C99B-59DB-9A6A-71B4F4C71061}" dt="2026-04-20T12:29:08.521" v="940" actId="2696"/>
        <pc:sldMkLst>
          <pc:docMk/>
          <pc:sldMk cId="4266286296" sldId="2147473915"/>
        </pc:sldMkLst>
        <pc:spChg chg="add mod">
          <ac:chgData name="Chemvura, Tinotenda" userId="a20b0256-500e-4f77-8c09-9a16f4164d8f" providerId="ADAL" clId="{4BC12F20-C99B-59DB-9A6A-71B4F4C71061}" dt="2026-04-20T12:27:29.217" v="925" actId="14100"/>
          <ac:spMkLst>
            <pc:docMk/>
            <pc:sldMk cId="4266286296" sldId="2147473915"/>
            <ac:spMk id="5" creationId="{FBE71EB2-3EE2-B7AD-21A6-A918C95820FB}"/>
          </ac:spMkLst>
        </pc:spChg>
        <pc:graphicFrameChg chg="add del mod modGraphic">
          <ac:chgData name="Chemvura, Tinotenda" userId="a20b0256-500e-4f77-8c09-9a16f4164d8f" providerId="ADAL" clId="{4BC12F20-C99B-59DB-9A6A-71B4F4C71061}" dt="2026-04-20T12:27:25.267" v="924" actId="478"/>
          <ac:graphicFrameMkLst>
            <pc:docMk/>
            <pc:sldMk cId="4266286296" sldId="2147473915"/>
            <ac:graphicFrameMk id="8" creationId="{AF8EDB27-584A-5E2A-7A6F-49AA1E8DC7E2}"/>
          </ac:graphicFrameMkLst>
        </pc:graphicFrameChg>
        <pc:graphicFrameChg chg="add del mod modGraphic">
          <ac:chgData name="Chemvura, Tinotenda" userId="a20b0256-500e-4f77-8c09-9a16f4164d8f" providerId="ADAL" clId="{4BC12F20-C99B-59DB-9A6A-71B4F4C71061}" dt="2026-04-20T12:27:31.831" v="926" actId="21"/>
          <ac:graphicFrameMkLst>
            <pc:docMk/>
            <pc:sldMk cId="4266286296" sldId="2147473915"/>
            <ac:graphicFrameMk id="11" creationId="{25AFE8D7-66FF-ED80-B00E-89F665A917D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3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9867D9-4E03-BC40-A581-CDECF19CD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AE1AEA-593B-894A-B38A-F72139FF46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B1D3F9F-DA5D-F94D-9B05-D994315A9E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30145AB-12A1-3C44-90EB-F748543442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72998-CF78-E641-92D5-30F654C2CA87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chemeClr val="tx2"/>
                </a:solidFill>
              </a:rPr>
              <a:t>© 2022, Amazon Web Services, Inc. or its affiliates.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C2D801-7A3C-7E4F-8BE1-8EC894E119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584546" y="504900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CC0322-213C-8941-A8F2-7C11FD8A8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84D6622-7CDB-0346-9F81-BC83322E50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5363823-2F0C-0841-B166-5A4172A26C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7B3BD43-81FA-E84E-A70F-F0EF4389A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1CFF5-8D12-D644-B3DD-B5544FAAACE1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B81248-043B-A04A-BBE7-D5B3EDB88E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598" y="497903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6767787-B02E-4B4D-B5BB-59EAED9F71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2CA11BF-740D-8B43-B6DD-4A1F084A4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B7C872B-2728-A345-9121-B8CC6D9BD9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779E7EE-3611-5245-A037-0CBA14E84A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7CE8F4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C71C6-2646-9C46-BBEA-526E344D7234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1D3B8F-3C9D-B448-8A32-86D13C468C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598" y="497903"/>
            <a:ext cx="2597305" cy="68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9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18944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D3142E2-737D-A245-A43E-D66792DD72C8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AAE77B9-760B-8040-A41E-8B5B73F4B26D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BE89-FE1B-4E4D-90F0-7B3CCBA597B3}" type="datetime1">
              <a:rPr lang="en-US" smtClean="0"/>
              <a:t>4/20/26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866B5-5A5C-8240-98AA-260A2F078626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3CBB-035E-144E-8241-1E6656880D89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FB481-AB60-43A3-947D-B4556E8AB2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E46FA6-622A-8E43-88F7-F7F06FFECE9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915F-71E7-41C4-907A-C8F1E2D177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FA98-7BE3-48BD-9D56-EE4F5EEB2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DD19F2F-2BF4-0240-9543-882EF6747C2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01FDF5-4B64-FC43-946E-5632B56746F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DE7C-57E7-284B-A33E-6D0E02028338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2611-D82F-2A4D-A5DE-40ABD14BD6C4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792ED2-53CD-0445-A178-89CFABCF3992}" type="datetime1">
              <a:rPr lang="en-US" smtClean="0"/>
              <a:t>4/20/26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9AE92-BDA6-334C-B776-595ADBCC7083}" type="datetime1">
              <a:rPr lang="en-US" smtClean="0"/>
              <a:t>4/20/26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543A10-8BC2-9248-86DA-BAD08EDEBD3C}" type="datetime1">
              <a:rPr lang="en-US" smtClean="0"/>
              <a:t>4/20/26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0"/>
            <a:ext cx="5372100" cy="4495799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B37A7-EC66-974C-80B5-3ECED48AFACC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4736-AEEA-CA4D-A45D-F1E9AE486A50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BC9A-0A84-704A-B666-B8A1940C4579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1844-EDC2-4BBC-9655-791EDDE7A288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0261-0528-3F49-90E4-ED82054FBC74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BB5261-66CB-0E42-A541-23C79B1094A5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2B3D859-AEC0-B944-89C8-F47739C34C42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EE6809A-03B0-CD49-935C-2063D4109BAB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C0A256-83B5-4D48-924E-2DC28F174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1377F-BA28-3845-97F3-53D98620ADA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AB3C7F-CB9B-5F46-880E-F5B64E2199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609600" y="6295038"/>
            <a:ext cx="811576" cy="21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1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743620-822C-4F2E-9998-6E304D954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73385-ECCB-FC4C-92E1-10EA3C46E2BF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5B3FF-A08D-44FC-A0AE-D869ED9C1C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704160-7EED-0143-8593-11611B75DB2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5431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171A5-9DB9-B746-82C9-C84F63FE6CD9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3A29-887F-F94B-9F6C-3B860810E823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</p:spPr>
        <p:txBody>
          <a:bodyPr/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E6EE-993B-464E-B476-8FA80F327477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7F62D3F-BA54-0943-99BD-D69D1C4E38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8B5018-B20C-8F46-977C-3C7AF08A2F06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09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36746A-BD52-AB4A-8433-9D8F57887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54476E-F626-4819-A736-EC4102742C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2DEB717-2DE7-459C-BBF4-D1DE18E28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97C2B80-F3FA-418B-83A2-AD00C724B0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944E1C8-03C2-4996-BF98-A9CACDB547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1FA1AA7-555D-4F9D-A68D-165E76FE78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B05F162-C8A5-4E12-B74F-866E647CBB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7ABC795-AA3D-4A5F-885A-E07B8B8AF8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81374-1A4B-634F-BDD7-1DDAC0D29E26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33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DB6DD2-3D87-7446-9924-1A64911C6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DDEC3C-3A7B-41CD-BA1E-F1F67821AD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E75229E-512D-4B42-B5D1-CF8CCA9E6A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A19A9CC-5AEE-44CE-AEDF-830A16B506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1DE48800-5CD8-4B07-BDB4-0138FFA207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50D0EB8-6F99-44AC-AA8F-9D74CE0E1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1EF49EB-4904-4C76-997C-A99DA5689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0712B44-50FF-4BA1-9E6C-5F60AEE2F4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682E5-3952-4A4A-953C-6B52A00F086C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5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A8B14CE-D48C-4755-97B8-C8D09BC4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2E4779-460A-4AB2-B60F-636DA52DBE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6067447-57A4-4241-95CA-58BA6147C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6F5222C-6420-402E-8432-442A9B9039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FF9F2DF-FEFD-4519-BA6A-321AE118D6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B278312-C7E9-4084-9DA4-8FF690E63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841CF4B-BB8A-4DB4-9E3A-0FE156EE6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CCD502E-CCF3-4763-BBA5-9668C6A2CD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3FA62-6F7D-C245-94EF-CC61AE2D7055}"/>
              </a:ext>
            </a:extLst>
          </p:cNvPr>
          <p:cNvSpPr txBox="1"/>
          <p:nvPr userDrawn="1"/>
        </p:nvSpPr>
        <p:spPr>
          <a:xfrm>
            <a:off x="609600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>
                <a:solidFill>
                  <a:schemeClr val="tx2"/>
                </a:solidFill>
              </a:rPr>
              <a:t>© 2026, Amazon Web Services, Inc. or its affiliates.</a:t>
            </a:r>
            <a:endParaRPr lang="en-US" sz="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44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F62B8-64AD-FC43-BDB1-FE09804815C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CE19-CEB2-0246-90AC-7E12528603B1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64A653-96D4-4779-B17D-C9429C87C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1784"/>
            <a:ext cx="12188826" cy="68562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10F091-03C9-4C8B-99E2-E6D7C03A8D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634450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03C1D-D818-B541-983A-2B02C29677B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294424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2E6C43-B919-49A3-A70D-18632FEB82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28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45946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216742"/>
            <a:ext cx="5718629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733419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DF88F-AF7B-AC43-9A4A-96D688E335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A2A21F-F7F7-0243-AD4F-AF6F2CE2298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46834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9631E5-1C75-455A-9A34-661473ADAE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3701C-2B0D-5047-A6AD-F3912389C7F5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D46DB-6B38-4CB8-80D3-71FBFB647F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47956"/>
            <a:ext cx="1024890" cy="6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46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ers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AEDADE-DEF9-48CB-8771-220EBD6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4284"/>
            <a:ext cx="12184384" cy="6853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53126-DD57-46D9-BBB1-EF498B0C65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009520"/>
            <a:ext cx="6467475" cy="723900"/>
          </a:xfrm>
        </p:spPr>
        <p:txBody>
          <a:bodyPr anchor="t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2766801"/>
            <a:ext cx="6467475" cy="643362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36717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99550"/>
            <a:ext cx="4800600" cy="40957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7D7D-0007-D54C-A745-B739CE3C0312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06691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A0BA6-987D-0C4A-841E-F8A9DF6EE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7854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35822"/>
            <a:ext cx="5718629" cy="643362"/>
          </a:xfrm>
        </p:spPr>
        <p:txBody>
          <a:bodyPr lIns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</p:spPr>
        <p:txBody>
          <a:bodyPr lIns="0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523026"/>
          </a:xfr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DF88F-AF7B-AC43-9A4A-96D688E335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68845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Vers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A0BA6-987D-0C4A-841E-F8A9DF6EE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78541"/>
            <a:ext cx="5718629" cy="723900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3135822"/>
            <a:ext cx="5718629" cy="643362"/>
          </a:xfrm>
        </p:spPr>
        <p:txBody>
          <a:bodyPr lIns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17111"/>
            <a:ext cx="4800600" cy="409575"/>
          </a:xfrm>
        </p:spPr>
        <p:txBody>
          <a:bodyPr lIns="0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149491"/>
            <a:ext cx="4800600" cy="523026"/>
          </a:xfrm>
        </p:spPr>
        <p:txBody>
          <a:bodyPr lIns="0"/>
          <a:lstStyle>
            <a:lvl1pPr marL="0" indent="0"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855650-0144-7744-8194-AEC02D8C8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2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FBB5F8-2B4C-4CDE-8A00-6203C0E4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b="18"/>
          <a:stretch/>
        </p:blipFill>
        <p:spPr bwMode="ltGray">
          <a:xfrm>
            <a:off x="0" y="1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1"/>
            <a:ext cx="7806117" cy="1611934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A352-7A75-6840-8712-8F430F13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703C6-F872-0A4E-A5F8-D9F7B4E8C03E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66D2D3-1CB7-C54D-B98A-E70D6ED35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6804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4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6AC8A2-CA70-4049-B014-BB9F426BC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-348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0"/>
            <a:ext cx="7806118" cy="1814235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47947-B017-0044-83FA-22F75CBD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A821D-D46F-5045-8D23-3B47D6C83F53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C0B1B3-552E-414B-8B20-31B0C71C19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6804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1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033395-E41D-4494-8DEE-1957EADA5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39280"/>
            <a:ext cx="7620000" cy="1789959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EB373C-C087-4A45-9B6D-8DF08E3125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95" y="6337372"/>
            <a:ext cx="365760" cy="220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89E343-EDDD-A04F-B0D0-C198F9335109}"/>
              </a:ext>
            </a:extLst>
          </p:cNvPr>
          <p:cNvSpPr txBox="1"/>
          <p:nvPr userDrawn="1"/>
        </p:nvSpPr>
        <p:spPr>
          <a:xfrm>
            <a:off x="1294153" y="6429680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7280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HeaderVers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620CA3-C3D8-47D2-8499-ADB14419D9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539280"/>
            <a:ext cx="7919405" cy="1644302"/>
          </a:xfrm>
        </p:spPr>
        <p:txBody>
          <a:bodyPr anchor="t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9CFD5-CA68-9A4F-A271-166BC5EB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2F8AB-04F3-E848-AB61-210F9831BC0B}"/>
              </a:ext>
            </a:extLst>
          </p:cNvPr>
          <p:cNvSpPr txBox="1"/>
          <p:nvPr userDrawn="1"/>
        </p:nvSpPr>
        <p:spPr>
          <a:xfrm>
            <a:off x="1141083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6D4C0-749A-8C40-85AC-44ADF1E641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95" y="6337372"/>
            <a:ext cx="365760" cy="2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23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HeaderVers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3C40C-65D6-43B9-9CA7-C72FC88C0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6" y="3828"/>
            <a:ext cx="12184018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39280"/>
            <a:ext cx="8170258" cy="1625599"/>
          </a:xfrm>
        </p:spPr>
        <p:txBody>
          <a:bodyPr anchor="t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29803-42D7-A244-9477-DD91AA02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2EC4-3A70-F746-AFE3-65E769E94EE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70EFF-72E8-4742-BF5A-2182B8DA9D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7372"/>
            <a:ext cx="365760" cy="2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36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658F91-E4B4-42EF-91FF-1E7B244020A0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62D747E-7F89-44C4-B436-F4D2657013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9B46-A384-45C4-A7BA-8F3730F4945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00071"/>
            <a:ext cx="5157788" cy="4149728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C7A7E-2A85-4B33-B617-143D10EBF1F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700071"/>
            <a:ext cx="5410200" cy="4149726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C4BF1-0462-1D4E-A89A-F0F7CB44B18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618873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5157787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4836-1EB0-499D-8015-98B7CCC303E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" y="2039935"/>
            <a:ext cx="5157787" cy="4149727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704992"/>
            <a:ext cx="541020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0F8A2-BBFC-4205-BF9B-0CA000B7190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039935"/>
            <a:ext cx="5410200" cy="4149726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B7A11-19A5-E94B-B640-BCDB7CC765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66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B78FCD-FA0F-47CC-A68B-495AC0FD7355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8CE58E5-A4AF-4366-B468-D2E65964EE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61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1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2601" y="1704992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1" y="2039935"/>
            <a:ext cx="3479799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2C18C-8DA2-F64A-B99D-088E090C32F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592343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Column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subtitles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61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102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2601" y="3291840"/>
            <a:ext cx="3479799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1" y="3621024"/>
            <a:ext cx="3479799" cy="22907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D93192-90AB-4F6B-972B-7D3EDD5EEE3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88872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75470EF-D171-4656-995E-5D5261A357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35373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70E507B6-F3CC-4078-B9B6-713DBB58E8E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81872" y="1553369"/>
            <a:ext cx="1701800" cy="1481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4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1333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1333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406DFD-C076-2A43-B669-6F6F5994AE7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48984" y="1701944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F50018-7EDC-8D4F-96AF-25F9645221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192768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8DCCECD-8A54-5249-BDEA-171B05100A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8984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DAB60B-9ADB-0C4B-B033-617E2585D4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2768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104773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8C02-99C2-4973-992D-372DDC9A41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2" y="914400"/>
            <a:ext cx="10950576" cy="6096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8CA07-7BEF-4BEF-94A4-00AF846D55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803900" y="1737360"/>
            <a:ext cx="5767388" cy="4471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89DDC-548A-473A-955E-E02E644757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2039936"/>
            <a:ext cx="4787900" cy="4170363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342364-8DB0-4967-9568-214F05FA950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" y="1704992"/>
            <a:ext cx="478790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11C71-DFB6-494D-B894-C2C879661A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77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ed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463CAC3-FC74-42D3-9999-6B06EA568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701765"/>
            <a:ext cx="12344400" cy="80385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6DE86B-4E38-4DA6-913D-C90015F09A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E74A248-9A9D-431C-9E3B-6DF1C25C98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929200" y="6289500"/>
            <a:ext cx="2743200" cy="365125"/>
          </a:xfrm>
        </p:spPr>
        <p:txBody>
          <a:bodyPr/>
          <a:lstStyle>
            <a:lvl1pPr>
              <a:defRPr>
                <a:solidFill>
                  <a:srgbClr val="232F3E"/>
                </a:solidFill>
              </a:defRPr>
            </a:lvl1pPr>
          </a:lstStyle>
          <a:p>
            <a:r>
              <a:rPr lang="en-US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41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ed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8FC988-D0A0-4B75-9B8C-95CFB3A98869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F37DDC3-42BB-43B8-AE7A-8D1F00AB6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132" y="1737360"/>
            <a:ext cx="10962268" cy="4537617"/>
          </a:xfrm>
          <a:prstGeom prst="rect">
            <a:avLst/>
          </a:prstGeom>
        </p:spPr>
        <p:txBody>
          <a:bodyPr/>
          <a:lstStyle>
            <a:lvl1pPr>
              <a:spcAft>
                <a:spcPts val="1800"/>
              </a:spcAft>
              <a:defRPr sz="2800"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E0ED5-D3E7-D347-89D9-779F0652938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4456901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94B505-DC0F-4A62-A3AC-7C84C72B11B1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73FFAB9-B009-4A38-B2AB-B64171EDD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9F57C-ED86-4E8B-BF12-180DFC478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62877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483E63-88C7-499E-932F-5F5978567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109771"/>
            <a:ext cx="6915150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Enter quoted person’s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81AAA84-DC66-4AD5-AF44-C034537979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450221"/>
            <a:ext cx="6915150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Enter quoted person’s affiliation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19920D0-9924-42E3-B231-ACA928A27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" y="1995221"/>
            <a:ext cx="309563" cy="3095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7BE4712-7CA9-40CC-88F3-512952E44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1271" y="3254833"/>
            <a:ext cx="309563" cy="309563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CF15E-5352-6247-8E4A-3AA34E98EA3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75619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52">
          <p15:clr>
            <a:srgbClr val="FBAE40"/>
          </p15:clr>
        </p15:guide>
        <p15:guide id="2" orient="horz" pos="132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B9F8C1-2A43-4C63-B094-3781F4647C9E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59268A5-7FBA-45E5-9622-790B125F4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48D5BB6-F376-4EF5-B26A-7BD40A9295A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ED80-ABBC-FD4F-9A4B-4FEF49389AB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8806170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5DB35-C56E-48BC-93A8-A2EEE81F854C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59EEB8E-E9F7-4F4B-945F-84F57151F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CD77E91-3EA1-4891-9DC3-6A99F34655B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to add a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E80BD-5B88-B342-9075-F38EA17F8519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4294435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D38D18-E9D8-DF43-B2B7-8D81B1D5E5E4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FEC49-C5AD-465E-872A-6F48DA7C0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A69F0-CDAA-A140-A527-935A2C4789A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F28CEDA-6FE4-CE47-9356-F4923C8325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790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A5C370E2-25F2-EF4C-A298-A22AC13A72C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584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0886D71A-657D-4545-AA31-C525BE705E4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78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46A5A60-4113-F14B-9D65-A8F123B3115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172841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D6C5A643-1C56-2144-A892-CFFF3876D3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89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BD1D8AB7-B916-FB45-9E54-2FF46C42E75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583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F24B9AB-4308-2644-B3BB-33FAD4D6F1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77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4B3A9872-61A3-E540-A093-3D2CA1A5FE3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171331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21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Wall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D9C4222-0FB4-43B8-BE16-360EB8341D0A}"/>
              </a:ext>
            </a:extLst>
          </p:cNvPr>
          <p:cNvSpPr/>
          <p:nvPr userDrawn="1"/>
        </p:nvSpPr>
        <p:spPr>
          <a:xfrm>
            <a:off x="-91440" y="-71120"/>
            <a:ext cx="12354560" cy="7000240"/>
          </a:xfrm>
          <a:prstGeom prst="rect">
            <a:avLst/>
          </a:prstGeom>
          <a:solidFill>
            <a:srgbClr val="36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rgbClr val="36C2B4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250CB99-243D-45F2-B781-37DD839BE4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815" y="-1526511"/>
            <a:ext cx="14996149" cy="9510942"/>
          </a:xfrm>
          <a:prstGeom prst="rect">
            <a:avLst/>
          </a:prstGeom>
        </p:spPr>
      </p:pic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2CBC3B4F-6704-E94E-B3F4-86221A865C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77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EDEBBD5-7EC2-A844-A3FD-76B116FC6916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71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CE1EB165-9681-D447-999B-06FA5B79FD3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65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E483193-7891-3646-A991-18509369C96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259105" y="219456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8AAE80F-8EF2-BA43-A40E-3DCB297FF62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75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0A592176-3E84-DB4E-902E-49A21B0A6F2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669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9360FB76-1266-6F4D-B3C2-F3BFC28193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463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3C71DA29-DC2F-AB47-8998-01EC1B9D02D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257596" y="3886200"/>
            <a:ext cx="1828800" cy="1097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82347-DCA6-F645-B35E-80F38B837C4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904638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1804"/>
            <a:ext cx="10972800" cy="419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502920" indent="0">
              <a:buNone/>
              <a:defRPr/>
            </a:lvl3pPr>
            <a:lvl4pPr marL="777240" indent="0">
              <a:buNone/>
              <a:defRPr/>
            </a:lvl4pPr>
            <a:lvl5pPr marL="1051560" indent="0">
              <a:buNone/>
              <a:defRPr/>
            </a:lvl5pPr>
          </a:lstStyle>
          <a:p>
            <a:pPr lvl="0"/>
            <a:r>
              <a:rPr lang="en-US" dirty="0"/>
              <a:t>Type here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52855-A88A-C84A-B616-146B5A6AA6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27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66A86-A8A4-174C-B76A-184110FED0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76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D768-1FDD-824A-A127-345B20AED2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933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7835-F94E-40D8-A25C-41E31206C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CE80D-9CBB-6040-9C12-F7CD72EDB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19357-09A3-EE4E-9BC2-A696E03861A4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385477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70DC09-D697-41E2-892A-737745A46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" r="82"/>
          <a:stretch/>
        </p:blipFill>
        <p:spPr bwMode="ltGray">
          <a:xfrm>
            <a:off x="-2" y="0"/>
            <a:ext cx="12188952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4B4B0-84F5-324C-88D2-5EF8A05C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79C8B-0B60-1C4C-97DC-7E83CD8892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ECDFB0-E422-9D41-8C80-1D0DE8BF0C30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357CD-5F6F-CE49-872C-D78C4C1AD8D8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63232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A48A0F-419F-4814-BDEB-DCBD5BA0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140" y="-919017"/>
            <a:ext cx="14455539" cy="8059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EA8836-57E7-46FD-8B5C-F8C1262B1E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947F0-E323-B743-915F-236088214AE1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rgbClr val="232F3E"/>
                </a:solidFill>
              </a:rPr>
              <a:t>© 2022,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164404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2" y="-1"/>
            <a:ext cx="12188952" cy="68614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77BF1-BF96-394C-B3F0-17B974DBCF42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7D103-D3D5-144B-B97B-38A275BF162E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5244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E7A6CF-C9B0-455A-8447-826F7A272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-2" y="4283"/>
            <a:ext cx="12188952" cy="68582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F47-873D-C04B-9B71-4A2058AE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2BB051-B327-4340-8578-C950C494D4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6EA1-C851-3D42-8FEE-5B9429E0FF3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076A9-6CC5-A74B-ADE1-DFB977B67004}"/>
              </a:ext>
            </a:extLst>
          </p:cNvPr>
          <p:cNvSpPr txBox="1"/>
          <p:nvPr userDrawn="1"/>
        </p:nvSpPr>
        <p:spPr>
          <a:xfrm>
            <a:off x="609599" y="2898178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57963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Yo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B7F715-D5E5-F74A-AAD0-2C9EC8A31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5" y="2570"/>
            <a:ext cx="12184018" cy="68562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>
                    <a:lumMod val="75000"/>
                  </a:schemeClr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83043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50393-A79A-9C40-866B-A68329B2DE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107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17AF-F0F9-4F0C-A17A-347677D68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2" y="914400"/>
            <a:ext cx="10950577" cy="6096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76566-CEC8-4063-9FF9-AE08905423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3900" y="1702024"/>
            <a:ext cx="5767388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the icon to add a chart, table or other graphic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F6125-A1B7-4B8A-ACBB-C0DD9DDBB32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702024"/>
            <a:ext cx="4787900" cy="4686299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1849-45A5-D546-84A7-67AD946B77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383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82F9-1BFF-4597-97C1-0DBDDC0ED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vertical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0AD46-E5C5-4ED0-A450-0B2DC3F9FF0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019300"/>
            <a:ext cx="10972800" cy="4191000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0909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43C3A-0026-48EB-B5D3-CD08B9EB755E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337800" y="914400"/>
            <a:ext cx="1244600" cy="5262562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Vertical title and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DD4BE-6749-4AD2-A946-E89FB63F521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399"/>
            <a:ext cx="9728200" cy="5262563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vertical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74162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6064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1333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1333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406DFD-C076-2A43-B669-6F6F5994AE7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48984" y="1701944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F50018-7EDC-8D4F-96AF-25F9645221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192768" y="1704992"/>
            <a:ext cx="2377440" cy="474663"/>
          </a:xfrm>
          <a:prstGeom prst="rect">
            <a:avLst/>
          </a:prstGeom>
        </p:spPr>
        <p:txBody>
          <a:bodyPr lIns="0" anchor="t"/>
          <a:lstStyle>
            <a:lvl1pPr marL="0" indent="0">
              <a:buNone/>
              <a:defRPr sz="2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8DCCECD-8A54-5249-BDEA-171B05100A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8984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DAB60B-9ADB-0C4B-B033-617E2585D4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2768" y="2039935"/>
            <a:ext cx="2377440" cy="3586165"/>
          </a:xfrm>
          <a:prstGeom prst="rect">
            <a:avLst/>
          </a:prstGeom>
        </p:spPr>
        <p:txBody>
          <a:bodyPr lIns="0"/>
          <a:lstStyle>
            <a:lvl1pPr marL="0" indent="0">
              <a:spcAft>
                <a:spcPts val="1800"/>
              </a:spcAft>
              <a:buNone/>
              <a:defRPr sz="2000"/>
            </a:lvl1pPr>
          </a:lstStyle>
          <a:p>
            <a:pPr lvl="0"/>
            <a:r>
              <a:rPr lang="en-US" dirty="0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302978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E7A6CF-C9B0-455A-8447-826F7A272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-2" y="4283"/>
            <a:ext cx="12188952" cy="6858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D4D887-D4C2-413D-AB93-349F52800B10}"/>
              </a:ext>
            </a:extLst>
          </p:cNvPr>
          <p:cNvSpPr txBox="1"/>
          <p:nvPr userDrawn="1"/>
        </p:nvSpPr>
        <p:spPr>
          <a:xfrm>
            <a:off x="609599" y="2898178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F47-873D-C04B-9B71-4A2058AE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2BB051-B327-4340-8578-C950C494D4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18BD8-6B06-B44E-998C-EEA4C6146AF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223779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465" y="2570"/>
            <a:ext cx="12184018" cy="68562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49982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3248"/>
            <a:ext cx="11258550" cy="82782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11258550" cy="3905251"/>
          </a:xfrm>
          <a:prstGeom prst="rect">
            <a:avLst/>
          </a:prstGeom>
        </p:spPr>
        <p:txBody>
          <a:bodyPr/>
          <a:lstStyle>
            <a:lvl5pPr>
              <a:defRPr sz="1583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316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3248"/>
            <a:ext cx="11262360" cy="753435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449053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8472-78C1-FD4C-80A1-628CA86D3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24678" y="6275882"/>
            <a:ext cx="590993" cy="3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6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2E1C8C4-E63C-3F41-ABD7-B5CC61938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80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_Bulleted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8"/>
            <a:ext cx="11259550" cy="7276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1125855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17"/>
            </a:lvl2pPr>
            <a:lvl3pPr>
              <a:defRPr sz="2167"/>
            </a:lvl3pPr>
            <a:lvl4pPr marL="1828727" indent="0">
              <a:buNone/>
              <a:defRPr sz="2167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1106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82.xml"/><Relationship Id="rId47" Type="http://schemas.openxmlformats.org/officeDocument/2006/relationships/image" Target="../media/image12.emf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slideLayout" Target="../slideLayouts/slideLayout84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slideLayout" Target="../slideLayouts/slideLayout83.xml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46" Type="http://schemas.openxmlformats.org/officeDocument/2006/relationships/image" Target="../media/image11.emf"/><Relationship Id="rId20" Type="http://schemas.openxmlformats.org/officeDocument/2006/relationships/slideLayout" Target="../slideLayouts/slideLayout60.xml"/><Relationship Id="rId41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4792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6075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C29CE-3041-7140-9BA9-DCB3249F163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F6604-AFFA-2144-84A8-B114434DA9D8}"/>
              </a:ext>
            </a:extLst>
          </p:cNvPr>
          <p:cNvSpPr txBox="1"/>
          <p:nvPr userDrawn="1"/>
        </p:nvSpPr>
        <p:spPr>
          <a:xfrm>
            <a:off x="5122817" y="6389813"/>
            <a:ext cx="19463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/>
              <a:t>© 2026, Amazon Web Services, Inc. or its affiliates.</a:t>
            </a:r>
            <a:endParaRPr lang="en-US" sz="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08E8FA-524D-DB46-A03B-D36297D3A79A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lum bright="100000"/>
          </a:blip>
          <a:stretch>
            <a:fillRect/>
          </a:stretch>
        </p:blipFill>
        <p:spPr>
          <a:xfrm>
            <a:off x="609600" y="6289500"/>
            <a:ext cx="873624" cy="23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679" r:id="rId2"/>
    <p:sldLayoutId id="2147483683" r:id="rId3"/>
    <p:sldLayoutId id="2147483661" r:id="rId4"/>
    <p:sldLayoutId id="2147483654" r:id="rId5"/>
    <p:sldLayoutId id="2147483663" r:id="rId6"/>
    <p:sldLayoutId id="2147483655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2" r:id="rId19"/>
    <p:sldLayoutId id="2147483694" r:id="rId20"/>
    <p:sldLayoutId id="2147483693" r:id="rId21"/>
    <p:sldLayoutId id="2147483652" r:id="rId22"/>
    <p:sldLayoutId id="2147483669" r:id="rId23"/>
    <p:sldLayoutId id="2147483670" r:id="rId24"/>
    <p:sldLayoutId id="2147483673" r:id="rId25"/>
    <p:sldLayoutId id="2147483716" r:id="rId26"/>
    <p:sldLayoutId id="2147483686" r:id="rId27"/>
    <p:sldLayoutId id="2147483671" r:id="rId28"/>
    <p:sldLayoutId id="2147483672" r:id="rId29"/>
    <p:sldLayoutId id="2147483695" r:id="rId30"/>
    <p:sldLayoutId id="2147483674" r:id="rId31"/>
    <p:sldLayoutId id="2147483675" r:id="rId32"/>
    <p:sldLayoutId id="2147483656" r:id="rId33"/>
    <p:sldLayoutId id="2147483720" r:id="rId34"/>
    <p:sldLayoutId id="2147483696" r:id="rId35"/>
    <p:sldLayoutId id="2147483700" r:id="rId36"/>
    <p:sldLayoutId id="2147483704" r:id="rId37"/>
    <p:sldLayoutId id="2147483707" r:id="rId38"/>
    <p:sldLayoutId id="2147483708" r:id="rId39"/>
    <p:sldLayoutId id="2147483678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3374A-1D85-4AF4-93EB-177AFDFE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60960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>
                <a:solidFill>
                  <a:srgbClr val="FF9900"/>
                </a:solidFill>
              </a:rPr>
              <a:t>Pariatur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94A6-4861-47A6-BF4F-FA44CC1A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1803"/>
            <a:ext cx="10972800" cy="41910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0534-7DDF-46A1-99EF-4E3A14AD3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D756C0-7588-C447-97FD-04C999D305AC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595295" y="6338002"/>
            <a:ext cx="365760" cy="2202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CA9CB8-C72F-B243-8D80-102C068AE05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2022, Amazon Web Services, Inc. or its affiliates. All rights reserved. Amazon Confidential and Trademark.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93147F-BA8C-1046-8D20-D9B84AFEEBAD}"/>
              </a:ext>
            </a:extLst>
          </p:cNvPr>
          <p:cNvPicPr>
            <a:picLocks noChangeAspect="1"/>
          </p:cNvPicPr>
          <p:nvPr userDrawn="1"/>
        </p:nvPicPr>
        <p:blipFill>
          <a:blip r:embed="rId47"/>
          <a:stretch>
            <a:fillRect/>
          </a:stretch>
        </p:blipFill>
        <p:spPr>
          <a:xfrm>
            <a:off x="594360" y="6337372"/>
            <a:ext cx="365760" cy="218590"/>
          </a:xfrm>
          <a:prstGeom prst="rect">
            <a:avLst/>
          </a:prstGeom>
          <a:solidFill>
            <a:srgbClr val="262161"/>
          </a:solidFill>
        </p:spPr>
      </p:pic>
    </p:spTree>
    <p:extLst>
      <p:ext uri="{BB962C8B-B14F-4D97-AF65-F5344CB8AC3E}">
        <p14:creationId xmlns:p14="http://schemas.microsoft.com/office/powerpoint/2010/main" val="501660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  <p:sldLayoutId id="2147483774" r:id="rId43"/>
    <p:sldLayoutId id="2147483775" r:id="rId4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SzPct val="90000"/>
        <a:buFont typeface="Amazon Ember" panose="020B0603020204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/>
        </a:buClr>
        <a:buFont typeface="Amazon Ember" panose="020B06030202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mazon Ember" panose="020B0603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orient="horz" pos="312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960">
          <p15:clr>
            <a:srgbClr val="F26B43"/>
          </p15:clr>
        </p15:guide>
        <p15:guide id="7" orient="horz" pos="1272">
          <p15:clr>
            <a:srgbClr val="F26B43"/>
          </p15:clr>
        </p15:guide>
        <p15:guide id="8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4C23C4-3509-1048-965A-22608F7D3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1838570"/>
            <a:ext cx="9438044" cy="757130"/>
          </a:xfrm>
        </p:spPr>
        <p:txBody>
          <a:bodyPr/>
          <a:lstStyle/>
          <a:p>
            <a:r>
              <a:rPr lang="en-US" sz="4800" dirty="0"/>
              <a:t>Migration Assessment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72B9547-2FF4-F84D-B657-E54C84D93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2933516"/>
            <a:ext cx="4214073" cy="1532727"/>
          </a:xfrm>
        </p:spPr>
        <p:txBody>
          <a:bodyPr/>
          <a:lstStyle/>
          <a:p>
            <a:r>
              <a:rPr lang="en-GB" b="1" dirty="0"/>
              <a:t>DMG MEDIA LTD</a:t>
            </a:r>
          </a:p>
          <a:p>
            <a:r>
              <a:rPr lang="en-GB" sz="2000" b="1" dirty="0"/>
              <a:t>Refactoring DB’s to RDS/Aurora</a:t>
            </a:r>
          </a:p>
          <a:p>
            <a:r>
              <a:rPr lang="en-GB" sz="2000" b="1" dirty="0"/>
              <a:t>Rehost the rest to EC2</a:t>
            </a:r>
          </a:p>
          <a:p>
            <a:endParaRPr lang="en-GB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81BCDC8-FFB6-1D48-9FB8-544CB82FDE9C}"/>
              </a:ext>
            </a:extLst>
          </p:cNvPr>
          <p:cNvSpPr txBox="1">
            <a:spLocks/>
          </p:cNvSpPr>
          <p:nvPr/>
        </p:nvSpPr>
        <p:spPr>
          <a:xfrm>
            <a:off x="609598" y="5487007"/>
            <a:ext cx="3797302" cy="3139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None/>
              <a:defRPr sz="20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None/>
              <a:defRPr sz="18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27954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AB32-8062-6F27-ED53-E8FBC132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C90C-99B1-A186-8DF8-9709A390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ED431B-4842-2B1B-7AA6-83E542020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523038"/>
              </p:ext>
            </p:extLst>
          </p:nvPr>
        </p:nvGraphicFramePr>
        <p:xfrm>
          <a:off x="609600" y="1714500"/>
          <a:ext cx="5642919" cy="237744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726447">
                  <a:extLst>
                    <a:ext uri="{9D8B030D-6E8A-4147-A177-3AD203B41FA5}">
                      <a16:colId xmlns:a16="http://schemas.microsoft.com/office/drawing/2014/main" val="588334818"/>
                    </a:ext>
                  </a:extLst>
                </a:gridCol>
                <a:gridCol w="3916472">
                  <a:extLst>
                    <a:ext uri="{9D8B030D-6E8A-4147-A177-3AD203B41FA5}">
                      <a16:colId xmlns:a16="http://schemas.microsoft.com/office/drawing/2014/main" val="355654747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Total VMs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2958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925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All on EC2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2958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881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EBS Storage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274 TiB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0135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Storage sizing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Used storage, or 50% of provisioned as fallback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8261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Data Egress Internet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dirty="0"/>
                        <a:t>200 TiB ( assumption )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1002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C2BFD5-D151-9279-20C1-F0D2A0513870}"/>
              </a:ext>
            </a:extLst>
          </p:cNvPr>
          <p:cNvSpPr txBox="1"/>
          <p:nvPr/>
        </p:nvSpPr>
        <p:spPr>
          <a:xfrm>
            <a:off x="609600" y="4765880"/>
            <a:ext cx="8676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on-premise estate is heavily skewed to low utilization: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peak CPU: 25.8% … half the VMs never exceed 26% Peak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54.2% of VMs peak below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15.2% ever exceed 70%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F3B660-274B-0050-7E88-E336EEE37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41873"/>
              </p:ext>
            </p:extLst>
          </p:nvPr>
        </p:nvGraphicFramePr>
        <p:xfrm>
          <a:off x="6884666" y="1714500"/>
          <a:ext cx="4089067" cy="2133600"/>
        </p:xfrm>
        <a:graphic>
          <a:graphicData uri="http://schemas.openxmlformats.org/drawingml/2006/table">
            <a:tbl>
              <a:tblPr/>
              <a:tblGrid>
                <a:gridCol w="1218037">
                  <a:extLst>
                    <a:ext uri="{9D8B030D-6E8A-4147-A177-3AD203B41FA5}">
                      <a16:colId xmlns:a16="http://schemas.microsoft.com/office/drawing/2014/main" val="97654398"/>
                    </a:ext>
                  </a:extLst>
                </a:gridCol>
                <a:gridCol w="912919">
                  <a:extLst>
                    <a:ext uri="{9D8B030D-6E8A-4147-A177-3AD203B41FA5}">
                      <a16:colId xmlns:a16="http://schemas.microsoft.com/office/drawing/2014/main" val="1114564824"/>
                    </a:ext>
                  </a:extLst>
                </a:gridCol>
                <a:gridCol w="1958111">
                  <a:extLst>
                    <a:ext uri="{9D8B030D-6E8A-4147-A177-3AD203B41FA5}">
                      <a16:colId xmlns:a16="http://schemas.microsoft.com/office/drawing/2014/main" val="229244849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OS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VMs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b="1" u="sng" dirty="0"/>
                        <a:t>License</a:t>
                      </a:r>
                    </a:p>
                    <a:p>
                      <a:pPr algn="l" fontAlgn="b">
                        <a:buNone/>
                      </a:pPr>
                      <a:endParaRPr lang="en-GB" b="1" u="sng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6439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Linux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2596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Free/BYOL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4332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Windows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208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License included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7046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/>
                        <a:t>RHEL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dirty="0"/>
                        <a:t>154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dirty="0"/>
                        <a:t>License included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668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sng" dirty="0"/>
                        <a:t>Total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2000" b="1" u="sng" dirty="0"/>
                        <a:t>2958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86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7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8825-8390-5E8F-2CFB-99F92CE3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and Storage TCO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8B757-DB24-320D-F4F8-90327368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380E7-94E2-2676-9D41-3C2F95CEA8DA}"/>
              </a:ext>
            </a:extLst>
          </p:cNvPr>
          <p:cNvSpPr txBox="1"/>
          <p:nvPr/>
        </p:nvSpPr>
        <p:spPr>
          <a:xfrm>
            <a:off x="502723" y="3339768"/>
            <a:ext cx="4900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NOTES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All 2,977 VMs on EC2.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EBS GP3 storage sized to used storage. VMs without used data: 50% of provisioned. Minimum 30 GB.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Pricing from AWS Pricing API, April 2026. All USD.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Excludes: backup, DR, migration tooling, load balancers, AWS Support, Multi-AZ.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0848E-71AF-6A1F-3640-4D76E4A1416D}"/>
              </a:ext>
            </a:extLst>
          </p:cNvPr>
          <p:cNvSpPr txBox="1"/>
          <p:nvPr/>
        </p:nvSpPr>
        <p:spPr>
          <a:xfrm>
            <a:off x="5729845" y="3339768"/>
            <a:ext cx="46650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LICENSING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Windows Server (234 VMs): License Included (LI) in EC2 pricing ($0.023/vCPU/</a:t>
            </a:r>
            <a:r>
              <a:rPr lang="en-US" sz="1400" dirty="0" err="1"/>
              <a:t>hr</a:t>
            </a:r>
            <a:r>
              <a:rPr lang="en-US" sz="1400" dirty="0"/>
              <a:t> premium).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RHEL (169 VMs): License Included (LI) in EC2 pricing.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SQL and Oracle servers refactored to RDS/Aurora Postgres</a:t>
            </a:r>
          </a:p>
          <a:p>
            <a:endParaRPr lang="en-US" sz="1400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CAB187C2-1E9E-3BCA-95E1-5D1FB6B0D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020684"/>
              </p:ext>
            </p:extLst>
          </p:nvPr>
        </p:nvGraphicFramePr>
        <p:xfrm>
          <a:off x="609599" y="1334612"/>
          <a:ext cx="10587647" cy="182880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632365">
                  <a:extLst>
                    <a:ext uri="{9D8B030D-6E8A-4147-A177-3AD203B41FA5}">
                      <a16:colId xmlns:a16="http://schemas.microsoft.com/office/drawing/2014/main" val="2761480986"/>
                    </a:ext>
                  </a:extLst>
                </a:gridCol>
                <a:gridCol w="1136968">
                  <a:extLst>
                    <a:ext uri="{9D8B030D-6E8A-4147-A177-3AD203B41FA5}">
                      <a16:colId xmlns:a16="http://schemas.microsoft.com/office/drawing/2014/main" val="1823272169"/>
                    </a:ext>
                  </a:extLst>
                </a:gridCol>
                <a:gridCol w="1410018">
                  <a:extLst>
                    <a:ext uri="{9D8B030D-6E8A-4147-A177-3AD203B41FA5}">
                      <a16:colId xmlns:a16="http://schemas.microsoft.com/office/drawing/2014/main" val="597090825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1985634055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233341385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648837669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1690739690"/>
                    </a:ext>
                  </a:extLst>
                </a:gridCol>
              </a:tblGrid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Ireland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Ireland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Frankfurt OD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Frankfurt RI Full</a:t>
                      </a:r>
                      <a:endParaRPr lang="en-GB" sz="1400" b="1" i="1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62007123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Compute (monthly)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236,019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121,416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219,565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113,850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242,268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115,112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8243468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EBS Storage (monthly)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25,437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25,437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24,122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24,122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26,095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26,095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7467887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TOTAL (monthly)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261,456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146,853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243,686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137,971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268,363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141,207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323885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TOTAL (annual)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3,137,472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1,762,235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2,924,238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1,655,653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3,220,355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1,694,485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2265396"/>
                  </a:ext>
                </a:extLst>
              </a:tr>
              <a:tr h="282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>
                          <a:effectLst/>
                        </a:rPr>
                        <a:t>RI Full Discount vs OD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43.83%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43.38%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47.38%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7118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96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811F-B7A4-FA6E-8753-4B3E2B4B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25F7-C430-6B05-3FFE-8C328923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TCO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E9282-D959-1776-4EE7-88559B30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393CCE1-E285-AA4B-6F34-F8A28982F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326285"/>
              </p:ext>
            </p:extLst>
          </p:nvPr>
        </p:nvGraphicFramePr>
        <p:xfrm>
          <a:off x="609599" y="1306369"/>
          <a:ext cx="10524426" cy="182880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208559">
                  <a:extLst>
                    <a:ext uri="{9D8B030D-6E8A-4147-A177-3AD203B41FA5}">
                      <a16:colId xmlns:a16="http://schemas.microsoft.com/office/drawing/2014/main" val="2629890422"/>
                    </a:ext>
                  </a:extLst>
                </a:gridCol>
                <a:gridCol w="1292765">
                  <a:extLst>
                    <a:ext uri="{9D8B030D-6E8A-4147-A177-3AD203B41FA5}">
                      <a16:colId xmlns:a16="http://schemas.microsoft.com/office/drawing/2014/main" val="1855400525"/>
                    </a:ext>
                  </a:extLst>
                </a:gridCol>
                <a:gridCol w="1410018">
                  <a:extLst>
                    <a:ext uri="{9D8B030D-6E8A-4147-A177-3AD203B41FA5}">
                      <a16:colId xmlns:a16="http://schemas.microsoft.com/office/drawing/2014/main" val="4072180487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3051279738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3889433071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539727796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val="3546475474"/>
                    </a:ext>
                  </a:extLst>
                </a:gridCol>
              </a:tblGrid>
              <a:tr h="217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 b="1" i="0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OD</a:t>
                      </a:r>
                      <a:endParaRPr lang="en-GB" sz="14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London RI Full</a:t>
                      </a:r>
                      <a:endParaRPr lang="en-GB" sz="14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>
                          <a:effectLst/>
                        </a:rPr>
                        <a:t>Ireland OD</a:t>
                      </a:r>
                      <a:endParaRPr lang="en-GB" sz="1400" b="1" i="1" u="sng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>
                          <a:effectLst/>
                        </a:rPr>
                        <a:t>Ireland RI Full</a:t>
                      </a:r>
                      <a:endParaRPr lang="en-GB" sz="1400" b="1" i="1" u="sng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>
                          <a:effectLst/>
                        </a:rPr>
                        <a:t>Frankfurt OD</a:t>
                      </a:r>
                      <a:endParaRPr lang="en-GB" sz="1400" b="1" i="1" u="sng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i="1" u="sng" strike="noStrike" dirty="0">
                          <a:effectLst/>
                        </a:rPr>
                        <a:t>Frankfurt RI Full</a:t>
                      </a:r>
                      <a:endParaRPr lang="en-GB" sz="14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697525604"/>
                  </a:ext>
                </a:extLst>
              </a:tr>
              <a:tr h="217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 dirty="0">
                          <a:effectLst/>
                        </a:rPr>
                        <a:t>RDS/Aurora Compute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123,426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65,676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117,528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62,510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127,800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67,983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2720106"/>
                  </a:ext>
                </a:extLst>
              </a:tr>
              <a:tr h="217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>
                          <a:effectLst/>
                        </a:rPr>
                        <a:t>RDS/Aurora Storage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41,621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41,621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40,991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40,991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47,296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47,296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4231285"/>
                  </a:ext>
                </a:extLst>
              </a:tr>
              <a:tr h="217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>
                          <a:effectLst/>
                        </a:rPr>
                        <a:t>TOTAL (Monthly)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165,047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107,297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158,519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103,501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175,097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115,279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3508469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b="1" u="none" strike="noStrike" dirty="0">
                          <a:effectLst/>
                        </a:rPr>
                        <a:t>TOTAL (Annual)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1,980,565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dirty="0"/>
                        <a:t>1,287,568.36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1,902,229.36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dirty="0"/>
                        <a:t>1,242,016.02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2,101,160.12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b="1" dirty="0"/>
                        <a:t>1,383,346.87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928860"/>
                  </a:ext>
                </a:extLst>
              </a:tr>
              <a:tr h="217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u="none" strike="noStrike">
                          <a:effectLst/>
                        </a:rPr>
                        <a:t>RI Full Discount vs OD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35.0%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/>
                        <a:t>34.7%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4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400" dirty="0"/>
                        <a:t>34.2%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51043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FB0A6B-06D8-A6DE-B4BA-D96BB25BE9EE}"/>
              </a:ext>
            </a:extLst>
          </p:cNvPr>
          <p:cNvSpPr txBox="1"/>
          <p:nvPr/>
        </p:nvSpPr>
        <p:spPr>
          <a:xfrm>
            <a:off x="609599" y="3429000"/>
            <a:ext cx="109727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open source engines, zero licensing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MySQL/Postgres kept as RDS MySQL/Postgres. MSSQL/Oracle refactored to RDS PostgreSQL.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6 Oracle &gt;64TB mapped to Aurora PostgreSQL. 3 MongoDB mapped to </a:t>
            </a:r>
            <a:r>
              <a:rPr lang="en-US" sz="1400" dirty="0" err="1"/>
              <a:t>DocumentDB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Gen7 Graviton (t4g/m7g/r7g/r6g). Right-sized with 10% buffer.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RDS GP3 storage sized to used storage. 50% fallback for VMs without data. Min 20 GB.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DocumentDB</a:t>
            </a:r>
            <a:r>
              <a:rPr lang="en-US" sz="1400" dirty="0"/>
              <a:t> has no 3yr RI available, RI columns show OD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Pricing from AWS Pricing API, April 2026. All USD.</a:t>
            </a:r>
          </a:p>
        </p:txBody>
      </p:sp>
    </p:spTree>
    <p:extLst>
      <p:ext uri="{BB962C8B-B14F-4D97-AF65-F5344CB8AC3E}">
        <p14:creationId xmlns:p14="http://schemas.microsoft.com/office/powerpoint/2010/main" val="249530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4145-6E64-8C2B-B4C2-391BFB28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Out (Internet) Charges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663E92-FF23-9570-DD41-2545CADA7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379274"/>
              </p:ext>
            </p:extLst>
          </p:nvPr>
        </p:nvGraphicFramePr>
        <p:xfrm>
          <a:off x="609600" y="1857573"/>
          <a:ext cx="9844645" cy="204216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3515945">
                  <a:extLst>
                    <a:ext uri="{9D8B030D-6E8A-4147-A177-3AD203B41FA5}">
                      <a16:colId xmlns:a16="http://schemas.microsoft.com/office/drawing/2014/main" val="180472493"/>
                    </a:ext>
                  </a:extLst>
                </a:gridCol>
                <a:gridCol w="1582175">
                  <a:extLst>
                    <a:ext uri="{9D8B030D-6E8A-4147-A177-3AD203B41FA5}">
                      <a16:colId xmlns:a16="http://schemas.microsoft.com/office/drawing/2014/main" val="1627571195"/>
                    </a:ext>
                  </a:extLst>
                </a:gridCol>
                <a:gridCol w="1582175">
                  <a:extLst>
                    <a:ext uri="{9D8B030D-6E8A-4147-A177-3AD203B41FA5}">
                      <a16:colId xmlns:a16="http://schemas.microsoft.com/office/drawing/2014/main" val="883006819"/>
                    </a:ext>
                  </a:extLst>
                </a:gridCol>
                <a:gridCol w="1406801">
                  <a:extLst>
                    <a:ext uri="{9D8B030D-6E8A-4147-A177-3AD203B41FA5}">
                      <a16:colId xmlns:a16="http://schemas.microsoft.com/office/drawing/2014/main" val="1602222271"/>
                    </a:ext>
                  </a:extLst>
                </a:gridCol>
                <a:gridCol w="1757549">
                  <a:extLst>
                    <a:ext uri="{9D8B030D-6E8A-4147-A177-3AD203B41FA5}">
                      <a16:colId xmlns:a16="http://schemas.microsoft.com/office/drawing/2014/main" val="3897830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Tier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Volume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Rate ($/GB)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 i="1" u="sng" strike="noStrike" dirty="0">
                          <a:effectLst/>
                        </a:rPr>
                        <a:t>Cost/</a:t>
                      </a:r>
                      <a:r>
                        <a:rPr lang="en-GB" sz="1800" b="1" i="1" u="sng" strike="noStrike" dirty="0" err="1">
                          <a:effectLst/>
                        </a:rPr>
                        <a:t>mo</a:t>
                      </a:r>
                      <a:endParaRPr lang="en-GB" sz="1800" b="1" i="1" u="sng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0792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First 10 TB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10,240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$0.090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$922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89070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Next 40 TB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40,960 GB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$0.085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$3,482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10501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Next 100 TB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102,400 GB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$0.070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$7,168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357553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Over 150 TB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51,200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$2,560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8892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TOTAL (200 TB/</a:t>
                      </a:r>
                      <a:r>
                        <a:rPr lang="en-GB" sz="1600" u="none" strike="noStrike" dirty="0" err="1">
                          <a:effectLst/>
                        </a:rPr>
                        <a:t>mo</a:t>
                      </a:r>
                      <a:r>
                        <a:rPr lang="en-GB" sz="1600" u="none" strike="noStrike" dirty="0">
                          <a:effectLst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204,800 GB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$0.069 </a:t>
                      </a:r>
                      <a:r>
                        <a:rPr lang="en-GB" sz="1600" u="none" strike="noStrike" dirty="0" err="1">
                          <a:effectLst/>
                        </a:rPr>
                        <a:t>avg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$14,131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   $169,574/yr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099384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0B42-5EA0-756C-E30D-ED78287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D3B51-35FD-D5DC-85B4-BB2144F3CB8F}"/>
              </a:ext>
            </a:extLst>
          </p:cNvPr>
          <p:cNvSpPr txBox="1"/>
          <p:nvPr/>
        </p:nvSpPr>
        <p:spPr>
          <a:xfrm>
            <a:off x="609600" y="4302579"/>
            <a:ext cx="10141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NOTES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CloudFront can reduce DTO costs by 50-80% for web traffic at this volume.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Data Transfer Out volume discount (private pricing/EDP) can reduce rates at this scale</a:t>
            </a:r>
          </a:p>
        </p:txBody>
      </p:sp>
    </p:spTree>
    <p:extLst>
      <p:ext uri="{BB962C8B-B14F-4D97-AF65-F5344CB8AC3E}">
        <p14:creationId xmlns:p14="http://schemas.microsoft.com/office/powerpoint/2010/main" val="20903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7ADA-FD8A-FA4A-8BA4-CFE6C8A0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86685" y="2507811"/>
            <a:ext cx="10955709" cy="757130"/>
          </a:xfrm>
        </p:spPr>
        <p:txBody>
          <a:bodyPr/>
          <a:lstStyle/>
          <a:p>
            <a:r>
              <a:rPr lang="en-GB" dirty="0"/>
              <a:t>                        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0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Dark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2" id="{DE5DA517-FE2C-6641-985B-C37C5C891CB5}" vid="{798762ED-FEAD-8D4C-ABA2-B3DFD253C232}"/>
    </a:ext>
  </a:extLst>
</a:theme>
</file>

<file path=ppt/theme/theme2.xml><?xml version="1.0" encoding="utf-8"?>
<a:theme xmlns:a="http://schemas.openxmlformats.org/drawingml/2006/main" name="OneBrandConfidential_Dark">
  <a:themeElements>
    <a:clrScheme name="AWS Brand Colors">
      <a:dk1>
        <a:srgbClr val="232F3E"/>
      </a:dk1>
      <a:lt1>
        <a:srgbClr val="FFFFFF"/>
      </a:lt1>
      <a:dk2>
        <a:srgbClr val="262261"/>
      </a:dk2>
      <a:lt2>
        <a:srgbClr val="F1F3F3"/>
      </a:lt2>
      <a:accent1>
        <a:srgbClr val="504BAB"/>
      </a:accent1>
      <a:accent2>
        <a:srgbClr val="C9208A"/>
      </a:accent2>
      <a:accent3>
        <a:srgbClr val="F3E502"/>
      </a:accent3>
      <a:accent4>
        <a:srgbClr val="ADE322"/>
      </a:accent4>
      <a:accent5>
        <a:srgbClr val="36C2B3"/>
      </a:accent5>
      <a:accent6>
        <a:srgbClr val="008296"/>
      </a:accent6>
      <a:hlink>
        <a:srgbClr val="FF6633"/>
      </a:hlink>
      <a:folHlink>
        <a:srgbClr val="FF6633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1200"/>
          </a:spcAft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tlCol="0">
        <a:spAutoFit/>
      </a:bodyPr>
      <a:lstStyle>
        <a:defPPr algn="l">
          <a:spcAft>
            <a:spcPts val="1200"/>
          </a:spcAft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B_DeckTemplate_Non-Confidential_10-19-2021" id="{BC8811F7-002D-A246-BAC2-452B7ED68588}" vid="{E364A29D-ED93-C241-BC29-F8A901E90DBD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04D1C152C32946844AA72ED5B510AE" ma:contentTypeVersion="24" ma:contentTypeDescription="Create a new document." ma:contentTypeScope="" ma:versionID="40948e22bc3c5fc56b3589e180180867">
  <xsd:schema xmlns:xsd="http://www.w3.org/2001/XMLSchema" xmlns:xs="http://www.w3.org/2001/XMLSchema" xmlns:p="http://schemas.microsoft.com/office/2006/metadata/properties" xmlns:ns2="236d467e-fe90-4ae0-9fe2-011d77897820" xmlns:ns3="4544b03d-ed08-46e1-a5f8-632fc735be33" targetNamespace="http://schemas.microsoft.com/office/2006/metadata/properties" ma:root="true" ma:fieldsID="d8ffb09f5a9b81b82a3526b32c263078" ns2:_="" ns3:_="">
    <xsd:import namespace="236d467e-fe90-4ae0-9fe2-011d77897820"/>
    <xsd:import namespace="4544b03d-ed08-46e1-a5f8-632fc735be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DateandTime" minOccurs="0"/>
                <xsd:element ref="ns2:MediaServiceObjectDetectorVersions" minOccurs="0"/>
                <xsd:element ref="ns2:AssignedTo" minOccurs="0"/>
                <xsd:element ref="ns2:MediaServiceSearchProperties" minOccurs="0"/>
                <xsd:element ref="ns2:Ta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6d467e-fe90-4ae0-9fe2-011d77897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de1bf74-4a37-48ce-b614-74b37de438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andTime" ma:index="25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ssignedTo" ma:index="27" nillable="true" ma:displayName="Assigned To" ma:format="Dropdown" ma:list="UserInfo" ma:SharePointGroup="0" ma:internalName="AssignedT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" ma:index="29" nillable="true" ma:displayName="Tag" ma:description="Description of document" ma:format="Dropdown" ma:internalName="Tag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44b03d-ed08-46e1-a5f8-632fc735b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a735703f-a276-49e5-accf-32bfcce930c1}" ma:internalName="TaxCatchAll" ma:showField="CatchAllData" ma:web="4544b03d-ed08-46e1-a5f8-632fc735b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6d467e-fe90-4ae0-9fe2-011d77897820">
      <Terms xmlns="http://schemas.microsoft.com/office/infopath/2007/PartnerControls"/>
    </lcf76f155ced4ddcb4097134ff3c332f>
    <TaxCatchAll xmlns="4544b03d-ed08-46e1-a5f8-632fc735be33" xsi:nil="true"/>
    <Tag xmlns="236d467e-fe90-4ae0-9fe2-011d77897820" xsi:nil="true"/>
    <DateandTime xmlns="236d467e-fe90-4ae0-9fe2-011d77897820" xsi:nil="true"/>
    <AssignedTo xmlns="236d467e-fe90-4ae0-9fe2-011d77897820">
      <UserInfo>
        <DisplayName/>
        <AccountId xsi:nil="true"/>
        <AccountType/>
      </UserInfo>
    </AssignedTo>
    <_Flow_SignoffStatus xmlns="236d467e-fe90-4ae0-9fe2-011d77897820" xsi:nil="true"/>
  </documentManagement>
</p:properties>
</file>

<file path=customXml/itemProps1.xml><?xml version="1.0" encoding="utf-8"?>
<ds:datastoreItem xmlns:ds="http://schemas.openxmlformats.org/officeDocument/2006/customXml" ds:itemID="{3136281A-F55C-48A7-BA8A-ADDD28CC4CB7}"/>
</file>

<file path=customXml/itemProps2.xml><?xml version="1.0" encoding="utf-8"?>
<ds:datastoreItem xmlns:ds="http://schemas.openxmlformats.org/officeDocument/2006/customXml" ds:itemID="{7FF9A212-6D04-49C6-8B39-B7E8F75003DA}"/>
</file>

<file path=customXml/itemProps3.xml><?xml version="1.0" encoding="utf-8"?>
<ds:datastoreItem xmlns:ds="http://schemas.openxmlformats.org/officeDocument/2006/customXml" ds:itemID="{7F87944E-31BE-4939-88EB-FF406797535E}"/>
</file>

<file path=docMetadata/LabelInfo.xml><?xml version="1.0" encoding="utf-8"?>
<clbl:labelList xmlns:clbl="http://schemas.microsoft.com/office/2020/mipLabelMetadata">
  <clbl:label id="{e7f09a8f-df31-4464-b100-d09a5dbff5c8}" enabled="1" method="Standard" siteId="{570057f4-73ef-41c8-bcbb-08db2fc15c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Dark</Template>
  <TotalTime>30841</TotalTime>
  <Words>574</Words>
  <Application>Microsoft Macintosh PowerPoint</Application>
  <PresentationFormat>Widescreen</PresentationFormat>
  <Paragraphs>168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Amazon Ember Display</vt:lpstr>
      <vt:lpstr>Wingdings</vt:lpstr>
      <vt:lpstr>Amazon Ember Mono</vt:lpstr>
      <vt:lpstr>Lucida Console</vt:lpstr>
      <vt:lpstr>Arial</vt:lpstr>
      <vt:lpstr>Amazon Ember</vt:lpstr>
      <vt:lpstr>Calibri</vt:lpstr>
      <vt:lpstr>Amazon Ember Heavy</vt:lpstr>
      <vt:lpstr>AWS Confidential Dark</vt:lpstr>
      <vt:lpstr>OneBrandConfidential_Dark</vt:lpstr>
      <vt:lpstr>Migration Assessment</vt:lpstr>
      <vt:lpstr>Scope</vt:lpstr>
      <vt:lpstr>Compute and Storage TCO Analysis</vt:lpstr>
      <vt:lpstr>Databases TCO Analysis</vt:lpstr>
      <vt:lpstr>Data Transfer Out (Internet) Charges</vt:lpstr>
      <vt:lpstr>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Krysha Nair</dc:creator>
  <cp:lastModifiedBy>Chemvura, Tinotenda</cp:lastModifiedBy>
  <cp:revision>564</cp:revision>
  <dcterms:created xsi:type="dcterms:W3CDTF">2022-08-16T20:13:30Z</dcterms:created>
  <dcterms:modified xsi:type="dcterms:W3CDTF">2026-04-20T15:00:51Z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2025-09-01T19:50:00Z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33955396-13c1-4f0b-898d-2423e943a0c8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  <property fmtid="{D5CDD505-2E9C-101B-9397-08002B2CF9AE}" pid="10" name="ContentTypeId">
    <vt:lpwstr>0x010100B104D1C152C32946844AA72ED5B510AE</vt:lpwstr>
  </property>
</Properties>
</file>