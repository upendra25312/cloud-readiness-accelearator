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notesSlides/notesSlide4.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5.xml" ContentType="application/vnd.openxmlformats-officedocument.themeOverride+xml"/>
  <Override PartName="/ppt/notesSlides/notesSlide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6.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7.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8.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9.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0.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1.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1.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13.xml" ContentType="application/vnd.openxmlformats-officedocument.themeOverride+xml"/>
  <Override PartName="/ppt/notesSlides/notesSlide12.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4.xml" ContentType="application/vnd.openxmlformats-officedocument.themeOverr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28"/>
  </p:notesMasterIdLst>
  <p:sldIdLst>
    <p:sldId id="2123258617" r:id="rId5"/>
    <p:sldId id="2123258616" r:id="rId6"/>
    <p:sldId id="2123258823" r:id="rId7"/>
    <p:sldId id="2123258605" r:id="rId8"/>
    <p:sldId id="2123258803" r:id="rId9"/>
    <p:sldId id="2123258804" r:id="rId10"/>
    <p:sldId id="2123258805" r:id="rId11"/>
    <p:sldId id="2123258807" r:id="rId12"/>
    <p:sldId id="2123258806" r:id="rId13"/>
    <p:sldId id="2123258861" r:id="rId14"/>
    <p:sldId id="2123258853" r:id="rId15"/>
    <p:sldId id="2076137670" r:id="rId16"/>
    <p:sldId id="2123258842" r:id="rId17"/>
    <p:sldId id="2147478854" r:id="rId18"/>
    <p:sldId id="2123258847" r:id="rId19"/>
    <p:sldId id="2076136995" r:id="rId20"/>
    <p:sldId id="2123258850" r:id="rId21"/>
    <p:sldId id="2147478855" r:id="rId22"/>
    <p:sldId id="2147478856" r:id="rId23"/>
    <p:sldId id="2147478853" r:id="rId24"/>
    <p:sldId id="2123258860" r:id="rId25"/>
    <p:sldId id="2123258825" r:id="rId26"/>
    <p:sldId id="212325859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83CE"/>
    <a:srgbClr val="97B8FF"/>
    <a:srgbClr val="D99781"/>
    <a:srgbClr val="D9E1F2"/>
    <a:srgbClr val="00D25F"/>
    <a:srgbClr val="E9F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drivefiles\Customers\SOPS%20and%20docs\ADDA-DGE-project\Technical%20Docs\National%20Center%20of%20Meterology%20-%20NCM\Deliverables\NCM-ppt-data.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Users\rama1264\Downloads\Sample%20assessment%20raw%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Users\rama1264\Downloads\Sample%20assessment%20raw%20data.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drivefiles\Customers\SOPS%20and%20docs\ADDA-DGE-project\Technical%20Docs\National%20Center%20of%20Meterology%20-%20NCM\Deliverables\NCM-ppt-data.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Users\rama1264\Downloads\Sample%20assessment%20raw%20data.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Users\rama1264\Downloads\Sample%20assessment%20raw%20data.xlsx" TargetMode="Externa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https://raxglobal-my.sharepoint.com/personal/ramasudhakarreddy_bhumireddy_rackspace_com/Documents/ADDA/ADFD/ASSESS-ADFD-GRP02.xlsx" TargetMode="Externa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raxglobal-my.sharepoint.com/personal/ramasudhakarreddy_bhumireddy_rackspace_com/Documents/ADDA/ADFD/ASSESS-ADFD-GRP02.xlsx" TargetMode="Externa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https://raxglobal.sharepoint.com/sites/ProfessionalServices-UK/Projects/A/ADDA%20-%20Abu%20Dhabi%20Digital%20Authority/%5b4512236%20-%20PR-022396%5d%20-%20ADDA_AMMP%20Partner%20Led%20Assessments%20for%2006%20AD%20Govt%20Entities/Technical%20Documents/ADFD%20-%20Abu%20Dhabi%20Fund%20for%20Development/Execut" TargetMode="Externa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raxglobal.sharepoint.com/sites/ProfessionalServices-UK/Projects/A/ADDA%20-%20Abu%20Dhabi%20Digital%20Authority/%5b4512236%20-%20PR-022396%5d%20-%20ADDA_AMMP%20Partner%20Led%20Assessments%20for%2006%20AD%20Govt%20Entities/Technical%20Documents/ADFD%20-%20Abu%20Dhabi%20Fund%20for%20Development/Execut" TargetMode="Externa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https://raxglobal-my.sharepoint.com/personal/ramasudhakarreddy_bhumireddy_rackspace_com/Documents/ADDA/ADFD/ASSESS-ADFD-GRP02.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oleObject" Target="Book1"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oleObject" Target="Book1" TargetMode="External"/></Relationships>
</file>

<file path=ppt/charts/_rels/chart16.xml.rels><?xml version="1.0" encoding="UTF-8" standalone="yes"?>
<Relationships xmlns="http://schemas.openxmlformats.org/package/2006/relationships"><Relationship Id="rId3" Type="http://schemas.openxmlformats.org/officeDocument/2006/relationships/oleObject" Target="https://raxglobal-my.sharepoint.com/personal/ramasudhakarreddy_bhumireddy_rackspace_com/Documents/ADDA/ADFD/ASSESS-ADFD-GRP02.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package" Target="../embeddings/Microsoft_Excel_Worksheet.xlsx"/></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[Adcoops final.xlsx]Operating system Analysis!PivotTable1</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pivotFmt>
      <c:pivotFmt>
        <c:idx val="6"/>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OS Distribution</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manualLayout>
          <c:layoutTarget val="inner"/>
          <c:xMode val="edge"/>
          <c:yMode val="edge"/>
          <c:x val="7.7835290455592288E-2"/>
          <c:y val="7.9049064897113636E-2"/>
          <c:w val="0.92216470954440777"/>
          <c:h val="0.45322037880982508"/>
        </c:manualLayout>
      </c:layout>
      <c:barChart>
        <c:barDir val="col"/>
        <c:grouping val="clustered"/>
        <c:varyColors val="0"/>
        <c:ser>
          <c:idx val="0"/>
          <c:order val="0"/>
          <c:tx>
            <c:strRef>
              <c:f>'OS Analysis'!$B$5</c:f>
              <c:strCache>
                <c:ptCount val="1"/>
                <c:pt idx="0">
                  <c:v>Number of VMS</c:v>
                </c:pt>
              </c:strCache>
            </c:strRef>
          </c:tx>
          <c:spPr>
            <a:solidFill>
              <a:schemeClr val="tx2">
                <a:lumMod val="75000"/>
              </a:schemeClr>
            </a:solidFill>
            <a:ln>
              <a:noFill/>
            </a:ln>
            <a:effectLst>
              <a:outerShdw blurRad="76200" dir="18900000" sy="23000" kx="-1200000" algn="bl" rotWithShape="0">
                <a:prstClr val="black">
                  <a:alpha val="20000"/>
                </a:prstClr>
              </a:outerShdw>
            </a:effectLst>
          </c:spPr>
          <c:invertIfNegative val="0"/>
          <c:dLbls>
            <c:dLbl>
              <c:idx val="4"/>
              <c:layout>
                <c:manualLayout>
                  <c:x val="2.1768657110396803E-3"/>
                  <c:y val="-1.807873437004502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492-5845-B143-C4FF7E605B66}"/>
                </c:ext>
              </c:extLst>
            </c:dLbl>
            <c:spPr>
              <a:noFill/>
              <a:ln>
                <a:noFill/>
              </a:ln>
              <a:effectLst>
                <a:glow rad="127000">
                  <a:schemeClr val="tx1"/>
                </a:glo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bg1">
                        <a:lumMod val="50000"/>
                      </a:schemeClr>
                    </a:solidFill>
                    <a:effectLst>
                      <a:outerShdw blurRad="50800" dist="50800" dir="5400000" algn="ctr" rotWithShape="0">
                        <a:schemeClr val="tx1"/>
                      </a:outerShdw>
                    </a:effectLst>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'OS Analysis'!$A$6:$A$12</c:f>
              <c:strCache>
                <c:ptCount val="7"/>
                <c:pt idx="0">
                  <c:v>CentOS 7 (64-bit)</c:v>
                </c:pt>
                <c:pt idx="1">
                  <c:v>Microsoft Windows Server 2012 (64-bit)</c:v>
                </c:pt>
                <c:pt idx="2">
                  <c:v>Microsoft Windows Server 2019 (64-bit)</c:v>
                </c:pt>
                <c:pt idx="3">
                  <c:v>Microsoft Windows Server 2019 Datacenter</c:v>
                </c:pt>
                <c:pt idx="4">
                  <c:v>Oracle Linux 8 (64-bit)</c:v>
                </c:pt>
                <c:pt idx="5">
                  <c:v>Oracle Linux Server</c:v>
                </c:pt>
                <c:pt idx="6">
                  <c:v>Ubuntu Linux (64-bit)</c:v>
                </c:pt>
              </c:strCache>
            </c:strRef>
          </c:cat>
          <c:val>
            <c:numRef>
              <c:f>'OS Analysis'!$B$6:$B$12</c:f>
              <c:numCache>
                <c:formatCode>General</c:formatCode>
                <c:ptCount val="7"/>
                <c:pt idx="0">
                  <c:v>1</c:v>
                </c:pt>
                <c:pt idx="1">
                  <c:v>1</c:v>
                </c:pt>
                <c:pt idx="2">
                  <c:v>2</c:v>
                </c:pt>
                <c:pt idx="3">
                  <c:v>44</c:v>
                </c:pt>
                <c:pt idx="4">
                  <c:v>3</c:v>
                </c:pt>
                <c:pt idx="5">
                  <c:v>1</c:v>
                </c:pt>
                <c:pt idx="6">
                  <c:v>1</c:v>
                </c:pt>
              </c:numCache>
            </c:numRef>
          </c:val>
          <c:extLst>
            <c:ext xmlns:c16="http://schemas.microsoft.com/office/drawing/2014/chart" uri="{C3380CC4-5D6E-409C-BE32-E72D297353CC}">
              <c16:uniqueId val="{00000000-F492-5845-B143-C4FF7E605B66}"/>
            </c:ext>
          </c:extLst>
        </c:ser>
        <c:dLbls>
          <c:dLblPos val="inEnd"/>
          <c:showLegendKey val="0"/>
          <c:showVal val="1"/>
          <c:showCatName val="0"/>
          <c:showSerName val="0"/>
          <c:showPercent val="0"/>
          <c:showBubbleSize val="0"/>
        </c:dLbls>
        <c:gapWidth val="41"/>
        <c:axId val="553884352"/>
        <c:axId val="1539844624"/>
      </c:barChart>
      <c:catAx>
        <c:axId val="5538843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1539844624"/>
        <c:crosses val="autoZero"/>
        <c:auto val="1"/>
        <c:lblAlgn val="ctr"/>
        <c:lblOffset val="100"/>
        <c:noMultiLvlLbl val="0"/>
      </c:catAx>
      <c:valAx>
        <c:axId val="1539844624"/>
        <c:scaling>
          <c:orientation val="minMax"/>
        </c:scaling>
        <c:delete val="1"/>
        <c:axPos val="l"/>
        <c:numFmt formatCode="General" sourceLinked="1"/>
        <c:majorTickMark val="none"/>
        <c:minorTickMark val="none"/>
        <c:tickLblPos val="nextTo"/>
        <c:crossAx val="553884352"/>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b="1" i="0" u="none" strike="noStrike" kern="1200" baseline="0">
                <a:solidFill>
                  <a:prstClr val="black">
                    <a:lumMod val="75000"/>
                    <a:lumOff val="25000"/>
                  </a:prstClr>
                </a:solidFill>
              </a:rPr>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3694-0046-AEE9-5566DCCD50C7}"/>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3694-0046-AEE9-5566DCCD50C7}"/>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'OS Analysis'!$A$25:$A$26</c:f>
              <c:strCache>
                <c:ptCount val="2"/>
                <c:pt idx="0">
                  <c:v>Win</c:v>
                </c:pt>
                <c:pt idx="1">
                  <c:v>Linux</c:v>
                </c:pt>
              </c:strCache>
            </c:strRef>
          </c:cat>
          <c:val>
            <c:numRef>
              <c:f>'OS Analysis'!$B$25:$B$26</c:f>
              <c:numCache>
                <c:formatCode>General</c:formatCode>
                <c:ptCount val="2"/>
                <c:pt idx="0">
                  <c:v>47</c:v>
                </c:pt>
                <c:pt idx="1">
                  <c:v>6</c:v>
                </c:pt>
              </c:numCache>
            </c:numRef>
          </c:val>
          <c:extLst>
            <c:ext xmlns:c16="http://schemas.microsoft.com/office/drawing/2014/chart" uri="{C3380CC4-5D6E-409C-BE32-E72D297353CC}">
              <c16:uniqueId val="{00000004-3694-0046-AEE9-5566DCCD50C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pivotSource>
    <c:name>[Adcoops final.xlsx]Operating system Analysis!PivotTable3</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a:t>
            </a:r>
            <a:r>
              <a:rPr lang="en-US" baseline="0"/>
              <a:t> Support Status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a:noFill/>
          </a:ln>
          <a:effectLst>
            <a:outerShdw blurRad="254000" sx="102000" sy="102000" algn="ctr" rotWithShape="0">
              <a:prstClr val="black">
                <a:alpha val="20000"/>
              </a:prstClr>
            </a:outerShdw>
          </a:effectLst>
        </c:spPr>
      </c:pivotFmt>
      <c:pivotFmt>
        <c:idx val="2"/>
        <c:spPr>
          <a:solidFill>
            <a:schemeClr val="accent4"/>
          </a:solidFill>
          <a:ln>
            <a:noFill/>
          </a:ln>
          <a:effectLst>
            <a:outerShdw blurRad="254000" sx="102000" sy="102000" algn="ctr" rotWithShape="0">
              <a:prstClr val="black">
                <a:alpha val="20000"/>
              </a:prstClr>
            </a:outerShdw>
          </a:effectLst>
        </c:spPr>
      </c:pivotFmt>
      <c:pivotFmt>
        <c:idx val="3"/>
        <c:spPr>
          <a:solidFill>
            <a:schemeClr val="accent4"/>
          </a:solidFill>
          <a:ln>
            <a:noFill/>
          </a:ln>
          <a:effectLst>
            <a:outerShdw blurRad="254000" sx="102000" sy="102000" algn="ctr" rotWithShape="0">
              <a:prstClr val="black">
                <a:alpha val="20000"/>
              </a:prstClr>
            </a:outerShdw>
          </a:effectLst>
        </c:spPr>
      </c:pivotFmt>
      <c:pivotFmt>
        <c:idx val="4"/>
        <c:spPr>
          <a:solidFill>
            <a:schemeClr val="accent4"/>
          </a:solidFill>
          <a:ln>
            <a:noFill/>
          </a:ln>
          <a:effectLst>
            <a:outerShdw blurRad="254000" sx="102000" sy="102000" algn="ctr" rotWithShape="0">
              <a:prstClr val="black">
                <a:alpha val="20000"/>
              </a:prstClr>
            </a:outerShdw>
          </a:effectLst>
        </c:spPr>
      </c:pivotFmt>
      <c:pivotFmt>
        <c:idx val="5"/>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4"/>
          </a:solidFill>
          <a:ln>
            <a:noFill/>
          </a:ln>
          <a:effectLst>
            <a:outerShdw blurRad="254000" sx="102000" sy="102000" algn="ctr" rotWithShape="0">
              <a:prstClr val="black">
                <a:alpha val="20000"/>
              </a:prstClr>
            </a:outerShdw>
          </a:effectLst>
        </c:spPr>
      </c:pivotFmt>
      <c:pivotFmt>
        <c:idx val="7"/>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4"/>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ctr"/>
          <c:showLegendKey val="0"/>
          <c:showVal val="0"/>
          <c:showCatName val="0"/>
          <c:showSerName val="0"/>
          <c:showPercent val="1"/>
          <c:showBubbleSize val="0"/>
          <c:showLeaderLines val="0"/>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b="1" i="0" u="none" strike="noStrike" kern="1200" baseline="0">
                <a:solidFill>
                  <a:srgbClr val="000000">
                    <a:lumMod val="75000"/>
                    <a:lumOff val="25000"/>
                  </a:srgbClr>
                </a:solidFill>
              </a:rPr>
              <a:t>Win Support Status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BB8F-6444-88E0-15FF11DD27E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BB8F-6444-88E0-15FF11DD27E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'OS Analysis'!$A$28:$A$29</c:f>
              <c:strCache>
                <c:ptCount val="2"/>
                <c:pt idx="0">
                  <c:v>Extended Support</c:v>
                </c:pt>
                <c:pt idx="1">
                  <c:v>Not Supported</c:v>
                </c:pt>
              </c:strCache>
            </c:strRef>
          </c:cat>
          <c:val>
            <c:numRef>
              <c:f>'OS Analysis'!$B$28:$B$29</c:f>
              <c:numCache>
                <c:formatCode>General</c:formatCode>
                <c:ptCount val="2"/>
                <c:pt idx="0">
                  <c:v>46</c:v>
                </c:pt>
                <c:pt idx="1">
                  <c:v>1</c:v>
                </c:pt>
              </c:numCache>
            </c:numRef>
          </c:val>
          <c:extLst>
            <c:ext xmlns:c16="http://schemas.microsoft.com/office/drawing/2014/chart" uri="{C3380CC4-5D6E-409C-BE32-E72D297353CC}">
              <c16:uniqueId val="{00000004-BB8F-6444-88E0-15FF11DD27E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b="1" i="0" u="none" strike="noStrike" kern="1200" baseline="0">
                <a:solidFill>
                  <a:prstClr val="black">
                    <a:lumMod val="75000"/>
                    <a:lumOff val="25000"/>
                  </a:prstClr>
                </a:solidFill>
              </a:rPr>
              <a:t>VM Readiness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CDF-8645-90AF-B418947434D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CDF-8645-90AF-B418947434D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'OS Analysis'!$A$35:$A$36</c:f>
              <c:strCache>
                <c:ptCount val="2"/>
                <c:pt idx="0">
                  <c:v>Ready</c:v>
                </c:pt>
                <c:pt idx="1">
                  <c:v>Ready with condition </c:v>
                </c:pt>
              </c:strCache>
            </c:strRef>
          </c:cat>
          <c:val>
            <c:numRef>
              <c:f>'OS Analysis'!$B$35:$B$36</c:f>
              <c:numCache>
                <c:formatCode>General</c:formatCode>
                <c:ptCount val="2"/>
                <c:pt idx="0">
                  <c:v>52</c:v>
                </c:pt>
                <c:pt idx="1">
                  <c:v>1</c:v>
                </c:pt>
              </c:numCache>
            </c:numRef>
          </c:val>
          <c:extLst>
            <c:ext xmlns:c16="http://schemas.microsoft.com/office/drawing/2014/chart" uri="{C3380CC4-5D6E-409C-BE32-E72D297353CC}">
              <c16:uniqueId val="{00000004-4CDF-8645-90AF-B418947434D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Sheet4!$F$33</c:f>
              <c:strCache>
                <c:ptCount val="1"/>
                <c:pt idx="0">
                  <c:v>Processor Core</c:v>
                </c:pt>
              </c:strCache>
            </c:strRef>
          </c:tx>
          <c:spPr>
            <a:solidFill>
              <a:schemeClr val="tx2">
                <a:lumMod val="75000"/>
                <a:lumOff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Sheet4!$G$32:$H$32</c:f>
              <c:strCache>
                <c:ptCount val="2"/>
                <c:pt idx="0">
                  <c:v>On Premises</c:v>
                </c:pt>
                <c:pt idx="1">
                  <c:v>On Azure</c:v>
                </c:pt>
              </c:strCache>
            </c:strRef>
          </c:cat>
          <c:val>
            <c:numRef>
              <c:f>Sheet4!$G$33:$H$33</c:f>
              <c:numCache>
                <c:formatCode>General</c:formatCode>
                <c:ptCount val="2"/>
                <c:pt idx="0">
                  <c:v>262</c:v>
                </c:pt>
                <c:pt idx="1">
                  <c:v>130</c:v>
                </c:pt>
              </c:numCache>
            </c:numRef>
          </c:val>
          <c:extLst>
            <c:ext xmlns:c16="http://schemas.microsoft.com/office/drawing/2014/chart" uri="{C3380CC4-5D6E-409C-BE32-E72D297353CC}">
              <c16:uniqueId val="{00000000-FE5B-0549-8D97-4A09578F586C}"/>
            </c:ext>
          </c:extLst>
        </c:ser>
        <c:dLbls>
          <c:dLblPos val="outEnd"/>
          <c:showLegendKey val="0"/>
          <c:showVal val="1"/>
          <c:showCatName val="0"/>
          <c:showSerName val="0"/>
          <c:showPercent val="0"/>
          <c:showBubbleSize val="0"/>
        </c:dLbls>
        <c:gapWidth val="219"/>
        <c:overlap val="-27"/>
        <c:axId val="1048050783"/>
        <c:axId val="2076878959"/>
      </c:barChart>
      <c:catAx>
        <c:axId val="1048050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6878959"/>
        <c:crosses val="autoZero"/>
        <c:auto val="1"/>
        <c:lblAlgn val="ctr"/>
        <c:lblOffset val="100"/>
        <c:noMultiLvlLbl val="0"/>
      </c:catAx>
      <c:valAx>
        <c:axId val="2076878959"/>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8050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Sheet4!$F$29</c:f>
              <c:strCache>
                <c:ptCount val="1"/>
                <c:pt idx="0">
                  <c:v>RAM Size(GB)</c:v>
                </c:pt>
              </c:strCache>
            </c:strRef>
          </c:tx>
          <c:spPr>
            <a:solidFill>
              <a:schemeClr val="tx2">
                <a:lumMod val="75000"/>
                <a:lumOff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Sheet4!$G$28:$H$28</c:f>
              <c:strCache>
                <c:ptCount val="2"/>
                <c:pt idx="0">
                  <c:v>On Premises</c:v>
                </c:pt>
                <c:pt idx="1">
                  <c:v>On Azure</c:v>
                </c:pt>
              </c:strCache>
            </c:strRef>
          </c:cat>
          <c:val>
            <c:numRef>
              <c:f>Sheet4!$G$29:$H$29</c:f>
              <c:numCache>
                <c:formatCode>General</c:formatCode>
                <c:ptCount val="2"/>
                <c:pt idx="0">
                  <c:v>1806</c:v>
                </c:pt>
                <c:pt idx="1">
                  <c:v>568</c:v>
                </c:pt>
              </c:numCache>
            </c:numRef>
          </c:val>
          <c:extLst>
            <c:ext xmlns:c16="http://schemas.microsoft.com/office/drawing/2014/chart" uri="{C3380CC4-5D6E-409C-BE32-E72D297353CC}">
              <c16:uniqueId val="{00000000-8DDD-164D-B414-36EFB6E82118}"/>
            </c:ext>
          </c:extLst>
        </c:ser>
        <c:dLbls>
          <c:dLblPos val="outEnd"/>
          <c:showLegendKey val="0"/>
          <c:showVal val="1"/>
          <c:showCatName val="0"/>
          <c:showSerName val="0"/>
          <c:showPercent val="0"/>
          <c:showBubbleSize val="0"/>
        </c:dLbls>
        <c:gapWidth val="219"/>
        <c:overlap val="-27"/>
        <c:axId val="262444736"/>
        <c:axId val="262387936"/>
      </c:barChart>
      <c:catAx>
        <c:axId val="262444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387936"/>
        <c:crosses val="autoZero"/>
        <c:auto val="1"/>
        <c:lblAlgn val="ctr"/>
        <c:lblOffset val="100"/>
        <c:noMultiLvlLbl val="0"/>
      </c:catAx>
      <c:valAx>
        <c:axId val="26238793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4447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[MS-ADFD-assessment-data-VM.xlsx]Performance Analysis!PivotTable6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CPU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Analysis'!$A$10:$A$14</c:f>
              <c:strCache>
                <c:ptCount val="4"/>
                <c:pt idx="0">
                  <c:v>0% to 20%</c:v>
                </c:pt>
                <c:pt idx="1">
                  <c:v>20% to 40%</c:v>
                </c:pt>
                <c:pt idx="2">
                  <c:v>40% to 60%</c:v>
                </c:pt>
                <c:pt idx="3">
                  <c:v>80% to 100%</c:v>
                </c:pt>
              </c:strCache>
            </c:strRef>
          </c:cat>
          <c:val>
            <c:numRef>
              <c:f>'Performance Analysis'!$B$10:$B$14</c:f>
              <c:numCache>
                <c:formatCode>General</c:formatCode>
                <c:ptCount val="4"/>
                <c:pt idx="0">
                  <c:v>34</c:v>
                </c:pt>
                <c:pt idx="1">
                  <c:v>10</c:v>
                </c:pt>
                <c:pt idx="2">
                  <c:v>5</c:v>
                </c:pt>
                <c:pt idx="3">
                  <c:v>4</c:v>
                </c:pt>
              </c:numCache>
            </c:numRef>
          </c:val>
          <c:extLst>
            <c:ext xmlns:c16="http://schemas.microsoft.com/office/drawing/2014/chart" uri="{C3380CC4-5D6E-409C-BE32-E72D297353CC}">
              <c16:uniqueId val="{00000000-2592-6141-89E1-ACD0A3C73471}"/>
            </c:ext>
          </c:extLst>
        </c:ser>
        <c:dLbls>
          <c:dLblPos val="inEnd"/>
          <c:showLegendKey val="0"/>
          <c:showVal val="1"/>
          <c:showCatName val="0"/>
          <c:showSerName val="0"/>
          <c:showPercent val="0"/>
          <c:showBubbleSize val="0"/>
        </c:dLbls>
        <c:gapWidth val="219"/>
        <c:overlap val="-27"/>
        <c:axId val="1431957904"/>
        <c:axId val="1817564447"/>
      </c:barChart>
      <c:catAx>
        <c:axId val="1431957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7564447"/>
        <c:crosses val="autoZero"/>
        <c:auto val="1"/>
        <c:lblAlgn val="ctr"/>
        <c:lblOffset val="100"/>
        <c:noMultiLvlLbl val="0"/>
      </c:catAx>
      <c:valAx>
        <c:axId val="18175644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19579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nchor="ctr" anchorCtr="1"/>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[MS-ADFD-assessment-data-VM.xlsx]Performance Analysis!PivotTable7</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Mem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Analysis'!$B$29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Analysis'!$A$30:$A$33</c:f>
              <c:strCache>
                <c:ptCount val="3"/>
                <c:pt idx="0">
                  <c:v>0% to 20%</c:v>
                </c:pt>
                <c:pt idx="1">
                  <c:v>20% to 40%</c:v>
                </c:pt>
                <c:pt idx="2">
                  <c:v>40% to 60%</c:v>
                </c:pt>
              </c:strCache>
            </c:strRef>
          </c:cat>
          <c:val>
            <c:numRef>
              <c:f>'Performance Analysis'!$B$30:$B$33</c:f>
              <c:numCache>
                <c:formatCode>General</c:formatCode>
                <c:ptCount val="3"/>
                <c:pt idx="0">
                  <c:v>47</c:v>
                </c:pt>
                <c:pt idx="1">
                  <c:v>5</c:v>
                </c:pt>
                <c:pt idx="2">
                  <c:v>1</c:v>
                </c:pt>
              </c:numCache>
            </c:numRef>
          </c:val>
          <c:extLst>
            <c:ext xmlns:c16="http://schemas.microsoft.com/office/drawing/2014/chart" uri="{C3380CC4-5D6E-409C-BE32-E72D297353CC}">
              <c16:uniqueId val="{00000000-E11B-6642-871E-67FABD5E2C00}"/>
            </c:ext>
          </c:extLst>
        </c:ser>
        <c:dLbls>
          <c:dLblPos val="outEnd"/>
          <c:showLegendKey val="0"/>
          <c:showVal val="1"/>
          <c:showCatName val="0"/>
          <c:showSerName val="0"/>
          <c:showPercent val="0"/>
          <c:showBubbleSize val="0"/>
        </c:dLbls>
        <c:gapWidth val="219"/>
        <c:overlap val="-27"/>
        <c:axId val="434688479"/>
        <c:axId val="434505327"/>
      </c:barChart>
      <c:catAx>
        <c:axId val="434688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4505327"/>
        <c:crosses val="autoZero"/>
        <c:auto val="1"/>
        <c:lblAlgn val="ctr"/>
        <c:lblOffset val="100"/>
        <c:noMultiLvlLbl val="0"/>
      </c:catAx>
      <c:valAx>
        <c:axId val="4345053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46884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clustered"/>
        <c:varyColors val="0"/>
        <c:dLbls>
          <c:dLblPos val="outEnd"/>
          <c:showLegendKey val="0"/>
          <c:showVal val="1"/>
          <c:showCatName val="0"/>
          <c:showSerName val="0"/>
          <c:showPercent val="0"/>
          <c:showBubbleSize val="0"/>
        </c:dLbls>
        <c:gapWidth val="219"/>
        <c:overlap val="-27"/>
        <c:axId val="262444736"/>
        <c:axId val="262387936"/>
      </c:barChart>
      <c:catAx>
        <c:axId val="262444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387936"/>
        <c:crosses val="autoZero"/>
        <c:auto val="1"/>
        <c:lblAlgn val="ctr"/>
        <c:lblOffset val="100"/>
        <c:noMultiLvlLbl val="0"/>
      </c:catAx>
      <c:valAx>
        <c:axId val="26238793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4447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n-IN" sz="1400" b="0" i="0" u="none" strike="noStrike" kern="1200" spc="0" baseline="0" dirty="0">
                <a:solidFill>
                  <a:prstClr val="black">
                    <a:lumMod val="65000"/>
                    <a:lumOff val="35000"/>
                  </a:prstClr>
                </a:solidFill>
                <a:latin typeface="+mn-lt"/>
                <a:ea typeface="+mn-ea"/>
                <a:cs typeface="+mn-cs"/>
              </a:defRPr>
            </a:pPr>
            <a:r>
              <a:rPr lang="en-IN" sz="1400" b="0" i="0" u="none" strike="noStrike" kern="1200" spc="0" baseline="0">
                <a:solidFill>
                  <a:prstClr val="black">
                    <a:lumMod val="65000"/>
                    <a:lumOff val="35000"/>
                  </a:prstClr>
                </a:solidFill>
                <a:latin typeface="+mn-lt"/>
                <a:ea typeface="+mn-ea"/>
                <a:cs typeface="+mn-cs"/>
              </a:rPr>
              <a:t>SQL 19 S1 &amp; S2</a:t>
            </a:r>
          </a:p>
        </c:rich>
      </c:tx>
      <c:overlay val="0"/>
      <c:spPr>
        <a:noFill/>
        <a:ln>
          <a:noFill/>
        </a:ln>
        <a:effectLst/>
      </c:spPr>
      <c:txPr>
        <a:bodyPr rot="0" spcFirstLastPara="1" vertOverflow="ellipsis" vert="horz" wrap="square" anchor="ctr" anchorCtr="1"/>
        <a:lstStyle/>
        <a:p>
          <a:pPr algn="ctr" rtl="0">
            <a:defRPr lang="en-IN" sz="1400" b="0" i="0" u="none" strike="noStrike" kern="1200" spc="0" baseline="0" dirty="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strRef>
              <c:f>Sheet1!$D$6</c:f>
              <c:strCache>
                <c:ptCount val="1"/>
                <c:pt idx="0">
                  <c:v>Onprem</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Sheet1!$E$5:$F$5</c:f>
              <c:strCache>
                <c:ptCount val="2"/>
                <c:pt idx="0">
                  <c:v>CPU</c:v>
                </c:pt>
                <c:pt idx="1">
                  <c:v>Memory</c:v>
                </c:pt>
              </c:strCache>
            </c:strRef>
          </c:cat>
          <c:val>
            <c:numRef>
              <c:f>Sheet1!$E$6:$F$6</c:f>
              <c:numCache>
                <c:formatCode>General</c:formatCode>
                <c:ptCount val="2"/>
                <c:pt idx="0">
                  <c:v>4</c:v>
                </c:pt>
                <c:pt idx="1">
                  <c:v>50</c:v>
                </c:pt>
              </c:numCache>
            </c:numRef>
          </c:val>
          <c:extLst>
            <c:ext xmlns:c16="http://schemas.microsoft.com/office/drawing/2014/chart" uri="{C3380CC4-5D6E-409C-BE32-E72D297353CC}">
              <c16:uniqueId val="{00000000-D067-481D-AC40-99CC98C9DEDD}"/>
            </c:ext>
          </c:extLst>
        </c:ser>
        <c:ser>
          <c:idx val="1"/>
          <c:order val="1"/>
          <c:tx>
            <c:strRef>
              <c:f>Sheet1!$D$7</c:f>
              <c:strCache>
                <c:ptCount val="1"/>
                <c:pt idx="0">
                  <c:v>Azure</c:v>
                </c:pt>
              </c:strCache>
            </c:strRef>
          </c:tx>
          <c:spPr>
            <a:solidFill>
              <a:srgbClr val="50E6FF">
                <a:lumMod val="75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Sheet1!$E$5:$F$5</c:f>
              <c:strCache>
                <c:ptCount val="2"/>
                <c:pt idx="0">
                  <c:v>CPU</c:v>
                </c:pt>
                <c:pt idx="1">
                  <c:v>Memory</c:v>
                </c:pt>
              </c:strCache>
            </c:strRef>
          </c:cat>
          <c:val>
            <c:numRef>
              <c:f>Sheet1!$E$7:$F$7</c:f>
              <c:numCache>
                <c:formatCode>General</c:formatCode>
                <c:ptCount val="2"/>
                <c:pt idx="0">
                  <c:v>8</c:v>
                </c:pt>
                <c:pt idx="1">
                  <c:v>64</c:v>
                </c:pt>
              </c:numCache>
            </c:numRef>
          </c:val>
          <c:extLst>
            <c:ext xmlns:c16="http://schemas.microsoft.com/office/drawing/2014/chart" uri="{C3380CC4-5D6E-409C-BE32-E72D297353CC}">
              <c16:uniqueId val="{00000001-D067-481D-AC40-99CC98C9DEDD}"/>
            </c:ext>
          </c:extLst>
        </c:ser>
        <c:dLbls>
          <c:dLblPos val="outEnd"/>
          <c:showLegendKey val="0"/>
          <c:showVal val="1"/>
          <c:showCatName val="0"/>
          <c:showSerName val="0"/>
          <c:showPercent val="0"/>
          <c:showBubbleSize val="0"/>
        </c:dLbls>
        <c:gapWidth val="219"/>
        <c:overlap val="-27"/>
        <c:axId val="1348823760"/>
        <c:axId val="1261394128"/>
      </c:barChart>
      <c:catAx>
        <c:axId val="1348823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1394128"/>
        <c:crosses val="autoZero"/>
        <c:auto val="1"/>
        <c:lblAlgn val="ctr"/>
        <c:lblOffset val="100"/>
        <c:noMultiLvlLbl val="0"/>
      </c:catAx>
      <c:valAx>
        <c:axId val="12613941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8823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n-GB" sz="1400" b="0" i="0" u="none" strike="noStrike" kern="1200" spc="0" baseline="0" dirty="0">
                <a:solidFill>
                  <a:prstClr val="black">
                    <a:lumMod val="65000"/>
                    <a:lumOff val="35000"/>
                  </a:prstClr>
                </a:solidFill>
                <a:latin typeface="+mn-lt"/>
                <a:ea typeface="+mn-ea"/>
                <a:cs typeface="+mn-cs"/>
              </a:defRPr>
            </a:pPr>
            <a:r>
              <a:rPr lang="en-GB" sz="1400" b="0" i="0" u="none" strike="noStrike" kern="1200" spc="0" baseline="0">
                <a:solidFill>
                  <a:prstClr val="black">
                    <a:lumMod val="65000"/>
                    <a:lumOff val="35000"/>
                  </a:prstClr>
                </a:solidFill>
                <a:latin typeface="+mn-lt"/>
                <a:ea typeface="+mn-ea"/>
                <a:cs typeface="+mn-cs"/>
              </a:rPr>
              <a:t>SQL 16 S1 &amp; S2</a:t>
            </a:r>
          </a:p>
        </c:rich>
      </c:tx>
      <c:overlay val="0"/>
      <c:spPr>
        <a:noFill/>
        <a:ln>
          <a:noFill/>
        </a:ln>
        <a:effectLst/>
      </c:spPr>
      <c:txPr>
        <a:bodyPr rot="0" spcFirstLastPara="1" vertOverflow="ellipsis" vert="horz" wrap="square" anchor="ctr" anchorCtr="1"/>
        <a:lstStyle/>
        <a:p>
          <a:pPr algn="ctr" rtl="0">
            <a:defRPr lang="en-GB" sz="1400" b="0" i="0" u="none" strike="noStrike" kern="1200" spc="0" baseline="0" dirty="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strRef>
              <c:f>Sheet1!$D$23</c:f>
              <c:strCache>
                <c:ptCount val="1"/>
                <c:pt idx="0">
                  <c:v>Onprem</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Sheet1!$E$22:$F$22</c:f>
              <c:strCache>
                <c:ptCount val="2"/>
                <c:pt idx="0">
                  <c:v>CPU</c:v>
                </c:pt>
                <c:pt idx="1">
                  <c:v>Memory</c:v>
                </c:pt>
              </c:strCache>
            </c:strRef>
          </c:cat>
          <c:val>
            <c:numRef>
              <c:f>Sheet1!$E$23:$F$23</c:f>
              <c:numCache>
                <c:formatCode>General</c:formatCode>
                <c:ptCount val="2"/>
                <c:pt idx="0">
                  <c:v>8</c:v>
                </c:pt>
                <c:pt idx="1">
                  <c:v>100</c:v>
                </c:pt>
              </c:numCache>
            </c:numRef>
          </c:val>
          <c:extLst>
            <c:ext xmlns:c16="http://schemas.microsoft.com/office/drawing/2014/chart" uri="{C3380CC4-5D6E-409C-BE32-E72D297353CC}">
              <c16:uniqueId val="{00000000-B31E-4F94-A459-CC837879CF31}"/>
            </c:ext>
          </c:extLst>
        </c:ser>
        <c:ser>
          <c:idx val="1"/>
          <c:order val="1"/>
          <c:tx>
            <c:strRef>
              <c:f>Sheet1!$D$24</c:f>
              <c:strCache>
                <c:ptCount val="1"/>
                <c:pt idx="0">
                  <c:v>Azure</c:v>
                </c:pt>
              </c:strCache>
            </c:strRef>
          </c:tx>
          <c:spPr>
            <a:solidFill>
              <a:srgbClr val="50E6FF">
                <a:lumMod val="75000"/>
              </a:srgbClr>
            </a:solidFill>
            <a:ln>
              <a:solidFill>
                <a:srgbClr val="0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Sheet1!$E$22:$F$22</c:f>
              <c:strCache>
                <c:ptCount val="2"/>
                <c:pt idx="0">
                  <c:v>CPU</c:v>
                </c:pt>
                <c:pt idx="1">
                  <c:v>Memory</c:v>
                </c:pt>
              </c:strCache>
            </c:strRef>
          </c:cat>
          <c:val>
            <c:numRef>
              <c:f>Sheet1!$E$24:$F$24</c:f>
              <c:numCache>
                <c:formatCode>General</c:formatCode>
                <c:ptCount val="2"/>
                <c:pt idx="0">
                  <c:v>16</c:v>
                </c:pt>
                <c:pt idx="1">
                  <c:v>128</c:v>
                </c:pt>
              </c:numCache>
            </c:numRef>
          </c:val>
          <c:extLst>
            <c:ext xmlns:c16="http://schemas.microsoft.com/office/drawing/2014/chart" uri="{C3380CC4-5D6E-409C-BE32-E72D297353CC}">
              <c16:uniqueId val="{00000001-B31E-4F94-A459-CC837879CF31}"/>
            </c:ext>
          </c:extLst>
        </c:ser>
        <c:dLbls>
          <c:dLblPos val="outEnd"/>
          <c:showLegendKey val="0"/>
          <c:showVal val="1"/>
          <c:showCatName val="0"/>
          <c:showSerName val="0"/>
          <c:showPercent val="0"/>
          <c:showBubbleSize val="0"/>
        </c:dLbls>
        <c:gapWidth val="219"/>
        <c:overlap val="-27"/>
        <c:axId val="1859544112"/>
        <c:axId val="1862607728"/>
      </c:barChart>
      <c:catAx>
        <c:axId val="185954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2607728"/>
        <c:crosses val="autoZero"/>
        <c:auto val="1"/>
        <c:lblAlgn val="ctr"/>
        <c:lblOffset val="100"/>
        <c:noMultiLvlLbl val="0"/>
      </c:catAx>
      <c:valAx>
        <c:axId val="18626077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9544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Azure TCO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97B8FF"/>
              </a:solidFill>
              <a:ln>
                <a:noFill/>
              </a:ln>
              <a:effectLst/>
            </c:spPr>
            <c:extLst>
              <c:ext xmlns:c16="http://schemas.microsoft.com/office/drawing/2014/chart" uri="{C3380CC4-5D6E-409C-BE32-E72D297353CC}">
                <c16:uniqueId val="{00000001-C2CB-0046-B744-4BE0913D8B8F}"/>
              </c:ext>
            </c:extLst>
          </c:dPt>
          <c:dPt>
            <c:idx val="1"/>
            <c:invertIfNegative val="0"/>
            <c:bubble3D val="0"/>
            <c:spPr>
              <a:solidFill>
                <a:srgbClr val="3883CE"/>
              </a:solidFill>
              <a:ln>
                <a:noFill/>
              </a:ln>
              <a:effectLst/>
            </c:spPr>
            <c:extLst>
              <c:ext xmlns:c16="http://schemas.microsoft.com/office/drawing/2014/chart" uri="{C3380CC4-5D6E-409C-BE32-E72D297353CC}">
                <c16:uniqueId val="{00000002-C2CB-0046-B744-4BE0913D8B8F}"/>
              </c:ext>
            </c:extLst>
          </c:dPt>
          <c:dPt>
            <c:idx val="2"/>
            <c:invertIfNegative val="0"/>
            <c:bubble3D val="0"/>
            <c:spPr>
              <a:solidFill>
                <a:schemeClr val="tx2">
                  <a:lumMod val="75000"/>
                </a:schemeClr>
              </a:solidFill>
              <a:ln>
                <a:noFill/>
              </a:ln>
              <a:effectLst/>
            </c:spPr>
            <c:extLst>
              <c:ext xmlns:c16="http://schemas.microsoft.com/office/drawing/2014/chart" uri="{C3380CC4-5D6E-409C-BE32-E72D297353CC}">
                <c16:uniqueId val="{00000003-C2CB-0046-B744-4BE0913D8B8F}"/>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Sheet4!$C$16:$E$16</c:f>
              <c:strCache>
                <c:ptCount val="3"/>
                <c:pt idx="0">
                  <c:v>PAYG</c:v>
                </c:pt>
                <c:pt idx="1">
                  <c:v>1 Year SP</c:v>
                </c:pt>
                <c:pt idx="2">
                  <c:v>3 Years SP</c:v>
                </c:pt>
              </c:strCache>
            </c:strRef>
          </c:cat>
          <c:val>
            <c:numRef>
              <c:f>Sheet4!$C$19:$E$19</c:f>
              <c:numCache>
                <c:formatCode>#,##0</c:formatCode>
                <c:ptCount val="3"/>
                <c:pt idx="0">
                  <c:v>9031</c:v>
                </c:pt>
                <c:pt idx="1">
                  <c:v>6550</c:v>
                </c:pt>
                <c:pt idx="2">
                  <c:v>5306</c:v>
                </c:pt>
              </c:numCache>
            </c:numRef>
          </c:val>
          <c:extLst>
            <c:ext xmlns:c16="http://schemas.microsoft.com/office/drawing/2014/chart" uri="{C3380CC4-5D6E-409C-BE32-E72D297353CC}">
              <c16:uniqueId val="{00000000-C2CB-0046-B744-4BE0913D8B8F}"/>
            </c:ext>
          </c:extLst>
        </c:ser>
        <c:dLbls>
          <c:dLblPos val="outEnd"/>
          <c:showLegendKey val="0"/>
          <c:showVal val="1"/>
          <c:showCatName val="0"/>
          <c:showSerName val="0"/>
          <c:showPercent val="0"/>
          <c:showBubbleSize val="0"/>
        </c:dLbls>
        <c:gapWidth val="219"/>
        <c:overlap val="-27"/>
        <c:axId val="1375018607"/>
        <c:axId val="1375035471"/>
      </c:barChart>
      <c:catAx>
        <c:axId val="1375018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5035471"/>
        <c:crosses val="autoZero"/>
        <c:auto val="1"/>
        <c:lblAlgn val="ctr"/>
        <c:lblOffset val="100"/>
        <c:noMultiLvlLbl val="0"/>
      </c:catAx>
      <c:valAx>
        <c:axId val="1375035471"/>
        <c:scaling>
          <c:orientation val="minMax"/>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50186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0" b="0" i="0" u="none" strike="noStrike" kern="1200" spc="0" baseline="0">
                <a:solidFill>
                  <a:schemeClr val="tx1">
                    <a:lumMod val="65000"/>
                    <a:lumOff val="35000"/>
                  </a:schemeClr>
                </a:solidFill>
                <a:latin typeface="+mn-lt"/>
                <a:ea typeface="+mn-ea"/>
                <a:cs typeface="+mn-cs"/>
              </a:defRPr>
            </a:pPr>
            <a:r>
              <a:rPr lang="en-GB" sz="1860">
                <a:latin typeface="Segoe UI" panose="020B0502040204020203" pitchFamily="34" charset="0"/>
                <a:cs typeface="Segoe UI" panose="020B0502040204020203" pitchFamily="34" charset="0"/>
              </a:rPr>
              <a:t>Azure SQL VMs</a:t>
            </a:r>
          </a:p>
        </c:rich>
      </c:tx>
      <c:overlay val="0"/>
      <c:spPr>
        <a:noFill/>
        <a:ln>
          <a:noFill/>
        </a:ln>
        <a:effectLst/>
      </c:spPr>
      <c:txPr>
        <a:bodyPr rot="0" spcFirstLastPara="1" vertOverflow="ellipsis" vert="horz" wrap="square" anchor="ctr" anchorCtr="1"/>
        <a:lstStyle/>
        <a:p>
          <a:pPr>
            <a:defRPr sz="18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95E3-4A0D-A9CC-3E2A35CE5B06}"/>
              </c:ext>
            </c:extLst>
          </c:dPt>
          <c:dPt>
            <c:idx val="2"/>
            <c:invertIfNegative val="0"/>
            <c:bubble3D val="0"/>
            <c:spPr>
              <a:solidFill>
                <a:srgbClr val="002060"/>
              </a:solidFill>
              <a:ln>
                <a:noFill/>
              </a:ln>
              <a:effectLst/>
            </c:spPr>
            <c:extLst>
              <c:ext xmlns:c16="http://schemas.microsoft.com/office/drawing/2014/chart" uri="{C3380CC4-5D6E-409C-BE32-E72D297353CC}">
                <c16:uniqueId val="{00000003-95E3-4A0D-A9CC-3E2A35CE5B06}"/>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95E3-4A0D-A9CC-3E2A35CE5B06}"/>
                </c:ext>
              </c:extLst>
            </c:dLbl>
            <c:dLbl>
              <c:idx val="1"/>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5-95E3-4A0D-A9CC-3E2A35CE5B06}"/>
                </c:ext>
              </c:extLst>
            </c:dLbl>
            <c:dLbl>
              <c:idx val="2"/>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95E3-4A0D-A9CC-3E2A35CE5B06}"/>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Sheet1!$F$50:$F$52</c:f>
              <c:strCache>
                <c:ptCount val="3"/>
                <c:pt idx="0">
                  <c:v>PayG</c:v>
                </c:pt>
                <c:pt idx="1">
                  <c:v>1 Year SP</c:v>
                </c:pt>
                <c:pt idx="2">
                  <c:v>3 Years SP</c:v>
                </c:pt>
              </c:strCache>
            </c:strRef>
          </c:cat>
          <c:val>
            <c:numRef>
              <c:f>Sheet1!$G$50:$G$52</c:f>
              <c:numCache>
                <c:formatCode>#,##0</c:formatCode>
                <c:ptCount val="3"/>
                <c:pt idx="0">
                  <c:v>3719.24</c:v>
                </c:pt>
                <c:pt idx="1">
                  <c:v>2717.24</c:v>
                </c:pt>
                <c:pt idx="2">
                  <c:v>1873.2399999999998</c:v>
                </c:pt>
              </c:numCache>
            </c:numRef>
          </c:val>
          <c:extLst>
            <c:ext xmlns:c16="http://schemas.microsoft.com/office/drawing/2014/chart" uri="{C3380CC4-5D6E-409C-BE32-E72D297353CC}">
              <c16:uniqueId val="{00000004-95E3-4A0D-A9CC-3E2A35CE5B06}"/>
            </c:ext>
          </c:extLst>
        </c:ser>
        <c:dLbls>
          <c:dLblPos val="outEnd"/>
          <c:showLegendKey val="0"/>
          <c:showVal val="1"/>
          <c:showCatName val="0"/>
          <c:showSerName val="0"/>
          <c:showPercent val="0"/>
          <c:showBubbleSize val="0"/>
        </c:dLbls>
        <c:gapWidth val="219"/>
        <c:overlap val="-27"/>
        <c:axId val="15502591"/>
        <c:axId val="2364607"/>
      </c:barChart>
      <c:catAx>
        <c:axId val="1550259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364607"/>
        <c:crosses val="autoZero"/>
        <c:auto val="1"/>
        <c:lblAlgn val="ctr"/>
        <c:lblOffset val="100"/>
        <c:noMultiLvlLbl val="0"/>
      </c:catAx>
      <c:valAx>
        <c:axId val="2364607"/>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55025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Segoe UI" panose="020B0502040204020203" pitchFamily="34" charset="0"/>
                <a:ea typeface="+mn-ea"/>
                <a:cs typeface="Segoe UI" panose="020B0502040204020203" pitchFamily="34" charset="0"/>
              </a:defRPr>
            </a:pPr>
            <a:r>
              <a:rPr lang="en-GB" sz="1800" b="1">
                <a:latin typeface="Segoe UI" panose="020B0502040204020203" pitchFamily="34" charset="0"/>
                <a:cs typeface="Segoe UI" panose="020B0502040204020203" pitchFamily="34" charset="0"/>
              </a:rPr>
              <a:t>Azure SQL MI</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1-F681-481F-81B4-3A0B7A3FE4CB}"/>
              </c:ext>
            </c:extLst>
          </c:dPt>
          <c:dPt>
            <c:idx val="2"/>
            <c:invertIfNegative val="0"/>
            <c:bubble3D val="0"/>
            <c:spPr>
              <a:solidFill>
                <a:schemeClr val="accent5">
                  <a:lumMod val="50000"/>
                </a:schemeClr>
              </a:solidFill>
              <a:ln>
                <a:noFill/>
              </a:ln>
              <a:effectLst/>
            </c:spPr>
            <c:extLst>
              <c:ext xmlns:c16="http://schemas.microsoft.com/office/drawing/2014/chart" uri="{C3380CC4-5D6E-409C-BE32-E72D297353CC}">
                <c16:uniqueId val="{00000003-F681-481F-81B4-3A0B7A3FE4CB}"/>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Sheet1!$F$62:$F$64</c:f>
              <c:strCache>
                <c:ptCount val="3"/>
                <c:pt idx="0">
                  <c:v>PayG</c:v>
                </c:pt>
                <c:pt idx="1">
                  <c:v>1 Year SP</c:v>
                </c:pt>
                <c:pt idx="2">
                  <c:v>3 Years SP</c:v>
                </c:pt>
              </c:strCache>
            </c:strRef>
          </c:cat>
          <c:val>
            <c:numRef>
              <c:f>Sheet1!$G$62:$G$64</c:f>
              <c:numCache>
                <c:formatCode>#,##0</c:formatCode>
                <c:ptCount val="3"/>
                <c:pt idx="0">
                  <c:v>7258</c:v>
                </c:pt>
                <c:pt idx="1">
                  <c:v>4794</c:v>
                </c:pt>
                <c:pt idx="2">
                  <c:v>3385</c:v>
                </c:pt>
              </c:numCache>
            </c:numRef>
          </c:val>
          <c:extLst>
            <c:ext xmlns:c16="http://schemas.microsoft.com/office/drawing/2014/chart" uri="{C3380CC4-5D6E-409C-BE32-E72D297353CC}">
              <c16:uniqueId val="{00000004-F681-481F-81B4-3A0B7A3FE4CB}"/>
            </c:ext>
          </c:extLst>
        </c:ser>
        <c:dLbls>
          <c:dLblPos val="outEnd"/>
          <c:showLegendKey val="0"/>
          <c:showVal val="1"/>
          <c:showCatName val="0"/>
          <c:showSerName val="0"/>
          <c:showPercent val="0"/>
          <c:showBubbleSize val="0"/>
        </c:dLbls>
        <c:gapWidth val="219"/>
        <c:overlap val="-27"/>
        <c:axId val="738764208"/>
        <c:axId val="1498856880"/>
      </c:barChart>
      <c:catAx>
        <c:axId val="73876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8856880"/>
        <c:crosses val="autoZero"/>
        <c:auto val="1"/>
        <c:lblAlgn val="ctr"/>
        <c:lblOffset val="100"/>
        <c:noMultiLvlLbl val="0"/>
      </c:catAx>
      <c:valAx>
        <c:axId val="149885688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7642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7">
  <a:schemeClr val="accent4"/>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3D9E2-7041-458F-9D09-DCA33EBDC8C5}" type="datetimeFigureOut">
              <a:rPr lang="en-GB" smtClean="0"/>
              <a:t>05/04/2026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DEE1D-A14F-4593-B34A-245D88E6E79C}" type="slidenum">
              <a:rPr lang="en-GB" smtClean="0"/>
              <a:t>‹#›</a:t>
            </a:fld>
            <a:endParaRPr lang="en-GB"/>
          </a:p>
        </p:txBody>
      </p:sp>
    </p:spTree>
    <p:extLst>
      <p:ext uri="{BB962C8B-B14F-4D97-AF65-F5344CB8AC3E}">
        <p14:creationId xmlns:p14="http://schemas.microsoft.com/office/powerpoint/2010/main" val="364479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77F58F-3990-4201-AF4D-2B7ABE6D1BA0}" type="datetime1">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4/5/2026</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5054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typical delivery model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AC63E5-560D-4DBF-8E08-C2759A05A6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900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88DEE1D-A14F-4593-B34A-245D88E6E79C}" type="slidenum">
              <a:rPr lang="en-GB" smtClean="0"/>
              <a:t>4</a:t>
            </a:fld>
            <a:endParaRPr lang="en-GB"/>
          </a:p>
        </p:txBody>
      </p:sp>
    </p:spTree>
    <p:extLst>
      <p:ext uri="{BB962C8B-B14F-4D97-AF65-F5344CB8AC3E}">
        <p14:creationId xmlns:p14="http://schemas.microsoft.com/office/powerpoint/2010/main" val="2319152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88DEE1D-A14F-4593-B34A-245D88E6E79C}" type="slidenum">
              <a:rPr lang="en-GB" smtClean="0"/>
              <a:t>9</a:t>
            </a:fld>
            <a:endParaRPr lang="en-GB"/>
          </a:p>
        </p:txBody>
      </p:sp>
    </p:spTree>
    <p:extLst>
      <p:ext uri="{BB962C8B-B14F-4D97-AF65-F5344CB8AC3E}">
        <p14:creationId xmlns:p14="http://schemas.microsoft.com/office/powerpoint/2010/main" val="531895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8DEE1D-A14F-4593-B34A-245D88E6E79C}"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0324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understand that it’s not always easy to know where to start, so we’ve created this simplified flow chart with some key features of each database offering to help you choose the best destination for your needs. </a:t>
            </a:r>
          </a:p>
          <a:p>
            <a:endParaRPr lang="en-US"/>
          </a:p>
          <a:p>
            <a:r>
              <a:rPr lang="en-US"/>
              <a:t>If you know you’ll need OS level access and don’t want to make changes to your existing codebase, then SQL Server on Azure VM is the right option for you. </a:t>
            </a:r>
          </a:p>
          <a:p>
            <a:endParaRPr lang="en-US"/>
          </a:p>
          <a:p>
            <a:r>
              <a:rPr lang="en-US"/>
              <a:t>If your goal is to modernize an existing application, and want to take advantage of all the features of Azure PaaS, then Azure SQL MI may be the right fit. With a few tweaks to your existing application, you should be able to run on MI and take advantage of your instance easily.</a:t>
            </a:r>
          </a:p>
          <a:p>
            <a:endParaRPr lang="en-US"/>
          </a:p>
          <a:p>
            <a:r>
              <a:rPr lang="en-US"/>
              <a:t>If you’re looking to begin building cloud-native applications on Azure, or are looking for the flexibility to automatically pause and resume intermittent workloads, then Azure SQL Database is the perfect choice.</a:t>
            </a:r>
          </a:p>
          <a:p>
            <a:endParaRPr lang="en-US"/>
          </a:p>
          <a:p>
            <a:r>
              <a:rPr lang="en-US"/>
              <a:t>And finally, if you are looking to process data on the edge and need a small-footprint database to stream, store, and perform analytics, then Azure SQL Edge is the solution.  </a:t>
            </a:r>
          </a:p>
          <a:p>
            <a:endParaRPr lang="en-US"/>
          </a:p>
          <a:p>
            <a:r>
              <a:rPr lang="en-US"/>
              <a:t>Once on Azure, take advantage of all Azure SQL has to offer.  (suggest strike this)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6EF678-834A-48C3-A149-68FB38FF4BB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772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4746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3DCD1-462B-EA3C-8645-355FC7382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310A8-8A99-98D9-C740-B2ABA460C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0CAF2-3832-649E-2B72-17FD552392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F195AE-95A7-1A0D-0C44-3E1AD0FD01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8DEE1D-A14F-4593-B34A-245D88E6E79C}"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7507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0358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88DEE1D-A14F-4593-B34A-245D88E6E79C}" type="slidenum">
              <a:rPr lang="en-GB" smtClean="0"/>
              <a:t>17</a:t>
            </a:fld>
            <a:endParaRPr lang="en-GB"/>
          </a:p>
        </p:txBody>
      </p:sp>
    </p:spTree>
    <p:extLst>
      <p:ext uri="{BB962C8B-B14F-4D97-AF65-F5344CB8AC3E}">
        <p14:creationId xmlns:p14="http://schemas.microsoft.com/office/powerpoint/2010/main" val="142228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87C6-F917-7C06-2C9B-E129AF448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94C62-80E6-9C3E-8158-D179A9084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A166C-4D66-8A75-1420-53060B3B258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33D0C00-2B5E-EDB9-0F46-CE6E4F3A307E}"/>
              </a:ext>
            </a:extLst>
          </p:cNvPr>
          <p:cNvSpPr>
            <a:spLocks noGrp="1"/>
          </p:cNvSpPr>
          <p:nvPr>
            <p:ph type="sldNum" sz="quarter" idx="5"/>
          </p:nvPr>
        </p:nvSpPr>
        <p:spPr/>
        <p:txBody>
          <a:bodyPr/>
          <a:lstStyle/>
          <a:p>
            <a:fld id="{588DEE1D-A14F-4593-B34A-245D88E6E79C}" type="slidenum">
              <a:rPr lang="en-GB" smtClean="0"/>
              <a:t>18</a:t>
            </a:fld>
            <a:endParaRPr lang="en-GB"/>
          </a:p>
        </p:txBody>
      </p:sp>
    </p:spTree>
    <p:extLst>
      <p:ext uri="{BB962C8B-B14F-4D97-AF65-F5344CB8AC3E}">
        <p14:creationId xmlns:p14="http://schemas.microsoft.com/office/powerpoint/2010/main" val="943304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87C6-F917-7C06-2C9B-E129AF448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94C62-80E6-9C3E-8158-D179A9084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A166C-4D66-8A75-1420-53060B3B258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33D0C00-2B5E-EDB9-0F46-CE6E4F3A307E}"/>
              </a:ext>
            </a:extLst>
          </p:cNvPr>
          <p:cNvSpPr>
            <a:spLocks noGrp="1"/>
          </p:cNvSpPr>
          <p:nvPr>
            <p:ph type="sldNum" sz="quarter" idx="5"/>
          </p:nvPr>
        </p:nvSpPr>
        <p:spPr/>
        <p:txBody>
          <a:bodyPr/>
          <a:lstStyle/>
          <a:p>
            <a:fld id="{588DEE1D-A14F-4593-B34A-245D88E6E79C}" type="slidenum">
              <a:rPr lang="en-GB" smtClean="0"/>
              <a:t>19</a:t>
            </a:fld>
            <a:endParaRPr lang="en-GB"/>
          </a:p>
        </p:txBody>
      </p:sp>
    </p:spTree>
    <p:extLst>
      <p:ext uri="{BB962C8B-B14F-4D97-AF65-F5344CB8AC3E}">
        <p14:creationId xmlns:p14="http://schemas.microsoft.com/office/powerpoint/2010/main" val="305362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2:notes"/>
          <p:cNvSpPr>
            <a:spLocks noGrp="1" noRot="1" noChangeAspect="1"/>
          </p:cNvSpPr>
          <p:nvPr>
            <p:ph type="sldImg" idx="2"/>
          </p:nvPr>
        </p:nvSpPr>
        <p:spPr>
          <a:xfrm>
            <a:off x="990600" y="349250"/>
            <a:ext cx="4876800" cy="27432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p12:notes"/>
          <p:cNvSpPr txBox="1">
            <a:spLocks noGrp="1"/>
          </p:cNvSpPr>
          <p:nvPr>
            <p:ph type="body" idx="1"/>
          </p:nvPr>
        </p:nvSpPr>
        <p:spPr>
          <a:xfrm>
            <a:off x="304800" y="3344449"/>
            <a:ext cx="6248400" cy="527345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 ``` ` ```</a:t>
            </a:r>
            <a:endParaRPr/>
          </a:p>
        </p:txBody>
      </p:sp>
      <p:sp>
        <p:nvSpPr>
          <p:cNvPr id="737" name="Google Shape;737;p12:notes"/>
          <p:cNvSpPr txBox="1">
            <a:spLocks noGrp="1"/>
          </p:cNvSpPr>
          <p:nvPr>
            <p:ph type="sldNum" idx="12"/>
          </p:nvPr>
        </p:nvSpPr>
        <p:spPr>
          <a:xfrm>
            <a:off x="3884613" y="8793271"/>
            <a:ext cx="2971800" cy="350729"/>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2093488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jpe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32.emf"/><Relationship Id="rId4" Type="http://schemas.openxmlformats.org/officeDocument/2006/relationships/oleObject" Target="../embeddings/oleObject1.bin"/></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2.emf"/><Relationship Id="rId4" Type="http://schemas.openxmlformats.org/officeDocument/2006/relationships/oleObject" Target="../embeddings/oleObject1.bin"/></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3292979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702398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77006310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83EBA8-9428-5042-A6AB-BA1563CB9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269302744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6468" y="206106"/>
            <a:ext cx="5583404" cy="6409831"/>
          </a:xfrm>
          <a:prstGeom prst="rect">
            <a:avLst/>
          </a:prstGeom>
        </p:spPr>
      </p:pic>
    </p:spTree>
    <p:extLst>
      <p:ext uri="{BB962C8B-B14F-4D97-AF65-F5344CB8AC3E}">
        <p14:creationId xmlns:p14="http://schemas.microsoft.com/office/powerpoint/2010/main" val="22637616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5183" y="321590"/>
            <a:ext cx="5413537" cy="6214821"/>
          </a:xfrm>
          <a:prstGeom prst="rect">
            <a:avLst/>
          </a:prstGeom>
        </p:spPr>
      </p:pic>
    </p:spTree>
    <p:extLst>
      <p:ext uri="{BB962C8B-B14F-4D97-AF65-F5344CB8AC3E}">
        <p14:creationId xmlns:p14="http://schemas.microsoft.com/office/powerpoint/2010/main" val="397910900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7507D490-6D76-184D-B20A-2C0F2F3DD099}"/>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9" name="Picture 8">
            <a:extLst>
              <a:ext uri="{FF2B5EF4-FFF2-40B4-BE49-F238E27FC236}">
                <a16:creationId xmlns:a16="http://schemas.microsoft.com/office/drawing/2014/main" id="{04B63C3A-8B21-B940-BD1D-D9281E6DD2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95074592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2" y="0"/>
            <a:ext cx="6080099" cy="6858000"/>
          </a:xfrm>
          <a:prstGeom prst="rect">
            <a:avLst/>
          </a:prstGeom>
        </p:spPr>
      </p:pic>
    </p:spTree>
    <p:extLst>
      <p:ext uri="{BB962C8B-B14F-4D97-AF65-F5344CB8AC3E}">
        <p14:creationId xmlns:p14="http://schemas.microsoft.com/office/powerpoint/2010/main" val="279343457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99097" y="0"/>
            <a:ext cx="5973790" cy="6858000"/>
          </a:xfrm>
          <a:prstGeom prst="rect">
            <a:avLst/>
          </a:prstGeom>
        </p:spPr>
      </p:pic>
    </p:spTree>
    <p:extLst>
      <p:ext uri="{BB962C8B-B14F-4D97-AF65-F5344CB8AC3E}">
        <p14:creationId xmlns:p14="http://schemas.microsoft.com/office/powerpoint/2010/main" val="101818779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9" name="Picture 8">
            <a:extLst>
              <a:ext uri="{FF2B5EF4-FFF2-40B4-BE49-F238E27FC236}">
                <a16:creationId xmlns:a16="http://schemas.microsoft.com/office/drawing/2014/main" id="{92E2926B-CE4C-8042-8EAB-E69CCC77CE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370420961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1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5B5B5AE-3FA2-9E4F-A2B8-042B9D35572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313476591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1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8B6D3BFF-96E5-A945-99DA-8C69FBFC85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15490211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1168944"/>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4" y="1168944"/>
            <a:ext cx="547437" cy="3786998"/>
          </a:xfrm>
          <a:prstGeom prst="rect">
            <a:avLst/>
          </a:prstGeom>
        </p:spPr>
        <p:txBody>
          <a:bodyPr wrap="square" lIns="0" tIns="0" rIns="0" bIns="0">
            <a:noAutofit/>
          </a:bodyPr>
          <a:lstStyle>
            <a:lvl1pPr marL="0" indent="0" defTabSz="507233">
              <a:spcAft>
                <a:spcPts val="490"/>
              </a:spcAft>
              <a:buNone/>
              <a:defRPr sz="1765" spc="0" baseline="0">
                <a:solidFill>
                  <a:schemeClr val="tx2"/>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1" y="1168943"/>
            <a:ext cx="3290380" cy="3786998"/>
          </a:xfrm>
          <a:prstGeom prst="rect">
            <a:avLst/>
          </a:prstGeom>
        </p:spPr>
        <p:txBody>
          <a:bodyPr wrap="square" lIns="0" tIns="0" rIns="0" bIns="0">
            <a:noAutofit/>
          </a:bodyPr>
          <a:lstStyle>
            <a:lvl1pPr marL="0" indent="0" defTabSz="507233">
              <a:spcAft>
                <a:spcPts val="490"/>
              </a:spcAft>
              <a:buNone/>
              <a:defRPr sz="1765" spc="0" baseline="0">
                <a:solidFill>
                  <a:srgbClr val="000000"/>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23757122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6"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07" indent="0">
              <a:buNone/>
              <a:defRPr/>
            </a:lvl3pPr>
            <a:lvl4pPr marL="672161" indent="0">
              <a:buNone/>
              <a:defRPr/>
            </a:lvl4pPr>
            <a:lvl5pPr marL="896214"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6" y="3015704"/>
            <a:ext cx="11306469" cy="216206"/>
          </a:xfrm>
          <a:prstGeom prst="rect">
            <a:avLst/>
          </a:prstGeom>
        </p:spPr>
        <p:txBody>
          <a:bodyPr lIns="0" tIns="0" rIns="0" bIns="0"/>
          <a:lstStyle>
            <a:lvl1pPr marL="0" indent="0">
              <a:lnSpc>
                <a:spcPts val="1765"/>
              </a:lnSpc>
              <a:spcBef>
                <a:spcPts val="0"/>
              </a:spcBef>
              <a:buNone/>
              <a:defRPr sz="1371" b="0" spc="0">
                <a:solidFill>
                  <a:schemeClr val="tx2"/>
                </a:solidFill>
                <a:latin typeface="+mj-lt"/>
              </a:defRPr>
            </a:lvl1pPr>
            <a:lvl2pPr marL="0" indent="0">
              <a:lnSpc>
                <a:spcPts val="1765"/>
              </a:lnSpc>
              <a:spcBef>
                <a:spcPts val="0"/>
              </a:spcBef>
              <a:buNone/>
              <a:defRPr sz="1371" spc="0">
                <a:solidFill>
                  <a:srgbClr val="000000"/>
                </a:solidFill>
              </a:defRPr>
            </a:lvl2pPr>
            <a:lvl3pPr marL="448107" indent="0">
              <a:buNone/>
              <a:defRPr/>
            </a:lvl3pPr>
            <a:lvl4pPr marL="672161" indent="0">
              <a:buNone/>
              <a:defRPr/>
            </a:lvl4pPr>
            <a:lvl5pPr marL="896214"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6" y="4503832"/>
            <a:ext cx="11306469" cy="150884"/>
          </a:xfrm>
          <a:prstGeom prst="rect">
            <a:avLst/>
          </a:prstGeom>
        </p:spPr>
        <p:txBody>
          <a:bodyPr lIns="0" tIns="0" rIns="0" bIns="0"/>
          <a:lstStyle>
            <a:lvl1pPr marL="0" indent="0">
              <a:lnSpc>
                <a:spcPts val="1175"/>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07" indent="0">
              <a:buNone/>
              <a:defRPr/>
            </a:lvl3pPr>
            <a:lvl4pPr marL="672161"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70" y="4299925"/>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70"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Medium: body copy Segoe UI Regular 14/18</a:t>
            </a:r>
          </a:p>
        </p:txBody>
      </p:sp>
    </p:spTree>
    <p:extLst>
      <p:ext uri="{BB962C8B-B14F-4D97-AF65-F5344CB8AC3E}">
        <p14:creationId xmlns:p14="http://schemas.microsoft.com/office/powerpoint/2010/main" val="41283692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7608299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6"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2"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6" y="2593750"/>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10" y="2593750"/>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92264770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4"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3"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8" y="1599723"/>
            <a:ext cx="3609417" cy="3108047"/>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2"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4"/>
            <a:ext cx="3609043"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2" y="2875700"/>
            <a:ext cx="3618381" cy="543185"/>
          </a:xfrm>
          <a:prstGeom prst="rect">
            <a:avLst/>
          </a:prstGeom>
        </p:spPr>
        <p:txBody>
          <a:bodyPr/>
          <a:lstStyle>
            <a:lvl1pPr algn="ctr">
              <a:defRPr>
                <a:solidFill>
                  <a:schemeClr val="bg1"/>
                </a:solidFill>
              </a:defRPr>
            </a:lvl1pPr>
          </a:lstStyle>
          <a:p>
            <a:r>
              <a:rPr lang="en-US"/>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6"/>
            <a:ext cx="3609043" cy="543185"/>
          </a:xfrm>
          <a:prstGeom prst="rect">
            <a:avLst/>
          </a:prstGeom>
        </p:spPr>
        <p:txBody>
          <a:bodyPr/>
          <a:lstStyle>
            <a:lvl1pPr algn="ctr">
              <a:defRPr>
                <a:solidFill>
                  <a:schemeClr val="bg1"/>
                </a:solidFill>
              </a:defRPr>
            </a:lvl1pPr>
          </a:lstStyle>
          <a:p>
            <a:r>
              <a:rPr lang="en-US"/>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8"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8"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2560343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3"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6"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5" name="Content Placeholder 15"/>
          <p:cNvSpPr>
            <a:spLocks noGrp="1"/>
          </p:cNvSpPr>
          <p:nvPr>
            <p:ph sz="quarter" idx="26" hasCustomPrompt="1"/>
          </p:nvPr>
        </p:nvSpPr>
        <p:spPr>
          <a:xfrm>
            <a:off x="2378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6" name="Content Placeholder 15"/>
          <p:cNvSpPr>
            <a:spLocks noGrp="1"/>
          </p:cNvSpPr>
          <p:nvPr>
            <p:ph sz="quarter" idx="27" hasCustomPrompt="1"/>
          </p:nvPr>
        </p:nvSpPr>
        <p:spPr>
          <a:xfrm>
            <a:off x="4300663"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7" name="Content Placeholder 15"/>
          <p:cNvSpPr>
            <a:spLocks noGrp="1"/>
          </p:cNvSpPr>
          <p:nvPr>
            <p:ph sz="quarter" idx="28" hasCustomPrompt="1"/>
          </p:nvPr>
        </p:nvSpPr>
        <p:spPr>
          <a:xfrm>
            <a:off x="6222996"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8" name="Content Placeholder 15"/>
          <p:cNvSpPr>
            <a:spLocks noGrp="1"/>
          </p:cNvSpPr>
          <p:nvPr>
            <p:ph sz="quarter" idx="29" hasCustomPrompt="1"/>
          </p:nvPr>
        </p:nvSpPr>
        <p:spPr>
          <a:xfrm>
            <a:off x="8145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9" name="Content Placeholder 15"/>
          <p:cNvSpPr>
            <a:spLocks noGrp="1"/>
          </p:cNvSpPr>
          <p:nvPr>
            <p:ph sz="quarter" idx="30" hasCustomPrompt="1"/>
          </p:nvPr>
        </p:nvSpPr>
        <p:spPr>
          <a:xfrm>
            <a:off x="10067660"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2"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3"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30"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5"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151990051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191627448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000000"/>
                </a:solidFill>
              </a:defRPr>
            </a:lvl1pPr>
          </a:lstStyle>
          <a:p>
            <a:pPr marL="0" lvl="0">
              <a:lnSpc>
                <a:spcPts val="5489"/>
              </a:lnSpc>
            </a:pPr>
            <a:r>
              <a:rPr lang="en-US"/>
              <a:t>Section title</a:t>
            </a:r>
          </a:p>
        </p:txBody>
      </p:sp>
    </p:spTree>
    <p:extLst>
      <p:ext uri="{BB962C8B-B14F-4D97-AF65-F5344CB8AC3E}">
        <p14:creationId xmlns:p14="http://schemas.microsoft.com/office/powerpoint/2010/main" val="39063683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FFFFFF"/>
                </a:solidFill>
              </a:defRPr>
            </a:lvl1pPr>
          </a:lstStyle>
          <a:p>
            <a:pPr marL="0" lvl="0">
              <a:lnSpc>
                <a:spcPts val="5489"/>
              </a:lnSpc>
            </a:pPr>
            <a:r>
              <a:rPr lang="en-US"/>
              <a:t>Section title</a:t>
            </a:r>
          </a:p>
        </p:txBody>
      </p:sp>
    </p:spTree>
    <p:extLst>
      <p:ext uri="{BB962C8B-B14F-4D97-AF65-F5344CB8AC3E}">
        <p14:creationId xmlns:p14="http://schemas.microsoft.com/office/powerpoint/2010/main" val="11782553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chemeClr val="tx1"/>
                </a:solidFill>
              </a:defRPr>
            </a:lvl1pPr>
          </a:lstStyle>
          <a:p>
            <a:pPr marL="0" lvl="0">
              <a:lnSpc>
                <a:spcPts val="5489"/>
              </a:lnSpc>
            </a:pPr>
            <a:r>
              <a:rPr lang="en-US"/>
              <a:t>Section title</a:t>
            </a:r>
          </a:p>
        </p:txBody>
      </p:sp>
    </p:spTree>
    <p:extLst>
      <p:ext uri="{BB962C8B-B14F-4D97-AF65-F5344CB8AC3E}">
        <p14:creationId xmlns:p14="http://schemas.microsoft.com/office/powerpoint/2010/main" val="5743237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6" y="620429"/>
            <a:ext cx="5541959" cy="403137"/>
          </a:xfrm>
          <a:prstGeom prst="rect">
            <a:avLst/>
          </a:prstGeom>
        </p:spPr>
        <p:txBody>
          <a:bodyPr wrap="square" lIns="0" tIns="0" rIns="0" bIns="0">
            <a:spAutoFit/>
          </a:bodyPr>
          <a:lstStyle>
            <a:lvl1pPr>
              <a:lnSpc>
                <a:spcPts val="3136"/>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6" y="1922588"/>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3121485"/>
            <a:ext cx="5973053" cy="543185"/>
          </a:xfrm>
          <a:prstGeom prst="rect">
            <a:avLst/>
          </a:prstGeom>
        </p:spPr>
        <p:txBody>
          <a:bodyPr/>
          <a:lstStyle>
            <a:lvl1pPr algn="ctr">
              <a:defRPr>
                <a:solidFill>
                  <a:schemeClr val="bg1"/>
                </a:solidFill>
              </a:defRPr>
            </a:lvl1pPr>
          </a:lstStyle>
          <a:p>
            <a:r>
              <a:rPr lang="en-US"/>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6" y="2576676"/>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5"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7283461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40"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1" y="2152784"/>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4"/>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5"/>
            <a:ext cx="3647951" cy="543185"/>
          </a:xfrm>
          <a:prstGeom prst="rect">
            <a:avLst/>
          </a:prstGeom>
        </p:spPr>
        <p:txBody>
          <a:bodyPr/>
          <a:lstStyle>
            <a:lvl1pPr algn="ctr">
              <a:defRPr>
                <a:solidFill>
                  <a:schemeClr val="bg1"/>
                </a:solidFill>
              </a:defRPr>
            </a:lvl1pPr>
          </a:lstStyle>
          <a:p>
            <a:r>
              <a:rPr lang="en-US"/>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40" y="3186832"/>
            <a:ext cx="3618381"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9" y="3186832"/>
            <a:ext cx="3612156" cy="543185"/>
          </a:xfrm>
          <a:prstGeom prst="rect">
            <a:avLst/>
          </a:prstGeom>
        </p:spPr>
        <p:txBody>
          <a:bodyPr/>
          <a:lstStyle>
            <a:lvl1pPr algn="ctr">
              <a:defRPr>
                <a:solidFill>
                  <a:schemeClr val="bg1"/>
                </a:solidFill>
              </a:defRPr>
            </a:lvl1pPr>
          </a:lstStyle>
          <a:p>
            <a:r>
              <a:rPr lang="en-US"/>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70"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202052143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54676208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3"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9"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1" y="2452759"/>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9"/>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61559753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50" y="486947"/>
            <a:ext cx="10869930" cy="6371053"/>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70084015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50781"/>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3" y="5857162"/>
            <a:ext cx="3618381" cy="301770"/>
          </a:xfrm>
          <a:prstGeom prst="rect">
            <a:avLst/>
          </a:prstGeom>
        </p:spPr>
        <p:txBody>
          <a:bodyPr lIns="0" tIns="0" rIns="0" bIns="0"/>
          <a:lstStyle>
            <a:lvl1pPr marL="0" indent="0">
              <a:lnSpc>
                <a:spcPts val="1175"/>
              </a:lnSpc>
              <a:spcBef>
                <a:spcPts val="882"/>
              </a:spcBef>
              <a:buFont typeface="Arial" panose="020B0604020202020204" pitchFamily="34" charset="0"/>
              <a:buNone/>
              <a:defRPr sz="980" b="0" i="0" spc="0">
                <a:solidFill>
                  <a:srgbClr val="000000"/>
                </a:solidFill>
                <a:latin typeface="+mn-lt"/>
              </a:defRPr>
            </a:lvl1pPr>
            <a:lvl2pPr marL="0" marR="0" indent="0" algn="l" defTabSz="914192" rtl="0" eaLnBrk="1" fontAlgn="auto" latinLnBrk="0" hangingPunct="1">
              <a:lnSpc>
                <a:spcPts val="1175"/>
              </a:lnSpc>
              <a:spcBef>
                <a:spcPts val="441"/>
              </a:spcBef>
              <a:spcAft>
                <a:spcPts val="0"/>
              </a:spcAft>
              <a:buClrTx/>
              <a:buSzPct val="90000"/>
              <a:buFont typeface="Arial" panose="020B0604020202020204" pitchFamily="34" charset="0"/>
              <a:buNone/>
              <a:tabLst/>
              <a:defRPr sz="980">
                <a:solidFill>
                  <a:schemeClr val="tx1"/>
                </a:solidFill>
              </a:defRPr>
            </a:lvl2pPr>
            <a:lvl3pPr marL="448107" indent="0">
              <a:buNone/>
              <a:defRPr/>
            </a:lvl3pPr>
            <a:lvl4pPr marL="672161" indent="0">
              <a:buNone/>
              <a:defRPr/>
            </a:lvl4pPr>
            <a:lvl5pPr marL="896214"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3"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3" y="1950781"/>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3" y="1950781"/>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3022668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6" y="3924853"/>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64061450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6" y="1845278"/>
            <a:ext cx="7454644" cy="1473396"/>
          </a:xfrm>
          <a:prstGeom prst="rect">
            <a:avLst/>
          </a:prstGeom>
          <a:noFill/>
        </p:spPr>
        <p:txBody>
          <a:bodyPr lIns="0" tIns="0" rIns="0" bIns="0" anchor="t" anchorCtr="0"/>
          <a:lstStyle>
            <a:lvl1pPr>
              <a:lnSpc>
                <a:spcPct val="100000"/>
              </a:lnSpc>
              <a:spcAft>
                <a:spcPts val="1273"/>
              </a:spcAft>
              <a:defRPr sz="2549" spc="-49" baseline="0">
                <a:solidFill>
                  <a:schemeClr val="bg1"/>
                </a:solidFill>
              </a:defRPr>
            </a:lvl1pPr>
          </a:lstStyle>
          <a:p>
            <a:r>
              <a:rPr lang="en-US"/>
              <a:t>Thank you.</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1"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872991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4280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5"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37571500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3674061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32003253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040126-C7BE-44FC-9570-96529B18D80E}" type="datetimeFigureOut">
              <a:rPr lang="en-GB" smtClean="0"/>
              <a:t>05/04/2026</a:t>
            </a:fld>
            <a:endParaRPr lang="en-GB"/>
          </a:p>
        </p:txBody>
      </p:sp>
      <p:sp>
        <p:nvSpPr>
          <p:cNvPr id="3" name="Footer Placeholder 2"/>
          <p:cNvSpPr>
            <a:spLocks noGrp="1"/>
          </p:cNvSpPr>
          <p:nvPr>
            <p:ph type="ftr" sz="quarter" idx="11"/>
          </p:nvPr>
        </p:nvSpPr>
        <p:spPr/>
        <p:txBody>
          <a:bodyPr/>
          <a:lstStyle/>
          <a:p>
            <a:r>
              <a:rPr lang="en-IN"/>
              <a:t>Microsoft Confidential</a:t>
            </a:r>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3528901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270042592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80658308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264416535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5014262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ypography Title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400">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83A4E-B35D-4CCD-8C43-468408556000}"/>
              </a:ext>
            </a:extLst>
          </p:cNvPr>
          <p:cNvGrpSpPr/>
          <p:nvPr userDrawn="1"/>
        </p:nvGrpSpPr>
        <p:grpSpPr>
          <a:xfrm>
            <a:off x="553823" y="547295"/>
            <a:ext cx="1554197" cy="330567"/>
            <a:chOff x="7353301" y="-1897063"/>
            <a:chExt cx="5749290" cy="1225867"/>
          </a:xfrm>
        </p:grpSpPr>
        <p:sp>
          <p:nvSpPr>
            <p:cNvPr id="14" name="Freeform: Shape 13">
              <a:extLst>
                <a:ext uri="{FF2B5EF4-FFF2-40B4-BE49-F238E27FC236}">
                  <a16:creationId xmlns:a16="http://schemas.microsoft.com/office/drawing/2014/main" id="{B3E1E658-63AA-4B90-9FAE-C2A0667908E7}"/>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79D8DE20-1A41-4F32-A2F7-D6BD777AD318}"/>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5FA3E4C6-6EB9-4031-8A5E-9AB5F258FD63}"/>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C814088-BEA7-4D58-BEA6-545A939CB1F2}"/>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0FCD5A5B-9703-4A12-A4FA-54B47108EFD1}"/>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984730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ypography Title Whi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1"/>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394">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5FEDB6-AE1B-4A26-A3DA-CCF9A9D4731D}"/>
              </a:ext>
            </a:extLst>
          </p:cNvPr>
          <p:cNvGrpSpPr/>
          <p:nvPr userDrawn="1"/>
        </p:nvGrpSpPr>
        <p:grpSpPr>
          <a:xfrm>
            <a:off x="553823" y="547295"/>
            <a:ext cx="1554197" cy="330567"/>
            <a:chOff x="7353301" y="-1897063"/>
            <a:chExt cx="5749290" cy="1225867"/>
          </a:xfrm>
        </p:grpSpPr>
        <p:sp>
          <p:nvSpPr>
            <p:cNvPr id="10" name="Freeform: Shape 9">
              <a:extLst>
                <a:ext uri="{FF2B5EF4-FFF2-40B4-BE49-F238E27FC236}">
                  <a16:creationId xmlns:a16="http://schemas.microsoft.com/office/drawing/2014/main" id="{009D12FA-0F93-4FF8-AB34-E1592DCD290E}"/>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FFEAC267-163C-4DCC-8381-D0CAC8DEC502}"/>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10C74F8-8AA7-4335-B883-92AC821E5BC6}"/>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10F6CD7D-FED7-4E94-B613-8858CD9EF9D5}"/>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84D0F63C-34B6-4893-AC74-41986002A339}"/>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54497042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a:xfrm>
            <a:off x="677334" y="6041362"/>
            <a:ext cx="6297612" cy="365125"/>
          </a:xfrm>
          <a:prstGeom prst="rect">
            <a:avLst/>
          </a:prstGeom>
        </p:spPr>
        <p:txBody>
          <a:bodyPr/>
          <a:lstStyle/>
          <a:p>
            <a:r>
              <a:rPr lang="en-IN"/>
              <a:t>Microsoft Confidential</a:t>
            </a:r>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4" y="6401594"/>
            <a:ext cx="366667" cy="365125"/>
          </a:xfrm>
          <a:prstGeom prst="rect">
            <a:avLst/>
          </a:prstGeo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91995582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Dark-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pic>
        <p:nvPicPr>
          <p:cNvPr id="74" name="Picture 73">
            <a:extLst>
              <a:ext uri="{FF2B5EF4-FFF2-40B4-BE49-F238E27FC236}">
                <a16:creationId xmlns:a16="http://schemas.microsoft.com/office/drawing/2014/main" id="{25FB7173-36C9-4C5E-8A20-7A27AB9F9E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185" r="-3141" b="-1397"/>
          <a:stretch/>
        </p:blipFill>
        <p:spPr>
          <a:xfrm>
            <a:off x="0" y="-116114"/>
            <a:ext cx="3528884" cy="7061200"/>
          </a:xfrm>
          <a:prstGeom prst="rect">
            <a:avLst/>
          </a:prstGeom>
        </p:spPr>
      </p:pic>
    </p:spTree>
    <p:extLst>
      <p:ext uri="{BB962C8B-B14F-4D97-AF65-F5344CB8AC3E}">
        <p14:creationId xmlns:p14="http://schemas.microsoft.com/office/powerpoint/2010/main" val="107535249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White-1">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pic>
        <p:nvPicPr>
          <p:cNvPr id="144" name="Picture 143">
            <a:extLst>
              <a:ext uri="{FF2B5EF4-FFF2-40B4-BE49-F238E27FC236}">
                <a16:creationId xmlns:a16="http://schemas.microsoft.com/office/drawing/2014/main" id="{0394E794-0F10-4266-9308-5D306AF015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a:stretch/>
        </p:blipFill>
        <p:spPr>
          <a:xfrm>
            <a:off x="2" y="2223209"/>
            <a:ext cx="4659879" cy="4634792"/>
          </a:xfrm>
          <a:prstGeom prst="rect">
            <a:avLst/>
          </a:prstGeom>
        </p:spPr>
      </p:pic>
    </p:spTree>
    <p:extLst>
      <p:ext uri="{BB962C8B-B14F-4D97-AF65-F5344CB8AC3E}">
        <p14:creationId xmlns:p14="http://schemas.microsoft.com/office/powerpoint/2010/main" val="398561832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Dark-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accent3"/>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70905876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White-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88176756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Dark-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03506666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White-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9060484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Dark-4">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3"/>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55205775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0699222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3968" indent="-283968">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58626" indent="-27465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2594" indent="-283968">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6045" indent="-223452">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89496" indent="-223452">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4" y="6238878"/>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16"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21536193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ection title blue">
    <p:bg>
      <p:bgPr>
        <a:solidFill>
          <a:schemeClr val="accent1"/>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6" y="2773636"/>
            <a:ext cx="9601813" cy="731565"/>
          </a:xfrm>
          <a:noFill/>
        </p:spPr>
        <p:txBody>
          <a:bodyPr vert="horz" wrap="square" lIns="0" tIns="0" rIns="0" bIns="0" rtlCol="0" anchor="t" anchorCtr="0">
            <a:noAutofit/>
          </a:bodyPr>
          <a:lstStyle>
            <a:lvl1pPr>
              <a:lnSpc>
                <a:spcPct val="90000"/>
              </a:lnSpc>
              <a:defRPr lang="en-US" sz="5291" b="0" kern="1200" cap="none" spc="-147" baseline="0" dirty="0">
                <a:ln w="3175">
                  <a:noFill/>
                </a:ln>
                <a:solidFill>
                  <a:schemeClr val="tx1"/>
                </a:solidFill>
                <a:effectLst/>
                <a:latin typeface="+mj-lt"/>
                <a:ea typeface="+mn-ea"/>
                <a:cs typeface="Segoe UI" pitchFamily="34" charset="0"/>
              </a:defRPr>
            </a:lvl1pPr>
          </a:lstStyle>
          <a:p>
            <a:pPr marL="0" lvl="0" algn="l" defTabSz="913841" rtl="0" eaLnBrk="1" latinLnBrk="0" hangingPunct="1">
              <a:lnSpc>
                <a:spcPts val="5487"/>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36381" y="6430938"/>
            <a:ext cx="11326085" cy="94962"/>
            <a:chOff x="445128" y="6559056"/>
            <a:chExt cx="11553197" cy="96855"/>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79453" cy="96855"/>
            </a:xfrm>
            <a:prstGeom prst="rect">
              <a:avLst/>
            </a:prstGeom>
            <a:noFill/>
          </p:spPr>
          <p:txBody>
            <a:bodyPr wrap="none" lIns="0" tIns="0" rIns="0" bIns="0" rtlCol="0">
              <a:spAutoFit/>
            </a:bodyPr>
            <a:lstStyle/>
            <a:p>
              <a:pPr>
                <a:lnSpc>
                  <a:spcPct val="90000"/>
                </a:lnSpc>
                <a:spcAft>
                  <a:spcPts val="588"/>
                </a:spcAft>
              </a:pPr>
              <a:r>
                <a:rPr lang="en-US" sz="686">
                  <a:solidFill>
                    <a:schemeClr val="tx1"/>
                  </a:solidFill>
                </a:rPr>
                <a:t>© Microsoft Corporation</a:t>
              </a:r>
              <a:endParaRPr lang="en-US" sz="784">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3576"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grpSp>
      <p:sp>
        <p:nvSpPr>
          <p:cNvPr id="4" name="Text Placeholder 3">
            <a:extLst>
              <a:ext uri="{FF2B5EF4-FFF2-40B4-BE49-F238E27FC236}">
                <a16:creationId xmlns:a16="http://schemas.microsoft.com/office/drawing/2014/main" id="{52054665-4AEA-42CF-8F22-4D0CF3B8EDAE}"/>
              </a:ext>
            </a:extLst>
          </p:cNvPr>
          <p:cNvSpPr>
            <a:spLocks noGrp="1"/>
          </p:cNvSpPr>
          <p:nvPr>
            <p:ph type="body" sz="quarter" idx="10"/>
          </p:nvPr>
        </p:nvSpPr>
        <p:spPr>
          <a:xfrm>
            <a:off x="434975" y="2342749"/>
            <a:ext cx="8426450" cy="4308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p:txBody>
      </p:sp>
    </p:spTree>
    <p:extLst>
      <p:ext uri="{BB962C8B-B14F-4D97-AF65-F5344CB8AC3E}">
        <p14:creationId xmlns:p14="http://schemas.microsoft.com/office/powerpoint/2010/main" val="30735541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315180352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_Subtitle - Azure Migration Engagement">
    <p:spTree>
      <p:nvGrpSpPr>
        <p:cNvPr id="1" name=""/>
        <p:cNvGrpSpPr/>
        <p:nvPr/>
      </p:nvGrpSpPr>
      <p:grpSpPr>
        <a:xfrm>
          <a:off x="0" y="0"/>
          <a:ext cx="0" cy="0"/>
          <a:chOff x="0" y="0"/>
          <a:chExt cx="0" cy="0"/>
        </a:xfrm>
      </p:grpSpPr>
      <p:sp>
        <p:nvSpPr>
          <p:cNvPr id="2" name="Title 1"/>
          <p:cNvSpPr>
            <a:spLocks noGrp="1"/>
          </p:cNvSpPr>
          <p:nvPr>
            <p:ph type="title"/>
          </p:nvPr>
        </p:nvSpPr>
        <p:spPr>
          <a:xfrm>
            <a:off x="1011936" y="109728"/>
            <a:ext cx="10698480" cy="914400"/>
          </a:xfrm>
          <a:prstGeom prst="rect">
            <a:avLst/>
          </a:prstGeom>
        </p:spPr>
        <p:txBody>
          <a:bodyPr vert="horz" wrap="square" lIns="146304" tIns="91440" rIns="146304" bIns="91440" rtlCol="0" anchor="t">
            <a:noAutofit/>
          </a:bodyPr>
          <a:lstStyle>
            <a:lvl1pPr>
              <a:defRPr lang="en-US" dirty="0">
                <a:solidFill>
                  <a:schemeClr val="accent1"/>
                </a:solidFill>
              </a:defRPr>
            </a:lvl1pPr>
          </a:lstStyle>
          <a:p>
            <a:pPr lvl="0"/>
            <a:r>
              <a:rPr lang="en-US"/>
              <a:t>Click to edit Master title style</a:t>
            </a:r>
          </a:p>
        </p:txBody>
      </p:sp>
      <p:sp>
        <p:nvSpPr>
          <p:cNvPr id="3" name="Text Placeholder 3">
            <a:extLst>
              <a:ext uri="{FF2B5EF4-FFF2-40B4-BE49-F238E27FC236}">
                <a16:creationId xmlns:a16="http://schemas.microsoft.com/office/drawing/2014/main" id="{CCFC8FAC-3B91-484F-822C-DD0FF56C290C}"/>
              </a:ext>
            </a:extLst>
          </p:cNvPr>
          <p:cNvSpPr>
            <a:spLocks noGrp="1"/>
          </p:cNvSpPr>
          <p:nvPr>
            <p:ph type="body" sz="quarter" idx="10"/>
          </p:nvPr>
        </p:nvSpPr>
        <p:spPr>
          <a:xfrm>
            <a:off x="1031748" y="762000"/>
            <a:ext cx="10698480" cy="517065"/>
          </a:xfrm>
          <a:prstGeom prst="rect">
            <a:avLst/>
          </a:prstGeom>
        </p:spPr>
        <p:txBody>
          <a:bodyPr/>
          <a:lstStyle>
            <a:lvl1pPr>
              <a:spcBef>
                <a:spcPts val="0"/>
              </a:spcBef>
              <a:defRPr sz="2400">
                <a:solidFill>
                  <a:schemeClr val="tx1"/>
                </a:solidFill>
                <a:latin typeface="Segoe UI Light" panose="020B0502040204020203" pitchFamily="34" charset="0"/>
                <a:cs typeface="Segoe UI Light" panose="020B0502040204020203" pitchFamily="34" charset="0"/>
              </a:defRPr>
            </a:lvl1pPr>
          </a:lstStyle>
          <a:p>
            <a:pPr lvl="0"/>
            <a:r>
              <a:rPr lang="en-US"/>
              <a:t>Click to edit Master text styles</a:t>
            </a:r>
          </a:p>
        </p:txBody>
      </p:sp>
      <p:grpSp>
        <p:nvGrpSpPr>
          <p:cNvPr id="6" name="Group 5">
            <a:extLst>
              <a:ext uri="{FF2B5EF4-FFF2-40B4-BE49-F238E27FC236}">
                <a16:creationId xmlns:a16="http://schemas.microsoft.com/office/drawing/2014/main" id="{EA0A9897-550B-4B0F-B799-862D6526A25A}"/>
              </a:ext>
            </a:extLst>
          </p:cNvPr>
          <p:cNvGrpSpPr/>
          <p:nvPr userDrawn="1"/>
        </p:nvGrpSpPr>
        <p:grpSpPr>
          <a:xfrm>
            <a:off x="298680" y="103632"/>
            <a:ext cx="731520" cy="731520"/>
            <a:chOff x="9951731" y="3760947"/>
            <a:chExt cx="731520" cy="731520"/>
          </a:xfrm>
        </p:grpSpPr>
        <p:sp>
          <p:nvSpPr>
            <p:cNvPr id="4" name="Oval 3">
              <a:extLst>
                <a:ext uri="{FF2B5EF4-FFF2-40B4-BE49-F238E27FC236}">
                  <a16:creationId xmlns:a16="http://schemas.microsoft.com/office/drawing/2014/main" id="{368D24C0-70FA-43BE-AEF2-2E00C8A4BF0A}"/>
                </a:ext>
              </a:extLst>
            </p:cNvPr>
            <p:cNvSpPr/>
            <p:nvPr userDrawn="1"/>
          </p:nvSpPr>
          <p:spPr>
            <a:xfrm>
              <a:off x="9951731" y="3760947"/>
              <a:ext cx="731520" cy="73152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CFDB3F64-1CE8-4580-A871-3DFF71A6C9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134851" y="3942997"/>
              <a:ext cx="388430" cy="383181"/>
            </a:xfrm>
            <a:prstGeom prst="rect">
              <a:avLst/>
            </a:prstGeom>
          </p:spPr>
        </p:pic>
      </p:grpSp>
      <p:pic>
        <p:nvPicPr>
          <p:cNvPr id="7" name="Picture 6" descr="A screenshot of a computer&#10;&#10;Description generated with very high confidence">
            <a:extLst>
              <a:ext uri="{FF2B5EF4-FFF2-40B4-BE49-F238E27FC236}">
                <a16:creationId xmlns:a16="http://schemas.microsoft.com/office/drawing/2014/main" id="{D0F59E0C-F800-42C0-BD98-59EC06739A7D}"/>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929471" y="1688658"/>
            <a:ext cx="7278947" cy="5696033"/>
          </a:xfrm>
          <a:custGeom>
            <a:avLst/>
            <a:gdLst>
              <a:gd name="connsiteX0" fmla="*/ 0 w 7424905"/>
              <a:gd name="connsiteY0" fmla="*/ 0 h 5810250"/>
              <a:gd name="connsiteX1" fmla="*/ 7424905 w 7424905"/>
              <a:gd name="connsiteY1" fmla="*/ 0 h 5810250"/>
              <a:gd name="connsiteX2" fmla="*/ 7424905 w 7424905"/>
              <a:gd name="connsiteY2" fmla="*/ 264270 h 5810250"/>
              <a:gd name="connsiteX3" fmla="*/ 609674 w 7424905"/>
              <a:gd name="connsiteY3" fmla="*/ 264270 h 5810250"/>
              <a:gd name="connsiteX4" fmla="*/ 609674 w 7424905"/>
              <a:gd name="connsiteY4" fmla="*/ 5153024 h 5810250"/>
              <a:gd name="connsiteX5" fmla="*/ 7424905 w 7424905"/>
              <a:gd name="connsiteY5" fmla="*/ 5153024 h 5810250"/>
              <a:gd name="connsiteX6" fmla="*/ 7424905 w 7424905"/>
              <a:gd name="connsiteY6" fmla="*/ 5810250 h 5810250"/>
              <a:gd name="connsiteX7" fmla="*/ 0 w 7424905"/>
              <a:gd name="connsiteY7" fmla="*/ 5810250 h 581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4905" h="5810250">
                <a:moveTo>
                  <a:pt x="0" y="0"/>
                </a:moveTo>
                <a:lnTo>
                  <a:pt x="7424905" y="0"/>
                </a:lnTo>
                <a:lnTo>
                  <a:pt x="7424905" y="264270"/>
                </a:lnTo>
                <a:lnTo>
                  <a:pt x="609674" y="264270"/>
                </a:lnTo>
                <a:lnTo>
                  <a:pt x="609674" y="5153024"/>
                </a:lnTo>
                <a:lnTo>
                  <a:pt x="7424905" y="5153024"/>
                </a:lnTo>
                <a:lnTo>
                  <a:pt x="7424905" y="5810250"/>
                </a:lnTo>
                <a:lnTo>
                  <a:pt x="0" y="5810250"/>
                </a:lnTo>
                <a:close/>
              </a:path>
            </a:pathLst>
          </a:custGeom>
        </p:spPr>
      </p:pic>
    </p:spTree>
    <p:extLst>
      <p:ext uri="{BB962C8B-B14F-4D97-AF65-F5344CB8AC3E}">
        <p14:creationId xmlns:p14="http://schemas.microsoft.com/office/powerpoint/2010/main" val="361405004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558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51901429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10518083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28788494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89840545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393734512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ingle Column - Simple with Sub">
  <p:cSld name="Single Column - Simple with Sub">
    <p:spTree>
      <p:nvGrpSpPr>
        <p:cNvPr id="1" name="Shape 30"/>
        <p:cNvGrpSpPr/>
        <p:nvPr/>
      </p:nvGrpSpPr>
      <p:grpSpPr>
        <a:xfrm>
          <a:off x="0" y="0"/>
          <a:ext cx="0" cy="0"/>
          <a:chOff x="0" y="0"/>
          <a:chExt cx="0" cy="0"/>
        </a:xfrm>
      </p:grpSpPr>
      <p:sp>
        <p:nvSpPr>
          <p:cNvPr id="31" name="Google Shape;31;p37"/>
          <p:cNvSpPr txBox="1">
            <a:spLocks noGrp="1"/>
          </p:cNvSpPr>
          <p:nvPr>
            <p:ph type="body" idx="1"/>
          </p:nvPr>
        </p:nvSpPr>
        <p:spPr>
          <a:xfrm>
            <a:off x="361950" y="1390650"/>
            <a:ext cx="11468100" cy="1744067"/>
          </a:xfrm>
          <a:prstGeom prst="rect">
            <a:avLst/>
          </a:prstGeom>
          <a:noFill/>
          <a:ln>
            <a:noFill/>
          </a:ln>
        </p:spPr>
        <p:txBody>
          <a:bodyPr spcFirstLastPara="1" wrap="square" lIns="0" tIns="0" rIns="0" bIns="0" anchor="t" anchorCtr="0">
            <a:spAutoFit/>
          </a:bodyPr>
          <a:lstStyle>
            <a:lvl1pPr marL="457200" marR="0" lvl="0" indent="-323850" algn="l" rtl="0">
              <a:lnSpc>
                <a:spcPct val="100000"/>
              </a:lnSpc>
              <a:spcBef>
                <a:spcPts val="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1pPr>
            <a:lvl2pPr marL="914400" marR="0" lvl="1"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2pPr>
            <a:lvl3pPr marL="1371600" marR="0" lvl="2"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42900" algn="l" rtl="0">
              <a:lnSpc>
                <a:spcPct val="90000"/>
              </a:lnSpc>
              <a:spcBef>
                <a:spcPts val="7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 name="Google Shape;32;p37"/>
          <p:cNvSpPr txBox="1">
            <a:spLocks noGrp="1"/>
          </p:cNvSpPr>
          <p:nvPr>
            <p:ph type="body" idx="2"/>
          </p:nvPr>
        </p:nvSpPr>
        <p:spPr>
          <a:xfrm>
            <a:off x="344489" y="876301"/>
            <a:ext cx="11485563" cy="338554"/>
          </a:xfrm>
          <a:prstGeom prst="rect">
            <a:avLst/>
          </a:prstGeom>
          <a:noFill/>
          <a:ln>
            <a:noFill/>
          </a:ln>
        </p:spPr>
        <p:txBody>
          <a:bodyPr spcFirstLastPara="1" wrap="square" lIns="0" tIns="0" rIns="0" bIns="45700" anchor="t" anchorCtr="0">
            <a:spAutoFit/>
          </a:bodyPr>
          <a:lstStyle>
            <a:lvl1pPr marL="457200" marR="0" lvl="0" indent="-228600" algn="l" rtl="0">
              <a:lnSpc>
                <a:spcPct val="100000"/>
              </a:lnSpc>
              <a:spcBef>
                <a:spcPts val="0"/>
              </a:spcBef>
              <a:spcAft>
                <a:spcPts val="0"/>
              </a:spcAft>
              <a:buClr>
                <a:srgbClr val="EB0000"/>
              </a:buClr>
              <a:buSzPts val="1900"/>
              <a:buFont typeface="Arial"/>
              <a:buNone/>
              <a:defRPr sz="1900" b="0" i="0" u="none" strike="noStrike" cap="none">
                <a:solidFill>
                  <a:schemeClr val="dk2"/>
                </a:solidFill>
                <a:latin typeface="Arial"/>
                <a:ea typeface="Arial"/>
                <a:cs typeface="Arial"/>
                <a:sym typeface="Arial"/>
              </a:defRPr>
            </a:lvl1pPr>
            <a:lvl2pPr marL="914400" marR="0" lvl="1"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2pPr>
            <a:lvl3pPr marL="1371600" marR="0" lvl="2"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lnSpc>
                <a:spcPct val="100000"/>
              </a:lnSpc>
              <a:spcBef>
                <a:spcPts val="700"/>
              </a:spcBef>
              <a:spcAft>
                <a:spcPts val="0"/>
              </a:spcAft>
              <a:buClr>
                <a:srgbClr val="EB0000"/>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42900" algn="l" rtl="0">
              <a:lnSpc>
                <a:spcPct val="90000"/>
              </a:lnSpc>
              <a:spcBef>
                <a:spcPts val="7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 name="Google Shape;33;p37"/>
          <p:cNvSpPr txBox="1">
            <a:spLocks noGrp="1"/>
          </p:cNvSpPr>
          <p:nvPr>
            <p:ph type="title"/>
          </p:nvPr>
        </p:nvSpPr>
        <p:spPr>
          <a:xfrm>
            <a:off x="334496" y="268589"/>
            <a:ext cx="11495554" cy="484043"/>
          </a:xfrm>
          <a:prstGeom prst="rect">
            <a:avLst/>
          </a:prstGeom>
          <a:noFill/>
          <a:ln>
            <a:noFill/>
          </a:ln>
        </p:spPr>
        <p:txBody>
          <a:bodyPr spcFirstLastPara="1" wrap="square" lIns="91425" tIns="45700" rIns="91425" bIns="45700" anchor="t" anchorCtr="0">
            <a:spAutoFit/>
          </a:bodyPr>
          <a:lstStyle>
            <a:lvl1pPr marR="0" lvl="0" algn="l" rtl="0">
              <a:lnSpc>
                <a:spcPct val="112000"/>
              </a:lnSpc>
              <a:spcBef>
                <a:spcPts val="0"/>
              </a:spcBef>
              <a:spcAft>
                <a:spcPts val="0"/>
              </a:spcAft>
              <a:buClr>
                <a:schemeClr val="dk2"/>
              </a:buClr>
              <a:buSzPts val="4500"/>
              <a:buFont typeface="Arial"/>
              <a:buNone/>
              <a:defRPr sz="45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37"/>
          <p:cNvSpPr txBox="1">
            <a:spLocks noGrp="1"/>
          </p:cNvSpPr>
          <p:nvPr>
            <p:ph type="ftr" idx="11"/>
          </p:nvPr>
        </p:nvSpPr>
        <p:spPr>
          <a:xfrm>
            <a:off x="6943725" y="6635750"/>
            <a:ext cx="4073182" cy="107722"/>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7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7"/>
          <p:cNvSpPr txBox="1">
            <a:spLocks noGrp="1"/>
          </p:cNvSpPr>
          <p:nvPr>
            <p:ph type="sldNum" idx="12"/>
          </p:nvPr>
        </p:nvSpPr>
        <p:spPr>
          <a:xfrm>
            <a:off x="11201401" y="6635750"/>
            <a:ext cx="617402" cy="107722"/>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892980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2"/>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59"/>
            <a:ext cx="11231768" cy="1780438"/>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B3 Segoe UI Regular 10/12</a:t>
            </a:r>
          </a:p>
        </p:txBody>
      </p:sp>
      <p:pic>
        <p:nvPicPr>
          <p:cNvPr id="7" name="Picture 6"/>
          <p:cNvPicPr>
            <a:picLocks noChangeAspect="1"/>
          </p:cNvPicPr>
          <p:nvPr userDrawn="1"/>
        </p:nvPicPr>
        <p:blipFill>
          <a:blip r:embed="rId63" cstate="print">
            <a:extLst>
              <a:ext uri="{28A0092B-C50C-407E-A947-70E740481C1C}">
                <a14:useLocalDpi xmlns:a14="http://schemas.microsoft.com/office/drawing/2010/main" val="0"/>
              </a:ext>
            </a:extLst>
          </a:blip>
          <a:stretch>
            <a:fillRect/>
          </a:stretch>
        </p:blipFill>
        <p:spPr>
          <a:xfrm rot="5400000">
            <a:off x="9432278" y="2842060"/>
            <a:ext cx="6843271" cy="1164777"/>
          </a:xfrm>
          <a:prstGeom prst="rect">
            <a:avLst/>
          </a:prstGeom>
        </p:spPr>
      </p:pic>
    </p:spTree>
    <p:extLst>
      <p:ext uri="{BB962C8B-B14F-4D97-AF65-F5344CB8AC3E}">
        <p14:creationId xmlns:p14="http://schemas.microsoft.com/office/powerpoint/2010/main" val="97585455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81" r:id="rId34"/>
    <p:sldLayoutId id="2147483782" r:id="rId35"/>
    <p:sldLayoutId id="2147483783" r:id="rId36"/>
    <p:sldLayoutId id="2147483776" r:id="rId37"/>
    <p:sldLayoutId id="2147483778" r:id="rId38"/>
    <p:sldLayoutId id="2147483779" r:id="rId39"/>
    <p:sldLayoutId id="2147483668" r:id="rId40"/>
    <p:sldLayoutId id="2147483669" r:id="rId41"/>
    <p:sldLayoutId id="2147483671" r:id="rId42"/>
    <p:sldLayoutId id="2147483675" r:id="rId43"/>
    <p:sldLayoutId id="2147483676" r:id="rId44"/>
    <p:sldLayoutId id="2147483677" r:id="rId45"/>
    <p:sldLayoutId id="2147483678" r:id="rId46"/>
    <p:sldLayoutId id="2147483679" r:id="rId47"/>
    <p:sldLayoutId id="2147483680" r:id="rId48"/>
    <p:sldLayoutId id="2147483681" r:id="rId49"/>
    <p:sldLayoutId id="2147483685" r:id="rId50"/>
    <p:sldLayoutId id="2147483686" r:id="rId51"/>
    <p:sldLayoutId id="2147483687" r:id="rId52"/>
    <p:sldLayoutId id="2147483737" r:id="rId53"/>
    <p:sldLayoutId id="2147483738" r:id="rId54"/>
    <p:sldLayoutId id="2147483739" r:id="rId55"/>
    <p:sldLayoutId id="2147483796" r:id="rId56"/>
    <p:sldLayoutId id="2147483797" r:id="rId57"/>
    <p:sldLayoutId id="2147483798" r:id="rId58"/>
    <p:sldLayoutId id="2147483799" r:id="rId59"/>
    <p:sldLayoutId id="2147483800" r:id="rId60"/>
    <p:sldLayoutId id="2147483801" r:id="rId61"/>
  </p:sldLayoutIdLst>
  <p:transition>
    <p:fade/>
  </p:transition>
  <p:hf hdr="0" dt="0"/>
  <p:txStyles>
    <p:titleStyle>
      <a:lvl1pPr algn="l" defTabSz="914192"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xml"/><Relationship Id="rId1" Type="http://schemas.openxmlformats.org/officeDocument/2006/relationships/slideLayout" Target="../slideLayouts/slideLayout32.xml"/><Relationship Id="rId4" Type="http://schemas.openxmlformats.org/officeDocument/2006/relationships/image" Target="../media/image45.png"/></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5.png"/><Relationship Id="rId1" Type="http://schemas.openxmlformats.org/officeDocument/2006/relationships/slideLayout" Target="../slideLayouts/slideLayout25.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45.png"/><Relationship Id="rId1" Type="http://schemas.openxmlformats.org/officeDocument/2006/relationships/slideLayout" Target="../slideLayouts/slideLayout25.xml"/><Relationship Id="rId5" Type="http://schemas.openxmlformats.org/officeDocument/2006/relationships/chart" Target="../charts/char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learn.microsoft.com/en-us/azure/virtual-machines/linux/endorsed-distros" TargetMode="External"/><Relationship Id="rId1" Type="http://schemas.openxmlformats.org/officeDocument/2006/relationships/slideLayout" Target="../slideLayouts/slideLayout25.xml"/><Relationship Id="rId4" Type="http://schemas.openxmlformats.org/officeDocument/2006/relationships/image" Target="../media/image48.pn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6.xml"/><Relationship Id="rId1" Type="http://schemas.openxmlformats.org/officeDocument/2006/relationships/slideLayout" Target="../slideLayouts/slideLayout32.xml"/><Relationship Id="rId5" Type="http://schemas.openxmlformats.org/officeDocument/2006/relationships/image" Target="../media/image52.svg"/><Relationship Id="rId4" Type="http://schemas.openxmlformats.org/officeDocument/2006/relationships/image" Target="../media/image51.sv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8.xml"/><Relationship Id="rId1" Type="http://schemas.openxmlformats.org/officeDocument/2006/relationships/slideLayout" Target="../slideLayouts/slideLayout31.xml"/><Relationship Id="rId5" Type="http://schemas.openxmlformats.org/officeDocument/2006/relationships/chart" Target="../charts/chart15.xml"/><Relationship Id="rId4" Type="http://schemas.openxmlformats.org/officeDocument/2006/relationships/chart" Target="../charts/chart14.xml"/></Relationships>
</file>

<file path=ppt/slides/_rels/slide1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9.xml"/><Relationship Id="rId1" Type="http://schemas.openxmlformats.org/officeDocument/2006/relationships/slideLayout" Target="../slideLayouts/slideLayout35.xml"/><Relationship Id="rId5" Type="http://schemas.openxmlformats.org/officeDocument/2006/relationships/image" Target="../media/image49.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4.sv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chart" Target="../charts/chart16.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chart" Target="../charts/chart17.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chart" Target="../charts/chart18.xml"/></Relationships>
</file>

<file path=ppt/slides/_rels/slide20.xml.rels><?xml version="1.0" encoding="UTF-8" standalone="yes"?>
<Relationships xmlns="http://schemas.openxmlformats.org/package/2006/relationships"><Relationship Id="rId117" Type="http://schemas.openxmlformats.org/officeDocument/2006/relationships/tags" Target="../tags/tag119.xml"/><Relationship Id="rId21" Type="http://schemas.openxmlformats.org/officeDocument/2006/relationships/tags" Target="../tags/tag23.xml"/><Relationship Id="rId42" Type="http://schemas.openxmlformats.org/officeDocument/2006/relationships/tags" Target="../tags/tag44.xml"/><Relationship Id="rId63" Type="http://schemas.openxmlformats.org/officeDocument/2006/relationships/tags" Target="../tags/tag65.xml"/><Relationship Id="rId84" Type="http://schemas.openxmlformats.org/officeDocument/2006/relationships/tags" Target="../tags/tag86.xml"/><Relationship Id="rId138" Type="http://schemas.openxmlformats.org/officeDocument/2006/relationships/tags" Target="../tags/tag140.xml"/><Relationship Id="rId107" Type="http://schemas.openxmlformats.org/officeDocument/2006/relationships/tags" Target="../tags/tag109.xml"/><Relationship Id="rId11" Type="http://schemas.openxmlformats.org/officeDocument/2006/relationships/tags" Target="../tags/tag13.xml"/><Relationship Id="rId32" Type="http://schemas.openxmlformats.org/officeDocument/2006/relationships/tags" Target="../tags/tag34.xml"/><Relationship Id="rId37" Type="http://schemas.openxmlformats.org/officeDocument/2006/relationships/tags" Target="../tags/tag39.xml"/><Relationship Id="rId53" Type="http://schemas.openxmlformats.org/officeDocument/2006/relationships/tags" Target="../tags/tag55.xml"/><Relationship Id="rId58" Type="http://schemas.openxmlformats.org/officeDocument/2006/relationships/tags" Target="../tags/tag60.xml"/><Relationship Id="rId74" Type="http://schemas.openxmlformats.org/officeDocument/2006/relationships/tags" Target="../tags/tag76.xml"/><Relationship Id="rId79" Type="http://schemas.openxmlformats.org/officeDocument/2006/relationships/tags" Target="../tags/tag81.xml"/><Relationship Id="rId102" Type="http://schemas.openxmlformats.org/officeDocument/2006/relationships/tags" Target="../tags/tag104.xml"/><Relationship Id="rId123" Type="http://schemas.openxmlformats.org/officeDocument/2006/relationships/tags" Target="../tags/tag125.xml"/><Relationship Id="rId128" Type="http://schemas.openxmlformats.org/officeDocument/2006/relationships/tags" Target="../tags/tag130.xml"/><Relationship Id="rId5" Type="http://schemas.openxmlformats.org/officeDocument/2006/relationships/tags" Target="../tags/tag7.xml"/><Relationship Id="rId90" Type="http://schemas.openxmlformats.org/officeDocument/2006/relationships/tags" Target="../tags/tag92.xml"/><Relationship Id="rId95" Type="http://schemas.openxmlformats.org/officeDocument/2006/relationships/tags" Target="../tags/tag97.xml"/><Relationship Id="rId22" Type="http://schemas.openxmlformats.org/officeDocument/2006/relationships/tags" Target="../tags/tag24.xml"/><Relationship Id="rId27" Type="http://schemas.openxmlformats.org/officeDocument/2006/relationships/tags" Target="../tags/tag29.xml"/><Relationship Id="rId43" Type="http://schemas.openxmlformats.org/officeDocument/2006/relationships/tags" Target="../tags/tag45.xml"/><Relationship Id="rId48" Type="http://schemas.openxmlformats.org/officeDocument/2006/relationships/tags" Target="../tags/tag50.xml"/><Relationship Id="rId64" Type="http://schemas.openxmlformats.org/officeDocument/2006/relationships/tags" Target="../tags/tag66.xml"/><Relationship Id="rId69" Type="http://schemas.openxmlformats.org/officeDocument/2006/relationships/tags" Target="../tags/tag71.xml"/><Relationship Id="rId113" Type="http://schemas.openxmlformats.org/officeDocument/2006/relationships/tags" Target="../tags/tag115.xml"/><Relationship Id="rId118" Type="http://schemas.openxmlformats.org/officeDocument/2006/relationships/tags" Target="../tags/tag120.xml"/><Relationship Id="rId134" Type="http://schemas.openxmlformats.org/officeDocument/2006/relationships/tags" Target="../tags/tag136.xml"/><Relationship Id="rId139" Type="http://schemas.openxmlformats.org/officeDocument/2006/relationships/tags" Target="../tags/tag141.xml"/><Relationship Id="rId80" Type="http://schemas.openxmlformats.org/officeDocument/2006/relationships/tags" Target="../tags/tag82.xml"/><Relationship Id="rId85" Type="http://schemas.openxmlformats.org/officeDocument/2006/relationships/tags" Target="../tags/tag87.xml"/><Relationship Id="rId12" Type="http://schemas.openxmlformats.org/officeDocument/2006/relationships/tags" Target="../tags/tag14.xml"/><Relationship Id="rId17" Type="http://schemas.openxmlformats.org/officeDocument/2006/relationships/tags" Target="../tags/tag19.xml"/><Relationship Id="rId33" Type="http://schemas.openxmlformats.org/officeDocument/2006/relationships/tags" Target="../tags/tag35.xml"/><Relationship Id="rId38" Type="http://schemas.openxmlformats.org/officeDocument/2006/relationships/tags" Target="../tags/tag40.xml"/><Relationship Id="rId59" Type="http://schemas.openxmlformats.org/officeDocument/2006/relationships/tags" Target="../tags/tag61.xml"/><Relationship Id="rId103" Type="http://schemas.openxmlformats.org/officeDocument/2006/relationships/tags" Target="../tags/tag105.xml"/><Relationship Id="rId108" Type="http://schemas.openxmlformats.org/officeDocument/2006/relationships/tags" Target="../tags/tag110.xml"/><Relationship Id="rId124" Type="http://schemas.openxmlformats.org/officeDocument/2006/relationships/tags" Target="../tags/tag126.xml"/><Relationship Id="rId129" Type="http://schemas.openxmlformats.org/officeDocument/2006/relationships/tags" Target="../tags/tag131.xml"/><Relationship Id="rId54" Type="http://schemas.openxmlformats.org/officeDocument/2006/relationships/tags" Target="../tags/tag56.xml"/><Relationship Id="rId70" Type="http://schemas.openxmlformats.org/officeDocument/2006/relationships/tags" Target="../tags/tag72.xml"/><Relationship Id="rId75" Type="http://schemas.openxmlformats.org/officeDocument/2006/relationships/tags" Target="../tags/tag77.xml"/><Relationship Id="rId91" Type="http://schemas.openxmlformats.org/officeDocument/2006/relationships/tags" Target="../tags/tag93.xml"/><Relationship Id="rId96" Type="http://schemas.openxmlformats.org/officeDocument/2006/relationships/tags" Target="../tags/tag98.xml"/><Relationship Id="rId140" Type="http://schemas.openxmlformats.org/officeDocument/2006/relationships/tags" Target="../tags/tag142.xml"/><Relationship Id="rId1" Type="http://schemas.openxmlformats.org/officeDocument/2006/relationships/tags" Target="../tags/tag3.xml"/><Relationship Id="rId6" Type="http://schemas.openxmlformats.org/officeDocument/2006/relationships/tags" Target="../tags/tag8.xml"/><Relationship Id="rId23" Type="http://schemas.openxmlformats.org/officeDocument/2006/relationships/tags" Target="../tags/tag25.xml"/><Relationship Id="rId28" Type="http://schemas.openxmlformats.org/officeDocument/2006/relationships/tags" Target="../tags/tag30.xml"/><Relationship Id="rId49" Type="http://schemas.openxmlformats.org/officeDocument/2006/relationships/tags" Target="../tags/tag51.xml"/><Relationship Id="rId114" Type="http://schemas.openxmlformats.org/officeDocument/2006/relationships/tags" Target="../tags/tag116.xml"/><Relationship Id="rId119" Type="http://schemas.openxmlformats.org/officeDocument/2006/relationships/tags" Target="../tags/tag121.xml"/><Relationship Id="rId44" Type="http://schemas.openxmlformats.org/officeDocument/2006/relationships/tags" Target="../tags/tag46.xml"/><Relationship Id="rId60" Type="http://schemas.openxmlformats.org/officeDocument/2006/relationships/tags" Target="../tags/tag62.xml"/><Relationship Id="rId65" Type="http://schemas.openxmlformats.org/officeDocument/2006/relationships/tags" Target="../tags/tag67.xml"/><Relationship Id="rId81" Type="http://schemas.openxmlformats.org/officeDocument/2006/relationships/tags" Target="../tags/tag83.xml"/><Relationship Id="rId86" Type="http://schemas.openxmlformats.org/officeDocument/2006/relationships/tags" Target="../tags/tag88.xml"/><Relationship Id="rId130" Type="http://schemas.openxmlformats.org/officeDocument/2006/relationships/tags" Target="../tags/tag132.xml"/><Relationship Id="rId135" Type="http://schemas.openxmlformats.org/officeDocument/2006/relationships/tags" Target="../tags/tag137.xml"/><Relationship Id="rId13" Type="http://schemas.openxmlformats.org/officeDocument/2006/relationships/tags" Target="../tags/tag15.xml"/><Relationship Id="rId18" Type="http://schemas.openxmlformats.org/officeDocument/2006/relationships/tags" Target="../tags/tag20.xml"/><Relationship Id="rId39" Type="http://schemas.openxmlformats.org/officeDocument/2006/relationships/tags" Target="../tags/tag41.xml"/><Relationship Id="rId109" Type="http://schemas.openxmlformats.org/officeDocument/2006/relationships/tags" Target="../tags/tag111.xml"/><Relationship Id="rId34" Type="http://schemas.openxmlformats.org/officeDocument/2006/relationships/tags" Target="../tags/tag36.xml"/><Relationship Id="rId50" Type="http://schemas.openxmlformats.org/officeDocument/2006/relationships/tags" Target="../tags/tag52.xml"/><Relationship Id="rId55" Type="http://schemas.openxmlformats.org/officeDocument/2006/relationships/tags" Target="../tags/tag57.xml"/><Relationship Id="rId76" Type="http://schemas.openxmlformats.org/officeDocument/2006/relationships/tags" Target="../tags/tag78.xml"/><Relationship Id="rId97" Type="http://schemas.openxmlformats.org/officeDocument/2006/relationships/tags" Target="../tags/tag99.xml"/><Relationship Id="rId104" Type="http://schemas.openxmlformats.org/officeDocument/2006/relationships/tags" Target="../tags/tag106.xml"/><Relationship Id="rId120" Type="http://schemas.openxmlformats.org/officeDocument/2006/relationships/tags" Target="../tags/tag122.xml"/><Relationship Id="rId125" Type="http://schemas.openxmlformats.org/officeDocument/2006/relationships/tags" Target="../tags/tag127.xml"/><Relationship Id="rId141" Type="http://schemas.openxmlformats.org/officeDocument/2006/relationships/slideLayout" Target="../slideLayouts/slideLayout61.xml"/><Relationship Id="rId7" Type="http://schemas.openxmlformats.org/officeDocument/2006/relationships/tags" Target="../tags/tag9.xml"/><Relationship Id="rId71" Type="http://schemas.openxmlformats.org/officeDocument/2006/relationships/tags" Target="../tags/tag73.xml"/><Relationship Id="rId92" Type="http://schemas.openxmlformats.org/officeDocument/2006/relationships/tags" Target="../tags/tag94.xml"/><Relationship Id="rId2" Type="http://schemas.openxmlformats.org/officeDocument/2006/relationships/tags" Target="../tags/tag4.xml"/><Relationship Id="rId29" Type="http://schemas.openxmlformats.org/officeDocument/2006/relationships/tags" Target="../tags/tag31.xml"/><Relationship Id="rId24" Type="http://schemas.openxmlformats.org/officeDocument/2006/relationships/tags" Target="../tags/tag26.xml"/><Relationship Id="rId40" Type="http://schemas.openxmlformats.org/officeDocument/2006/relationships/tags" Target="../tags/tag42.xml"/><Relationship Id="rId45" Type="http://schemas.openxmlformats.org/officeDocument/2006/relationships/tags" Target="../tags/tag47.xml"/><Relationship Id="rId66" Type="http://schemas.openxmlformats.org/officeDocument/2006/relationships/tags" Target="../tags/tag68.xml"/><Relationship Id="rId87" Type="http://schemas.openxmlformats.org/officeDocument/2006/relationships/tags" Target="../tags/tag89.xml"/><Relationship Id="rId110" Type="http://schemas.openxmlformats.org/officeDocument/2006/relationships/tags" Target="../tags/tag112.xml"/><Relationship Id="rId115" Type="http://schemas.openxmlformats.org/officeDocument/2006/relationships/tags" Target="../tags/tag117.xml"/><Relationship Id="rId131" Type="http://schemas.openxmlformats.org/officeDocument/2006/relationships/tags" Target="../tags/tag133.xml"/><Relationship Id="rId136" Type="http://schemas.openxmlformats.org/officeDocument/2006/relationships/tags" Target="../tags/tag138.xml"/><Relationship Id="rId61" Type="http://schemas.openxmlformats.org/officeDocument/2006/relationships/tags" Target="../tags/tag63.xml"/><Relationship Id="rId82" Type="http://schemas.openxmlformats.org/officeDocument/2006/relationships/tags" Target="../tags/tag84.xml"/><Relationship Id="rId19" Type="http://schemas.openxmlformats.org/officeDocument/2006/relationships/tags" Target="../tags/tag21.xml"/><Relationship Id="rId14" Type="http://schemas.openxmlformats.org/officeDocument/2006/relationships/tags" Target="../tags/tag16.xml"/><Relationship Id="rId30" Type="http://schemas.openxmlformats.org/officeDocument/2006/relationships/tags" Target="../tags/tag32.xml"/><Relationship Id="rId35" Type="http://schemas.openxmlformats.org/officeDocument/2006/relationships/tags" Target="../tags/tag37.xml"/><Relationship Id="rId56" Type="http://schemas.openxmlformats.org/officeDocument/2006/relationships/tags" Target="../tags/tag58.xml"/><Relationship Id="rId77" Type="http://schemas.openxmlformats.org/officeDocument/2006/relationships/tags" Target="../tags/tag79.xml"/><Relationship Id="rId100" Type="http://schemas.openxmlformats.org/officeDocument/2006/relationships/tags" Target="../tags/tag102.xml"/><Relationship Id="rId105" Type="http://schemas.openxmlformats.org/officeDocument/2006/relationships/tags" Target="../tags/tag107.xml"/><Relationship Id="rId126" Type="http://schemas.openxmlformats.org/officeDocument/2006/relationships/tags" Target="../tags/tag128.xml"/><Relationship Id="rId8" Type="http://schemas.openxmlformats.org/officeDocument/2006/relationships/tags" Target="../tags/tag10.xml"/><Relationship Id="rId51" Type="http://schemas.openxmlformats.org/officeDocument/2006/relationships/tags" Target="../tags/tag53.xml"/><Relationship Id="rId72" Type="http://schemas.openxmlformats.org/officeDocument/2006/relationships/tags" Target="../tags/tag74.xml"/><Relationship Id="rId93" Type="http://schemas.openxmlformats.org/officeDocument/2006/relationships/tags" Target="../tags/tag95.xml"/><Relationship Id="rId98" Type="http://schemas.openxmlformats.org/officeDocument/2006/relationships/tags" Target="../tags/tag100.xml"/><Relationship Id="rId121" Type="http://schemas.openxmlformats.org/officeDocument/2006/relationships/tags" Target="../tags/tag123.xml"/><Relationship Id="rId142" Type="http://schemas.openxmlformats.org/officeDocument/2006/relationships/notesSlide" Target="../notesSlides/notesSlide13.xml"/><Relationship Id="rId3" Type="http://schemas.openxmlformats.org/officeDocument/2006/relationships/tags" Target="../tags/tag5.xml"/><Relationship Id="rId25" Type="http://schemas.openxmlformats.org/officeDocument/2006/relationships/tags" Target="../tags/tag27.xml"/><Relationship Id="rId46" Type="http://schemas.openxmlformats.org/officeDocument/2006/relationships/tags" Target="../tags/tag48.xml"/><Relationship Id="rId67" Type="http://schemas.openxmlformats.org/officeDocument/2006/relationships/tags" Target="../tags/tag69.xml"/><Relationship Id="rId116" Type="http://schemas.openxmlformats.org/officeDocument/2006/relationships/tags" Target="../tags/tag118.xml"/><Relationship Id="rId137" Type="http://schemas.openxmlformats.org/officeDocument/2006/relationships/tags" Target="../tags/tag139.xml"/><Relationship Id="rId20" Type="http://schemas.openxmlformats.org/officeDocument/2006/relationships/tags" Target="../tags/tag22.xml"/><Relationship Id="rId41" Type="http://schemas.openxmlformats.org/officeDocument/2006/relationships/tags" Target="../tags/tag43.xml"/><Relationship Id="rId62" Type="http://schemas.openxmlformats.org/officeDocument/2006/relationships/tags" Target="../tags/tag64.xml"/><Relationship Id="rId83" Type="http://schemas.openxmlformats.org/officeDocument/2006/relationships/tags" Target="../tags/tag85.xml"/><Relationship Id="rId88" Type="http://schemas.openxmlformats.org/officeDocument/2006/relationships/tags" Target="../tags/tag90.xml"/><Relationship Id="rId111" Type="http://schemas.openxmlformats.org/officeDocument/2006/relationships/tags" Target="../tags/tag113.xml"/><Relationship Id="rId132" Type="http://schemas.openxmlformats.org/officeDocument/2006/relationships/tags" Target="../tags/tag134.xml"/><Relationship Id="rId15" Type="http://schemas.openxmlformats.org/officeDocument/2006/relationships/tags" Target="../tags/tag17.xml"/><Relationship Id="rId36" Type="http://schemas.openxmlformats.org/officeDocument/2006/relationships/tags" Target="../tags/tag38.xml"/><Relationship Id="rId57" Type="http://schemas.openxmlformats.org/officeDocument/2006/relationships/tags" Target="../tags/tag59.xml"/><Relationship Id="rId106" Type="http://schemas.openxmlformats.org/officeDocument/2006/relationships/tags" Target="../tags/tag108.xml"/><Relationship Id="rId127" Type="http://schemas.openxmlformats.org/officeDocument/2006/relationships/tags" Target="../tags/tag129.xml"/><Relationship Id="rId10" Type="http://schemas.openxmlformats.org/officeDocument/2006/relationships/tags" Target="../tags/tag12.xml"/><Relationship Id="rId31" Type="http://schemas.openxmlformats.org/officeDocument/2006/relationships/tags" Target="../tags/tag33.xml"/><Relationship Id="rId52" Type="http://schemas.openxmlformats.org/officeDocument/2006/relationships/tags" Target="../tags/tag54.xml"/><Relationship Id="rId73" Type="http://schemas.openxmlformats.org/officeDocument/2006/relationships/tags" Target="../tags/tag75.xml"/><Relationship Id="rId78" Type="http://schemas.openxmlformats.org/officeDocument/2006/relationships/tags" Target="../tags/tag80.xml"/><Relationship Id="rId94" Type="http://schemas.openxmlformats.org/officeDocument/2006/relationships/tags" Target="../tags/tag96.xml"/><Relationship Id="rId99" Type="http://schemas.openxmlformats.org/officeDocument/2006/relationships/tags" Target="../tags/tag101.xml"/><Relationship Id="rId101" Type="http://schemas.openxmlformats.org/officeDocument/2006/relationships/tags" Target="../tags/tag103.xml"/><Relationship Id="rId122" Type="http://schemas.openxmlformats.org/officeDocument/2006/relationships/tags" Target="../tags/tag124.xml"/><Relationship Id="rId143" Type="http://schemas.openxmlformats.org/officeDocument/2006/relationships/image" Target="../media/image55.png"/><Relationship Id="rId4" Type="http://schemas.openxmlformats.org/officeDocument/2006/relationships/tags" Target="../tags/tag6.xml"/><Relationship Id="rId9" Type="http://schemas.openxmlformats.org/officeDocument/2006/relationships/tags" Target="../tags/tag11.xml"/><Relationship Id="rId26" Type="http://schemas.openxmlformats.org/officeDocument/2006/relationships/tags" Target="../tags/tag28.xml"/><Relationship Id="rId47" Type="http://schemas.openxmlformats.org/officeDocument/2006/relationships/tags" Target="../tags/tag49.xml"/><Relationship Id="rId68" Type="http://schemas.openxmlformats.org/officeDocument/2006/relationships/tags" Target="../tags/tag70.xml"/><Relationship Id="rId89" Type="http://schemas.openxmlformats.org/officeDocument/2006/relationships/tags" Target="../tags/tag91.xml"/><Relationship Id="rId112" Type="http://schemas.openxmlformats.org/officeDocument/2006/relationships/tags" Target="../tags/tag114.xml"/><Relationship Id="rId133" Type="http://schemas.openxmlformats.org/officeDocument/2006/relationships/tags" Target="../tags/tag135.xml"/><Relationship Id="rId16" Type="http://schemas.openxmlformats.org/officeDocument/2006/relationships/tags" Target="../tags/tag18.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8" Type="http://schemas.openxmlformats.org/officeDocument/2006/relationships/hyperlink" Target="https://azure.microsoft.com/en-gb/services/storage/files/#overview" TargetMode="External"/><Relationship Id="rId3" Type="http://schemas.openxmlformats.org/officeDocument/2006/relationships/hyperlink" Target="https://docs.microsoft.com/en-us/azure/migrate/troubleshoot-assessment#azure-vm-assessment-readiness-issues" TargetMode="External"/><Relationship Id="rId7" Type="http://schemas.openxmlformats.org/officeDocument/2006/relationships/hyperlink" Target="https://azure.microsoft.com/en-gb/services/microsoft-sentinel/" TargetMode="External"/><Relationship Id="rId2" Type="http://schemas.openxmlformats.org/officeDocument/2006/relationships/image" Target="../media/image45.png"/><Relationship Id="rId1" Type="http://schemas.openxmlformats.org/officeDocument/2006/relationships/slideLayout" Target="../slideLayouts/slideLayout33.xml"/><Relationship Id="rId6" Type="http://schemas.openxmlformats.org/officeDocument/2006/relationships/hyperlink" Target="https://azure.microsoft.com/en-in/solutions/backup-and-disaster-recovery/#overview" TargetMode="External"/><Relationship Id="rId11" Type="http://schemas.openxmlformats.org/officeDocument/2006/relationships/hyperlink" Target="https://azure.microsoft.com/en-us/services/azure-arc/" TargetMode="External"/><Relationship Id="rId5" Type="http://schemas.openxmlformats.org/officeDocument/2006/relationships/hyperlink" Target="https://azuremarketplace.microsoft.com/en-GB/" TargetMode="External"/><Relationship Id="rId10" Type="http://schemas.openxmlformats.org/officeDocument/2006/relationships/hyperlink" Target="https://azure.microsoft.com/en-us/products/azure-sql/managed-instance/" TargetMode="External"/><Relationship Id="rId4" Type="http://schemas.openxmlformats.org/officeDocument/2006/relationships/hyperlink" Target="https://docs.microsoft.com/en-us/azure/azure-monitor/overview" TargetMode="External"/><Relationship Id="rId9" Type="http://schemas.openxmlformats.org/officeDocument/2006/relationships/hyperlink" Target="https://azure.microsoft.com/en-us/services/virtual-deskto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p:cNvCxnSpPr/>
          <p:nvPr/>
        </p:nvCxnSpPr>
        <p:spPr>
          <a:xfrm flipH="1">
            <a:off x="0" y="754792"/>
            <a:ext cx="12191999" cy="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B10B511A-56BD-481B-9779-50E3C16F4765}"/>
              </a:ext>
            </a:extLst>
          </p:cNvPr>
          <p:cNvGrpSpPr/>
          <p:nvPr/>
        </p:nvGrpSpPr>
        <p:grpSpPr>
          <a:xfrm>
            <a:off x="1" y="4233413"/>
            <a:ext cx="12191999" cy="2291616"/>
            <a:chOff x="0" y="4195018"/>
            <a:chExt cx="12191999" cy="2291616"/>
          </a:xfrm>
        </p:grpSpPr>
        <p:sp>
          <p:nvSpPr>
            <p:cNvPr id="39" name="Rectangle 38">
              <a:extLst>
                <a:ext uri="{FF2B5EF4-FFF2-40B4-BE49-F238E27FC236}">
                  <a16:creationId xmlns:a16="http://schemas.microsoft.com/office/drawing/2014/main" id="{2E836653-1227-421E-8FC2-FE887A098A73}"/>
                </a:ext>
              </a:extLst>
            </p:cNvPr>
            <p:cNvSpPr/>
            <p:nvPr/>
          </p:nvSpPr>
          <p:spPr bwMode="auto">
            <a:xfrm>
              <a:off x="0" y="4195018"/>
              <a:ext cx="12191999" cy="229161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1" name="Title">
              <a:extLst>
                <a:ext uri="{FF2B5EF4-FFF2-40B4-BE49-F238E27FC236}">
                  <a16:creationId xmlns:a16="http://schemas.microsoft.com/office/drawing/2014/main" id="{B1AA1A69-ECFF-4F3D-A897-CA8D023348ED}"/>
                </a:ext>
              </a:extLst>
            </p:cNvPr>
            <p:cNvSpPr txBox="1"/>
            <p:nvPr/>
          </p:nvSpPr>
          <p:spPr>
            <a:xfrm>
              <a:off x="383883" y="4258816"/>
              <a:ext cx="6030818" cy="1865126"/>
            </a:xfrm>
            <a:prstGeom prst="rect">
              <a:avLst/>
            </a:prstGeom>
            <a:noFill/>
          </p:spPr>
          <p:txBody>
            <a:bodyPr wrap="none" lIns="0" tIns="146304" rIns="182880" bIns="146304" rtlCol="0" anchor="t">
              <a:spAutoFit/>
            </a:bodyPr>
            <a:lstStyle/>
            <a:p>
              <a:pPr marL="0" marR="0" lvl="0" indent="0" algn="l" defTabSz="914400" rtl="0" eaLnBrk="1" fontAlgn="auto" latinLnBrk="0" hangingPunct="1">
                <a:lnSpc>
                  <a:spcPct val="100000"/>
                </a:lnSpc>
                <a:spcBef>
                  <a:spcPts val="0"/>
                </a:spcBef>
                <a:spcAft>
                  <a:spcPts val="600"/>
                </a:spcAft>
                <a:buClrTx/>
                <a:buSzPct val="70000"/>
                <a:buFontTx/>
                <a:buNone/>
                <a:tabLst/>
                <a:defRPr/>
              </a:pPr>
              <a:r>
                <a:rPr kumimoji="0" lang="en-US" sz="4800" b="0" i="0" u="none" strike="noStrike" kern="1200" cap="none" spc="-70" normalizeH="0" baseline="0" noProof="0">
                  <a:ln>
                    <a:noFill/>
                  </a:ln>
                  <a:solidFill>
                    <a:srgbClr val="343333"/>
                  </a:solidFill>
                  <a:effectLst/>
                  <a:uLnTx/>
                  <a:uFillTx/>
                  <a:latin typeface="Segoe UI Semibold"/>
                  <a:ea typeface="+mn-ea"/>
                  <a:cs typeface="+mn-cs"/>
                </a:rPr>
                <a:t>Solution Assessments</a:t>
              </a:r>
              <a:br>
                <a:rPr kumimoji="0" lang="en-US" sz="4800" b="0" i="0" u="none" strike="noStrike" kern="1200" cap="none" spc="-70" normalizeH="0" baseline="0" noProof="0">
                  <a:ln>
                    <a:noFill/>
                  </a:ln>
                  <a:solidFill>
                    <a:srgbClr val="343333"/>
                  </a:solidFill>
                  <a:effectLst/>
                  <a:uLnTx/>
                  <a:uFillTx/>
                  <a:latin typeface="Segoe UI Semibold"/>
                  <a:ea typeface="+mn-ea"/>
                  <a:cs typeface="+mn-cs"/>
                </a:rPr>
              </a:br>
              <a:r>
                <a:rPr kumimoji="0" lang="en-US" sz="100" b="1" i="0" u="none" strike="noStrike" kern="1200" cap="none" spc="-70" normalizeH="0" baseline="0" noProof="0">
                  <a:ln>
                    <a:noFill/>
                  </a:ln>
                  <a:solidFill>
                    <a:srgbClr val="343333"/>
                  </a:solidFill>
                  <a:effectLst/>
                  <a:uLnTx/>
                  <a:uFillTx/>
                  <a:latin typeface="Segoe UI Semibold"/>
                  <a:ea typeface="+mn-ea"/>
                  <a:cs typeface="+mn-cs"/>
                </a:rPr>
                <a:t>M</a:t>
              </a:r>
              <a:endParaRPr kumimoji="0" lang="en-US" sz="2800" b="1" i="0" u="none" strike="noStrike" kern="1200" cap="none" spc="-70" normalizeH="0" baseline="0" noProof="0">
                <a:ln>
                  <a:noFill/>
                </a:ln>
                <a:solidFill>
                  <a:srgbClr val="343333"/>
                </a:soli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600"/>
                </a:spcAft>
                <a:buClrTx/>
                <a:buSzPct val="70000"/>
                <a:buFontTx/>
                <a:buNone/>
                <a:tabLst/>
                <a:defRPr/>
              </a:pPr>
              <a:endParaRPr kumimoji="0" lang="en-US" sz="4800" b="0" i="0" u="none" strike="noStrike" kern="1200" cap="none" spc="-70" normalizeH="0" baseline="0" noProof="0">
                <a:ln>
                  <a:noFill/>
                </a:ln>
                <a:solidFill>
                  <a:srgbClr val="343333"/>
                </a:solidFill>
                <a:effectLst/>
                <a:uLnTx/>
                <a:uFillTx/>
                <a:latin typeface="Segoe UI Semibold"/>
                <a:ea typeface="+mn-ea"/>
                <a:cs typeface="+mn-cs"/>
              </a:endParaRPr>
            </a:p>
          </p:txBody>
        </p:sp>
      </p:grpSp>
      <p:grpSp>
        <p:nvGrpSpPr>
          <p:cNvPr id="9" name="Group 8">
            <a:extLst>
              <a:ext uri="{FF2B5EF4-FFF2-40B4-BE49-F238E27FC236}">
                <a16:creationId xmlns:a16="http://schemas.microsoft.com/office/drawing/2014/main" id="{9ABC0616-2BB1-4755-A928-861BCD1DE2D3}"/>
              </a:ext>
            </a:extLst>
          </p:cNvPr>
          <p:cNvGrpSpPr/>
          <p:nvPr/>
        </p:nvGrpSpPr>
        <p:grpSpPr>
          <a:xfrm>
            <a:off x="555897" y="332971"/>
            <a:ext cx="843643" cy="843643"/>
            <a:chOff x="1023257" y="332971"/>
            <a:chExt cx="843643" cy="843643"/>
          </a:xfrm>
        </p:grpSpPr>
        <p:sp>
          <p:nvSpPr>
            <p:cNvPr id="25" name="Oval 24">
              <a:extLst>
                <a:ext uri="{FF2B5EF4-FFF2-40B4-BE49-F238E27FC236}">
                  <a16:creationId xmlns:a16="http://schemas.microsoft.com/office/drawing/2014/main" id="{96736F74-F9D9-400C-A1B8-1DF3EAB8FF34}"/>
                </a:ext>
              </a:extLst>
            </p:cNvPr>
            <p:cNvSpPr/>
            <p:nvPr/>
          </p:nvSpPr>
          <p:spPr>
            <a:xfrm>
              <a:off x="1023257" y="332971"/>
              <a:ext cx="843643" cy="843643"/>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C6B3C50E-4474-4927-B775-84DBC944D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21095" y="533836"/>
              <a:ext cx="447966" cy="441912"/>
            </a:xfrm>
            <a:prstGeom prst="rect">
              <a:avLst/>
            </a:prstGeom>
          </p:spPr>
        </p:pic>
      </p:grpSp>
      <p:grpSp>
        <p:nvGrpSpPr>
          <p:cNvPr id="10" name="Group 9">
            <a:extLst>
              <a:ext uri="{FF2B5EF4-FFF2-40B4-BE49-F238E27FC236}">
                <a16:creationId xmlns:a16="http://schemas.microsoft.com/office/drawing/2014/main" id="{8C81B200-0271-4CA5-B9B6-86989BDAE0FA}"/>
              </a:ext>
            </a:extLst>
          </p:cNvPr>
          <p:cNvGrpSpPr/>
          <p:nvPr/>
        </p:nvGrpSpPr>
        <p:grpSpPr>
          <a:xfrm>
            <a:off x="2282582" y="332971"/>
            <a:ext cx="843643" cy="843643"/>
            <a:chOff x="3349381" y="332971"/>
            <a:chExt cx="843643" cy="843643"/>
          </a:xfrm>
        </p:grpSpPr>
        <p:sp>
          <p:nvSpPr>
            <p:cNvPr id="55" name="Oval 54">
              <a:extLst>
                <a:ext uri="{FF2B5EF4-FFF2-40B4-BE49-F238E27FC236}">
                  <a16:creationId xmlns:a16="http://schemas.microsoft.com/office/drawing/2014/main" id="{6227DF80-4BD3-476A-A0A9-BF80FEDAE542}"/>
                </a:ext>
              </a:extLst>
            </p:cNvPr>
            <p:cNvSpPr/>
            <p:nvPr/>
          </p:nvSpPr>
          <p:spPr>
            <a:xfrm>
              <a:off x="3349381" y="332971"/>
              <a:ext cx="843643" cy="843643"/>
            </a:xfrm>
            <a:prstGeom prst="ellipse">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1302BD1E-516D-4719-86CB-67FEC23BD5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84927" y="583785"/>
              <a:ext cx="372550" cy="342014"/>
            </a:xfrm>
            <a:prstGeom prst="rect">
              <a:avLst/>
            </a:prstGeom>
          </p:spPr>
        </p:pic>
      </p:grpSp>
      <p:grpSp>
        <p:nvGrpSpPr>
          <p:cNvPr id="11" name="Group 10">
            <a:extLst>
              <a:ext uri="{FF2B5EF4-FFF2-40B4-BE49-F238E27FC236}">
                <a16:creationId xmlns:a16="http://schemas.microsoft.com/office/drawing/2014/main" id="{27911117-20FA-4BDB-BAB7-3149828834CB}"/>
              </a:ext>
            </a:extLst>
          </p:cNvPr>
          <p:cNvGrpSpPr/>
          <p:nvPr/>
        </p:nvGrpSpPr>
        <p:grpSpPr>
          <a:xfrm>
            <a:off x="5695145" y="349183"/>
            <a:ext cx="843643" cy="843643"/>
            <a:chOff x="5675505" y="332971"/>
            <a:chExt cx="843643" cy="843643"/>
          </a:xfrm>
        </p:grpSpPr>
        <p:sp>
          <p:nvSpPr>
            <p:cNvPr id="58" name="Oval 57">
              <a:extLst>
                <a:ext uri="{FF2B5EF4-FFF2-40B4-BE49-F238E27FC236}">
                  <a16:creationId xmlns:a16="http://schemas.microsoft.com/office/drawing/2014/main" id="{83867E32-3E53-4D4B-B5B2-1FD1BF879448}"/>
                </a:ext>
              </a:extLst>
            </p:cNvPr>
            <p:cNvSpPr/>
            <p:nvPr/>
          </p:nvSpPr>
          <p:spPr>
            <a:xfrm>
              <a:off x="5675505" y="332971"/>
              <a:ext cx="843643" cy="843643"/>
            </a:xfrm>
            <a:prstGeom prst="ellipse">
              <a:avLst/>
            </a:prstGeom>
            <a:solidFill>
              <a:schemeClr val="bg1"/>
            </a:solid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54174774-84C8-4C58-9072-5CDDB2A8C44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881211" y="523436"/>
              <a:ext cx="447471" cy="447471"/>
            </a:xfrm>
            <a:prstGeom prst="rect">
              <a:avLst/>
            </a:prstGeom>
          </p:spPr>
        </p:pic>
      </p:grpSp>
      <p:grpSp>
        <p:nvGrpSpPr>
          <p:cNvPr id="12" name="Group 11">
            <a:extLst>
              <a:ext uri="{FF2B5EF4-FFF2-40B4-BE49-F238E27FC236}">
                <a16:creationId xmlns:a16="http://schemas.microsoft.com/office/drawing/2014/main" id="{6F770BE9-9A1B-47B1-BCCD-5C5D167689DA}"/>
              </a:ext>
            </a:extLst>
          </p:cNvPr>
          <p:cNvGrpSpPr/>
          <p:nvPr/>
        </p:nvGrpSpPr>
        <p:grpSpPr>
          <a:xfrm>
            <a:off x="7402192" y="332971"/>
            <a:ext cx="843643" cy="843643"/>
            <a:chOff x="8001629" y="332971"/>
            <a:chExt cx="843643" cy="843643"/>
          </a:xfrm>
        </p:grpSpPr>
        <p:sp>
          <p:nvSpPr>
            <p:cNvPr id="61" name="Oval 60">
              <a:extLst>
                <a:ext uri="{FF2B5EF4-FFF2-40B4-BE49-F238E27FC236}">
                  <a16:creationId xmlns:a16="http://schemas.microsoft.com/office/drawing/2014/main" id="{1CF126AD-C325-42EE-8EA6-083840B40B37}"/>
                </a:ext>
              </a:extLst>
            </p:cNvPr>
            <p:cNvSpPr/>
            <p:nvPr/>
          </p:nvSpPr>
          <p:spPr>
            <a:xfrm>
              <a:off x="8001629" y="332971"/>
              <a:ext cx="843643" cy="843643"/>
            </a:xfrm>
            <a:prstGeom prst="ellipse">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1F5712CF-55F2-4315-80CC-A8BFE832C23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252762" y="526192"/>
              <a:ext cx="341376" cy="457200"/>
            </a:xfrm>
            <a:prstGeom prst="rect">
              <a:avLst/>
            </a:prstGeom>
          </p:spPr>
        </p:pic>
      </p:grpSp>
      <p:grpSp>
        <p:nvGrpSpPr>
          <p:cNvPr id="13" name="Group 12">
            <a:extLst>
              <a:ext uri="{FF2B5EF4-FFF2-40B4-BE49-F238E27FC236}">
                <a16:creationId xmlns:a16="http://schemas.microsoft.com/office/drawing/2014/main" id="{A44124E2-1B1D-40D7-A0DE-5893A9720F4C}"/>
              </a:ext>
            </a:extLst>
          </p:cNvPr>
          <p:cNvGrpSpPr/>
          <p:nvPr/>
        </p:nvGrpSpPr>
        <p:grpSpPr>
          <a:xfrm>
            <a:off x="10754475" y="332971"/>
            <a:ext cx="843643" cy="843643"/>
            <a:chOff x="10327755" y="332971"/>
            <a:chExt cx="843643" cy="843643"/>
          </a:xfrm>
        </p:grpSpPr>
        <p:sp>
          <p:nvSpPr>
            <p:cNvPr id="34" name="Oval 33">
              <a:extLst>
                <a:ext uri="{FF2B5EF4-FFF2-40B4-BE49-F238E27FC236}">
                  <a16:creationId xmlns:a16="http://schemas.microsoft.com/office/drawing/2014/main" id="{3CD4A9DB-EF54-4CAF-9BBF-D9859DA51EC7}"/>
                </a:ext>
              </a:extLst>
            </p:cNvPr>
            <p:cNvSpPr/>
            <p:nvPr/>
          </p:nvSpPr>
          <p:spPr>
            <a:xfrm>
              <a:off x="10327755" y="332971"/>
              <a:ext cx="843643" cy="843643"/>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8" name="Picture 7">
              <a:extLst>
                <a:ext uri="{FF2B5EF4-FFF2-40B4-BE49-F238E27FC236}">
                  <a16:creationId xmlns:a16="http://schemas.microsoft.com/office/drawing/2014/main" id="{735B7344-89D5-4BB6-81C5-B8787FCE8FF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581937" y="526192"/>
              <a:ext cx="335279" cy="457200"/>
            </a:xfrm>
            <a:prstGeom prst="rect">
              <a:avLst/>
            </a:prstGeom>
          </p:spPr>
        </p:pic>
      </p:grpSp>
      <p:sp>
        <p:nvSpPr>
          <p:cNvPr id="14" name="Oval 13">
            <a:extLst>
              <a:ext uri="{FF2B5EF4-FFF2-40B4-BE49-F238E27FC236}">
                <a16:creationId xmlns:a16="http://schemas.microsoft.com/office/drawing/2014/main" id="{21EBEED1-2C66-4247-95EA-01A3BBE3DFE7}"/>
              </a:ext>
            </a:extLst>
          </p:cNvPr>
          <p:cNvSpPr/>
          <p:nvPr/>
        </p:nvSpPr>
        <p:spPr>
          <a:xfrm>
            <a:off x="4062730" y="349187"/>
            <a:ext cx="843643" cy="843639"/>
          </a:xfrm>
          <a:prstGeom prst="ellipse">
            <a:avLst/>
          </a:prstGeom>
          <a:solidFill>
            <a:schemeClr val="bg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pic>
        <p:nvPicPr>
          <p:cNvPr id="15" name="Picture 14">
            <a:extLst>
              <a:ext uri="{FF2B5EF4-FFF2-40B4-BE49-F238E27FC236}">
                <a16:creationId xmlns:a16="http://schemas.microsoft.com/office/drawing/2014/main" id="{3475BC11-3BFA-4F72-A7B5-548D6D58903B}"/>
              </a:ext>
            </a:extLst>
          </p:cNvPr>
          <p:cNvPicPr>
            <a:picLocks noChangeAspect="1"/>
          </p:cNvPicPr>
          <p:nvPr/>
        </p:nvPicPr>
        <p:blipFill>
          <a:blip r:embed="rId8"/>
          <a:stretch>
            <a:fillRect/>
          </a:stretch>
        </p:blipFill>
        <p:spPr>
          <a:xfrm>
            <a:off x="4202810" y="563579"/>
            <a:ext cx="598451" cy="362220"/>
          </a:xfrm>
          <a:prstGeom prst="rect">
            <a:avLst/>
          </a:prstGeom>
        </p:spPr>
      </p:pic>
      <p:sp>
        <p:nvSpPr>
          <p:cNvPr id="16" name="Oval 15">
            <a:extLst>
              <a:ext uri="{FF2B5EF4-FFF2-40B4-BE49-F238E27FC236}">
                <a16:creationId xmlns:a16="http://schemas.microsoft.com/office/drawing/2014/main" id="{39310658-A307-47F2-AC6C-2847838ECE0F}"/>
              </a:ext>
            </a:extLst>
          </p:cNvPr>
          <p:cNvSpPr/>
          <p:nvPr/>
        </p:nvSpPr>
        <p:spPr bwMode="auto">
          <a:xfrm>
            <a:off x="9182340" y="349182"/>
            <a:ext cx="843644" cy="843644"/>
          </a:xfrm>
          <a:prstGeom prst="ellipse">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7" name="Picture 16">
            <a:extLst>
              <a:ext uri="{FF2B5EF4-FFF2-40B4-BE49-F238E27FC236}">
                <a16:creationId xmlns:a16="http://schemas.microsoft.com/office/drawing/2014/main" id="{3929C4B4-C043-4631-B1CA-5C694A319633}"/>
              </a:ext>
            </a:extLst>
          </p:cNvPr>
          <p:cNvPicPr>
            <a:picLocks noChangeAspect="1"/>
          </p:cNvPicPr>
          <p:nvPr/>
        </p:nvPicPr>
        <p:blipFill>
          <a:blip r:embed="rId9"/>
          <a:stretch>
            <a:fillRect/>
          </a:stretch>
        </p:blipFill>
        <p:spPr>
          <a:xfrm>
            <a:off x="9378617" y="510104"/>
            <a:ext cx="471393" cy="465644"/>
          </a:xfrm>
          <a:prstGeom prst="rect">
            <a:avLst/>
          </a:prstGeom>
        </p:spPr>
      </p:pic>
      <p:pic>
        <p:nvPicPr>
          <p:cNvPr id="2" name="Picture 1">
            <a:extLst>
              <a:ext uri="{FF2B5EF4-FFF2-40B4-BE49-F238E27FC236}">
                <a16:creationId xmlns:a16="http://schemas.microsoft.com/office/drawing/2014/main" id="{F4E4E442-7B4E-4347-B47C-3A7E80D7DEAA}"/>
              </a:ext>
            </a:extLst>
          </p:cNvPr>
          <p:cNvPicPr>
            <a:picLocks noChangeAspect="1"/>
          </p:cNvPicPr>
          <p:nvPr/>
        </p:nvPicPr>
        <p:blipFill>
          <a:blip r:embed="rId10"/>
          <a:stretch>
            <a:fillRect/>
          </a:stretch>
        </p:blipFill>
        <p:spPr>
          <a:xfrm>
            <a:off x="65768" y="5927569"/>
            <a:ext cx="3060457" cy="597460"/>
          </a:xfrm>
          <a:prstGeom prst="rect">
            <a:avLst/>
          </a:prstGeom>
        </p:spPr>
      </p:pic>
    </p:spTree>
    <p:extLst>
      <p:ext uri="{BB962C8B-B14F-4D97-AF65-F5344CB8AC3E}">
        <p14:creationId xmlns:p14="http://schemas.microsoft.com/office/powerpoint/2010/main" val="69563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250"/>
                                        <p:tgtEl>
                                          <p:spTgt spid="38"/>
                                        </p:tgtEl>
                                      </p:cBhvr>
                                    </p:animEffect>
                                  </p:childTnLst>
                                </p:cTn>
                              </p:par>
                              <p:par>
                                <p:cTn id="8" presetID="22" presetClass="entr" presetSubtype="8"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1250"/>
                                        <p:tgtEl>
                                          <p:spTgt spid="21"/>
                                        </p:tgtEl>
                                      </p:cBhvr>
                                    </p:animEffect>
                                  </p:childTnLst>
                                </p:cTn>
                              </p:par>
                              <p:par>
                                <p:cTn id="11" presetID="53" presetClass="entr" presetSubtype="16"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750" fill="hold"/>
                                        <p:tgtEl>
                                          <p:spTgt spid="9"/>
                                        </p:tgtEl>
                                        <p:attrNameLst>
                                          <p:attrName>ppt_w</p:attrName>
                                        </p:attrNameLst>
                                      </p:cBhvr>
                                      <p:tavLst>
                                        <p:tav tm="0">
                                          <p:val>
                                            <p:fltVal val="0"/>
                                          </p:val>
                                        </p:tav>
                                        <p:tav tm="100000">
                                          <p:val>
                                            <p:strVal val="#ppt_w"/>
                                          </p:val>
                                        </p:tav>
                                      </p:tavLst>
                                    </p:anim>
                                    <p:anim calcmode="lin" valueType="num">
                                      <p:cBhvr>
                                        <p:cTn id="14" dur="750" fill="hold"/>
                                        <p:tgtEl>
                                          <p:spTgt spid="9"/>
                                        </p:tgtEl>
                                        <p:attrNameLst>
                                          <p:attrName>ppt_h</p:attrName>
                                        </p:attrNameLst>
                                      </p:cBhvr>
                                      <p:tavLst>
                                        <p:tav tm="0">
                                          <p:val>
                                            <p:fltVal val="0"/>
                                          </p:val>
                                        </p:tav>
                                        <p:tav tm="100000">
                                          <p:val>
                                            <p:strVal val="#ppt_h"/>
                                          </p:val>
                                        </p:tav>
                                      </p:tavLst>
                                    </p:anim>
                                    <p:animEffect transition="in" filter="fade">
                                      <p:cBhvr>
                                        <p:cTn id="15" dur="750"/>
                                        <p:tgtEl>
                                          <p:spTgt spid="9"/>
                                        </p:tgtEl>
                                      </p:cBhvr>
                                    </p:animEffect>
                                  </p:childTnLst>
                                </p:cTn>
                              </p:par>
                              <p:par>
                                <p:cTn id="16" presetID="53" presetClass="entr" presetSubtype="16" fill="hold" nodeType="withEffect">
                                  <p:stCondLst>
                                    <p:cond delay="200"/>
                                  </p:stCondLst>
                                  <p:childTnLst>
                                    <p:set>
                                      <p:cBhvr>
                                        <p:cTn id="17" dur="1" fill="hold">
                                          <p:stCondLst>
                                            <p:cond delay="0"/>
                                          </p:stCondLst>
                                        </p:cTn>
                                        <p:tgtEl>
                                          <p:spTgt spid="10"/>
                                        </p:tgtEl>
                                        <p:attrNameLst>
                                          <p:attrName>style.visibility</p:attrName>
                                        </p:attrNameLst>
                                      </p:cBhvr>
                                      <p:to>
                                        <p:strVal val="visible"/>
                                      </p:to>
                                    </p:set>
                                    <p:anim calcmode="lin" valueType="num">
                                      <p:cBhvr>
                                        <p:cTn id="18" dur="750" fill="hold"/>
                                        <p:tgtEl>
                                          <p:spTgt spid="10"/>
                                        </p:tgtEl>
                                        <p:attrNameLst>
                                          <p:attrName>ppt_w</p:attrName>
                                        </p:attrNameLst>
                                      </p:cBhvr>
                                      <p:tavLst>
                                        <p:tav tm="0">
                                          <p:val>
                                            <p:fltVal val="0"/>
                                          </p:val>
                                        </p:tav>
                                        <p:tav tm="100000">
                                          <p:val>
                                            <p:strVal val="#ppt_w"/>
                                          </p:val>
                                        </p:tav>
                                      </p:tavLst>
                                    </p:anim>
                                    <p:anim calcmode="lin" valueType="num">
                                      <p:cBhvr>
                                        <p:cTn id="19" dur="750" fill="hold"/>
                                        <p:tgtEl>
                                          <p:spTgt spid="10"/>
                                        </p:tgtEl>
                                        <p:attrNameLst>
                                          <p:attrName>ppt_h</p:attrName>
                                        </p:attrNameLst>
                                      </p:cBhvr>
                                      <p:tavLst>
                                        <p:tav tm="0">
                                          <p:val>
                                            <p:fltVal val="0"/>
                                          </p:val>
                                        </p:tav>
                                        <p:tav tm="100000">
                                          <p:val>
                                            <p:strVal val="#ppt_h"/>
                                          </p:val>
                                        </p:tav>
                                      </p:tavLst>
                                    </p:anim>
                                    <p:animEffect transition="in" filter="fade">
                                      <p:cBhvr>
                                        <p:cTn id="20" dur="750"/>
                                        <p:tgtEl>
                                          <p:spTgt spid="10"/>
                                        </p:tgtEl>
                                      </p:cBhvr>
                                    </p:animEffect>
                                  </p:childTnLst>
                                </p:cTn>
                              </p:par>
                              <p:par>
                                <p:cTn id="21" presetID="53" presetClass="entr" presetSubtype="16" fill="hold" nodeType="withEffect">
                                  <p:stCondLst>
                                    <p:cond delay="400"/>
                                  </p:stCondLst>
                                  <p:childTnLst>
                                    <p:set>
                                      <p:cBhvr>
                                        <p:cTn id="22" dur="1" fill="hold">
                                          <p:stCondLst>
                                            <p:cond delay="0"/>
                                          </p:stCondLst>
                                        </p:cTn>
                                        <p:tgtEl>
                                          <p:spTgt spid="11"/>
                                        </p:tgtEl>
                                        <p:attrNameLst>
                                          <p:attrName>style.visibility</p:attrName>
                                        </p:attrNameLst>
                                      </p:cBhvr>
                                      <p:to>
                                        <p:strVal val="visible"/>
                                      </p:to>
                                    </p:set>
                                    <p:anim calcmode="lin" valueType="num">
                                      <p:cBhvr>
                                        <p:cTn id="23" dur="750" fill="hold"/>
                                        <p:tgtEl>
                                          <p:spTgt spid="11"/>
                                        </p:tgtEl>
                                        <p:attrNameLst>
                                          <p:attrName>ppt_w</p:attrName>
                                        </p:attrNameLst>
                                      </p:cBhvr>
                                      <p:tavLst>
                                        <p:tav tm="0">
                                          <p:val>
                                            <p:fltVal val="0"/>
                                          </p:val>
                                        </p:tav>
                                        <p:tav tm="100000">
                                          <p:val>
                                            <p:strVal val="#ppt_w"/>
                                          </p:val>
                                        </p:tav>
                                      </p:tavLst>
                                    </p:anim>
                                    <p:anim calcmode="lin" valueType="num">
                                      <p:cBhvr>
                                        <p:cTn id="24" dur="750" fill="hold"/>
                                        <p:tgtEl>
                                          <p:spTgt spid="11"/>
                                        </p:tgtEl>
                                        <p:attrNameLst>
                                          <p:attrName>ppt_h</p:attrName>
                                        </p:attrNameLst>
                                      </p:cBhvr>
                                      <p:tavLst>
                                        <p:tav tm="0">
                                          <p:val>
                                            <p:fltVal val="0"/>
                                          </p:val>
                                        </p:tav>
                                        <p:tav tm="100000">
                                          <p:val>
                                            <p:strVal val="#ppt_h"/>
                                          </p:val>
                                        </p:tav>
                                      </p:tavLst>
                                    </p:anim>
                                    <p:animEffect transition="in" filter="fade">
                                      <p:cBhvr>
                                        <p:cTn id="25" dur="750"/>
                                        <p:tgtEl>
                                          <p:spTgt spid="11"/>
                                        </p:tgtEl>
                                      </p:cBhvr>
                                    </p:animEffect>
                                  </p:childTnLst>
                                </p:cTn>
                              </p:par>
                              <p:par>
                                <p:cTn id="26" presetID="53" presetClass="entr" presetSubtype="16" fill="hold" nodeType="withEffect">
                                  <p:stCondLst>
                                    <p:cond delay="6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750" fill="hold"/>
                                        <p:tgtEl>
                                          <p:spTgt spid="12"/>
                                        </p:tgtEl>
                                        <p:attrNameLst>
                                          <p:attrName>ppt_w</p:attrName>
                                        </p:attrNameLst>
                                      </p:cBhvr>
                                      <p:tavLst>
                                        <p:tav tm="0">
                                          <p:val>
                                            <p:fltVal val="0"/>
                                          </p:val>
                                        </p:tav>
                                        <p:tav tm="100000">
                                          <p:val>
                                            <p:strVal val="#ppt_w"/>
                                          </p:val>
                                        </p:tav>
                                      </p:tavLst>
                                    </p:anim>
                                    <p:anim calcmode="lin" valueType="num">
                                      <p:cBhvr>
                                        <p:cTn id="29" dur="750" fill="hold"/>
                                        <p:tgtEl>
                                          <p:spTgt spid="12"/>
                                        </p:tgtEl>
                                        <p:attrNameLst>
                                          <p:attrName>ppt_h</p:attrName>
                                        </p:attrNameLst>
                                      </p:cBhvr>
                                      <p:tavLst>
                                        <p:tav tm="0">
                                          <p:val>
                                            <p:fltVal val="0"/>
                                          </p:val>
                                        </p:tav>
                                        <p:tav tm="100000">
                                          <p:val>
                                            <p:strVal val="#ppt_h"/>
                                          </p:val>
                                        </p:tav>
                                      </p:tavLst>
                                    </p:anim>
                                    <p:animEffect transition="in" filter="fade">
                                      <p:cBhvr>
                                        <p:cTn id="30" dur="750"/>
                                        <p:tgtEl>
                                          <p:spTgt spid="12"/>
                                        </p:tgtEl>
                                      </p:cBhvr>
                                    </p:animEffect>
                                  </p:childTnLst>
                                </p:cTn>
                              </p:par>
                              <p:par>
                                <p:cTn id="31" presetID="53" presetClass="entr" presetSubtype="16" fill="hold" nodeType="withEffect">
                                  <p:stCondLst>
                                    <p:cond delay="800"/>
                                  </p:stCondLst>
                                  <p:childTnLst>
                                    <p:set>
                                      <p:cBhvr>
                                        <p:cTn id="32" dur="1" fill="hold">
                                          <p:stCondLst>
                                            <p:cond delay="0"/>
                                          </p:stCondLst>
                                        </p:cTn>
                                        <p:tgtEl>
                                          <p:spTgt spid="13"/>
                                        </p:tgtEl>
                                        <p:attrNameLst>
                                          <p:attrName>style.visibility</p:attrName>
                                        </p:attrNameLst>
                                      </p:cBhvr>
                                      <p:to>
                                        <p:strVal val="visible"/>
                                      </p:to>
                                    </p:set>
                                    <p:anim calcmode="lin" valueType="num">
                                      <p:cBhvr>
                                        <p:cTn id="33" dur="750" fill="hold"/>
                                        <p:tgtEl>
                                          <p:spTgt spid="13"/>
                                        </p:tgtEl>
                                        <p:attrNameLst>
                                          <p:attrName>ppt_w</p:attrName>
                                        </p:attrNameLst>
                                      </p:cBhvr>
                                      <p:tavLst>
                                        <p:tav tm="0">
                                          <p:val>
                                            <p:fltVal val="0"/>
                                          </p:val>
                                        </p:tav>
                                        <p:tav tm="100000">
                                          <p:val>
                                            <p:strVal val="#ppt_w"/>
                                          </p:val>
                                        </p:tav>
                                      </p:tavLst>
                                    </p:anim>
                                    <p:anim calcmode="lin" valueType="num">
                                      <p:cBhvr>
                                        <p:cTn id="34" dur="750" fill="hold"/>
                                        <p:tgtEl>
                                          <p:spTgt spid="13"/>
                                        </p:tgtEl>
                                        <p:attrNameLst>
                                          <p:attrName>ppt_h</p:attrName>
                                        </p:attrNameLst>
                                      </p:cBhvr>
                                      <p:tavLst>
                                        <p:tav tm="0">
                                          <p:val>
                                            <p:fltVal val="0"/>
                                          </p:val>
                                        </p:tav>
                                        <p:tav tm="100000">
                                          <p:val>
                                            <p:strVal val="#ppt_h"/>
                                          </p:val>
                                        </p:tav>
                                      </p:tavLst>
                                    </p:anim>
                                    <p:animEffect transition="in" filter="fade">
                                      <p:cBhvr>
                                        <p:cTn id="35"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30788" y="347190"/>
            <a:ext cx="7263935" cy="2387600"/>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GB"/>
              <a:t>Content</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265143"/>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Assessment Summary</a:t>
            </a:r>
          </a:p>
        </p:txBody>
      </p:sp>
      <p:sp>
        <p:nvSpPr>
          <p:cNvPr id="8" name="TextBox 7">
            <a:extLst>
              <a:ext uri="{FF2B5EF4-FFF2-40B4-BE49-F238E27FC236}">
                <a16:creationId xmlns:a16="http://schemas.microsoft.com/office/drawing/2014/main" id="{A80291FD-C114-C91B-7BA7-936E5DF97ECF}"/>
              </a:ext>
            </a:extLst>
          </p:cNvPr>
          <p:cNvSpPr txBox="1"/>
          <p:nvPr/>
        </p:nvSpPr>
        <p:spPr>
          <a:xfrm>
            <a:off x="4242562" y="2824848"/>
            <a:ext cx="6461972"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Azure Savings</a:t>
            </a:r>
          </a:p>
        </p:txBody>
      </p:sp>
      <p:sp>
        <p:nvSpPr>
          <p:cNvPr id="9" name="TextBox 8">
            <a:extLst>
              <a:ext uri="{FF2B5EF4-FFF2-40B4-BE49-F238E27FC236}">
                <a16:creationId xmlns:a16="http://schemas.microsoft.com/office/drawing/2014/main" id="{D88A66A7-49DF-8601-9F11-822B40B22390}"/>
              </a:ext>
            </a:extLst>
          </p:cNvPr>
          <p:cNvSpPr txBox="1"/>
          <p:nvPr/>
        </p:nvSpPr>
        <p:spPr>
          <a:xfrm>
            <a:off x="4242562" y="33359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Overall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900336" y="236772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903182" y="292125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86908" y="3474785"/>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31" name="TextBox 30">
            <a:extLst>
              <a:ext uri="{FF2B5EF4-FFF2-40B4-BE49-F238E27FC236}">
                <a16:creationId xmlns:a16="http://schemas.microsoft.com/office/drawing/2014/main" id="{B58E1813-3FA4-8D53-4E71-90D6E198BDD1}"/>
              </a:ext>
            </a:extLst>
          </p:cNvPr>
          <p:cNvSpPr txBox="1"/>
          <p:nvPr/>
        </p:nvSpPr>
        <p:spPr>
          <a:xfrm>
            <a:off x="4242562" y="3887691"/>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Considerations/Opportunities</a:t>
            </a:r>
          </a:p>
        </p:txBody>
      </p:sp>
      <p:grpSp>
        <p:nvGrpSpPr>
          <p:cNvPr id="38" name="Group 37">
            <a:extLst>
              <a:ext uri="{FF2B5EF4-FFF2-40B4-BE49-F238E27FC236}">
                <a16:creationId xmlns:a16="http://schemas.microsoft.com/office/drawing/2014/main" id="{C7DE4257-BA4F-582C-C475-3FFEBB9A2AD0}"/>
              </a:ext>
            </a:extLst>
          </p:cNvPr>
          <p:cNvGrpSpPr/>
          <p:nvPr/>
        </p:nvGrpSpPr>
        <p:grpSpPr>
          <a:xfrm>
            <a:off x="3886908" y="3988952"/>
            <a:ext cx="268851" cy="268851"/>
            <a:chOff x="2563584" y="1853725"/>
            <a:chExt cx="411480" cy="411480"/>
          </a:xfrm>
          <a:effectLst/>
        </p:grpSpPr>
        <p:sp>
          <p:nvSpPr>
            <p:cNvPr id="39" name="Oval 38">
              <a:extLst>
                <a:ext uri="{FF2B5EF4-FFF2-40B4-BE49-F238E27FC236}">
                  <a16:creationId xmlns:a16="http://schemas.microsoft.com/office/drawing/2014/main" id="{0142DAA2-700C-F90B-2C24-FF7223225C3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40" name="Group 39">
              <a:extLst>
                <a:ext uri="{FF2B5EF4-FFF2-40B4-BE49-F238E27FC236}">
                  <a16:creationId xmlns:a16="http://schemas.microsoft.com/office/drawing/2014/main" id="{8A5F4371-71E2-73C6-432A-31B8079F9657}"/>
                </a:ext>
              </a:extLst>
            </p:cNvPr>
            <p:cNvGrpSpPr/>
            <p:nvPr/>
          </p:nvGrpSpPr>
          <p:grpSpPr>
            <a:xfrm>
              <a:off x="2674336" y="1992357"/>
              <a:ext cx="189980" cy="134218"/>
              <a:chOff x="6001010" y="3000875"/>
              <a:chExt cx="189980" cy="134218"/>
            </a:xfrm>
            <a:solidFill>
              <a:srgbClr val="FFFFFF"/>
            </a:solidFill>
          </p:grpSpPr>
          <p:cxnSp>
            <p:nvCxnSpPr>
              <p:cNvPr id="41" name="Straight Connector 40">
                <a:extLst>
                  <a:ext uri="{FF2B5EF4-FFF2-40B4-BE49-F238E27FC236}">
                    <a16:creationId xmlns:a16="http://schemas.microsoft.com/office/drawing/2014/main" id="{0F10D447-2229-726A-4159-4CB5D92A7564}"/>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2" name="L-Shape 41">
                <a:extLst>
                  <a:ext uri="{FF2B5EF4-FFF2-40B4-BE49-F238E27FC236}">
                    <a16:creationId xmlns:a16="http://schemas.microsoft.com/office/drawing/2014/main" id="{BCFE0141-8B94-8DCA-392A-EBC1316E4BF2}"/>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44" name="TextBox 43">
            <a:extLst>
              <a:ext uri="{FF2B5EF4-FFF2-40B4-BE49-F238E27FC236}">
                <a16:creationId xmlns:a16="http://schemas.microsoft.com/office/drawing/2014/main" id="{1B065683-1C55-F6E0-661F-6292AF7B30EA}"/>
              </a:ext>
            </a:extLst>
          </p:cNvPr>
          <p:cNvSpPr txBox="1"/>
          <p:nvPr/>
        </p:nvSpPr>
        <p:spPr>
          <a:xfrm>
            <a:off x="4255990" y="4851519"/>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Appendix</a:t>
            </a:r>
          </a:p>
        </p:txBody>
      </p:sp>
      <p:grpSp>
        <p:nvGrpSpPr>
          <p:cNvPr id="45" name="Group 44">
            <a:extLst>
              <a:ext uri="{FF2B5EF4-FFF2-40B4-BE49-F238E27FC236}">
                <a16:creationId xmlns:a16="http://schemas.microsoft.com/office/drawing/2014/main" id="{2DD5C593-CABD-4BD1-9188-BC285CE33937}"/>
              </a:ext>
            </a:extLst>
          </p:cNvPr>
          <p:cNvGrpSpPr/>
          <p:nvPr/>
        </p:nvGrpSpPr>
        <p:grpSpPr>
          <a:xfrm>
            <a:off x="3900336" y="4986666"/>
            <a:ext cx="268851" cy="268851"/>
            <a:chOff x="2563584" y="1853725"/>
            <a:chExt cx="411480" cy="411480"/>
          </a:xfrm>
          <a:effectLst/>
        </p:grpSpPr>
        <p:sp>
          <p:nvSpPr>
            <p:cNvPr id="46" name="Oval 45">
              <a:extLst>
                <a:ext uri="{FF2B5EF4-FFF2-40B4-BE49-F238E27FC236}">
                  <a16:creationId xmlns:a16="http://schemas.microsoft.com/office/drawing/2014/main" id="{C28C1649-C45B-2219-7721-ED0E643163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47" name="Group 46">
              <a:extLst>
                <a:ext uri="{FF2B5EF4-FFF2-40B4-BE49-F238E27FC236}">
                  <a16:creationId xmlns:a16="http://schemas.microsoft.com/office/drawing/2014/main" id="{BE6C2EC2-2C22-A7EB-DEC8-0FDA86B62C69}"/>
                </a:ext>
              </a:extLst>
            </p:cNvPr>
            <p:cNvGrpSpPr/>
            <p:nvPr/>
          </p:nvGrpSpPr>
          <p:grpSpPr>
            <a:xfrm>
              <a:off x="2674336" y="1992357"/>
              <a:ext cx="189980" cy="134218"/>
              <a:chOff x="6001010" y="3000875"/>
              <a:chExt cx="189980" cy="134218"/>
            </a:xfrm>
            <a:solidFill>
              <a:srgbClr val="FFFFFF"/>
            </a:solidFill>
          </p:grpSpPr>
          <p:cxnSp>
            <p:nvCxnSpPr>
              <p:cNvPr id="48" name="Straight Connector 47">
                <a:extLst>
                  <a:ext uri="{FF2B5EF4-FFF2-40B4-BE49-F238E27FC236}">
                    <a16:creationId xmlns:a16="http://schemas.microsoft.com/office/drawing/2014/main" id="{DC4043FF-17DA-7AFA-C85F-6933CB5E4D0A}"/>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9" name="L-Shape 48">
                <a:extLst>
                  <a:ext uri="{FF2B5EF4-FFF2-40B4-BE49-F238E27FC236}">
                    <a16:creationId xmlns:a16="http://schemas.microsoft.com/office/drawing/2014/main" id="{CAC47741-BF4B-31F4-FB1D-9042CEB5AF3B}"/>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pic>
        <p:nvPicPr>
          <p:cNvPr id="5" name="Picture 4" descr="A close up of a logo&#10;&#10;Description automatically generated">
            <a:extLst>
              <a:ext uri="{FF2B5EF4-FFF2-40B4-BE49-F238E27FC236}">
                <a16:creationId xmlns:a16="http://schemas.microsoft.com/office/drawing/2014/main" id="{E6BA81EB-5215-EBF2-1046-9C02AD12F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6" name="TextBox 5">
            <a:extLst>
              <a:ext uri="{FF2B5EF4-FFF2-40B4-BE49-F238E27FC236}">
                <a16:creationId xmlns:a16="http://schemas.microsoft.com/office/drawing/2014/main" id="{CDD9ABFB-BB0B-444F-00A7-4FFB882700A3}"/>
              </a:ext>
            </a:extLst>
          </p:cNvPr>
          <p:cNvSpPr txBox="1"/>
          <p:nvPr/>
        </p:nvSpPr>
        <p:spPr>
          <a:xfrm>
            <a:off x="4255990" y="4351014"/>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High level Migration Plan</a:t>
            </a:r>
          </a:p>
        </p:txBody>
      </p:sp>
      <p:grpSp>
        <p:nvGrpSpPr>
          <p:cNvPr id="25" name="Group 24">
            <a:extLst>
              <a:ext uri="{FF2B5EF4-FFF2-40B4-BE49-F238E27FC236}">
                <a16:creationId xmlns:a16="http://schemas.microsoft.com/office/drawing/2014/main" id="{F4967F79-66D4-3811-7B37-D8CC3E6093D2}"/>
              </a:ext>
            </a:extLst>
          </p:cNvPr>
          <p:cNvGrpSpPr/>
          <p:nvPr/>
        </p:nvGrpSpPr>
        <p:grpSpPr>
          <a:xfrm>
            <a:off x="3900336" y="4452275"/>
            <a:ext cx="268851" cy="268851"/>
            <a:chOff x="2563584" y="1853725"/>
            <a:chExt cx="411480" cy="411480"/>
          </a:xfrm>
          <a:effectLst/>
        </p:grpSpPr>
        <p:sp>
          <p:nvSpPr>
            <p:cNvPr id="26" name="Oval 25">
              <a:extLst>
                <a:ext uri="{FF2B5EF4-FFF2-40B4-BE49-F238E27FC236}">
                  <a16:creationId xmlns:a16="http://schemas.microsoft.com/office/drawing/2014/main" id="{17B37189-B830-0DE8-EB5A-4D0F6BB4533B}"/>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7" name="Group 26">
              <a:extLst>
                <a:ext uri="{FF2B5EF4-FFF2-40B4-BE49-F238E27FC236}">
                  <a16:creationId xmlns:a16="http://schemas.microsoft.com/office/drawing/2014/main" id="{26E181EC-CCEA-3750-E923-B23AE622925A}"/>
                </a:ext>
              </a:extLst>
            </p:cNvPr>
            <p:cNvGrpSpPr/>
            <p:nvPr/>
          </p:nvGrpSpPr>
          <p:grpSpPr>
            <a:xfrm>
              <a:off x="2674336" y="1992357"/>
              <a:ext cx="189980" cy="134218"/>
              <a:chOff x="6001010" y="3000875"/>
              <a:chExt cx="189980" cy="134218"/>
            </a:xfrm>
            <a:solidFill>
              <a:srgbClr val="FFFFFF"/>
            </a:solidFill>
          </p:grpSpPr>
          <p:cxnSp>
            <p:nvCxnSpPr>
              <p:cNvPr id="28" name="Straight Connector 27">
                <a:extLst>
                  <a:ext uri="{FF2B5EF4-FFF2-40B4-BE49-F238E27FC236}">
                    <a16:creationId xmlns:a16="http://schemas.microsoft.com/office/drawing/2014/main" id="{CDE44D81-8B5C-5885-2E19-78617E38545A}"/>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9" name="L-Shape 28">
                <a:extLst>
                  <a:ext uri="{FF2B5EF4-FFF2-40B4-BE49-F238E27FC236}">
                    <a16:creationId xmlns:a16="http://schemas.microsoft.com/office/drawing/2014/main" id="{9BE1D58F-BCAE-FC03-91AE-8C4A86765616}"/>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Tree>
    <p:extLst>
      <p:ext uri="{BB962C8B-B14F-4D97-AF65-F5344CB8AC3E}">
        <p14:creationId xmlns:p14="http://schemas.microsoft.com/office/powerpoint/2010/main" val="26739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4" y="1182098"/>
            <a:ext cx="11048489" cy="1233201"/>
            <a:chOff x="-3624" y="1182098"/>
            <a:chExt cx="11048489" cy="1233201"/>
          </a:xfrm>
        </p:grpSpPr>
        <p:sp>
          <p:nvSpPr>
            <p:cNvPr id="15" name="Rectangle 8"/>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16" name="Title 1"/>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lvl="1" defTabSz="932472" fontAlgn="base">
                <a:spcAft>
                  <a:spcPct val="0"/>
                </a:spcAft>
                <a:defRPr/>
              </a:pPr>
              <a:r>
                <a:rPr lang="en-US" sz="2800" b="1">
                  <a:solidFill>
                    <a:schemeClr val="tx2">
                      <a:lumMod val="50000"/>
                    </a:schemeClr>
                  </a:solidFill>
                  <a:latin typeface="+mj-lt"/>
                  <a:cs typeface="Segoe UI Semibold" panose="020B0702040204020203" pitchFamily="34" charset="0"/>
                </a:rPr>
                <a:t>Accelerate your journey to the cloud</a:t>
              </a:r>
              <a:endParaRPr lang="en-US" sz="1100" b="1">
                <a:solidFill>
                  <a:schemeClr val="tx2">
                    <a:lumMod val="50000"/>
                  </a:schemeClr>
                </a:solidFill>
                <a:ea typeface="Segoe UI" pitchFamily="34" charset="0"/>
                <a:cs typeface="Segoe UI" pitchFamily="34" charset="0"/>
              </a:endParaRPr>
            </a:p>
          </p:txBody>
        </p:sp>
      </p:grpSp>
      <p:sp>
        <p:nvSpPr>
          <p:cNvPr id="4" name="Title 3">
            <a:extLst>
              <a:ext uri="{FF2B5EF4-FFF2-40B4-BE49-F238E27FC236}">
                <a16:creationId xmlns:a16="http://schemas.microsoft.com/office/drawing/2014/main" id="{DF88F286-5246-4554-8758-9FCE3094DC54}"/>
              </a:ext>
            </a:extLst>
          </p:cNvPr>
          <p:cNvSpPr>
            <a:spLocks noGrp="1"/>
          </p:cNvSpPr>
          <p:nvPr>
            <p:ph type="title"/>
          </p:nvPr>
        </p:nvSpPr>
        <p:spPr>
          <a:xfrm>
            <a:off x="838200" y="365126"/>
            <a:ext cx="10515600" cy="865252"/>
          </a:xfrm>
        </p:spPr>
        <p:txBody>
          <a:bodyPr vert="horz" wrap="square" lIns="0" tIns="91440" rIns="146304" bIns="91440" rtlCol="0" anchor="ctr">
            <a:noAutofit/>
          </a:bodyPr>
          <a:lstStyle/>
          <a:p>
            <a:r>
              <a:rPr lang="en-US" sz="3200">
                <a:solidFill>
                  <a:schemeClr val="tx2">
                    <a:lumMod val="50000"/>
                  </a:schemeClr>
                </a:solidFill>
              </a:rPr>
              <a:t>Azure Journey</a:t>
            </a:r>
          </a:p>
        </p:txBody>
      </p:sp>
      <p:sp>
        <p:nvSpPr>
          <p:cNvPr id="42" name="TextBox 41">
            <a:extLst>
              <a:ext uri="{FF2B5EF4-FFF2-40B4-BE49-F238E27FC236}">
                <a16:creationId xmlns:a16="http://schemas.microsoft.com/office/drawing/2014/main" id="{A5B00B3B-EF63-0866-F50D-A73FA6BF1B87}"/>
              </a:ext>
            </a:extLst>
          </p:cNvPr>
          <p:cNvSpPr txBox="1"/>
          <p:nvPr/>
        </p:nvSpPr>
        <p:spPr>
          <a:xfrm>
            <a:off x="927985" y="2449524"/>
            <a:ext cx="11087551" cy="369332"/>
          </a:xfrm>
          <a:prstGeom prst="rect">
            <a:avLst/>
          </a:prstGeom>
          <a:noFill/>
        </p:spPr>
        <p:txBody>
          <a:bodyPr wrap="square">
            <a:spAutoFit/>
          </a:bodyPr>
          <a:lstStyle/>
          <a:p>
            <a:r>
              <a:rPr lang="en-ZA" b="1"/>
              <a:t>Next Steps</a:t>
            </a:r>
          </a:p>
        </p:txBody>
      </p:sp>
      <p:pic>
        <p:nvPicPr>
          <p:cNvPr id="44" name="Graphic 43" descr="Internet Of Things">
            <a:extLst>
              <a:ext uri="{FF2B5EF4-FFF2-40B4-BE49-F238E27FC236}">
                <a16:creationId xmlns:a16="http://schemas.microsoft.com/office/drawing/2014/main" id="{EE5E5EDB-24F1-0829-5F5A-A62396CD53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547" y="2395500"/>
            <a:ext cx="585439" cy="585439"/>
          </a:xfrm>
          <a:prstGeom prst="rect">
            <a:avLst/>
          </a:prstGeom>
        </p:spPr>
      </p:pic>
      <p:sp>
        <p:nvSpPr>
          <p:cNvPr id="49" name="TextBox 48">
            <a:extLst>
              <a:ext uri="{FF2B5EF4-FFF2-40B4-BE49-F238E27FC236}">
                <a16:creationId xmlns:a16="http://schemas.microsoft.com/office/drawing/2014/main" id="{26F1C779-FC5C-2997-A6D0-A54679CEE505}"/>
              </a:ext>
            </a:extLst>
          </p:cNvPr>
          <p:cNvSpPr txBox="1"/>
          <p:nvPr/>
        </p:nvSpPr>
        <p:spPr>
          <a:xfrm>
            <a:off x="927983" y="2688219"/>
            <a:ext cx="10697959" cy="369332"/>
          </a:xfrm>
          <a:prstGeom prst="rect">
            <a:avLst/>
          </a:prstGeom>
          <a:noFill/>
        </p:spPr>
        <p:txBody>
          <a:bodyPr wrap="square">
            <a:spAutoFit/>
          </a:bodyPr>
          <a:lstStyle/>
          <a:p>
            <a:r>
              <a:rPr lang="en-ZA"/>
              <a:t>Plan &amp; DECIDE</a:t>
            </a:r>
          </a:p>
        </p:txBody>
      </p:sp>
      <p:sp>
        <p:nvSpPr>
          <p:cNvPr id="50" name="Rectangle 49">
            <a:extLst>
              <a:ext uri="{FF2B5EF4-FFF2-40B4-BE49-F238E27FC236}">
                <a16:creationId xmlns:a16="http://schemas.microsoft.com/office/drawing/2014/main" id="{1B5DDEE8-5AED-144A-A267-4C85A4B0791B}"/>
              </a:ext>
            </a:extLst>
          </p:cNvPr>
          <p:cNvSpPr/>
          <p:nvPr/>
        </p:nvSpPr>
        <p:spPr bwMode="auto">
          <a:xfrm>
            <a:off x="1172062" y="5385167"/>
            <a:ext cx="185324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a:solidFill>
                  <a:schemeClr val="tx1"/>
                </a:solidFill>
                <a:cs typeface="Segoe UI Semibold" panose="020B0702040204020203" pitchFamily="34" charset="0"/>
              </a:rPr>
              <a:t>ASSESS &amp;</a:t>
            </a:r>
            <a:br>
              <a:rPr lang="en-US" sz="2800">
                <a:solidFill>
                  <a:schemeClr val="tx1"/>
                </a:solidFill>
                <a:cs typeface="Segoe UI Semibold" panose="020B0702040204020203" pitchFamily="34" charset="0"/>
              </a:rPr>
            </a:br>
            <a:r>
              <a:rPr lang="en-US" sz="2800">
                <a:solidFill>
                  <a:schemeClr val="tx1"/>
                </a:solidFill>
                <a:cs typeface="Segoe UI Semibold" panose="020B0702040204020203" pitchFamily="34" charset="0"/>
              </a:rPr>
              <a:t>DISCOVER</a:t>
            </a:r>
          </a:p>
        </p:txBody>
      </p:sp>
      <p:sp>
        <p:nvSpPr>
          <p:cNvPr id="51" name="Rectangle 50">
            <a:extLst>
              <a:ext uri="{FF2B5EF4-FFF2-40B4-BE49-F238E27FC236}">
                <a16:creationId xmlns:a16="http://schemas.microsoft.com/office/drawing/2014/main" id="{6E1431AD-2545-6E56-3156-1FE07E5EE029}"/>
              </a:ext>
            </a:extLst>
          </p:cNvPr>
          <p:cNvSpPr/>
          <p:nvPr/>
        </p:nvSpPr>
        <p:spPr bwMode="auto">
          <a:xfrm>
            <a:off x="3925532" y="5385167"/>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a:solidFill>
                  <a:schemeClr val="tx1"/>
                </a:solidFill>
                <a:cs typeface="Segoe UI Semibold" panose="020B0702040204020203" pitchFamily="34" charset="0"/>
              </a:rPr>
              <a:t>PLAN &amp;</a:t>
            </a:r>
            <a:br>
              <a:rPr lang="en-US" sz="2800">
                <a:solidFill>
                  <a:schemeClr val="tx1"/>
                </a:solidFill>
                <a:cs typeface="Segoe UI Semibold" panose="020B0702040204020203" pitchFamily="34" charset="0"/>
              </a:rPr>
            </a:br>
            <a:r>
              <a:rPr lang="en-US" sz="2800">
                <a:solidFill>
                  <a:schemeClr val="tx1"/>
                </a:solidFill>
                <a:cs typeface="Segoe UI Semibold" panose="020B0702040204020203" pitchFamily="34" charset="0"/>
              </a:rPr>
              <a:t>DECIDE</a:t>
            </a:r>
          </a:p>
        </p:txBody>
      </p:sp>
      <p:sp>
        <p:nvSpPr>
          <p:cNvPr id="52" name="Rectangle 51">
            <a:extLst>
              <a:ext uri="{FF2B5EF4-FFF2-40B4-BE49-F238E27FC236}">
                <a16:creationId xmlns:a16="http://schemas.microsoft.com/office/drawing/2014/main" id="{85A993C0-0B5A-38F7-E077-83BC27A75110}"/>
              </a:ext>
            </a:extLst>
          </p:cNvPr>
          <p:cNvSpPr/>
          <p:nvPr/>
        </p:nvSpPr>
        <p:spPr bwMode="auto">
          <a:xfrm>
            <a:off x="6259170" y="5385167"/>
            <a:ext cx="1583989"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a:solidFill>
                  <a:schemeClr val="tx1"/>
                </a:solidFill>
                <a:cs typeface="Segoe UI Semibold" panose="020B0702040204020203" pitchFamily="34" charset="0"/>
              </a:rPr>
              <a:t>MIGRATE</a:t>
            </a:r>
          </a:p>
        </p:txBody>
      </p:sp>
      <p:sp>
        <p:nvSpPr>
          <p:cNvPr id="53" name="Rectangle 52">
            <a:extLst>
              <a:ext uri="{FF2B5EF4-FFF2-40B4-BE49-F238E27FC236}">
                <a16:creationId xmlns:a16="http://schemas.microsoft.com/office/drawing/2014/main" id="{82C8961C-D92A-9FAF-7E53-24D6814C3BE1}"/>
              </a:ext>
            </a:extLst>
          </p:cNvPr>
          <p:cNvSpPr/>
          <p:nvPr/>
        </p:nvSpPr>
        <p:spPr bwMode="auto">
          <a:xfrm>
            <a:off x="9103045" y="5382373"/>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a:solidFill>
                  <a:schemeClr val="tx1"/>
                </a:solidFill>
                <a:cs typeface="Segoe UI Semibold" panose="020B0702040204020203" pitchFamily="34" charset="0"/>
              </a:rPr>
              <a:t>OPTIMIZE</a:t>
            </a:r>
          </a:p>
        </p:txBody>
      </p:sp>
      <p:grpSp>
        <p:nvGrpSpPr>
          <p:cNvPr id="54" name="Group 53">
            <a:extLst>
              <a:ext uri="{FF2B5EF4-FFF2-40B4-BE49-F238E27FC236}">
                <a16:creationId xmlns:a16="http://schemas.microsoft.com/office/drawing/2014/main" id="{ADBAB0CD-49AA-B1DD-30EA-BDF8C7BEF7D1}"/>
              </a:ext>
            </a:extLst>
          </p:cNvPr>
          <p:cNvGrpSpPr/>
          <p:nvPr/>
        </p:nvGrpSpPr>
        <p:grpSpPr>
          <a:xfrm>
            <a:off x="1412622" y="3910261"/>
            <a:ext cx="799088" cy="914400"/>
            <a:chOff x="6810209" y="-574902"/>
            <a:chExt cx="427482" cy="504597"/>
          </a:xfrm>
          <a:noFill/>
        </p:grpSpPr>
        <p:sp>
          <p:nvSpPr>
            <p:cNvPr id="55" name="Freeform: Shape 54">
              <a:extLst>
                <a:ext uri="{FF2B5EF4-FFF2-40B4-BE49-F238E27FC236}">
                  <a16:creationId xmlns:a16="http://schemas.microsoft.com/office/drawing/2014/main" id="{A119DB8E-DB7E-041A-A5B0-0DD94AE150AA}"/>
                </a:ext>
              </a:extLst>
            </p:cNvPr>
            <p:cNvSpPr/>
            <p:nvPr/>
          </p:nvSpPr>
          <p:spPr>
            <a:xfrm>
              <a:off x="7007831" y="-314993"/>
              <a:ext cx="229860" cy="244688"/>
            </a:xfrm>
            <a:custGeom>
              <a:avLst/>
              <a:gdLst>
                <a:gd name="connsiteX0" fmla="*/ 173083 w 295275"/>
                <a:gd name="connsiteY0" fmla="*/ 239758 h 314325"/>
                <a:gd name="connsiteX1" fmla="*/ 56878 w 295275"/>
                <a:gd name="connsiteY1" fmla="*/ 123553 h 314325"/>
                <a:gd name="connsiteX2" fmla="*/ 173083 w 295275"/>
                <a:gd name="connsiteY2" fmla="*/ 7348 h 314325"/>
                <a:gd name="connsiteX3" fmla="*/ 289288 w 295275"/>
                <a:gd name="connsiteY3" fmla="*/ 123553 h 314325"/>
                <a:gd name="connsiteX4" fmla="*/ 173083 w 295275"/>
                <a:gd name="connsiteY4" fmla="*/ 239758 h 314325"/>
                <a:gd name="connsiteX5" fmla="*/ 96883 w 295275"/>
                <a:gd name="connsiteY5" fmla="*/ 212136 h 314325"/>
                <a:gd name="connsiteX6" fmla="*/ 7348 w 295275"/>
                <a:gd name="connsiteY6" fmla="*/ 313101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275" h="314325">
                  <a:moveTo>
                    <a:pt x="173083" y="239758"/>
                  </a:moveTo>
                  <a:cubicBezTo>
                    <a:pt x="109266" y="239758"/>
                    <a:pt x="56878" y="187371"/>
                    <a:pt x="56878" y="123553"/>
                  </a:cubicBezTo>
                  <a:cubicBezTo>
                    <a:pt x="56878" y="59736"/>
                    <a:pt x="108313" y="7348"/>
                    <a:pt x="173083" y="7348"/>
                  </a:cubicBezTo>
                  <a:cubicBezTo>
                    <a:pt x="236900" y="7348"/>
                    <a:pt x="289288" y="59736"/>
                    <a:pt x="289288" y="123553"/>
                  </a:cubicBezTo>
                  <a:cubicBezTo>
                    <a:pt x="289288" y="187371"/>
                    <a:pt x="236900" y="239758"/>
                    <a:pt x="173083" y="239758"/>
                  </a:cubicBezTo>
                  <a:close/>
                  <a:moveTo>
                    <a:pt x="96883" y="212136"/>
                  </a:moveTo>
                  <a:lnTo>
                    <a:pt x="7348" y="313101"/>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sp>
          <p:nvSpPr>
            <p:cNvPr id="56" name="Freeform: Shape 55">
              <a:extLst>
                <a:ext uri="{FF2B5EF4-FFF2-40B4-BE49-F238E27FC236}">
                  <a16:creationId xmlns:a16="http://schemas.microsoft.com/office/drawing/2014/main" id="{C645482F-6095-6534-BA4D-77169786668B}"/>
                </a:ext>
              </a:extLst>
            </p:cNvPr>
            <p:cNvSpPr/>
            <p:nvPr/>
          </p:nvSpPr>
          <p:spPr>
            <a:xfrm flipV="1">
              <a:off x="6810209" y="-574902"/>
              <a:ext cx="294997" cy="294996"/>
            </a:xfrm>
            <a:custGeom>
              <a:avLst/>
              <a:gdLst>
                <a:gd name="connsiteX0" fmla="*/ 7355 w 247650"/>
                <a:gd name="connsiteY0" fmla="*/ 7355 h 247650"/>
                <a:gd name="connsiteX1" fmla="*/ 7355 w 247650"/>
                <a:gd name="connsiteY1" fmla="*/ 235955 h 247650"/>
                <a:gd name="connsiteX2" fmla="*/ 14975 w 247650"/>
                <a:gd name="connsiteY2" fmla="*/ 243575 h 247650"/>
                <a:gd name="connsiteX3" fmla="*/ 245480 w 247650"/>
                <a:gd name="connsiteY3" fmla="*/ 243575 h 247650"/>
              </a:gdLst>
              <a:ahLst/>
              <a:cxnLst>
                <a:cxn ang="0">
                  <a:pos x="connsiteX0" y="connsiteY0"/>
                </a:cxn>
                <a:cxn ang="0">
                  <a:pos x="connsiteX1" y="connsiteY1"/>
                </a:cxn>
                <a:cxn ang="0">
                  <a:pos x="connsiteX2" y="connsiteY2"/>
                </a:cxn>
                <a:cxn ang="0">
                  <a:pos x="connsiteX3" y="connsiteY3"/>
                </a:cxn>
              </a:cxnLst>
              <a:rect l="l" t="t" r="r" b="b"/>
              <a:pathLst>
                <a:path w="247650" h="247650">
                  <a:moveTo>
                    <a:pt x="7355" y="7355"/>
                  </a:moveTo>
                  <a:lnTo>
                    <a:pt x="7355" y="235955"/>
                  </a:lnTo>
                  <a:cubicBezTo>
                    <a:pt x="7355" y="240718"/>
                    <a:pt x="11165" y="243575"/>
                    <a:pt x="14975" y="243575"/>
                  </a:cubicBezTo>
                  <a:lnTo>
                    <a:pt x="245480" y="24357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sp>
          <p:nvSpPr>
            <p:cNvPr id="57" name="Freeform: Shape 56">
              <a:extLst>
                <a:ext uri="{FF2B5EF4-FFF2-40B4-BE49-F238E27FC236}">
                  <a16:creationId xmlns:a16="http://schemas.microsoft.com/office/drawing/2014/main" id="{71AC7740-3720-4CA4-9E35-D443C834EAF7}"/>
                </a:ext>
              </a:extLst>
            </p:cNvPr>
            <p:cNvSpPr/>
            <p:nvPr/>
          </p:nvSpPr>
          <p:spPr>
            <a:xfrm>
              <a:off x="6993903" y="-402523"/>
              <a:ext cx="11346" cy="113460"/>
            </a:xfrm>
            <a:custGeom>
              <a:avLst/>
              <a:gdLst>
                <a:gd name="connsiteX0" fmla="*/ 7355 w 9525"/>
                <a:gd name="connsiteY0" fmla="*/ 7355 h 95250"/>
                <a:gd name="connsiteX1" fmla="*/ 7355 w 9525"/>
                <a:gd name="connsiteY1" fmla="*/ 92128 h 95250"/>
              </a:gdLst>
              <a:ahLst/>
              <a:cxnLst>
                <a:cxn ang="0">
                  <a:pos x="connsiteX0" y="connsiteY0"/>
                </a:cxn>
                <a:cxn ang="0">
                  <a:pos x="connsiteX1" y="connsiteY1"/>
                </a:cxn>
              </a:cxnLst>
              <a:rect l="l" t="t" r="r" b="b"/>
              <a:pathLst>
                <a:path w="9525" h="95250">
                  <a:moveTo>
                    <a:pt x="7355" y="7355"/>
                  </a:moveTo>
                  <a:lnTo>
                    <a:pt x="7355" y="92128"/>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sp>
          <p:nvSpPr>
            <p:cNvPr id="58" name="Freeform: Shape 57">
              <a:extLst>
                <a:ext uri="{FF2B5EF4-FFF2-40B4-BE49-F238E27FC236}">
                  <a16:creationId xmlns:a16="http://schemas.microsoft.com/office/drawing/2014/main" id="{FCC26B00-38E3-CCCA-4AA8-AB8A203ED171}"/>
                </a:ext>
              </a:extLst>
            </p:cNvPr>
            <p:cNvSpPr/>
            <p:nvPr/>
          </p:nvSpPr>
          <p:spPr>
            <a:xfrm rot="5400000">
              <a:off x="6893848"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sp>
          <p:nvSpPr>
            <p:cNvPr id="59" name="Freeform: Shape 58">
              <a:extLst>
                <a:ext uri="{FF2B5EF4-FFF2-40B4-BE49-F238E27FC236}">
                  <a16:creationId xmlns:a16="http://schemas.microsoft.com/office/drawing/2014/main" id="{CE023C19-2053-3C3A-C7D4-A6EF9D90B607}"/>
                </a:ext>
              </a:extLst>
            </p:cNvPr>
            <p:cNvSpPr/>
            <p:nvPr/>
          </p:nvSpPr>
          <p:spPr>
            <a:xfrm rot="5400000">
              <a:off x="7013863"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sp>
          <p:nvSpPr>
            <p:cNvPr id="60" name="Freeform: Shape 59">
              <a:extLst>
                <a:ext uri="{FF2B5EF4-FFF2-40B4-BE49-F238E27FC236}">
                  <a16:creationId xmlns:a16="http://schemas.microsoft.com/office/drawing/2014/main" id="{2F2CB0DC-4714-BEA5-7F06-A971F8A39342}"/>
                </a:ext>
              </a:extLst>
            </p:cNvPr>
            <p:cNvSpPr/>
            <p:nvPr/>
          </p:nvSpPr>
          <p:spPr>
            <a:xfrm>
              <a:off x="6884777" y="-503285"/>
              <a:ext cx="318825" cy="289324"/>
            </a:xfrm>
            <a:custGeom>
              <a:avLst/>
              <a:gdLst>
                <a:gd name="connsiteX0" fmla="*/ 0 w 318825"/>
                <a:gd name="connsiteY0" fmla="*/ 0 h 289324"/>
                <a:gd name="connsiteX1" fmla="*/ 318825 w 318825"/>
                <a:gd name="connsiteY1" fmla="*/ 0 h 289324"/>
                <a:gd name="connsiteX2" fmla="*/ 318825 w 318825"/>
                <a:gd name="connsiteY2" fmla="*/ 218701 h 289324"/>
                <a:gd name="connsiteX3" fmla="*/ 292886 w 318825"/>
                <a:gd name="connsiteY3" fmla="*/ 201160 h 289324"/>
                <a:gd name="connsiteX4" fmla="*/ 257793 w 318825"/>
                <a:gd name="connsiteY4" fmla="*/ 194012 h 289324"/>
                <a:gd name="connsiteX5" fmla="*/ 167332 w 318825"/>
                <a:gd name="connsiteY5" fmla="*/ 284472 h 289324"/>
                <a:gd name="connsiteX6" fmla="*/ 168321 w 318825"/>
                <a:gd name="connsiteY6" fmla="*/ 289324 h 289324"/>
                <a:gd name="connsiteX7" fmla="*/ 0 w 318825"/>
                <a:gd name="connsiteY7" fmla="*/ 289324 h 289324"/>
                <a:gd name="connsiteX8" fmla="*/ 0 w 318825"/>
                <a:gd name="connsiteY8" fmla="*/ 0 h 28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25" h="289324">
                  <a:moveTo>
                    <a:pt x="0" y="0"/>
                  </a:moveTo>
                  <a:lnTo>
                    <a:pt x="318825" y="0"/>
                  </a:lnTo>
                  <a:lnTo>
                    <a:pt x="318825" y="218701"/>
                  </a:lnTo>
                  <a:lnTo>
                    <a:pt x="292886" y="201160"/>
                  </a:lnTo>
                  <a:cubicBezTo>
                    <a:pt x="282077" y="196561"/>
                    <a:pt x="270213" y="194012"/>
                    <a:pt x="257793" y="194012"/>
                  </a:cubicBezTo>
                  <a:cubicBezTo>
                    <a:pt x="207372" y="194012"/>
                    <a:pt x="167332" y="234794"/>
                    <a:pt x="167332" y="284472"/>
                  </a:cubicBezTo>
                  <a:lnTo>
                    <a:pt x="168321" y="289324"/>
                  </a:lnTo>
                  <a:lnTo>
                    <a:pt x="0" y="289324"/>
                  </a:lnTo>
                  <a:lnTo>
                    <a:pt x="0" y="0"/>
                  </a:lnTo>
                  <a:close/>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effectLst/>
                <a:uLnTx/>
                <a:uFillTx/>
                <a:latin typeface="Segoe UI"/>
                <a:ea typeface="+mn-ea"/>
                <a:cs typeface="+mn-cs"/>
              </a:endParaRPr>
            </a:p>
          </p:txBody>
        </p:sp>
      </p:grpSp>
      <p:sp>
        <p:nvSpPr>
          <p:cNvPr id="63" name="Send" title="Icon of a paper airplane">
            <a:extLst>
              <a:ext uri="{FF2B5EF4-FFF2-40B4-BE49-F238E27FC236}">
                <a16:creationId xmlns:a16="http://schemas.microsoft.com/office/drawing/2014/main" id="{47D56F0C-6142-D2FB-470F-3F28D44C4A79}"/>
              </a:ext>
            </a:extLst>
          </p:cNvPr>
          <p:cNvSpPr>
            <a:spLocks noChangeAspect="1" noEditPoints="1"/>
          </p:cNvSpPr>
          <p:nvPr/>
        </p:nvSpPr>
        <p:spPr bwMode="auto">
          <a:xfrm>
            <a:off x="6294134" y="3989876"/>
            <a:ext cx="1359981" cy="909918"/>
          </a:xfrm>
          <a:custGeom>
            <a:avLst/>
            <a:gdLst>
              <a:gd name="T0" fmla="*/ 44 w 556"/>
              <a:gd name="T1" fmla="*/ 14 h 372"/>
              <a:gd name="T2" fmla="*/ 556 w 556"/>
              <a:gd name="T3" fmla="*/ 187 h 372"/>
              <a:gd name="T4" fmla="*/ 0 w 556"/>
              <a:gd name="T5" fmla="*/ 372 h 372"/>
              <a:gd name="T6" fmla="*/ 64 w 556"/>
              <a:gd name="T7" fmla="*/ 187 h 372"/>
              <a:gd name="T8" fmla="*/ 14 w 556"/>
              <a:gd name="T9" fmla="*/ 43 h 372"/>
              <a:gd name="T10" fmla="*/ 14 w 556"/>
              <a:gd name="T11" fmla="*/ 43 h 372"/>
              <a:gd name="T12" fmla="*/ 0 w 556"/>
              <a:gd name="T13" fmla="*/ 0 h 372"/>
              <a:gd name="T14" fmla="*/ 44 w 556"/>
              <a:gd name="T15" fmla="*/ 14 h 372"/>
              <a:gd name="T16" fmla="*/ 64 w 556"/>
              <a:gd name="T17" fmla="*/ 187 h 372"/>
              <a:gd name="T18" fmla="*/ 556 w 556"/>
              <a:gd name="T19" fmla="*/ 187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6" h="372">
                <a:moveTo>
                  <a:pt x="44" y="14"/>
                </a:moveTo>
                <a:lnTo>
                  <a:pt x="556" y="187"/>
                </a:lnTo>
                <a:lnTo>
                  <a:pt x="0" y="372"/>
                </a:lnTo>
                <a:lnTo>
                  <a:pt x="64" y="187"/>
                </a:lnTo>
                <a:lnTo>
                  <a:pt x="14" y="43"/>
                </a:lnTo>
                <a:moveTo>
                  <a:pt x="14" y="43"/>
                </a:moveTo>
                <a:lnTo>
                  <a:pt x="0" y="0"/>
                </a:lnTo>
                <a:lnTo>
                  <a:pt x="44" y="14"/>
                </a:lnTo>
                <a:moveTo>
                  <a:pt x="64" y="187"/>
                </a:moveTo>
                <a:lnTo>
                  <a:pt x="556" y="187"/>
                </a:ln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effectLst/>
              <a:uLnTx/>
              <a:uFillTx/>
              <a:latin typeface="Segoe UI"/>
              <a:ea typeface="+mn-ea"/>
              <a:cs typeface="+mn-cs"/>
            </a:endParaRPr>
          </a:p>
        </p:txBody>
      </p:sp>
      <p:sp>
        <p:nvSpPr>
          <p:cNvPr id="75" name="list_4" title="Icon of a checklist">
            <a:extLst>
              <a:ext uri="{FF2B5EF4-FFF2-40B4-BE49-F238E27FC236}">
                <a16:creationId xmlns:a16="http://schemas.microsoft.com/office/drawing/2014/main" id="{C49FA328-8246-F0CE-797C-F75FC52521CB}"/>
              </a:ext>
            </a:extLst>
          </p:cNvPr>
          <p:cNvSpPr>
            <a:spLocks noChangeAspect="1" noEditPoints="1"/>
          </p:cNvSpPr>
          <p:nvPr/>
        </p:nvSpPr>
        <p:spPr bwMode="auto">
          <a:xfrm>
            <a:off x="3664060" y="4150350"/>
            <a:ext cx="1177724" cy="914399"/>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sq">
            <a:solidFill>
              <a:schemeClr val="tx1"/>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defTabSz="91404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sp>
        <p:nvSpPr>
          <p:cNvPr id="86" name="speedometer_2" title="Icon of a spedometer showing fast speed">
            <a:extLst>
              <a:ext uri="{FF2B5EF4-FFF2-40B4-BE49-F238E27FC236}">
                <a16:creationId xmlns:a16="http://schemas.microsoft.com/office/drawing/2014/main" id="{FB7BFF23-E596-75A3-7318-0CD55BBFCC9C}"/>
              </a:ext>
            </a:extLst>
          </p:cNvPr>
          <p:cNvSpPr>
            <a:spLocks noChangeAspect="1" noEditPoints="1"/>
          </p:cNvSpPr>
          <p:nvPr/>
        </p:nvSpPr>
        <p:spPr bwMode="auto">
          <a:xfrm>
            <a:off x="9350803" y="3927094"/>
            <a:ext cx="908315" cy="908315"/>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pic>
        <p:nvPicPr>
          <p:cNvPr id="5" name="Picture 4" descr="A close up of a logo&#10;&#10;Description automatically generated">
            <a:extLst>
              <a:ext uri="{FF2B5EF4-FFF2-40B4-BE49-F238E27FC236}">
                <a16:creationId xmlns:a16="http://schemas.microsoft.com/office/drawing/2014/main" id="{C043B096-32D7-1D4C-A32B-81D37CEC28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3550527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63"/>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52"/>
                                        </p:tgtEl>
                                        <p:attrNameLst>
                                          <p:attrName>r</p:attrName>
                                        </p:attrNameLst>
                                      </p:cBhvr>
                                    </p:animRot>
                                  </p:childTnLst>
                                </p:cTn>
                              </p:par>
                            </p:childTnLst>
                          </p:cTn>
                        </p:par>
                        <p:par>
                          <p:cTn id="9" fill="hold">
                            <p:stCondLst>
                              <p:cond delay="2000"/>
                            </p:stCondLst>
                            <p:childTnLst>
                              <p:par>
                                <p:cTn id="10" presetID="22" presetClass="entr" presetSubtype="4" fill="hold" nodeType="afterEffect">
                                  <p:stCondLst>
                                    <p:cond delay="1000"/>
                                  </p:stCondLst>
                                  <p:childTnLst>
                                    <p:set>
                                      <p:cBhvr>
                                        <p:cTn id="11" dur="1" fill="hold">
                                          <p:stCondLst>
                                            <p:cond delay="0"/>
                                          </p:stCondLst>
                                        </p:cTn>
                                        <p:tgtEl>
                                          <p:spTgt spid="54"/>
                                        </p:tgtEl>
                                        <p:attrNameLst>
                                          <p:attrName>style.visibility</p:attrName>
                                        </p:attrNameLst>
                                      </p:cBhvr>
                                      <p:to>
                                        <p:strVal val="visible"/>
                                      </p:to>
                                    </p:set>
                                    <p:animEffect transition="in" filter="wipe(down)">
                                      <p:cBhvr>
                                        <p:cTn id="12" dur="500"/>
                                        <p:tgtEl>
                                          <p:spTgt spid="5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down)">
                                      <p:cBhvr>
                                        <p:cTn id="15" dur="500"/>
                                        <p:tgtEl>
                                          <p:spTgt spid="50"/>
                                        </p:tgtEl>
                                      </p:cBhvr>
                                    </p:animEffect>
                                  </p:childTnLst>
                                </p:cTn>
                              </p:par>
                            </p:childTnLst>
                          </p:cTn>
                        </p:par>
                        <p:par>
                          <p:cTn id="16" fill="hold">
                            <p:stCondLst>
                              <p:cond delay="3500"/>
                            </p:stCondLst>
                            <p:childTnLst>
                              <p:par>
                                <p:cTn id="17" presetID="22" presetClass="entr" presetSubtype="4"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down)">
                                      <p:cBhvr>
                                        <p:cTn id="19" dur="500"/>
                                        <p:tgtEl>
                                          <p:spTgt spid="7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500"/>
                                        <p:tgtEl>
                                          <p:spTgt spid="51"/>
                                        </p:tgtEl>
                                      </p:cBhvr>
                                    </p:animEffect>
                                  </p:childTnLst>
                                </p:cTn>
                              </p:par>
                            </p:childTnLst>
                          </p:cTn>
                        </p:par>
                        <p:par>
                          <p:cTn id="23" fill="hold">
                            <p:stCondLst>
                              <p:cond delay="4000"/>
                            </p:stCondLst>
                            <p:childTnLst>
                              <p:par>
                                <p:cTn id="24" presetID="22" presetClass="entr" presetSubtype="4"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down)">
                                      <p:cBhvr>
                                        <p:cTn id="26" dur="500"/>
                                        <p:tgtEl>
                                          <p:spTgt spid="8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wipe(down)">
                                      <p:cBhvr>
                                        <p:cTn id="2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63" grpId="0" animBg="1"/>
      <p:bldP spid="75" grpId="0" animBg="1"/>
      <p:bldP spid="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17446"/>
            <a:ext cx="11304865" cy="397545"/>
          </a:xfrm>
        </p:spPr>
        <p:txBody>
          <a:bodyPr vert="horz" wrap="square" lIns="0" tIns="91440" rIns="146304" bIns="91440" rtlCol="0" anchor="ctr">
            <a:noAutofit/>
          </a:bodyPr>
          <a:lstStyle/>
          <a:p>
            <a:pPr>
              <a:lnSpc>
                <a:spcPct val="90000"/>
              </a:lnSpc>
            </a:pPr>
            <a:r>
              <a:rPr lang="en-US" sz="3200">
                <a:solidFill>
                  <a:schemeClr val="tx2">
                    <a:lumMod val="50000"/>
                  </a:schemeClr>
                </a:solidFill>
              </a:rPr>
              <a:t>Assessment Summary</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242028" y="2135859"/>
            <a:ext cx="5583602" cy="0"/>
          </a:xfrm>
          <a:prstGeom prst="line">
            <a:avLst/>
          </a:prstGeom>
          <a:noFill/>
          <a:ln w="28575" cap="flat" cmpd="sng" algn="ctr">
            <a:solidFill>
              <a:srgbClr val="75757A">
                <a:lumMod val="40000"/>
                <a:lumOff val="60000"/>
              </a:srgbClr>
            </a:solidFill>
            <a:prstDash val="solid"/>
            <a:miter lim="800000"/>
          </a:ln>
          <a:effectLst/>
        </p:spPr>
      </p:cxnSp>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39408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GB" sz="1961"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Azure Migrate tool used to discover</a:t>
            </a:r>
          </a:p>
        </p:txBody>
      </p:sp>
      <p:graphicFrame>
        <p:nvGraphicFramePr>
          <p:cNvPr id="4" name="Table 3">
            <a:extLst>
              <a:ext uri="{FF2B5EF4-FFF2-40B4-BE49-F238E27FC236}">
                <a16:creationId xmlns:a16="http://schemas.microsoft.com/office/drawing/2014/main" id="{69A6ED7E-1220-8327-6E72-6D1A5A82FD73}"/>
              </a:ext>
            </a:extLst>
          </p:cNvPr>
          <p:cNvGraphicFramePr>
            <a:graphicFrameLocks noGrp="1"/>
          </p:cNvGraphicFramePr>
          <p:nvPr>
            <p:extLst>
              <p:ext uri="{D42A27DB-BD31-4B8C-83A1-F6EECF244321}">
                <p14:modId xmlns:p14="http://schemas.microsoft.com/office/powerpoint/2010/main" val="2177766351"/>
              </p:ext>
            </p:extLst>
          </p:nvPr>
        </p:nvGraphicFramePr>
        <p:xfrm>
          <a:off x="242028" y="2530801"/>
          <a:ext cx="5733122" cy="3605276"/>
        </p:xfrm>
        <a:graphic>
          <a:graphicData uri="http://schemas.openxmlformats.org/drawingml/2006/table">
            <a:tbl>
              <a:tblPr bandRow="1"/>
              <a:tblGrid>
                <a:gridCol w="2866942">
                  <a:extLst>
                    <a:ext uri="{9D8B030D-6E8A-4147-A177-3AD203B41FA5}">
                      <a16:colId xmlns:a16="http://schemas.microsoft.com/office/drawing/2014/main" val="2548131413"/>
                    </a:ext>
                  </a:extLst>
                </a:gridCol>
                <a:gridCol w="2866180">
                  <a:extLst>
                    <a:ext uri="{9D8B030D-6E8A-4147-A177-3AD203B41FA5}">
                      <a16:colId xmlns:a16="http://schemas.microsoft.com/office/drawing/2014/main" val="3318896320"/>
                    </a:ext>
                  </a:extLst>
                </a:gridCol>
              </a:tblGrid>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Customer Name</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Abu Dhabi Fund for Development</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73417978"/>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No. of Sites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1</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23627583"/>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Site Location</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UAE</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094448234"/>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No. of Machines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53</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86892627"/>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1"/>
                      <a:r>
                        <a:rPr lang="en-GB"/>
                        <a:t>Environment Groups</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0"/>
                      <a:r>
                        <a:rPr lang="en-GB"/>
                        <a:t>1</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637819521"/>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1"/>
                      <a:r>
                        <a:rPr lang="en-GB"/>
                        <a:t>Windows Machines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0"/>
                      <a:r>
                        <a:rPr lang="en-GB"/>
                        <a:t>47</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5332766"/>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1"/>
                      <a:r>
                        <a:rPr lang="en-GB"/>
                        <a:t>Linux Machines</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pPr lvl="0"/>
                      <a:r>
                        <a:rPr lang="en-GB"/>
                        <a:t>6</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448731374"/>
                  </a:ext>
                </a:extLst>
              </a:tr>
              <a:tr h="370840">
                <a:tc>
                  <a:txBody>
                    <a:bodyPr/>
                    <a:lstStyle/>
                    <a:p>
                      <a:r>
                        <a:rPr lang="en-US"/>
                        <a:t>SQL Servers</a:t>
                      </a:r>
                      <a:endParaRPr lang="en-GB"/>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tc>
                  <a:txBody>
                    <a:bodyPr/>
                    <a:lstStyle/>
                    <a:p>
                      <a:r>
                        <a:rPr lang="en-US"/>
                        <a:t>4</a:t>
                      </a:r>
                      <a:endParaRPr lang="en-GB"/>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435104982"/>
                  </a:ext>
                </a:extLst>
              </a:tr>
              <a:tr h="370840">
                <a:tc>
                  <a:txBody>
                    <a:bodyPr/>
                    <a:lstStyle/>
                    <a:p>
                      <a:r>
                        <a:rPr lang="en-US">
                          <a:solidFill>
                            <a:srgbClr val="FF0000"/>
                          </a:solidFill>
                        </a:rPr>
                        <a:t>*</a:t>
                      </a:r>
                      <a:r>
                        <a:rPr lang="en-US"/>
                        <a:t> Not part of migration</a:t>
                      </a:r>
                      <a:endParaRPr lang="en-GB"/>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tc>
                  <a:txBody>
                    <a:bodyPr/>
                    <a:lstStyle/>
                    <a:p>
                      <a:r>
                        <a:rPr lang="en-US"/>
                        <a:t>133</a:t>
                      </a:r>
                      <a:endParaRPr lang="en-GB"/>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3515616669"/>
                  </a:ext>
                </a:extLst>
              </a:tr>
            </a:tbl>
          </a:graphicData>
        </a:graphic>
      </p:graphicFrame>
      <p:pic>
        <p:nvPicPr>
          <p:cNvPr id="34" name="Picture 33" descr="A close up of a logo&#10;&#10;Description automatically generated">
            <a:extLst>
              <a:ext uri="{FF2B5EF4-FFF2-40B4-BE49-F238E27FC236}">
                <a16:creationId xmlns:a16="http://schemas.microsoft.com/office/drawing/2014/main" id="{480AC355-1C69-771F-9FEA-A021238A40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pic>
        <p:nvPicPr>
          <p:cNvPr id="1028" name="Picture 4" descr="A logo of a company&#10;&#10;Description automatically generated">
            <a:extLst>
              <a:ext uri="{FF2B5EF4-FFF2-40B4-BE49-F238E27FC236}">
                <a16:creationId xmlns:a16="http://schemas.microsoft.com/office/drawing/2014/main" id="{9E02C404-5DA2-A357-1BDD-FF490581FC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1674" y="2491328"/>
            <a:ext cx="4913277" cy="23291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20BCF21-81A7-2B0A-D0F3-48839DA14189}"/>
              </a:ext>
            </a:extLst>
          </p:cNvPr>
          <p:cNvSpPr txBox="1"/>
          <p:nvPr/>
        </p:nvSpPr>
        <p:spPr>
          <a:xfrm>
            <a:off x="2363270" y="6137196"/>
            <a:ext cx="3611880" cy="607089"/>
          </a:xfrm>
          <a:prstGeom prst="rect">
            <a:avLst/>
          </a:prstGeom>
          <a:noFill/>
        </p:spPr>
        <p:txBody>
          <a:bodyPr wrap="square" lIns="182880" tIns="146304" rIns="182880" bIns="146304" rtlCol="0">
            <a:spAutoFit/>
          </a:bodyPr>
          <a:lstStyle/>
          <a:p>
            <a:pPr>
              <a:lnSpc>
                <a:spcPct val="90000"/>
              </a:lnSpc>
              <a:spcAft>
                <a:spcPts val="600"/>
              </a:spcAft>
            </a:pPr>
            <a:r>
              <a:rPr lang="en-US" sz="1200">
                <a:solidFill>
                  <a:srgbClr val="FF0000"/>
                </a:solidFill>
              </a:rPr>
              <a:t>*</a:t>
            </a:r>
            <a:r>
              <a:rPr lang="en-US" sz="1050">
                <a:gradFill>
                  <a:gsLst>
                    <a:gs pos="2917">
                      <a:schemeClr val="tx1"/>
                    </a:gs>
                    <a:gs pos="30000">
                      <a:schemeClr val="tx1"/>
                    </a:gs>
                  </a:gsLst>
                  <a:lin ang="5400000" scaled="0"/>
                </a:gradFill>
              </a:rPr>
              <a:t> Windows 10, Servers planned for Decommission and not part of Cloud migration</a:t>
            </a:r>
            <a:endParaRPr lang="en-GB" sz="105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93830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864608" y="1086628"/>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a:ln>
                  <a:noFill/>
                </a:ln>
                <a:solidFill>
                  <a:srgbClr val="0078D4"/>
                </a:solidFill>
                <a:effectLst/>
                <a:uLnTx/>
                <a:uFillTx/>
                <a:latin typeface="Segoe UI Semibold"/>
                <a:ea typeface="+mj-ea"/>
                <a:cs typeface="+mj-cs"/>
              </a:rPr>
              <a:t>Overall Analysis</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726438"/>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Operating System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885944" y="288405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870704" y="343814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70704" y="4029828"/>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25" name="TextBox 24">
            <a:extLst>
              <a:ext uri="{FF2B5EF4-FFF2-40B4-BE49-F238E27FC236}">
                <a16:creationId xmlns:a16="http://schemas.microsoft.com/office/drawing/2014/main" id="{24D492DC-C603-0607-454A-0C1B9266B2A2}"/>
              </a:ext>
            </a:extLst>
          </p:cNvPr>
          <p:cNvSpPr txBox="1"/>
          <p:nvPr/>
        </p:nvSpPr>
        <p:spPr>
          <a:xfrm>
            <a:off x="4227323" y="4534776"/>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Performance Analysis</a:t>
            </a:r>
          </a:p>
        </p:txBody>
      </p:sp>
      <p:grpSp>
        <p:nvGrpSpPr>
          <p:cNvPr id="26" name="Group 25">
            <a:extLst>
              <a:ext uri="{FF2B5EF4-FFF2-40B4-BE49-F238E27FC236}">
                <a16:creationId xmlns:a16="http://schemas.microsoft.com/office/drawing/2014/main" id="{5F93D784-C797-2239-DAC6-51F36300680E}"/>
              </a:ext>
            </a:extLst>
          </p:cNvPr>
          <p:cNvGrpSpPr/>
          <p:nvPr/>
        </p:nvGrpSpPr>
        <p:grpSpPr>
          <a:xfrm>
            <a:off x="3885944" y="4666860"/>
            <a:ext cx="268851" cy="268851"/>
            <a:chOff x="2563584" y="1853725"/>
            <a:chExt cx="411480" cy="411480"/>
          </a:xfrm>
          <a:effectLst/>
        </p:grpSpPr>
        <p:sp>
          <p:nvSpPr>
            <p:cNvPr id="27" name="Oval 26">
              <a:extLst>
                <a:ext uri="{FF2B5EF4-FFF2-40B4-BE49-F238E27FC236}">
                  <a16:creationId xmlns:a16="http://schemas.microsoft.com/office/drawing/2014/main" id="{D6BBF5E9-FE17-C21C-4F1C-305FCDB60A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8" name="Group 27">
              <a:extLst>
                <a:ext uri="{FF2B5EF4-FFF2-40B4-BE49-F238E27FC236}">
                  <a16:creationId xmlns:a16="http://schemas.microsoft.com/office/drawing/2014/main" id="{99BAF12C-8ED9-0B2B-3A3F-C767C44FB155}"/>
                </a:ext>
              </a:extLst>
            </p:cNvPr>
            <p:cNvGrpSpPr/>
            <p:nvPr/>
          </p:nvGrpSpPr>
          <p:grpSpPr>
            <a:xfrm>
              <a:off x="2674336" y="1992357"/>
              <a:ext cx="189980" cy="134218"/>
              <a:chOff x="6001010" y="3000875"/>
              <a:chExt cx="189980" cy="134218"/>
            </a:xfrm>
            <a:solidFill>
              <a:srgbClr val="FFFFFF"/>
            </a:solidFill>
          </p:grpSpPr>
          <p:cxnSp>
            <p:nvCxnSpPr>
              <p:cNvPr id="29" name="Straight Connector 28">
                <a:extLst>
                  <a:ext uri="{FF2B5EF4-FFF2-40B4-BE49-F238E27FC236}">
                    <a16:creationId xmlns:a16="http://schemas.microsoft.com/office/drawing/2014/main" id="{AC485667-2D62-9D21-128A-9EC12CE2EC47}"/>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30" name="L-Shape 29">
                <a:extLst>
                  <a:ext uri="{FF2B5EF4-FFF2-40B4-BE49-F238E27FC236}">
                    <a16:creationId xmlns:a16="http://schemas.microsoft.com/office/drawing/2014/main" id="{17C8198A-2959-31E9-C49C-46F137174D28}"/>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2" name="TextBox 1">
            <a:extLst>
              <a:ext uri="{FF2B5EF4-FFF2-40B4-BE49-F238E27FC236}">
                <a16:creationId xmlns:a16="http://schemas.microsoft.com/office/drawing/2014/main" id="{CF7B91DE-96CC-573D-F411-4BC51BF7E64C}"/>
              </a:ext>
            </a:extLst>
          </p:cNvPr>
          <p:cNvSpPr txBox="1"/>
          <p:nvPr/>
        </p:nvSpPr>
        <p:spPr>
          <a:xfrm>
            <a:off x="4211918" y="33284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Windows Support Analysis  </a:t>
            </a:r>
          </a:p>
        </p:txBody>
      </p:sp>
      <p:sp>
        <p:nvSpPr>
          <p:cNvPr id="4" name="TextBox 3">
            <a:extLst>
              <a:ext uri="{FF2B5EF4-FFF2-40B4-BE49-F238E27FC236}">
                <a16:creationId xmlns:a16="http://schemas.microsoft.com/office/drawing/2014/main" id="{177402D2-7099-ED32-FE56-696A5D37277D}"/>
              </a:ext>
            </a:extLst>
          </p:cNvPr>
          <p:cNvSpPr txBox="1"/>
          <p:nvPr/>
        </p:nvSpPr>
        <p:spPr>
          <a:xfrm>
            <a:off x="4242562" y="3927825"/>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82828"/>
                </a:solidFill>
                <a:effectLst/>
                <a:uLnTx/>
                <a:uFillTx/>
                <a:latin typeface="Segoe UI Semibold"/>
                <a:ea typeface="+mn-ea"/>
                <a:cs typeface="+mn-cs"/>
              </a:rPr>
              <a:t>Readiness Information</a:t>
            </a:r>
          </a:p>
        </p:txBody>
      </p:sp>
      <p:pic>
        <p:nvPicPr>
          <p:cNvPr id="5" name="Picture 4" descr="A close up of a logo&#10;&#10;Description automatically generated">
            <a:extLst>
              <a:ext uri="{FF2B5EF4-FFF2-40B4-BE49-F238E27FC236}">
                <a16:creationId xmlns:a16="http://schemas.microsoft.com/office/drawing/2014/main" id="{E79D33FF-29BA-824A-221D-2D4A40047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107126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a:solidFill>
                  <a:schemeClr val="tx2">
                    <a:lumMod val="50000"/>
                  </a:schemeClr>
                </a:solidFill>
              </a:rPr>
              <a:t>VM Operating System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258849" y="2573435"/>
            <a:ext cx="5583601"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91473" y="1373106"/>
            <a:ext cx="5450977" cy="1200329"/>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8</a:t>
            </a:r>
            <a:r>
              <a:rPr lang="en-US" spc="-49">
                <a:solidFill>
                  <a:srgbClr val="0078D3"/>
                </a:solidFill>
                <a:latin typeface="Segoe UI Semibold"/>
                <a:cs typeface="Segoe UI" panose="020B0502040204020203" pitchFamily="34" charset="0"/>
              </a:rPr>
              <a:t>9</a:t>
            </a:r>
            <a:r>
              <a:rPr kumimoji="0" lang="en-US"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 of the machines are running with different versions of MWS OS </a:t>
            </a:r>
            <a:r>
              <a:rPr kumimoji="0" lang="en-US" sz="1400"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(Microsoft Windows Server)</a:t>
            </a:r>
            <a:r>
              <a:rPr kumimoji="0" lang="en-US"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 and the rest are running Linux (Centos/Oracle/Ubuntu) Distribution.</a:t>
            </a:r>
          </a:p>
        </p:txBody>
      </p:sp>
      <p:pic>
        <p:nvPicPr>
          <p:cNvPr id="4" name="Picture 3" descr="A close up of a logo&#10;&#10;Description automatically generated">
            <a:extLst>
              <a:ext uri="{FF2B5EF4-FFF2-40B4-BE49-F238E27FC236}">
                <a16:creationId xmlns:a16="http://schemas.microsoft.com/office/drawing/2014/main" id="{BA9137A5-3AB0-3021-DDE1-D6788C8AA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7" name="Chart 6">
            <a:extLst>
              <a:ext uri="{FF2B5EF4-FFF2-40B4-BE49-F238E27FC236}">
                <a16:creationId xmlns:a16="http://schemas.microsoft.com/office/drawing/2014/main" id="{1FE447A0-254C-DCF3-142E-AFD134181873}"/>
              </a:ext>
            </a:extLst>
          </p:cNvPr>
          <p:cNvGraphicFramePr>
            <a:graphicFrameLocks/>
          </p:cNvGraphicFramePr>
          <p:nvPr>
            <p:extLst>
              <p:ext uri="{D42A27DB-BD31-4B8C-83A1-F6EECF244321}">
                <p14:modId xmlns:p14="http://schemas.microsoft.com/office/powerpoint/2010/main" val="3243300990"/>
              </p:ext>
            </p:extLst>
          </p:nvPr>
        </p:nvGraphicFramePr>
        <p:xfrm>
          <a:off x="6357924" y="1532833"/>
          <a:ext cx="5834076" cy="429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89ED8B09-F322-B8AC-47A2-913E401E7DD2}"/>
              </a:ext>
            </a:extLst>
          </p:cNvPr>
          <p:cNvGraphicFramePr>
            <a:graphicFrameLocks/>
          </p:cNvGraphicFramePr>
          <p:nvPr>
            <p:extLst>
              <p:ext uri="{D42A27DB-BD31-4B8C-83A1-F6EECF244321}">
                <p14:modId xmlns:p14="http://schemas.microsoft.com/office/powerpoint/2010/main" val="4068851155"/>
              </p:ext>
            </p:extLst>
          </p:nvPr>
        </p:nvGraphicFramePr>
        <p:xfrm>
          <a:off x="6349551" y="1532831"/>
          <a:ext cx="5834076" cy="42987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3B926086-4391-317E-0468-FE4373B2ECB0}"/>
              </a:ext>
            </a:extLst>
          </p:cNvPr>
          <p:cNvGraphicFramePr>
            <a:graphicFrameLocks/>
          </p:cNvGraphicFramePr>
          <p:nvPr>
            <p:extLst>
              <p:ext uri="{D42A27DB-BD31-4B8C-83A1-F6EECF244321}">
                <p14:modId xmlns:p14="http://schemas.microsoft.com/office/powerpoint/2010/main" val="1919517485"/>
              </p:ext>
            </p:extLst>
          </p:nvPr>
        </p:nvGraphicFramePr>
        <p:xfrm>
          <a:off x="258849" y="2585223"/>
          <a:ext cx="5834076" cy="371154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3CAB9973-D64B-D809-6041-33D06FB15CB4}"/>
              </a:ext>
            </a:extLst>
          </p:cNvPr>
          <p:cNvGraphicFramePr>
            <a:graphicFrameLocks/>
          </p:cNvGraphicFramePr>
          <p:nvPr>
            <p:extLst>
              <p:ext uri="{D42A27DB-BD31-4B8C-83A1-F6EECF244321}">
                <p14:modId xmlns:p14="http://schemas.microsoft.com/office/powerpoint/2010/main" val="542945102"/>
              </p:ext>
            </p:extLst>
          </p:nvPr>
        </p:nvGraphicFramePr>
        <p:xfrm>
          <a:off x="6357923" y="1532827"/>
          <a:ext cx="5825704" cy="429879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6800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20618"/>
            <a:ext cx="11304865" cy="397545"/>
          </a:xfrm>
        </p:spPr>
        <p:txBody>
          <a:bodyPr vert="horz" wrap="square" lIns="0" tIns="91440" rIns="146304" bIns="91440" rtlCol="0" anchor="ctr">
            <a:noAutofit/>
          </a:bodyPr>
          <a:lstStyle/>
          <a:p>
            <a:pPr>
              <a:lnSpc>
                <a:spcPct val="90000"/>
              </a:lnSpc>
            </a:pPr>
            <a:r>
              <a:rPr lang="en-US" sz="3200">
                <a:solidFill>
                  <a:schemeClr val="tx2">
                    <a:lumMod val="50000"/>
                  </a:schemeClr>
                </a:solidFill>
              </a:rPr>
              <a:t>VM Windows Support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83101" y="1575855"/>
            <a:ext cx="5450977" cy="69583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lang="en-US" sz="1961" spc="-49">
                <a:solidFill>
                  <a:srgbClr val="0078D3"/>
                </a:solidFill>
                <a:latin typeface="Segoe UI Semibold"/>
                <a:cs typeface="Segoe UI" panose="020B0502040204020203" pitchFamily="34" charset="0"/>
              </a:rPr>
              <a:t>98 </a:t>
            </a:r>
            <a:r>
              <a:rPr kumimoji="0" lang="en-US" sz="1961"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 of the machines running with extended support operating Systems</a:t>
            </a:r>
          </a:p>
        </p:txBody>
      </p:sp>
      <p:graphicFrame>
        <p:nvGraphicFramePr>
          <p:cNvPr id="8" name="Table 4">
            <a:extLst>
              <a:ext uri="{FF2B5EF4-FFF2-40B4-BE49-F238E27FC236}">
                <a16:creationId xmlns:a16="http://schemas.microsoft.com/office/drawing/2014/main" id="{EB4D3B1F-FCE7-19D9-431A-01BCA0359F82}"/>
              </a:ext>
            </a:extLst>
          </p:cNvPr>
          <p:cNvGraphicFramePr>
            <a:graphicFrameLocks/>
          </p:cNvGraphicFramePr>
          <p:nvPr>
            <p:extLst>
              <p:ext uri="{D42A27DB-BD31-4B8C-83A1-F6EECF244321}">
                <p14:modId xmlns:p14="http://schemas.microsoft.com/office/powerpoint/2010/main" val="2800448493"/>
              </p:ext>
            </p:extLst>
          </p:nvPr>
        </p:nvGraphicFramePr>
        <p:xfrm>
          <a:off x="383102" y="2766541"/>
          <a:ext cx="5583603" cy="2449902"/>
        </p:xfrm>
        <a:graphic>
          <a:graphicData uri="http://schemas.openxmlformats.org/drawingml/2006/table">
            <a:tbl>
              <a:tblPr firstRow="1" bandRow="1">
                <a:tableStyleId>{91EBBBCC-DAD2-459C-BE2E-F6DE35CF9A28}</a:tableStyleId>
              </a:tblPr>
              <a:tblGrid>
                <a:gridCol w="1813545">
                  <a:extLst>
                    <a:ext uri="{9D8B030D-6E8A-4147-A177-3AD203B41FA5}">
                      <a16:colId xmlns:a16="http://schemas.microsoft.com/office/drawing/2014/main" val="1314312856"/>
                    </a:ext>
                  </a:extLst>
                </a:gridCol>
                <a:gridCol w="978256">
                  <a:extLst>
                    <a:ext uri="{9D8B030D-6E8A-4147-A177-3AD203B41FA5}">
                      <a16:colId xmlns:a16="http://schemas.microsoft.com/office/drawing/2014/main" val="2169932310"/>
                    </a:ext>
                  </a:extLst>
                </a:gridCol>
                <a:gridCol w="1395901">
                  <a:extLst>
                    <a:ext uri="{9D8B030D-6E8A-4147-A177-3AD203B41FA5}">
                      <a16:colId xmlns:a16="http://schemas.microsoft.com/office/drawing/2014/main" val="3200102349"/>
                    </a:ext>
                  </a:extLst>
                </a:gridCol>
                <a:gridCol w="1395901">
                  <a:extLst>
                    <a:ext uri="{9D8B030D-6E8A-4147-A177-3AD203B41FA5}">
                      <a16:colId xmlns:a16="http://schemas.microsoft.com/office/drawing/2014/main" val="2144106497"/>
                    </a:ext>
                  </a:extLst>
                </a:gridCol>
              </a:tblGrid>
              <a:tr h="801690">
                <a:tc>
                  <a:txBody>
                    <a:bodyPr/>
                    <a:lstStyle/>
                    <a:p>
                      <a:pPr algn="ctr"/>
                      <a:r>
                        <a:rPr lang="en-US" sz="1600"/>
                        <a:t>OS Name</a:t>
                      </a:r>
                    </a:p>
                  </a:txBody>
                  <a:tcPr anchor="ctr"/>
                </a:tc>
                <a:tc>
                  <a:txBody>
                    <a:bodyPr/>
                    <a:lstStyle/>
                    <a:p>
                      <a:pPr algn="ctr"/>
                      <a:r>
                        <a:rPr lang="en-US" sz="1600"/>
                        <a:t>End of Life</a:t>
                      </a:r>
                    </a:p>
                  </a:txBody>
                  <a:tcPr anchor="ctr"/>
                </a:tc>
                <a:tc>
                  <a:txBody>
                    <a:bodyPr/>
                    <a:lstStyle/>
                    <a:p>
                      <a:pPr algn="ctr"/>
                      <a:r>
                        <a:rPr lang="en-US" sz="1600"/>
                        <a:t>Extended Support</a:t>
                      </a:r>
                    </a:p>
                  </a:txBody>
                  <a:tcPr anchor="ctr"/>
                </a:tc>
                <a:tc>
                  <a:txBody>
                    <a:bodyPr/>
                    <a:lstStyle/>
                    <a:p>
                      <a:pPr algn="ctr"/>
                      <a:r>
                        <a:rPr lang="en-US" sz="1600"/>
                        <a:t>Azure Extended Support</a:t>
                      </a:r>
                    </a:p>
                  </a:txBody>
                  <a:tcPr anchor="ctr"/>
                </a:tc>
                <a:extLst>
                  <a:ext uri="{0D108BD9-81ED-4DB2-BD59-A6C34878D82A}">
                    <a16:rowId xmlns:a16="http://schemas.microsoft.com/office/drawing/2014/main" val="2781407466"/>
                  </a:ext>
                </a:extLst>
              </a:tr>
              <a:tr h="803982">
                <a:tc>
                  <a:txBody>
                    <a:bodyPr/>
                    <a:lstStyle/>
                    <a:p>
                      <a:pPr algn="ctr"/>
                      <a:r>
                        <a:rPr lang="en-US" sz="1600" kern="1200">
                          <a:solidFill>
                            <a:srgbClr val="FF0000"/>
                          </a:solidFill>
                          <a:latin typeface="+mn-lt"/>
                          <a:ea typeface="+mn-ea"/>
                          <a:cs typeface="+mn-cs"/>
                        </a:rPr>
                        <a:t>* Microsoft Windows Server 2012 </a:t>
                      </a:r>
                    </a:p>
                  </a:txBody>
                  <a:tcPr anchor="ctr"/>
                </a:tc>
                <a:tc>
                  <a:txBody>
                    <a:bodyPr/>
                    <a:lstStyle/>
                    <a:p>
                      <a:pPr algn="ctr"/>
                      <a:r>
                        <a:rPr lang="en-US" sz="1600">
                          <a:solidFill>
                            <a:srgbClr val="FF0000"/>
                          </a:solidFill>
                        </a:rPr>
                        <a:t>October 9, 2018</a:t>
                      </a:r>
                    </a:p>
                  </a:txBody>
                  <a:tcPr anchor="ctr"/>
                </a:tc>
                <a:tc>
                  <a:txBody>
                    <a:bodyPr/>
                    <a:lstStyle/>
                    <a:p>
                      <a:pPr algn="ctr"/>
                      <a:r>
                        <a:rPr lang="en-US" sz="1600">
                          <a:solidFill>
                            <a:srgbClr val="FF0000"/>
                          </a:solidFill>
                        </a:rPr>
                        <a:t>October 10, 2023</a:t>
                      </a:r>
                    </a:p>
                  </a:txBody>
                  <a:tcPr anchor="ctr"/>
                </a:tc>
                <a:tc>
                  <a:txBody>
                    <a:bodyPr/>
                    <a:lstStyle/>
                    <a:p>
                      <a:pPr algn="ctr"/>
                      <a:r>
                        <a:rPr lang="en-US" sz="1600">
                          <a:solidFill>
                            <a:schemeClr val="tx1"/>
                          </a:solidFill>
                        </a:rPr>
                        <a:t>October 13, 2026</a:t>
                      </a:r>
                    </a:p>
                  </a:txBody>
                  <a:tcPr anchor="ctr"/>
                </a:tc>
                <a:extLst>
                  <a:ext uri="{0D108BD9-81ED-4DB2-BD59-A6C34878D82A}">
                    <a16:rowId xmlns:a16="http://schemas.microsoft.com/office/drawing/2014/main" val="2141269372"/>
                  </a:ext>
                </a:extLst>
              </a:tr>
              <a:tr h="803982">
                <a:tc>
                  <a:txBody>
                    <a:bodyPr/>
                    <a:lstStyle/>
                    <a:p>
                      <a:pPr algn="ctr"/>
                      <a:r>
                        <a:rPr lang="en-US" sz="1600"/>
                        <a:t>Windows Server 2019</a:t>
                      </a:r>
                      <a:endParaRPr lang="en-US" sz="1600" kern="1200">
                        <a:solidFill>
                          <a:schemeClr val="dk1"/>
                        </a:solidFill>
                        <a:latin typeface="+mn-lt"/>
                        <a:ea typeface="+mn-ea"/>
                        <a:cs typeface="+mn-cs"/>
                      </a:endParaRPr>
                    </a:p>
                  </a:txBody>
                  <a:tcPr anchor="ctr"/>
                </a:tc>
                <a:tc>
                  <a:txBody>
                    <a:bodyPr/>
                    <a:lstStyle/>
                    <a:p>
                      <a:pPr algn="ctr"/>
                      <a:r>
                        <a:rPr lang="en-US" sz="1600"/>
                        <a:t>January 09, 2024</a:t>
                      </a:r>
                    </a:p>
                  </a:txBody>
                  <a:tcPr anchor="ctr"/>
                </a:tc>
                <a:tc>
                  <a:txBody>
                    <a:bodyPr/>
                    <a:lstStyle/>
                    <a:p>
                      <a:pPr algn="ctr"/>
                      <a:r>
                        <a:rPr lang="en-US" sz="1600"/>
                        <a:t>January 09, 2029</a:t>
                      </a:r>
                    </a:p>
                  </a:txBody>
                  <a:tcPr anchor="ctr"/>
                </a:tc>
                <a:tc>
                  <a:txBody>
                    <a:bodyPr/>
                    <a:lstStyle/>
                    <a:p>
                      <a:pPr algn="ctr"/>
                      <a:r>
                        <a:rPr lang="en-US" sz="1600"/>
                        <a:t>NA</a:t>
                      </a:r>
                    </a:p>
                  </a:txBody>
                  <a:tcPr anchor="ctr"/>
                </a:tc>
                <a:extLst>
                  <a:ext uri="{0D108BD9-81ED-4DB2-BD59-A6C34878D82A}">
                    <a16:rowId xmlns:a16="http://schemas.microsoft.com/office/drawing/2014/main" val="2251339440"/>
                  </a:ext>
                </a:extLst>
              </a:tr>
            </a:tbl>
          </a:graphicData>
        </a:graphic>
      </p:graphicFrame>
      <p:pic>
        <p:nvPicPr>
          <p:cNvPr id="4" name="Picture 3" descr="A close up of a logo&#10;&#10;Description automatically generated">
            <a:extLst>
              <a:ext uri="{FF2B5EF4-FFF2-40B4-BE49-F238E27FC236}">
                <a16:creationId xmlns:a16="http://schemas.microsoft.com/office/drawing/2014/main" id="{85D2825E-28F2-02DE-BA34-EA4B92F69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9D90013C-238E-0708-28C3-F756463B2814}"/>
              </a:ext>
            </a:extLst>
          </p:cNvPr>
          <p:cNvGraphicFramePr>
            <a:graphicFrameLocks/>
          </p:cNvGraphicFramePr>
          <p:nvPr>
            <p:extLst>
              <p:ext uri="{D42A27DB-BD31-4B8C-83A1-F6EECF244321}">
                <p14:modId xmlns:p14="http://schemas.microsoft.com/office/powerpoint/2010/main" val="2207428042"/>
              </p:ext>
            </p:extLst>
          </p:nvPr>
        </p:nvGraphicFramePr>
        <p:xfrm>
          <a:off x="6357924" y="1411865"/>
          <a:ext cx="5834076" cy="44384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93CC2C1-7140-A981-FD99-2F43CA1695B7}"/>
              </a:ext>
            </a:extLst>
          </p:cNvPr>
          <p:cNvGraphicFramePr>
            <a:graphicFrameLocks/>
          </p:cNvGraphicFramePr>
          <p:nvPr>
            <p:extLst>
              <p:ext uri="{D42A27DB-BD31-4B8C-83A1-F6EECF244321}">
                <p14:modId xmlns:p14="http://schemas.microsoft.com/office/powerpoint/2010/main" val="800873352"/>
              </p:ext>
            </p:extLst>
          </p:nvPr>
        </p:nvGraphicFramePr>
        <p:xfrm>
          <a:off x="6353556" y="1411864"/>
          <a:ext cx="5866598" cy="44384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690DE708-0BE0-9636-94A1-8065A896B1A5}"/>
              </a:ext>
            </a:extLst>
          </p:cNvPr>
          <p:cNvGraphicFramePr>
            <a:graphicFrameLocks/>
          </p:cNvGraphicFramePr>
          <p:nvPr>
            <p:extLst>
              <p:ext uri="{D42A27DB-BD31-4B8C-83A1-F6EECF244321}">
                <p14:modId xmlns:p14="http://schemas.microsoft.com/office/powerpoint/2010/main" val="2429652556"/>
              </p:ext>
            </p:extLst>
          </p:nvPr>
        </p:nvGraphicFramePr>
        <p:xfrm>
          <a:off x="6353555" y="1436746"/>
          <a:ext cx="5834075" cy="4413531"/>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extLst>
              <a:ext uri="{FF2B5EF4-FFF2-40B4-BE49-F238E27FC236}">
                <a16:creationId xmlns:a16="http://schemas.microsoft.com/office/drawing/2014/main" id="{22A784BE-3C3C-3128-C933-A8AADC5C314A}"/>
              </a:ext>
            </a:extLst>
          </p:cNvPr>
          <p:cNvSpPr txBox="1"/>
          <p:nvPr/>
        </p:nvSpPr>
        <p:spPr>
          <a:xfrm>
            <a:off x="3443886" y="5472337"/>
            <a:ext cx="2390191" cy="461665"/>
          </a:xfrm>
          <a:prstGeom prst="rect">
            <a:avLst/>
          </a:prstGeom>
          <a:noFill/>
        </p:spPr>
        <p:txBody>
          <a:bodyPr wrap="square" lIns="182880" tIns="146304" rIns="182880" bIns="146304" rtlCol="0">
            <a:spAutoFit/>
          </a:bodyPr>
          <a:lstStyle/>
          <a:p>
            <a:pPr>
              <a:lnSpc>
                <a:spcPct val="90000"/>
              </a:lnSpc>
              <a:spcAft>
                <a:spcPts val="600"/>
              </a:spcAft>
            </a:pPr>
            <a:r>
              <a:rPr lang="en-GB" sz="1200">
                <a:solidFill>
                  <a:srgbClr val="FF0000"/>
                </a:solidFill>
              </a:rPr>
              <a:t>* jumpsrv-3.19(</a:t>
            </a:r>
            <a:r>
              <a:rPr lang="en-GB" sz="1200" err="1">
                <a:solidFill>
                  <a:srgbClr val="FF0000"/>
                </a:solidFill>
              </a:rPr>
              <a:t>accopsrv</a:t>
            </a:r>
            <a:r>
              <a:rPr lang="en-GB" sz="1200">
                <a:solidFill>
                  <a:srgbClr val="FF0000"/>
                </a:solidFill>
              </a:rPr>
              <a:t>)</a:t>
            </a:r>
          </a:p>
        </p:txBody>
      </p:sp>
    </p:spTree>
    <p:extLst>
      <p:ext uri="{BB962C8B-B14F-4D97-AF65-F5344CB8AC3E}">
        <p14:creationId xmlns:p14="http://schemas.microsoft.com/office/powerpoint/2010/main" val="27745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4808-A7FF-4C29-915B-07D6DBE7E650}"/>
              </a:ext>
            </a:extLst>
          </p:cNvPr>
          <p:cNvSpPr>
            <a:spLocks noGrp="1"/>
          </p:cNvSpPr>
          <p:nvPr>
            <p:ph type="title"/>
          </p:nvPr>
        </p:nvSpPr>
        <p:spPr>
          <a:xfrm>
            <a:off x="455996" y="462980"/>
            <a:ext cx="11306469" cy="886397"/>
          </a:xfrm>
        </p:spPr>
        <p:txBody>
          <a:bodyPr vert="horz" wrap="square" lIns="0" tIns="91440" rIns="146304" bIns="91440" rtlCol="0" anchor="ctr">
            <a:noAutofit/>
          </a:bodyPr>
          <a:lstStyle/>
          <a:p>
            <a:pPr>
              <a:lnSpc>
                <a:spcPct val="90000"/>
              </a:lnSpc>
            </a:pPr>
            <a:r>
              <a:rPr lang="en-GB" sz="3200">
                <a:solidFill>
                  <a:schemeClr val="tx2">
                    <a:lumMod val="50000"/>
                  </a:schemeClr>
                </a:solidFill>
              </a:rPr>
              <a:t>VM Linux Readiness Conditions</a:t>
            </a:r>
            <a:br>
              <a:rPr lang="en-GB" sz="3200">
                <a:solidFill>
                  <a:schemeClr val="tx2">
                    <a:lumMod val="50000"/>
                  </a:schemeClr>
                </a:solidFill>
              </a:rPr>
            </a:br>
            <a:r>
              <a:rPr lang="en-US" sz="3200">
                <a:solidFill>
                  <a:schemeClr val="tx2">
                    <a:lumMod val="50000"/>
                  </a:schemeClr>
                </a:solidFill>
              </a:rPr>
              <a:t>Conditionally endorsed Linux OS</a:t>
            </a:r>
            <a:endParaRPr lang="en-GB" sz="3200">
              <a:solidFill>
                <a:schemeClr val="tx2">
                  <a:lumMod val="50000"/>
                </a:schemeClr>
              </a:solidFill>
            </a:endParaRPr>
          </a:p>
        </p:txBody>
      </p:sp>
      <p:sp>
        <p:nvSpPr>
          <p:cNvPr id="5" name="Picture Placeholder 4">
            <a:extLst>
              <a:ext uri="{FF2B5EF4-FFF2-40B4-BE49-F238E27FC236}">
                <a16:creationId xmlns:a16="http://schemas.microsoft.com/office/drawing/2014/main" id="{50FF5D13-7B74-44B6-DC1B-ED2A9498464D}"/>
              </a:ext>
            </a:extLst>
          </p:cNvPr>
          <p:cNvSpPr>
            <a:spLocks noGrp="1"/>
          </p:cNvSpPr>
          <p:nvPr>
            <p:ph type="pic" sz="quarter" idx="12"/>
          </p:nvPr>
        </p:nvSpPr>
        <p:spPr/>
        <p:txBody>
          <a:bodyPr/>
          <a:lstStyle/>
          <a:p>
            <a:endParaRPr lang="en-GB"/>
          </a:p>
        </p:txBody>
      </p:sp>
      <p:sp>
        <p:nvSpPr>
          <p:cNvPr id="9" name="TextBox 8">
            <a:extLst>
              <a:ext uri="{FF2B5EF4-FFF2-40B4-BE49-F238E27FC236}">
                <a16:creationId xmlns:a16="http://schemas.microsoft.com/office/drawing/2014/main" id="{87383F55-F287-7BFA-A434-659A086327AA}"/>
              </a:ext>
            </a:extLst>
          </p:cNvPr>
          <p:cNvSpPr txBox="1"/>
          <p:nvPr/>
        </p:nvSpPr>
        <p:spPr>
          <a:xfrm>
            <a:off x="455996" y="1682212"/>
            <a:ext cx="671988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hlinkClick r:id="rId2"/>
              </a:rPr>
              <a:t>Supported distributions and versions</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descr="A close up of a logo&#10;&#10;Description automatically generated">
            <a:extLst>
              <a:ext uri="{FF2B5EF4-FFF2-40B4-BE49-F238E27FC236}">
                <a16:creationId xmlns:a16="http://schemas.microsoft.com/office/drawing/2014/main" id="{DC00AB06-F8C0-8750-C71A-1A32D743B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6" name="Table 7">
            <a:extLst>
              <a:ext uri="{FF2B5EF4-FFF2-40B4-BE49-F238E27FC236}">
                <a16:creationId xmlns:a16="http://schemas.microsoft.com/office/drawing/2014/main" id="{8C8C59CF-DEC9-F996-7096-A0E129D85AA6}"/>
              </a:ext>
            </a:extLst>
          </p:cNvPr>
          <p:cNvGraphicFramePr>
            <a:graphicFrameLocks noGrp="1"/>
          </p:cNvGraphicFramePr>
          <p:nvPr>
            <p:extLst>
              <p:ext uri="{D42A27DB-BD31-4B8C-83A1-F6EECF244321}">
                <p14:modId xmlns:p14="http://schemas.microsoft.com/office/powerpoint/2010/main" val="2544471957"/>
              </p:ext>
            </p:extLst>
          </p:nvPr>
        </p:nvGraphicFramePr>
        <p:xfrm>
          <a:off x="652799" y="3701991"/>
          <a:ext cx="4814648" cy="1016046"/>
        </p:xfrm>
        <a:graphic>
          <a:graphicData uri="http://schemas.openxmlformats.org/drawingml/2006/table">
            <a:tbl>
              <a:tblPr firstRow="1" bandRow="1">
                <a:tableStyleId>{00A15C55-8517-42AA-B614-E9B94910E393}</a:tableStyleId>
              </a:tblPr>
              <a:tblGrid>
                <a:gridCol w="2407324">
                  <a:extLst>
                    <a:ext uri="{9D8B030D-6E8A-4147-A177-3AD203B41FA5}">
                      <a16:colId xmlns:a16="http://schemas.microsoft.com/office/drawing/2014/main" val="99615616"/>
                    </a:ext>
                  </a:extLst>
                </a:gridCol>
                <a:gridCol w="2407324">
                  <a:extLst>
                    <a:ext uri="{9D8B030D-6E8A-4147-A177-3AD203B41FA5}">
                      <a16:colId xmlns:a16="http://schemas.microsoft.com/office/drawing/2014/main" val="167856124"/>
                    </a:ext>
                  </a:extLst>
                </a:gridCol>
              </a:tblGrid>
              <a:tr h="508023">
                <a:tc>
                  <a:txBody>
                    <a:bodyPr/>
                    <a:lstStyle/>
                    <a:p>
                      <a:pPr algn="ctr"/>
                      <a:r>
                        <a:rPr lang="en-GB" sz="1100" b="1"/>
                        <a:t>Conditionally endorsed </a:t>
                      </a:r>
                      <a:r>
                        <a:rPr lang="en-GB" sz="1100" b="1" err="1"/>
                        <a:t>linux</a:t>
                      </a:r>
                      <a:r>
                        <a:rPr lang="en-GB" sz="1100" b="1"/>
                        <a:t> OS</a:t>
                      </a:r>
                    </a:p>
                  </a:txBody>
                  <a:tcPr anchor="ctr"/>
                </a:tc>
                <a:tc>
                  <a:txBody>
                    <a:bodyPr/>
                    <a:lstStyle/>
                    <a:p>
                      <a:pPr algn="ctr"/>
                      <a:r>
                        <a:rPr lang="en-GB" sz="1400"/>
                        <a:t>Operating system</a:t>
                      </a:r>
                    </a:p>
                  </a:txBody>
                  <a:tcPr anchor="ctr"/>
                </a:tc>
                <a:extLst>
                  <a:ext uri="{0D108BD9-81ED-4DB2-BD59-A6C34878D82A}">
                    <a16:rowId xmlns:a16="http://schemas.microsoft.com/office/drawing/2014/main" val="3657541008"/>
                  </a:ext>
                </a:extLst>
              </a:tr>
              <a:tr h="508023">
                <a:tc>
                  <a:txBody>
                    <a:bodyPr/>
                    <a:lstStyle/>
                    <a:p>
                      <a:pPr algn="ctr" fontAlgn="b"/>
                      <a:r>
                        <a:rPr lang="en-GB" sz="1100" b="1" i="0" u="none" strike="noStrike">
                          <a:solidFill>
                            <a:schemeClr val="accent4">
                              <a:lumMod val="50000"/>
                            </a:schemeClr>
                          </a:solidFill>
                          <a:effectLst/>
                          <a:latin typeface="Calibri" panose="020F0502020204030204" pitchFamily="34" charset="0"/>
                        </a:rPr>
                        <a:t>1</a:t>
                      </a:r>
                    </a:p>
                  </a:txBody>
                  <a:tcPr marL="0" marR="0" marT="0" marB="0" anchor="ctr"/>
                </a:tc>
                <a:tc>
                  <a:txBody>
                    <a:bodyPr/>
                    <a:lstStyle/>
                    <a:p>
                      <a:pPr algn="ctr" fontAlgn="b"/>
                      <a:r>
                        <a:rPr lang="en-GB" sz="1100" b="1" i="0" u="none" strike="noStrike">
                          <a:solidFill>
                            <a:schemeClr val="accent4">
                              <a:lumMod val="50000"/>
                            </a:schemeClr>
                          </a:solidFill>
                          <a:effectLst/>
                          <a:latin typeface="Calibri" panose="020F0502020204030204" pitchFamily="34" charset="0"/>
                        </a:rPr>
                        <a:t>Ubuntu Linux (64-bit)</a:t>
                      </a:r>
                    </a:p>
                  </a:txBody>
                  <a:tcPr marL="0" marR="0" marT="0" marB="0" anchor="ctr"/>
                </a:tc>
                <a:extLst>
                  <a:ext uri="{0D108BD9-81ED-4DB2-BD59-A6C34878D82A}">
                    <a16:rowId xmlns:a16="http://schemas.microsoft.com/office/drawing/2014/main" val="2188431928"/>
                  </a:ext>
                </a:extLst>
              </a:tr>
            </a:tbl>
          </a:graphicData>
        </a:graphic>
      </p:graphicFrame>
      <p:graphicFrame>
        <p:nvGraphicFramePr>
          <p:cNvPr id="4" name="Table 3">
            <a:extLst>
              <a:ext uri="{FF2B5EF4-FFF2-40B4-BE49-F238E27FC236}">
                <a16:creationId xmlns:a16="http://schemas.microsoft.com/office/drawing/2014/main" id="{A343FCDB-3DE9-E662-9EAC-CDAA6104CFA1}"/>
              </a:ext>
            </a:extLst>
          </p:cNvPr>
          <p:cNvGraphicFramePr>
            <a:graphicFrameLocks noGrp="1"/>
          </p:cNvGraphicFramePr>
          <p:nvPr>
            <p:extLst>
              <p:ext uri="{D42A27DB-BD31-4B8C-83A1-F6EECF244321}">
                <p14:modId xmlns:p14="http://schemas.microsoft.com/office/powerpoint/2010/main" val="2712434304"/>
              </p:ext>
            </p:extLst>
          </p:nvPr>
        </p:nvGraphicFramePr>
        <p:xfrm>
          <a:off x="350790" y="2572308"/>
          <a:ext cx="5418666" cy="86396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a:solidFill>
                            <a:schemeClr val="bg2"/>
                          </a:solidFill>
                          <a:effectLst/>
                        </a:rPr>
                        <a:t>Readiness issues</a:t>
                      </a:r>
                      <a:endParaRPr lang="en-US" sz="1600" b="1" i="0" u="none" strike="noStrike">
                        <a:solidFill>
                          <a:schemeClr val="bg2"/>
                        </a:solidFill>
                        <a:effectLst/>
                        <a:latin typeface="Calibri" panose="020F0502020204030204" pitchFamily="34" charset="0"/>
                      </a:endParaRPr>
                    </a:p>
                  </a:txBody>
                  <a:tcPr marL="5443" marR="5443" marT="5443" marB="0" anchor="ctr"/>
                </a:tc>
                <a:tc>
                  <a:txBody>
                    <a:bodyPr/>
                    <a:lstStyle/>
                    <a:p>
                      <a:pPr algn="ctr" fontAlgn="b"/>
                      <a:r>
                        <a:rPr lang="en-US" sz="1600" b="1" u="none" strike="noStrike">
                          <a:solidFill>
                            <a:schemeClr val="bg2"/>
                          </a:solidFill>
                          <a:effectLst/>
                        </a:rPr>
                        <a:t>Count of Azure readiness issues</a:t>
                      </a:r>
                      <a:endParaRPr lang="en-US" sz="1600" b="1" i="0" u="none" strike="noStrike">
                        <a:solidFill>
                          <a:schemeClr val="bg2"/>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US" sz="1100" b="0" u="none" strike="noStrike">
                          <a:solidFill>
                            <a:schemeClr val="accent4">
                              <a:lumMod val="50000"/>
                            </a:schemeClr>
                          </a:solidFill>
                          <a:effectLst/>
                        </a:rPr>
                        <a:t>Conditionally endorsed Linux </a:t>
                      </a:r>
                      <a:endParaRPr lang="en-GB" sz="1100" b="1" i="0" u="none" strike="noStrike">
                        <a:solidFill>
                          <a:schemeClr val="accent4">
                            <a:lumMod val="50000"/>
                          </a:schemeClr>
                        </a:solidFill>
                        <a:effectLst/>
                        <a:latin typeface="Calibri" panose="020F0502020204030204" pitchFamily="34" charset="0"/>
                      </a:endParaRPr>
                    </a:p>
                  </a:txBody>
                  <a:tcPr marL="7620" marR="7620" marT="7620" marB="0" anchor="ctr"/>
                </a:tc>
                <a:tc>
                  <a:txBody>
                    <a:bodyPr/>
                    <a:lstStyle/>
                    <a:p>
                      <a:pPr marL="0" marR="0" lvl="0" indent="0" algn="ctr" defTabSz="914192" rtl="0" eaLnBrk="1" fontAlgn="b" latinLnBrk="0" hangingPunct="1">
                        <a:lnSpc>
                          <a:spcPct val="100000"/>
                        </a:lnSpc>
                        <a:spcBef>
                          <a:spcPts val="0"/>
                        </a:spcBef>
                        <a:spcAft>
                          <a:spcPts val="0"/>
                        </a:spcAft>
                        <a:buClrTx/>
                        <a:buSzTx/>
                        <a:buFontTx/>
                        <a:buNone/>
                        <a:tabLst/>
                        <a:defRPr/>
                      </a:pPr>
                      <a:r>
                        <a:rPr lang="en-GB" sz="2000" b="1" i="0" u="none" strike="noStrike">
                          <a:solidFill>
                            <a:schemeClr val="tx2">
                              <a:lumMod val="75000"/>
                            </a:schemeClr>
                          </a:solidFill>
                          <a:effectLst/>
                          <a:latin typeface="Calibri" panose="020F0502020204030204" pitchFamily="34" charset="0"/>
                        </a:rPr>
                        <a:t>1</a:t>
                      </a:r>
                    </a:p>
                  </a:txBody>
                  <a:tcPr marL="7620" marR="7620" marT="7620" marB="0" anchor="ctr"/>
                </a:tc>
                <a:extLst>
                  <a:ext uri="{0D108BD9-81ED-4DB2-BD59-A6C34878D82A}">
                    <a16:rowId xmlns:a16="http://schemas.microsoft.com/office/drawing/2014/main" val="526590751"/>
                  </a:ext>
                </a:extLst>
              </a:tr>
            </a:tbl>
          </a:graphicData>
        </a:graphic>
      </p:graphicFrame>
      <p:pic>
        <p:nvPicPr>
          <p:cNvPr id="10" name="Picture 9">
            <a:extLst>
              <a:ext uri="{FF2B5EF4-FFF2-40B4-BE49-F238E27FC236}">
                <a16:creationId xmlns:a16="http://schemas.microsoft.com/office/drawing/2014/main" id="{2D2BDB27-A1F6-BAE7-623B-CA0317081642}"/>
              </a:ext>
            </a:extLst>
          </p:cNvPr>
          <p:cNvPicPr>
            <a:picLocks noChangeAspect="1"/>
          </p:cNvPicPr>
          <p:nvPr/>
        </p:nvPicPr>
        <p:blipFill>
          <a:blip r:embed="rId4"/>
          <a:stretch>
            <a:fillRect/>
          </a:stretch>
        </p:blipFill>
        <p:spPr>
          <a:xfrm>
            <a:off x="6363778" y="1531208"/>
            <a:ext cx="5816109" cy="4400431"/>
          </a:xfrm>
          <a:prstGeom prst="rect">
            <a:avLst/>
          </a:prstGeom>
        </p:spPr>
      </p:pic>
    </p:spTree>
    <p:extLst>
      <p:ext uri="{BB962C8B-B14F-4D97-AF65-F5344CB8AC3E}">
        <p14:creationId xmlns:p14="http://schemas.microsoft.com/office/powerpoint/2010/main" val="757026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a:solidFill>
                  <a:schemeClr val="tx2">
                    <a:lumMod val="50000"/>
                  </a:schemeClr>
                </a:solidFill>
              </a:rPr>
              <a:t>VM Overall Readiness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graphicFrame>
        <p:nvGraphicFramePr>
          <p:cNvPr id="9" name="Table 8">
            <a:extLst>
              <a:ext uri="{FF2B5EF4-FFF2-40B4-BE49-F238E27FC236}">
                <a16:creationId xmlns:a16="http://schemas.microsoft.com/office/drawing/2014/main" id="{B384CE37-FA8F-435A-5A3C-E0DAAB8B6E30}"/>
              </a:ext>
            </a:extLst>
          </p:cNvPr>
          <p:cNvGraphicFramePr>
            <a:graphicFrameLocks noGrp="1"/>
          </p:cNvGraphicFramePr>
          <p:nvPr>
            <p:extLst>
              <p:ext uri="{D42A27DB-BD31-4B8C-83A1-F6EECF244321}">
                <p14:modId xmlns:p14="http://schemas.microsoft.com/office/powerpoint/2010/main" val="4116865725"/>
              </p:ext>
            </p:extLst>
          </p:nvPr>
        </p:nvGraphicFramePr>
        <p:xfrm>
          <a:off x="456796" y="2795233"/>
          <a:ext cx="5418666" cy="123480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a:solidFill>
                            <a:schemeClr val="bg2"/>
                          </a:solidFill>
                          <a:effectLst/>
                        </a:rPr>
                        <a:t>Readiness issues</a:t>
                      </a:r>
                      <a:endParaRPr lang="en-US" sz="1600" b="1" i="0" u="none" strike="noStrike">
                        <a:solidFill>
                          <a:schemeClr val="bg2"/>
                        </a:solidFill>
                        <a:effectLst/>
                        <a:latin typeface="Calibri" panose="020F0502020204030204" pitchFamily="34" charset="0"/>
                      </a:endParaRPr>
                    </a:p>
                  </a:txBody>
                  <a:tcPr marL="5443" marR="5443" marT="5443" marB="0" anchor="ctr"/>
                </a:tc>
                <a:tc>
                  <a:txBody>
                    <a:bodyPr/>
                    <a:lstStyle/>
                    <a:p>
                      <a:pPr algn="ctr" fontAlgn="b"/>
                      <a:r>
                        <a:rPr lang="en-US" sz="1600" b="1" u="none" strike="noStrike">
                          <a:solidFill>
                            <a:schemeClr val="bg2"/>
                          </a:solidFill>
                          <a:effectLst/>
                        </a:rPr>
                        <a:t>Count of Azure readiness issues</a:t>
                      </a:r>
                      <a:endParaRPr lang="en-US" sz="1600" b="1" i="0" u="none" strike="noStrike">
                        <a:solidFill>
                          <a:schemeClr val="bg2"/>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GB" sz="1800" b="1" u="none" strike="noStrike">
                          <a:solidFill>
                            <a:schemeClr val="tx2"/>
                          </a:solidFill>
                          <a:effectLst/>
                        </a:rPr>
                        <a:t>Ready</a:t>
                      </a:r>
                      <a:endParaRPr lang="en-GB" sz="1800" b="1" i="0" u="none" strike="noStrike">
                        <a:solidFill>
                          <a:schemeClr val="tx2"/>
                        </a:solidFill>
                        <a:effectLst/>
                        <a:latin typeface="Calibri" panose="020F0502020204030204" pitchFamily="34" charset="0"/>
                      </a:endParaRPr>
                    </a:p>
                  </a:txBody>
                  <a:tcPr marL="7620" marR="7620" marT="7620" marB="0" anchor="ctr"/>
                </a:tc>
                <a:tc>
                  <a:txBody>
                    <a:bodyPr/>
                    <a:lstStyle/>
                    <a:p>
                      <a:pPr algn="ctr" fontAlgn="b"/>
                      <a:r>
                        <a:rPr lang="en-GB" sz="2000" b="1" i="0" u="none" strike="noStrike">
                          <a:solidFill>
                            <a:schemeClr val="tx2"/>
                          </a:solidFill>
                          <a:effectLst/>
                          <a:latin typeface="Calibri" panose="020F0502020204030204" pitchFamily="34" charset="0"/>
                        </a:rPr>
                        <a:t>52</a:t>
                      </a:r>
                    </a:p>
                  </a:txBody>
                  <a:tcPr marL="7620" marR="7620" marT="7620" marB="0" anchor="b"/>
                </a:tc>
                <a:extLst>
                  <a:ext uri="{0D108BD9-81ED-4DB2-BD59-A6C34878D82A}">
                    <a16:rowId xmlns:a16="http://schemas.microsoft.com/office/drawing/2014/main" val="526590751"/>
                  </a:ext>
                </a:extLst>
              </a:tr>
              <a:tr h="370840">
                <a:tc>
                  <a:txBody>
                    <a:bodyPr/>
                    <a:lstStyle/>
                    <a:p>
                      <a:pPr algn="ctr" fontAlgn="b"/>
                      <a:r>
                        <a:rPr lang="en-GB" sz="1800" b="1" u="none" strike="noStrike">
                          <a:solidFill>
                            <a:schemeClr val="tx2"/>
                          </a:solidFill>
                          <a:effectLst/>
                        </a:rPr>
                        <a:t>Ready with condition </a:t>
                      </a:r>
                      <a:endParaRPr lang="en-GB" sz="1800" b="1" i="0" u="none" strike="noStrike">
                        <a:solidFill>
                          <a:schemeClr val="tx2"/>
                        </a:solidFill>
                        <a:effectLst/>
                        <a:latin typeface="Calibri" panose="020F0502020204030204" pitchFamily="34" charset="0"/>
                      </a:endParaRPr>
                    </a:p>
                  </a:txBody>
                  <a:tcPr marL="7620" marR="7620" marT="7620" marB="0" anchor="ctr"/>
                </a:tc>
                <a:tc>
                  <a:txBody>
                    <a:bodyPr/>
                    <a:lstStyle/>
                    <a:p>
                      <a:pPr algn="ctr" fontAlgn="b"/>
                      <a:r>
                        <a:rPr lang="en-GB" sz="2000" b="1" i="0" u="none" strike="noStrike">
                          <a:solidFill>
                            <a:schemeClr val="tx2"/>
                          </a:solidFill>
                          <a:effectLst/>
                          <a:latin typeface="Calibri" panose="020F0502020204030204" pitchFamily="34" charset="0"/>
                        </a:rPr>
                        <a:t>1</a:t>
                      </a:r>
                    </a:p>
                  </a:txBody>
                  <a:tcPr marL="7620" marR="7620" marT="7620" marB="0" anchor="b"/>
                </a:tc>
                <a:extLst>
                  <a:ext uri="{0D108BD9-81ED-4DB2-BD59-A6C34878D82A}">
                    <a16:rowId xmlns:a16="http://schemas.microsoft.com/office/drawing/2014/main" val="4196983845"/>
                  </a:ext>
                </a:extLst>
              </a:tr>
            </a:tbl>
          </a:graphicData>
        </a:graphic>
      </p:graphicFrame>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707785"/>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49" normalizeH="0" baseline="0" noProof="0">
                <a:ln>
                  <a:noFill/>
                </a:ln>
                <a:solidFill>
                  <a:srgbClr val="0078D3"/>
                </a:solidFill>
                <a:effectLst/>
                <a:uLnTx/>
                <a:uFillTx/>
                <a:latin typeface="Segoe UI Semibold"/>
                <a:ea typeface="+mn-ea"/>
                <a:cs typeface="Segoe UI" panose="020B0502040204020203" pitchFamily="34" charset="0"/>
              </a:rPr>
              <a:t>Migrate Windows and Linux Servers, Databases, Data, Web Applications and Virtual Desktops </a:t>
            </a:r>
          </a:p>
        </p:txBody>
      </p:sp>
      <p:pic>
        <p:nvPicPr>
          <p:cNvPr id="4" name="Picture 3" descr="A close up of a logo&#10;&#10;Description automatically generated">
            <a:extLst>
              <a:ext uri="{FF2B5EF4-FFF2-40B4-BE49-F238E27FC236}">
                <a16:creationId xmlns:a16="http://schemas.microsoft.com/office/drawing/2014/main" id="{0E78EDE9-AA91-AD28-CE06-91C2469587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3B9A8398-1C7C-A15A-1CA4-100B8DF20EAE}"/>
              </a:ext>
            </a:extLst>
          </p:cNvPr>
          <p:cNvGraphicFramePr>
            <a:graphicFrameLocks/>
          </p:cNvGraphicFramePr>
          <p:nvPr>
            <p:extLst>
              <p:ext uri="{D42A27DB-BD31-4B8C-83A1-F6EECF244321}">
                <p14:modId xmlns:p14="http://schemas.microsoft.com/office/powerpoint/2010/main" val="2556246634"/>
              </p:ext>
            </p:extLst>
          </p:nvPr>
        </p:nvGraphicFramePr>
        <p:xfrm>
          <a:off x="6357924" y="1485903"/>
          <a:ext cx="5834076" cy="43687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575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D957-DDD4-14E8-57BC-2255D85D63E2}"/>
              </a:ext>
            </a:extLst>
          </p:cNvPr>
          <p:cNvSpPr>
            <a:spLocks noGrp="1"/>
          </p:cNvSpPr>
          <p:nvPr>
            <p:ph type="title" idx="4294967295"/>
          </p:nvPr>
        </p:nvSpPr>
        <p:spPr>
          <a:xfrm>
            <a:off x="345233" y="255198"/>
            <a:ext cx="11306175" cy="403225"/>
          </a:xfrm>
        </p:spPr>
        <p:txBody>
          <a:bodyPr/>
          <a:lstStyle/>
          <a:p>
            <a:r>
              <a:rPr lang="en-GB" sz="2800">
                <a:solidFill>
                  <a:schemeClr val="tx2">
                    <a:lumMod val="50000"/>
                  </a:schemeClr>
                </a:solidFill>
              </a:rPr>
              <a:t>VM Servers CPU and RAM Performance and Optimization analysis</a:t>
            </a:r>
          </a:p>
        </p:txBody>
      </p:sp>
      <p:sp>
        <p:nvSpPr>
          <p:cNvPr id="17" name="TextBox 16">
            <a:extLst>
              <a:ext uri="{FF2B5EF4-FFF2-40B4-BE49-F238E27FC236}">
                <a16:creationId xmlns:a16="http://schemas.microsoft.com/office/drawing/2014/main" id="{0033ED74-064C-B646-C675-AA98ACDD4577}"/>
              </a:ext>
            </a:extLst>
          </p:cNvPr>
          <p:cNvSpPr txBox="1"/>
          <p:nvPr/>
        </p:nvSpPr>
        <p:spPr>
          <a:xfrm>
            <a:off x="9053165" y="2153104"/>
            <a:ext cx="1840911" cy="794064"/>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mn-cs"/>
              </a:rPr>
              <a:t>Up o 68% Optimization</a:t>
            </a:r>
            <a:endParaRPr kumimoji="0" lang="en-GB" sz="1800" b="0" i="0" u="none" strike="noStrike" kern="1200" cap="none" spc="0" normalizeH="0" baseline="0" noProof="0" err="1">
              <a:ln>
                <a:noFill/>
              </a:ln>
              <a:solidFill>
                <a:srgbClr val="FFFFFF"/>
              </a:solidFill>
              <a:effectLst/>
              <a:uLnTx/>
              <a:uFillTx/>
              <a:latin typeface="Segoe UI"/>
              <a:ea typeface="+mn-ea"/>
              <a:cs typeface="+mn-cs"/>
            </a:endParaRPr>
          </a:p>
        </p:txBody>
      </p:sp>
      <p:graphicFrame>
        <p:nvGraphicFramePr>
          <p:cNvPr id="11" name="Chart 10">
            <a:extLst>
              <a:ext uri="{FF2B5EF4-FFF2-40B4-BE49-F238E27FC236}">
                <a16:creationId xmlns:a16="http://schemas.microsoft.com/office/drawing/2014/main" id="{A80C0750-B4F7-D65D-C5DE-E0FACE802A3F}"/>
              </a:ext>
            </a:extLst>
          </p:cNvPr>
          <p:cNvGraphicFramePr>
            <a:graphicFrameLocks/>
          </p:cNvGraphicFramePr>
          <p:nvPr>
            <p:extLst>
              <p:ext uri="{D42A27DB-BD31-4B8C-83A1-F6EECF244321}">
                <p14:modId xmlns:p14="http://schemas.microsoft.com/office/powerpoint/2010/main" val="291893177"/>
              </p:ext>
            </p:extLst>
          </p:nvPr>
        </p:nvGraphicFramePr>
        <p:xfrm>
          <a:off x="5803900" y="1292225"/>
          <a:ext cx="431800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8C694696-3A4A-9635-36CD-ED8B5BF7259C}"/>
              </a:ext>
            </a:extLst>
          </p:cNvPr>
          <p:cNvGraphicFramePr>
            <a:graphicFrameLocks/>
          </p:cNvGraphicFramePr>
          <p:nvPr/>
        </p:nvGraphicFramePr>
        <p:xfrm>
          <a:off x="6096000" y="4016375"/>
          <a:ext cx="4438650" cy="1825626"/>
        </p:xfrm>
        <a:graphic>
          <a:graphicData uri="http://schemas.openxmlformats.org/drawingml/2006/chart">
            <c:chart xmlns:c="http://schemas.openxmlformats.org/drawingml/2006/chart" xmlns:r="http://schemas.openxmlformats.org/officeDocument/2006/relationships" r:id="rId4"/>
          </a:graphicData>
        </a:graphic>
      </p:graphicFrame>
      <p:sp>
        <p:nvSpPr>
          <p:cNvPr id="20" name="Oval 19">
            <a:extLst>
              <a:ext uri="{FF2B5EF4-FFF2-40B4-BE49-F238E27FC236}">
                <a16:creationId xmlns:a16="http://schemas.microsoft.com/office/drawing/2014/main" id="{F557A402-5CF2-8D0E-8DD2-D0C640B99B65}"/>
              </a:ext>
            </a:extLst>
          </p:cNvPr>
          <p:cNvSpPr/>
          <p:nvPr/>
        </p:nvSpPr>
        <p:spPr bwMode="auto">
          <a:xfrm>
            <a:off x="9195389" y="1047107"/>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TextBox 20">
            <a:extLst>
              <a:ext uri="{FF2B5EF4-FFF2-40B4-BE49-F238E27FC236}">
                <a16:creationId xmlns:a16="http://schemas.microsoft.com/office/drawing/2014/main" id="{9CEFCFBB-B5DE-140B-797E-8E864345E978}"/>
              </a:ext>
            </a:extLst>
          </p:cNvPr>
          <p:cNvSpPr txBox="1"/>
          <p:nvPr/>
        </p:nvSpPr>
        <p:spPr>
          <a:xfrm>
            <a:off x="9304390" y="1325632"/>
            <a:ext cx="1840911" cy="794064"/>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mn-cs"/>
              </a:rPr>
              <a:t>Up to 50% Optimization</a:t>
            </a:r>
            <a:endParaRPr kumimoji="0" lang="en-GB" sz="1800" b="0" i="0" u="none" strike="noStrike" kern="1200" cap="none" spc="0" normalizeH="0" baseline="0" noProof="0" err="1">
              <a:ln>
                <a:noFill/>
              </a:ln>
              <a:solidFill>
                <a:srgbClr val="FFFFFF"/>
              </a:solidFill>
              <a:effectLst/>
              <a:uLnTx/>
              <a:uFillTx/>
              <a:latin typeface="Segoe UI"/>
              <a:ea typeface="+mn-ea"/>
              <a:cs typeface="+mn-cs"/>
            </a:endParaRPr>
          </a:p>
        </p:txBody>
      </p:sp>
      <p:sp>
        <p:nvSpPr>
          <p:cNvPr id="22" name="Oval 21">
            <a:extLst>
              <a:ext uri="{FF2B5EF4-FFF2-40B4-BE49-F238E27FC236}">
                <a16:creationId xmlns:a16="http://schemas.microsoft.com/office/drawing/2014/main" id="{E7425AAB-FA29-D9FC-41CE-59B19F0747E6}"/>
              </a:ext>
            </a:extLst>
          </p:cNvPr>
          <p:cNvSpPr/>
          <p:nvPr/>
        </p:nvSpPr>
        <p:spPr bwMode="auto">
          <a:xfrm>
            <a:off x="9321211" y="3318890"/>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3" name="TextBox 22">
            <a:extLst>
              <a:ext uri="{FF2B5EF4-FFF2-40B4-BE49-F238E27FC236}">
                <a16:creationId xmlns:a16="http://schemas.microsoft.com/office/drawing/2014/main" id="{205BD276-D575-B457-0F20-612F098A15FD}"/>
              </a:ext>
            </a:extLst>
          </p:cNvPr>
          <p:cNvSpPr txBox="1"/>
          <p:nvPr/>
        </p:nvSpPr>
        <p:spPr>
          <a:xfrm>
            <a:off x="9430212" y="3597415"/>
            <a:ext cx="1840911" cy="794064"/>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mn-cs"/>
              </a:rPr>
              <a:t>Up to </a:t>
            </a:r>
            <a:r>
              <a:rPr lang="en-US">
                <a:solidFill>
                  <a:srgbClr val="FFFFFF"/>
                </a:solidFill>
                <a:latin typeface="Segoe UI"/>
              </a:rPr>
              <a:t>68</a:t>
            </a:r>
            <a:r>
              <a:rPr kumimoji="0" lang="en-US" sz="1800" b="0" i="0" u="none" strike="noStrike" kern="1200" cap="none" spc="0" normalizeH="0" baseline="0" noProof="0">
                <a:ln>
                  <a:noFill/>
                </a:ln>
                <a:solidFill>
                  <a:srgbClr val="FFFFFF"/>
                </a:solidFill>
                <a:effectLst/>
                <a:uLnTx/>
                <a:uFillTx/>
                <a:latin typeface="Segoe UI"/>
                <a:ea typeface="+mn-ea"/>
                <a:cs typeface="+mn-cs"/>
              </a:rPr>
              <a:t>% Optimization</a:t>
            </a: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graphicFrame>
        <p:nvGraphicFramePr>
          <p:cNvPr id="7" name="Chart 6">
            <a:extLst>
              <a:ext uri="{FF2B5EF4-FFF2-40B4-BE49-F238E27FC236}">
                <a16:creationId xmlns:a16="http://schemas.microsoft.com/office/drawing/2014/main" id="{44CED0EC-1083-66E3-9FB8-154DF30CEF15}"/>
              </a:ext>
            </a:extLst>
          </p:cNvPr>
          <p:cNvGraphicFramePr>
            <a:graphicFrameLocks/>
          </p:cNvGraphicFramePr>
          <p:nvPr>
            <p:extLst>
              <p:ext uri="{D42A27DB-BD31-4B8C-83A1-F6EECF244321}">
                <p14:modId xmlns:p14="http://schemas.microsoft.com/office/powerpoint/2010/main" val="1040908241"/>
              </p:ext>
            </p:extLst>
          </p:nvPr>
        </p:nvGraphicFramePr>
        <p:xfrm>
          <a:off x="478774" y="1047107"/>
          <a:ext cx="4552950" cy="25503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9F5187F5-7E41-DF7E-B113-D88EB85C85D6}"/>
              </a:ext>
            </a:extLst>
          </p:cNvPr>
          <p:cNvGraphicFramePr>
            <a:graphicFrameLocks/>
          </p:cNvGraphicFramePr>
          <p:nvPr>
            <p:extLst>
              <p:ext uri="{D42A27DB-BD31-4B8C-83A1-F6EECF244321}">
                <p14:modId xmlns:p14="http://schemas.microsoft.com/office/powerpoint/2010/main" val="1531247157"/>
              </p:ext>
            </p:extLst>
          </p:nvPr>
        </p:nvGraphicFramePr>
        <p:xfrm>
          <a:off x="478773" y="3652838"/>
          <a:ext cx="4693301" cy="218916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451129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2C250-594A-9B24-B9B6-B76CDDD5B91B}"/>
              </a:ext>
            </a:extLst>
          </p:cNvPr>
          <p:cNvSpPr>
            <a:spLocks noGrp="1"/>
          </p:cNvSpPr>
          <p:nvPr>
            <p:ph type="title"/>
          </p:nvPr>
        </p:nvSpPr>
        <p:spPr>
          <a:xfrm>
            <a:off x="227633" y="3961577"/>
            <a:ext cx="5428936" cy="616479"/>
          </a:xfrm>
        </p:spPr>
        <p:txBody>
          <a:bodyPr anchor="t"/>
          <a:lstStyle/>
          <a:p>
            <a:r>
              <a:rPr lang="en-US" sz="3200">
                <a:solidFill>
                  <a:schemeClr val="tx1"/>
                </a:solidFill>
              </a:rPr>
              <a:t>Modernization Assessment </a:t>
            </a:r>
          </a:p>
        </p:txBody>
      </p:sp>
      <p:pic>
        <p:nvPicPr>
          <p:cNvPr id="2" name="Picture 1">
            <a:extLst>
              <a:ext uri="{FF2B5EF4-FFF2-40B4-BE49-F238E27FC236}">
                <a16:creationId xmlns:a16="http://schemas.microsoft.com/office/drawing/2014/main" id="{B9E6E643-F691-F00A-5A8E-D45857801EC1}"/>
              </a:ext>
            </a:extLst>
          </p:cNvPr>
          <p:cNvPicPr>
            <a:picLocks noChangeAspect="1"/>
          </p:cNvPicPr>
          <p:nvPr/>
        </p:nvPicPr>
        <p:blipFill>
          <a:blip r:embed="rId2"/>
          <a:stretch>
            <a:fillRect/>
          </a:stretch>
        </p:blipFill>
        <p:spPr>
          <a:xfrm>
            <a:off x="1183776" y="1796544"/>
            <a:ext cx="2731423" cy="1881451"/>
          </a:xfrm>
          <a:prstGeom prst="rect">
            <a:avLst/>
          </a:prstGeom>
        </p:spPr>
      </p:pic>
    </p:spTree>
    <p:extLst>
      <p:ext uri="{BB962C8B-B14F-4D97-AF65-F5344CB8AC3E}">
        <p14:creationId xmlns:p14="http://schemas.microsoft.com/office/powerpoint/2010/main" val="24311456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8FD663-11AB-114D-B2D3-501CE85D752D}"/>
              </a:ext>
            </a:extLst>
          </p:cNvPr>
          <p:cNvSpPr/>
          <p:nvPr/>
        </p:nvSpPr>
        <p:spPr>
          <a:xfrm>
            <a:off x="584200" y="2121034"/>
            <a:ext cx="4913875" cy="10596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21" name="TextBox 120">
            <a:extLst>
              <a:ext uri="{FF2B5EF4-FFF2-40B4-BE49-F238E27FC236}">
                <a16:creationId xmlns:a16="http://schemas.microsoft.com/office/drawing/2014/main" id="{379C39F6-2EC7-4B5F-AA05-93145AF4FF0F}"/>
              </a:ext>
            </a:extLst>
          </p:cNvPr>
          <p:cNvSpPr txBox="1"/>
          <p:nvPr/>
        </p:nvSpPr>
        <p:spPr>
          <a:xfrm>
            <a:off x="3108621" y="318648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sp>
        <p:nvSpPr>
          <p:cNvPr id="49" name="Rectangle 48">
            <a:extLst>
              <a:ext uri="{FF2B5EF4-FFF2-40B4-BE49-F238E27FC236}">
                <a16:creationId xmlns:a16="http://schemas.microsoft.com/office/drawing/2014/main" id="{5E245CF9-A209-0340-8EC0-976283FA2A36}"/>
              </a:ext>
            </a:extLst>
          </p:cNvPr>
          <p:cNvSpPr/>
          <p:nvPr/>
        </p:nvSpPr>
        <p:spPr>
          <a:xfrm>
            <a:off x="584202" y="2107009"/>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1" name="Rectangle 50">
            <a:extLst>
              <a:ext uri="{FF2B5EF4-FFF2-40B4-BE49-F238E27FC236}">
                <a16:creationId xmlns:a16="http://schemas.microsoft.com/office/drawing/2014/main" id="{52F6959F-02D2-A444-B4E9-80F2431732B1}"/>
              </a:ext>
            </a:extLst>
          </p:cNvPr>
          <p:cNvSpPr/>
          <p:nvPr/>
        </p:nvSpPr>
        <p:spPr>
          <a:xfrm>
            <a:off x="572362" y="3649560"/>
            <a:ext cx="4926806" cy="103356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2" name="Rectangle 51">
            <a:extLst>
              <a:ext uri="{FF2B5EF4-FFF2-40B4-BE49-F238E27FC236}">
                <a16:creationId xmlns:a16="http://schemas.microsoft.com/office/drawing/2014/main" id="{62E1AD9C-B1E7-D843-848B-430E2FFA4436}"/>
              </a:ext>
            </a:extLst>
          </p:cNvPr>
          <p:cNvSpPr/>
          <p:nvPr/>
        </p:nvSpPr>
        <p:spPr>
          <a:xfrm>
            <a:off x="584202" y="3681373"/>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3" name="Rectangle 52">
            <a:extLst>
              <a:ext uri="{FF2B5EF4-FFF2-40B4-BE49-F238E27FC236}">
                <a16:creationId xmlns:a16="http://schemas.microsoft.com/office/drawing/2014/main" id="{2471F584-7108-7A44-BC06-9D10BEAC9DEC}"/>
              </a:ext>
            </a:extLst>
          </p:cNvPr>
          <p:cNvSpPr/>
          <p:nvPr/>
        </p:nvSpPr>
        <p:spPr>
          <a:xfrm>
            <a:off x="572362" y="5215631"/>
            <a:ext cx="4926791" cy="8455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4" name="Rectangle 53">
            <a:extLst>
              <a:ext uri="{FF2B5EF4-FFF2-40B4-BE49-F238E27FC236}">
                <a16:creationId xmlns:a16="http://schemas.microsoft.com/office/drawing/2014/main" id="{2B2F61FB-EDB7-114A-97F7-B4C27E3B3677}"/>
              </a:ext>
            </a:extLst>
          </p:cNvPr>
          <p:cNvSpPr/>
          <p:nvPr/>
        </p:nvSpPr>
        <p:spPr>
          <a:xfrm>
            <a:off x="613055" y="5270287"/>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4" name="Rectangle 113">
            <a:extLst>
              <a:ext uri="{FF2B5EF4-FFF2-40B4-BE49-F238E27FC236}">
                <a16:creationId xmlns:a16="http://schemas.microsoft.com/office/drawing/2014/main" id="{6FA4CBC4-239B-AA41-A800-8E4ACDF2A07B}"/>
              </a:ext>
            </a:extLst>
          </p:cNvPr>
          <p:cNvSpPr/>
          <p:nvPr/>
        </p:nvSpPr>
        <p:spPr>
          <a:xfrm>
            <a:off x="10049642" y="5435350"/>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Azure SQL Database </a:t>
            </a:r>
          </a:p>
        </p:txBody>
      </p:sp>
      <p:sp>
        <p:nvSpPr>
          <p:cNvPr id="117" name="Rectangle 116">
            <a:extLst>
              <a:ext uri="{FF2B5EF4-FFF2-40B4-BE49-F238E27FC236}">
                <a16:creationId xmlns:a16="http://schemas.microsoft.com/office/drawing/2014/main" id="{ACA1DA0B-A6FD-D84B-AB02-B2D630C237E6}"/>
              </a:ext>
            </a:extLst>
          </p:cNvPr>
          <p:cNvSpPr/>
          <p:nvPr/>
        </p:nvSpPr>
        <p:spPr>
          <a:xfrm>
            <a:off x="10049642" y="3936192"/>
            <a:ext cx="1498477"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Azure SQL</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Managed Instance</a:t>
            </a:r>
          </a:p>
        </p:txBody>
      </p:sp>
      <p:sp>
        <p:nvSpPr>
          <p:cNvPr id="118" name="Rectangle 117">
            <a:extLst>
              <a:ext uri="{FF2B5EF4-FFF2-40B4-BE49-F238E27FC236}">
                <a16:creationId xmlns:a16="http://schemas.microsoft.com/office/drawing/2014/main" id="{DFF04D71-45E1-BB45-9A4F-307E51BA62FE}"/>
              </a:ext>
            </a:extLst>
          </p:cNvPr>
          <p:cNvSpPr/>
          <p:nvPr/>
        </p:nvSpPr>
        <p:spPr>
          <a:xfrm>
            <a:off x="10049642" y="2413943"/>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SQL Server </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on Azure VMs</a:t>
            </a:r>
          </a:p>
        </p:txBody>
      </p:sp>
      <p:cxnSp>
        <p:nvCxnSpPr>
          <p:cNvPr id="119" name="Straight Arrow Connector 118">
            <a:extLst>
              <a:ext uri="{FF2B5EF4-FFF2-40B4-BE49-F238E27FC236}">
                <a16:creationId xmlns:a16="http://schemas.microsoft.com/office/drawing/2014/main" id="{BAF97881-4989-5A43-A3CA-A183964A7452}"/>
              </a:ext>
            </a:extLst>
          </p:cNvPr>
          <p:cNvCxnSpPr>
            <a:cxnSpLocks/>
            <a:endCxn id="51" idx="0"/>
          </p:cNvCxnSpPr>
          <p:nvPr/>
        </p:nvCxnSpPr>
        <p:spPr>
          <a:xfrm>
            <a:off x="3035758" y="3204006"/>
            <a:ext cx="7" cy="445554"/>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09836A8-282D-F241-98B4-C184A460D8D8}"/>
              </a:ext>
            </a:extLst>
          </p:cNvPr>
          <p:cNvSpPr txBox="1"/>
          <p:nvPr/>
        </p:nvSpPr>
        <p:spPr>
          <a:xfrm>
            <a:off x="3108621" y="487910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cxnSp>
        <p:nvCxnSpPr>
          <p:cNvPr id="125" name="Straight Arrow Connector 124">
            <a:extLst>
              <a:ext uri="{FF2B5EF4-FFF2-40B4-BE49-F238E27FC236}">
                <a16:creationId xmlns:a16="http://schemas.microsoft.com/office/drawing/2014/main" id="{9315AD3B-E1B6-364C-BDCF-E2D9CB2FA962}"/>
              </a:ext>
            </a:extLst>
          </p:cNvPr>
          <p:cNvCxnSpPr>
            <a:cxnSpLocks/>
            <a:stCxn id="51" idx="2"/>
            <a:endCxn id="53" idx="0"/>
          </p:cNvCxnSpPr>
          <p:nvPr/>
        </p:nvCxnSpPr>
        <p:spPr>
          <a:xfrm flipH="1">
            <a:off x="3035758" y="4683122"/>
            <a:ext cx="7" cy="532509"/>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D6CA5382-40CC-CE40-81F0-223CFBA5ADF5}"/>
              </a:ext>
            </a:extLst>
          </p:cNvPr>
          <p:cNvSpPr txBox="1"/>
          <p:nvPr/>
        </p:nvSpPr>
        <p:spPr>
          <a:xfrm>
            <a:off x="7016641" y="232005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sp>
        <p:nvSpPr>
          <p:cNvPr id="129" name="TextBox 128">
            <a:extLst>
              <a:ext uri="{FF2B5EF4-FFF2-40B4-BE49-F238E27FC236}">
                <a16:creationId xmlns:a16="http://schemas.microsoft.com/office/drawing/2014/main" id="{93118CA4-BA2F-FE47-8596-A17E4C875D18}"/>
              </a:ext>
            </a:extLst>
          </p:cNvPr>
          <p:cNvSpPr txBox="1"/>
          <p:nvPr/>
        </p:nvSpPr>
        <p:spPr>
          <a:xfrm>
            <a:off x="7016641" y="382556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cxnSp>
        <p:nvCxnSpPr>
          <p:cNvPr id="126" name="Straight Arrow Connector 125">
            <a:extLst>
              <a:ext uri="{FF2B5EF4-FFF2-40B4-BE49-F238E27FC236}">
                <a16:creationId xmlns:a16="http://schemas.microsoft.com/office/drawing/2014/main" id="{6827E739-D1D6-7C48-A023-81B5FDF76262}"/>
              </a:ext>
            </a:extLst>
          </p:cNvPr>
          <p:cNvCxnSpPr>
            <a:cxnSpLocks/>
          </p:cNvCxnSpPr>
          <p:nvPr/>
        </p:nvCxnSpPr>
        <p:spPr>
          <a:xfrm>
            <a:off x="5486752" y="2640537"/>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C8B1280D-5164-754C-988B-5767BA278DD9}"/>
              </a:ext>
            </a:extLst>
          </p:cNvPr>
          <p:cNvCxnSpPr>
            <a:cxnSpLocks/>
          </p:cNvCxnSpPr>
          <p:nvPr/>
        </p:nvCxnSpPr>
        <p:spPr>
          <a:xfrm>
            <a:off x="5486752" y="4162786"/>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AFF129E0-FAA4-C24D-816A-16C08E5869B4}"/>
              </a:ext>
            </a:extLst>
          </p:cNvPr>
          <p:cNvCxnSpPr>
            <a:cxnSpLocks/>
          </p:cNvCxnSpPr>
          <p:nvPr/>
        </p:nvCxnSpPr>
        <p:spPr>
          <a:xfrm>
            <a:off x="5486752" y="5661944"/>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DCF92B66-EB9B-C845-A9CF-39CBC23F59A9}"/>
              </a:ext>
            </a:extLst>
          </p:cNvPr>
          <p:cNvSpPr txBox="1"/>
          <p:nvPr/>
        </p:nvSpPr>
        <p:spPr>
          <a:xfrm>
            <a:off x="7016641" y="5337216"/>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cxnSp>
        <p:nvCxnSpPr>
          <p:cNvPr id="12" name="Elbow Connector 11">
            <a:extLst>
              <a:ext uri="{FF2B5EF4-FFF2-40B4-BE49-F238E27FC236}">
                <a16:creationId xmlns:a16="http://schemas.microsoft.com/office/drawing/2014/main" id="{6A3F546E-B7DA-DC45-9A23-080D59D4BB84}"/>
              </a:ext>
            </a:extLst>
          </p:cNvPr>
          <p:cNvCxnSpPr>
            <a:cxnSpLocks/>
          </p:cNvCxnSpPr>
          <p:nvPr/>
        </p:nvCxnSpPr>
        <p:spPr>
          <a:xfrm flipV="1">
            <a:off x="5507361" y="4378214"/>
            <a:ext cx="3543237" cy="1103965"/>
          </a:xfrm>
          <a:prstGeom prst="bentConnector3">
            <a:avLst>
              <a:gd name="adj1" fmla="val 37411"/>
            </a:avLst>
          </a:prstGeom>
          <a:ln w="15875">
            <a:solidFill>
              <a:schemeClr val="tx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03E8A5E2-22F7-F648-929C-DB06385C74A5}"/>
              </a:ext>
            </a:extLst>
          </p:cNvPr>
          <p:cNvSpPr txBox="1"/>
          <p:nvPr/>
        </p:nvSpPr>
        <p:spPr>
          <a:xfrm>
            <a:off x="5958677" y="5147199"/>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sp>
        <p:nvSpPr>
          <p:cNvPr id="3" name="TextBox 2">
            <a:extLst>
              <a:ext uri="{FF2B5EF4-FFF2-40B4-BE49-F238E27FC236}">
                <a16:creationId xmlns:a16="http://schemas.microsoft.com/office/drawing/2014/main" id="{DC967137-2953-4120-AEB7-0A3F4CC946A0}"/>
              </a:ext>
            </a:extLst>
          </p:cNvPr>
          <p:cNvSpPr txBox="1"/>
          <p:nvPr/>
        </p:nvSpPr>
        <p:spPr>
          <a:xfrm>
            <a:off x="572363" y="1799166"/>
            <a:ext cx="140162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Migration</a:t>
            </a:r>
          </a:p>
        </p:txBody>
      </p:sp>
      <p:sp>
        <p:nvSpPr>
          <p:cNvPr id="4" name="TextBox 3">
            <a:extLst>
              <a:ext uri="{FF2B5EF4-FFF2-40B4-BE49-F238E27FC236}">
                <a16:creationId xmlns:a16="http://schemas.microsoft.com/office/drawing/2014/main" id="{856B8C7E-6860-4CD0-BFC6-101CA2D1A363}"/>
              </a:ext>
            </a:extLst>
          </p:cNvPr>
          <p:cNvSpPr txBox="1"/>
          <p:nvPr/>
        </p:nvSpPr>
        <p:spPr>
          <a:xfrm>
            <a:off x="584201" y="3335626"/>
            <a:ext cx="185684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0078D4"/>
                </a:solidFill>
                <a:latin typeface="Segoe UI Semibold"/>
              </a:rPr>
              <a:t>SQL</a:t>
            </a:r>
            <a:r>
              <a:rPr kumimoji="0" lang="en-US" sz="1600" b="0" i="0" u="none" strike="noStrike" kern="1200" cap="none" spc="0" normalizeH="0" baseline="0" noProof="0">
                <a:ln>
                  <a:noFill/>
                </a:ln>
                <a:solidFill>
                  <a:srgbClr val="0078D4"/>
                </a:solidFill>
                <a:effectLst/>
                <a:uLnTx/>
                <a:uFillTx/>
                <a:latin typeface="Segoe UI Semibold"/>
                <a:ea typeface="+mn-ea"/>
                <a:cs typeface="+mn-cs"/>
              </a:rPr>
              <a:t> Modernization</a:t>
            </a:r>
          </a:p>
        </p:txBody>
      </p:sp>
      <p:sp>
        <p:nvSpPr>
          <p:cNvPr id="5" name="TextBox 4">
            <a:extLst>
              <a:ext uri="{FF2B5EF4-FFF2-40B4-BE49-F238E27FC236}">
                <a16:creationId xmlns:a16="http://schemas.microsoft.com/office/drawing/2014/main" id="{3B7696B7-004B-4BFF-B8EF-15C4BB6D52EE}"/>
              </a:ext>
            </a:extLst>
          </p:cNvPr>
          <p:cNvSpPr txBox="1"/>
          <p:nvPr/>
        </p:nvSpPr>
        <p:spPr>
          <a:xfrm>
            <a:off x="584201" y="4911359"/>
            <a:ext cx="1430479"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App Innovation</a:t>
            </a:r>
          </a:p>
        </p:txBody>
      </p:sp>
      <p:pic>
        <p:nvPicPr>
          <p:cNvPr id="71" name="Graphic 70">
            <a:extLst>
              <a:ext uri="{FF2B5EF4-FFF2-40B4-BE49-F238E27FC236}">
                <a16:creationId xmlns:a16="http://schemas.microsoft.com/office/drawing/2014/main" id="{CC9A7A38-DF73-4AFB-8315-7E93A052DE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13732" y="5374187"/>
            <a:ext cx="553212" cy="553212"/>
          </a:xfrm>
          <a:prstGeom prst="rect">
            <a:avLst/>
          </a:prstGeom>
        </p:spPr>
      </p:pic>
      <p:pic>
        <p:nvPicPr>
          <p:cNvPr id="72" name="Graphic 71">
            <a:extLst>
              <a:ext uri="{FF2B5EF4-FFF2-40B4-BE49-F238E27FC236}">
                <a16:creationId xmlns:a16="http://schemas.microsoft.com/office/drawing/2014/main" id="{55D314BD-CC51-4D51-8F81-8874A86F68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13732" y="2352780"/>
            <a:ext cx="553212" cy="553212"/>
          </a:xfrm>
          <a:prstGeom prst="rect">
            <a:avLst/>
          </a:prstGeom>
        </p:spPr>
      </p:pic>
      <p:pic>
        <p:nvPicPr>
          <p:cNvPr id="73" name="Graphic 72">
            <a:extLst>
              <a:ext uri="{FF2B5EF4-FFF2-40B4-BE49-F238E27FC236}">
                <a16:creationId xmlns:a16="http://schemas.microsoft.com/office/drawing/2014/main" id="{D401AD4D-1EB0-4955-BD17-D62364385C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13732" y="3875029"/>
            <a:ext cx="553212" cy="553212"/>
          </a:xfrm>
          <a:prstGeom prst="rect">
            <a:avLst/>
          </a:prstGeom>
        </p:spPr>
      </p:pic>
      <p:sp>
        <p:nvSpPr>
          <p:cNvPr id="32" name="Rectangle 31">
            <a:extLst>
              <a:ext uri="{FF2B5EF4-FFF2-40B4-BE49-F238E27FC236}">
                <a16:creationId xmlns:a16="http://schemas.microsoft.com/office/drawing/2014/main" id="{CC4221C3-F2A0-43C6-9C44-93A7F2629370}"/>
              </a:ext>
            </a:extLst>
          </p:cNvPr>
          <p:cNvSpPr/>
          <p:nvPr/>
        </p:nvSpPr>
        <p:spPr>
          <a:xfrm>
            <a:off x="584201" y="2349644"/>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a:ea typeface="+mn-ea"/>
                <a:cs typeface="Segoe UI"/>
              </a:rPr>
              <a:t>OS level access?</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a:ea typeface="+mn-ea"/>
                <a:cs typeface="Segoe UI"/>
              </a:rPr>
              <a:t>SQL Server versions 2008 - 2019? </a:t>
            </a:r>
            <a:endParaRPr kumimoji="0" lang="en-US" sz="1800" b="0" i="0" u="none" strike="noStrike" kern="1200" cap="none" spc="0" normalizeH="0" baseline="0" noProof="0">
              <a:ln>
                <a:noFill/>
              </a:ln>
              <a:solidFill>
                <a:prstClr val="black"/>
              </a:solidFill>
              <a:effectLst/>
              <a:uLnTx/>
              <a:uFillTx/>
              <a:latin typeface="Segoe UI"/>
              <a:ea typeface="+mn-ea"/>
              <a:cs typeface="+mn-cs"/>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Distributed Transaction Coordinator?</a:t>
            </a: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err="1">
                <a:ln>
                  <a:noFill/>
                </a:ln>
                <a:solidFill>
                  <a:prstClr val="black"/>
                </a:solidFill>
                <a:effectLst/>
                <a:uLnTx/>
                <a:uFillTx/>
                <a:latin typeface="Segoe UI"/>
                <a:ea typeface="+mn-ea"/>
                <a:cs typeface="Segoe UI"/>
              </a:rPr>
              <a:t>PolyBase</a:t>
            </a:r>
            <a:r>
              <a:rPr kumimoji="0" lang="en-US" sz="1100" b="0" i="0" u="none" strike="noStrike" kern="1200" cap="none" spc="0" normalizeH="0" baseline="0" noProof="0">
                <a:ln>
                  <a:noFill/>
                </a:ln>
                <a:solidFill>
                  <a:prstClr val="black"/>
                </a:solidFill>
                <a:effectLst/>
                <a:uLnTx/>
                <a:uFillTx/>
                <a:latin typeface="Segoe UI"/>
                <a:ea typeface="+mn-ea"/>
                <a:cs typeface="Segoe UI"/>
              </a:rPr>
              <a:t>/</a:t>
            </a:r>
            <a:r>
              <a:rPr kumimoji="0" lang="en-US" sz="1100" b="0" i="0" u="none" strike="noStrike" kern="1200" cap="none" spc="0" normalizeH="0" baseline="0" noProof="0" err="1">
                <a:ln>
                  <a:noFill/>
                </a:ln>
                <a:solidFill>
                  <a:prstClr val="black"/>
                </a:solidFill>
                <a:effectLst/>
                <a:uLnTx/>
                <a:uFillTx/>
                <a:latin typeface="Segoe UI"/>
                <a:ea typeface="+mn-ea"/>
                <a:cs typeface="Segoe UI"/>
              </a:rPr>
              <a:t>Filestream</a:t>
            </a:r>
            <a:r>
              <a:rPr kumimoji="0" lang="en-US" sz="1100" b="0" i="0" u="none" strike="noStrike" kern="1200" cap="none" spc="0" normalizeH="0" baseline="0" noProof="0">
                <a:ln>
                  <a:noFill/>
                </a:ln>
                <a:solidFill>
                  <a:prstClr val="black"/>
                </a:solidFill>
                <a:effectLst/>
                <a:uLnTx/>
                <a:uFillTx/>
                <a:latin typeface="Segoe UI"/>
                <a:ea typeface="+mn-ea"/>
                <a:cs typeface="Segoe UI"/>
              </a:rPr>
              <a:t>? </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Capabilities at the VM level? </a:t>
            </a: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SSRS/SSAS?</a:t>
            </a:r>
          </a:p>
        </p:txBody>
      </p:sp>
      <p:sp>
        <p:nvSpPr>
          <p:cNvPr id="33" name="Rectangle 32">
            <a:extLst>
              <a:ext uri="{FF2B5EF4-FFF2-40B4-BE49-F238E27FC236}">
                <a16:creationId xmlns:a16="http://schemas.microsoft.com/office/drawing/2014/main" id="{41A9227F-8585-4E9B-B947-064C16D9FF9E}"/>
              </a:ext>
            </a:extLst>
          </p:cNvPr>
          <p:cNvSpPr/>
          <p:nvPr/>
        </p:nvSpPr>
        <p:spPr>
          <a:xfrm>
            <a:off x="584201" y="3924008"/>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An instance model?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Linked Server?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Cross-DB transactions?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SQL Agent?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Capabilities at the instance level?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SSIS?</a:t>
            </a:r>
          </a:p>
        </p:txBody>
      </p:sp>
      <p:sp>
        <p:nvSpPr>
          <p:cNvPr id="35" name="Rectangle 34">
            <a:extLst>
              <a:ext uri="{FF2B5EF4-FFF2-40B4-BE49-F238E27FC236}">
                <a16:creationId xmlns:a16="http://schemas.microsoft.com/office/drawing/2014/main" id="{8469E920-F0F0-495F-91F1-9AA88BCEF858}"/>
              </a:ext>
            </a:extLst>
          </p:cNvPr>
          <p:cNvSpPr/>
          <p:nvPr/>
        </p:nvSpPr>
        <p:spPr>
          <a:xfrm>
            <a:off x="613054" y="5512922"/>
            <a:ext cx="4861855" cy="507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 database model?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Up to 100TB of database storage?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Ability to automatically pause/restart a workload?</a:t>
            </a:r>
          </a:p>
        </p:txBody>
      </p:sp>
      <p:sp>
        <p:nvSpPr>
          <p:cNvPr id="9" name="Title 1">
            <a:extLst>
              <a:ext uri="{FF2B5EF4-FFF2-40B4-BE49-F238E27FC236}">
                <a16:creationId xmlns:a16="http://schemas.microsoft.com/office/drawing/2014/main" id="{990A411E-02C4-072B-6234-C1BD4D00CEE2}"/>
              </a:ext>
            </a:extLst>
          </p:cNvPr>
          <p:cNvSpPr>
            <a:spLocks noGrp="1"/>
          </p:cNvSpPr>
          <p:nvPr>
            <p:ph type="title"/>
          </p:nvPr>
        </p:nvSpPr>
        <p:spPr>
          <a:xfrm>
            <a:off x="563369" y="473236"/>
            <a:ext cx="11081177" cy="527107"/>
          </a:xfrm>
        </p:spPr>
        <p:txBody>
          <a:bodyPr vert="horz" wrap="square" lIns="0" tIns="91440" rIns="146304" bIns="91440" rtlCol="0" anchor="ctr">
            <a:noAutofit/>
          </a:bodyPr>
          <a:lstStyle/>
          <a:p>
            <a:r>
              <a:rPr lang="en-US" sz="3200">
                <a:solidFill>
                  <a:schemeClr val="tx2">
                    <a:lumMod val="50000"/>
                  </a:schemeClr>
                </a:solidFill>
              </a:rPr>
              <a:t>Which Azure SQL offering is right for you?</a:t>
            </a:r>
          </a:p>
        </p:txBody>
      </p:sp>
      <p:sp>
        <p:nvSpPr>
          <p:cNvPr id="2" name="TextBox 1">
            <a:extLst>
              <a:ext uri="{FF2B5EF4-FFF2-40B4-BE49-F238E27FC236}">
                <a16:creationId xmlns:a16="http://schemas.microsoft.com/office/drawing/2014/main" id="{B07668F5-4F8D-4B7E-48D5-CEF4FA15B246}"/>
              </a:ext>
            </a:extLst>
          </p:cNvPr>
          <p:cNvSpPr txBox="1"/>
          <p:nvPr/>
        </p:nvSpPr>
        <p:spPr>
          <a:xfrm>
            <a:off x="10167728" y="824948"/>
            <a:ext cx="1987827" cy="627864"/>
          </a:xfrm>
          <a:prstGeom prst="rect">
            <a:avLst/>
          </a:prstGeom>
          <a:noFill/>
        </p:spPr>
        <p:txBody>
          <a:bodyPr wrap="square" lIns="182880" tIns="146304" rIns="182880" bIns="146304" rtlCol="0">
            <a:spAutoFit/>
          </a:bodyPr>
          <a:lstStyle/>
          <a:p>
            <a:pPr>
              <a:lnSpc>
                <a:spcPct val="90000"/>
              </a:lnSpc>
              <a:spcAft>
                <a:spcPts val="600"/>
              </a:spcAft>
            </a:pPr>
            <a:r>
              <a:rPr lang="en-US" sz="2400" b="1">
                <a:solidFill>
                  <a:srgbClr val="FF0000"/>
                </a:solidFill>
              </a:rPr>
              <a:t>Update</a:t>
            </a:r>
            <a:endParaRPr lang="en-IN" sz="2400" b="1" err="1">
              <a:solidFill>
                <a:srgbClr val="FF0000"/>
              </a:solidFill>
            </a:endParaRPr>
          </a:p>
        </p:txBody>
      </p:sp>
    </p:spTree>
    <p:extLst>
      <p:ext uri="{BB962C8B-B14F-4D97-AF65-F5344CB8AC3E}">
        <p14:creationId xmlns:p14="http://schemas.microsoft.com/office/powerpoint/2010/main" val="73827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620896" y="230790"/>
            <a:ext cx="8131788" cy="492443"/>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a:t>Scanned SQL DB servers on VM servers</a:t>
            </a:r>
          </a:p>
        </p:txBody>
      </p:sp>
      <p:pic>
        <p:nvPicPr>
          <p:cNvPr id="11" name="Picture 10">
            <a:extLst>
              <a:ext uri="{FF2B5EF4-FFF2-40B4-BE49-F238E27FC236}">
                <a16:creationId xmlns:a16="http://schemas.microsoft.com/office/drawing/2014/main" id="{AEC767CA-570E-8EF6-823C-2C85011B8712}"/>
              </a:ext>
            </a:extLst>
          </p:cNvPr>
          <p:cNvPicPr>
            <a:picLocks noChangeAspect="1"/>
          </p:cNvPicPr>
          <p:nvPr/>
        </p:nvPicPr>
        <p:blipFill>
          <a:blip r:embed="rId3"/>
          <a:stretch>
            <a:fillRect/>
          </a:stretch>
        </p:blipFill>
        <p:spPr>
          <a:xfrm>
            <a:off x="10243457" y="230790"/>
            <a:ext cx="1694580" cy="1167256"/>
          </a:xfrm>
          <a:prstGeom prst="rect">
            <a:avLst/>
          </a:prstGeom>
        </p:spPr>
      </p:pic>
      <p:graphicFrame>
        <p:nvGraphicFramePr>
          <p:cNvPr id="4" name="Table 3">
            <a:extLst>
              <a:ext uri="{FF2B5EF4-FFF2-40B4-BE49-F238E27FC236}">
                <a16:creationId xmlns:a16="http://schemas.microsoft.com/office/drawing/2014/main" id="{E65783F4-A64B-26B7-5FFA-DDBFC5099A57}"/>
              </a:ext>
            </a:extLst>
          </p:cNvPr>
          <p:cNvGraphicFramePr>
            <a:graphicFrameLocks noGrp="1"/>
          </p:cNvGraphicFramePr>
          <p:nvPr>
            <p:extLst>
              <p:ext uri="{D42A27DB-BD31-4B8C-83A1-F6EECF244321}">
                <p14:modId xmlns:p14="http://schemas.microsoft.com/office/powerpoint/2010/main" val="1794993976"/>
              </p:ext>
            </p:extLst>
          </p:nvPr>
        </p:nvGraphicFramePr>
        <p:xfrm>
          <a:off x="489557" y="1388494"/>
          <a:ext cx="7785764" cy="1344930"/>
        </p:xfrm>
        <a:graphic>
          <a:graphicData uri="http://schemas.openxmlformats.org/drawingml/2006/table">
            <a:tbl>
              <a:tblPr/>
              <a:tblGrid>
                <a:gridCol w="2116542">
                  <a:extLst>
                    <a:ext uri="{9D8B030D-6E8A-4147-A177-3AD203B41FA5}">
                      <a16:colId xmlns:a16="http://schemas.microsoft.com/office/drawing/2014/main" val="3756094423"/>
                    </a:ext>
                  </a:extLst>
                </a:gridCol>
                <a:gridCol w="990435">
                  <a:extLst>
                    <a:ext uri="{9D8B030D-6E8A-4147-A177-3AD203B41FA5}">
                      <a16:colId xmlns:a16="http://schemas.microsoft.com/office/drawing/2014/main" val="3906411070"/>
                    </a:ext>
                  </a:extLst>
                </a:gridCol>
                <a:gridCol w="594120">
                  <a:extLst>
                    <a:ext uri="{9D8B030D-6E8A-4147-A177-3AD203B41FA5}">
                      <a16:colId xmlns:a16="http://schemas.microsoft.com/office/drawing/2014/main" val="796113668"/>
                    </a:ext>
                  </a:extLst>
                </a:gridCol>
                <a:gridCol w="1968125">
                  <a:extLst>
                    <a:ext uri="{9D8B030D-6E8A-4147-A177-3AD203B41FA5}">
                      <a16:colId xmlns:a16="http://schemas.microsoft.com/office/drawing/2014/main" val="2298575945"/>
                    </a:ext>
                  </a:extLst>
                </a:gridCol>
                <a:gridCol w="2116542">
                  <a:extLst>
                    <a:ext uri="{9D8B030D-6E8A-4147-A177-3AD203B41FA5}">
                      <a16:colId xmlns:a16="http://schemas.microsoft.com/office/drawing/2014/main" val="617054987"/>
                    </a:ext>
                  </a:extLst>
                </a:gridCol>
              </a:tblGrid>
              <a:tr h="261652">
                <a:tc>
                  <a:txBody>
                    <a:bodyPr/>
                    <a:lstStyle/>
                    <a:p>
                      <a:r>
                        <a:rPr lang="en-IN">
                          <a:solidFill>
                            <a:srgbClr val="FFFFFF"/>
                          </a:solidFill>
                          <a:effectLst/>
                          <a:highlight>
                            <a:srgbClr val="333399"/>
                          </a:highlight>
                          <a:latin typeface="Calibri" panose="020F0502020204030204" pitchFamily="34" charset="0"/>
                        </a:rPr>
                        <a:t>DB Server Name</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MEM(GB)</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Core</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SQL Server</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Storage Size(GB)</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extLst>
                  <a:ext uri="{0D108BD9-81ED-4DB2-BD59-A6C34878D82A}">
                    <a16:rowId xmlns:a16="http://schemas.microsoft.com/office/drawing/2014/main" val="2327600677"/>
                  </a:ext>
                </a:extLst>
              </a:tr>
              <a:tr h="261652">
                <a:tc>
                  <a:txBody>
                    <a:bodyPr/>
                    <a:lstStyle/>
                    <a:p>
                      <a:r>
                        <a:rPr lang="en-IN">
                          <a:effectLst/>
                          <a:latin typeface="Helvetica" pitchFamily="2" charset="0"/>
                        </a:rPr>
                        <a:t>ADDCPRSQL16S1</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102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1440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7653783"/>
                  </a:ext>
                </a:extLst>
              </a:tr>
              <a:tr h="261652">
                <a:tc>
                  <a:txBody>
                    <a:bodyPr/>
                    <a:lstStyle/>
                    <a:p>
                      <a:r>
                        <a:rPr lang="en-IN">
                          <a:effectLst/>
                          <a:latin typeface="Helvetica" pitchFamily="2" charset="0"/>
                        </a:rPr>
                        <a:t>ADDCPRSQL16S2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102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1380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3313706"/>
                  </a:ext>
                </a:extLst>
              </a:tr>
              <a:tr h="261652">
                <a:tc>
                  <a:txBody>
                    <a:bodyPr/>
                    <a:lstStyle/>
                    <a:p>
                      <a:r>
                        <a:rPr lang="en-IN">
                          <a:effectLst/>
                          <a:latin typeface="Helvetica" pitchFamily="2" charset="0"/>
                        </a:rPr>
                        <a:t>ADDCPRSQL19S1</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51</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4</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2019</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1310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401638"/>
                  </a:ext>
                </a:extLst>
              </a:tr>
              <a:tr h="261652">
                <a:tc>
                  <a:txBody>
                    <a:bodyPr/>
                    <a:lstStyle/>
                    <a:p>
                      <a:r>
                        <a:rPr lang="en-IN">
                          <a:effectLst/>
                          <a:latin typeface="Helvetica" pitchFamily="2" charset="0"/>
                        </a:rPr>
                        <a:t>ADDCPRSQL19S2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40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4</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2019</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1310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025066"/>
                  </a:ext>
                </a:extLst>
              </a:tr>
            </a:tbl>
          </a:graphicData>
        </a:graphic>
      </p:graphicFrame>
      <p:graphicFrame>
        <p:nvGraphicFramePr>
          <p:cNvPr id="3" name="Table 2">
            <a:extLst>
              <a:ext uri="{FF2B5EF4-FFF2-40B4-BE49-F238E27FC236}">
                <a16:creationId xmlns:a16="http://schemas.microsoft.com/office/drawing/2014/main" id="{4BE04F5B-514D-E32D-2D34-AFCFA7D259BB}"/>
              </a:ext>
            </a:extLst>
          </p:cNvPr>
          <p:cNvGraphicFramePr>
            <a:graphicFrameLocks noGrp="1"/>
          </p:cNvGraphicFramePr>
          <p:nvPr>
            <p:extLst>
              <p:ext uri="{D42A27DB-BD31-4B8C-83A1-F6EECF244321}">
                <p14:modId xmlns:p14="http://schemas.microsoft.com/office/powerpoint/2010/main" val="3424633377"/>
              </p:ext>
            </p:extLst>
          </p:nvPr>
        </p:nvGraphicFramePr>
        <p:xfrm>
          <a:off x="404212" y="4274950"/>
          <a:ext cx="9983371" cy="1344930"/>
        </p:xfrm>
        <a:graphic>
          <a:graphicData uri="http://schemas.openxmlformats.org/drawingml/2006/table">
            <a:tbl>
              <a:tblPr/>
              <a:tblGrid>
                <a:gridCol w="2133869">
                  <a:extLst>
                    <a:ext uri="{9D8B030D-6E8A-4147-A177-3AD203B41FA5}">
                      <a16:colId xmlns:a16="http://schemas.microsoft.com/office/drawing/2014/main" val="3756094423"/>
                    </a:ext>
                  </a:extLst>
                </a:gridCol>
                <a:gridCol w="989035">
                  <a:extLst>
                    <a:ext uri="{9D8B030D-6E8A-4147-A177-3AD203B41FA5}">
                      <a16:colId xmlns:a16="http://schemas.microsoft.com/office/drawing/2014/main" val="3906411070"/>
                    </a:ext>
                  </a:extLst>
                </a:gridCol>
                <a:gridCol w="592645">
                  <a:extLst>
                    <a:ext uri="{9D8B030D-6E8A-4147-A177-3AD203B41FA5}">
                      <a16:colId xmlns:a16="http://schemas.microsoft.com/office/drawing/2014/main" val="796113668"/>
                    </a:ext>
                  </a:extLst>
                </a:gridCol>
                <a:gridCol w="2000084">
                  <a:extLst>
                    <a:ext uri="{9D8B030D-6E8A-4147-A177-3AD203B41FA5}">
                      <a16:colId xmlns:a16="http://schemas.microsoft.com/office/drawing/2014/main" val="2298575945"/>
                    </a:ext>
                  </a:extLst>
                </a:gridCol>
                <a:gridCol w="2133869">
                  <a:extLst>
                    <a:ext uri="{9D8B030D-6E8A-4147-A177-3AD203B41FA5}">
                      <a16:colId xmlns:a16="http://schemas.microsoft.com/office/drawing/2014/main" val="617054987"/>
                    </a:ext>
                  </a:extLst>
                </a:gridCol>
                <a:gridCol w="2133869">
                  <a:extLst>
                    <a:ext uri="{9D8B030D-6E8A-4147-A177-3AD203B41FA5}">
                      <a16:colId xmlns:a16="http://schemas.microsoft.com/office/drawing/2014/main" val="2796299906"/>
                    </a:ext>
                  </a:extLst>
                </a:gridCol>
              </a:tblGrid>
              <a:tr h="261652">
                <a:tc>
                  <a:txBody>
                    <a:bodyPr/>
                    <a:lstStyle/>
                    <a:p>
                      <a:r>
                        <a:rPr lang="en-IN">
                          <a:solidFill>
                            <a:srgbClr val="FFFFFF"/>
                          </a:solidFill>
                          <a:effectLst/>
                          <a:highlight>
                            <a:srgbClr val="333399"/>
                          </a:highlight>
                          <a:latin typeface="Calibri" panose="020F0502020204030204" pitchFamily="34" charset="0"/>
                        </a:rPr>
                        <a:t>DB Server Name</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MEM(GB)</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Core</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SQL Server</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Storage Size(GB)</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tc>
                  <a:txBody>
                    <a:bodyPr/>
                    <a:lstStyle/>
                    <a:p>
                      <a:r>
                        <a:rPr lang="en-IN">
                          <a:solidFill>
                            <a:srgbClr val="FFFFFF"/>
                          </a:solidFill>
                          <a:effectLst/>
                          <a:highlight>
                            <a:srgbClr val="333399"/>
                          </a:highlight>
                          <a:latin typeface="Calibri" panose="020F0502020204030204" pitchFamily="34" charset="0"/>
                        </a:rPr>
                        <a:t>Recommendation</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333399"/>
                    </a:solidFill>
                  </a:tcPr>
                </a:tc>
                <a:extLst>
                  <a:ext uri="{0D108BD9-81ED-4DB2-BD59-A6C34878D82A}">
                    <a16:rowId xmlns:a16="http://schemas.microsoft.com/office/drawing/2014/main" val="2327600677"/>
                  </a:ext>
                </a:extLst>
              </a:tr>
              <a:tr h="261652">
                <a:tc>
                  <a:txBody>
                    <a:bodyPr/>
                    <a:lstStyle/>
                    <a:p>
                      <a:r>
                        <a:rPr lang="en-IN">
                          <a:effectLst/>
                          <a:latin typeface="Helvetica" pitchFamily="2" charset="0"/>
                        </a:rPr>
                        <a:t>ADDCPRSQL16S1</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128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1536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Azure SQL MI</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7653783"/>
                  </a:ext>
                </a:extLst>
              </a:tr>
              <a:tr h="261652">
                <a:tc>
                  <a:txBody>
                    <a:bodyPr/>
                    <a:lstStyle/>
                    <a:p>
                      <a:r>
                        <a:rPr lang="en-IN">
                          <a:effectLst/>
                          <a:latin typeface="Helvetica" pitchFamily="2" charset="0"/>
                        </a:rPr>
                        <a:t>ADDCPRSQL16S2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128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IN" sz="1765"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1536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lang="en-IN">
                          <a:effectLst/>
                          <a:latin typeface="Calibri" panose="020F0502020204030204" pitchFamily="34" charset="0"/>
                        </a:rPr>
                        <a:t>Azure SQL MI</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3313706"/>
                  </a:ext>
                </a:extLst>
              </a:tr>
              <a:tr h="261652">
                <a:tc>
                  <a:txBody>
                    <a:bodyPr/>
                    <a:lstStyle/>
                    <a:p>
                      <a:r>
                        <a:rPr lang="en-IN">
                          <a:effectLst/>
                          <a:latin typeface="Helvetica" pitchFamily="2" charset="0"/>
                        </a:rPr>
                        <a:t>ADDCPRSQL19S1</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64</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2019</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IN" sz="1765"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1536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Azure SQL VM</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401638"/>
                  </a:ext>
                </a:extLst>
              </a:tr>
              <a:tr h="188370">
                <a:tc>
                  <a:txBody>
                    <a:bodyPr/>
                    <a:lstStyle/>
                    <a:p>
                      <a:r>
                        <a:rPr lang="en-IN">
                          <a:effectLst/>
                          <a:latin typeface="Helvetica" pitchFamily="2" charset="0"/>
                        </a:rPr>
                        <a:t>ADDCPRSQL19S2</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64</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8</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SQL Server 2019</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IN" sz="1765"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1536</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a:r>
                        <a:rPr lang="en-IN">
                          <a:effectLst/>
                          <a:latin typeface="Calibri" panose="020F0502020204030204" pitchFamily="34" charset="0"/>
                        </a:rPr>
                        <a:t>Azure SQL VM</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025066"/>
                  </a:ext>
                </a:extLst>
              </a:tr>
            </a:tbl>
          </a:graphicData>
        </a:graphic>
      </p:graphicFrame>
      <p:sp>
        <p:nvSpPr>
          <p:cNvPr id="5" name="Title 1">
            <a:extLst>
              <a:ext uri="{FF2B5EF4-FFF2-40B4-BE49-F238E27FC236}">
                <a16:creationId xmlns:a16="http://schemas.microsoft.com/office/drawing/2014/main" id="{F9395F25-17CF-FBEE-DBE8-BCBEEB02F86C}"/>
              </a:ext>
            </a:extLst>
          </p:cNvPr>
          <p:cNvSpPr txBox="1">
            <a:spLocks/>
          </p:cNvSpPr>
          <p:nvPr/>
        </p:nvSpPr>
        <p:spPr>
          <a:xfrm>
            <a:off x="404213" y="3501294"/>
            <a:ext cx="8131788" cy="492443"/>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a:t>Recommendation on Azure</a:t>
            </a:r>
          </a:p>
        </p:txBody>
      </p:sp>
    </p:spTree>
    <p:extLst>
      <p:ext uri="{BB962C8B-B14F-4D97-AF65-F5344CB8AC3E}">
        <p14:creationId xmlns:p14="http://schemas.microsoft.com/office/powerpoint/2010/main" val="117849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6930-57A3-9704-903A-9F5E641B3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5A575-0998-7318-9D9E-1A80483E6401}"/>
              </a:ext>
            </a:extLst>
          </p:cNvPr>
          <p:cNvSpPr>
            <a:spLocks noGrp="1"/>
          </p:cNvSpPr>
          <p:nvPr>
            <p:ph type="title" idx="4294967295"/>
          </p:nvPr>
        </p:nvSpPr>
        <p:spPr>
          <a:xfrm>
            <a:off x="345233" y="255198"/>
            <a:ext cx="11306175" cy="403225"/>
          </a:xfrm>
        </p:spPr>
        <p:txBody>
          <a:bodyPr/>
          <a:lstStyle/>
          <a:p>
            <a:r>
              <a:rPr lang="en-GB" sz="2800">
                <a:solidFill>
                  <a:schemeClr val="tx2">
                    <a:lumMod val="50000"/>
                  </a:schemeClr>
                </a:solidFill>
              </a:rPr>
              <a:t>SQL Servers CPU and RAM Performance and Optimization analysis</a:t>
            </a:r>
          </a:p>
        </p:txBody>
      </p:sp>
      <p:graphicFrame>
        <p:nvGraphicFramePr>
          <p:cNvPr id="13" name="Chart 12">
            <a:extLst>
              <a:ext uri="{FF2B5EF4-FFF2-40B4-BE49-F238E27FC236}">
                <a16:creationId xmlns:a16="http://schemas.microsoft.com/office/drawing/2014/main" id="{F3C1272B-FB38-DEB7-4F72-6A356CCE9DA4}"/>
              </a:ext>
            </a:extLst>
          </p:cNvPr>
          <p:cNvGraphicFramePr>
            <a:graphicFrameLocks/>
          </p:cNvGraphicFramePr>
          <p:nvPr>
            <p:extLst>
              <p:ext uri="{D42A27DB-BD31-4B8C-83A1-F6EECF244321}">
                <p14:modId xmlns:p14="http://schemas.microsoft.com/office/powerpoint/2010/main" val="3635052536"/>
              </p:ext>
            </p:extLst>
          </p:nvPr>
        </p:nvGraphicFramePr>
        <p:xfrm>
          <a:off x="6361176" y="4013357"/>
          <a:ext cx="4438650" cy="1825626"/>
        </p:xfrm>
        <a:graphic>
          <a:graphicData uri="http://schemas.openxmlformats.org/drawingml/2006/chart">
            <c:chart xmlns:c="http://schemas.openxmlformats.org/drawingml/2006/chart" xmlns:r="http://schemas.openxmlformats.org/officeDocument/2006/relationships" r:id="rId3"/>
          </a:graphicData>
        </a:graphic>
      </p:graphicFrame>
      <p:sp>
        <p:nvSpPr>
          <p:cNvPr id="20" name="Oval 19">
            <a:extLst>
              <a:ext uri="{FF2B5EF4-FFF2-40B4-BE49-F238E27FC236}">
                <a16:creationId xmlns:a16="http://schemas.microsoft.com/office/drawing/2014/main" id="{1E743EBE-0180-0035-0511-5F6C7F77FBFB}"/>
              </a:ext>
            </a:extLst>
          </p:cNvPr>
          <p:cNvSpPr/>
          <p:nvPr/>
        </p:nvSpPr>
        <p:spPr bwMode="auto">
          <a:xfrm>
            <a:off x="4874767" y="818167"/>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TextBox 20">
            <a:extLst>
              <a:ext uri="{FF2B5EF4-FFF2-40B4-BE49-F238E27FC236}">
                <a16:creationId xmlns:a16="http://schemas.microsoft.com/office/drawing/2014/main" id="{242F88D2-7FE8-23B0-FAE5-4D0958052313}"/>
              </a:ext>
            </a:extLst>
          </p:cNvPr>
          <p:cNvSpPr txBox="1"/>
          <p:nvPr/>
        </p:nvSpPr>
        <p:spPr>
          <a:xfrm>
            <a:off x="4888535" y="1099824"/>
            <a:ext cx="1840911" cy="794064"/>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mn-cs"/>
              </a:rPr>
              <a:t>Increase CPU and Memory</a:t>
            </a: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 name="Oval 21">
            <a:extLst>
              <a:ext uri="{FF2B5EF4-FFF2-40B4-BE49-F238E27FC236}">
                <a16:creationId xmlns:a16="http://schemas.microsoft.com/office/drawing/2014/main" id="{FA1F09A4-E536-6B23-FEAA-4EEF1400EF60}"/>
              </a:ext>
            </a:extLst>
          </p:cNvPr>
          <p:cNvSpPr/>
          <p:nvPr/>
        </p:nvSpPr>
        <p:spPr bwMode="auto">
          <a:xfrm>
            <a:off x="9614194" y="3269222"/>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3" name="TextBox 22">
            <a:extLst>
              <a:ext uri="{FF2B5EF4-FFF2-40B4-BE49-F238E27FC236}">
                <a16:creationId xmlns:a16="http://schemas.microsoft.com/office/drawing/2014/main" id="{9B48F180-BD8A-961A-9A00-C4FDF09F4B4D}"/>
              </a:ext>
            </a:extLst>
          </p:cNvPr>
          <p:cNvSpPr txBox="1"/>
          <p:nvPr/>
        </p:nvSpPr>
        <p:spPr>
          <a:xfrm>
            <a:off x="9747544" y="3616325"/>
            <a:ext cx="1840911" cy="794064"/>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mn-cs"/>
              </a:rPr>
              <a:t>Increase CPU and Memory</a:t>
            </a: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graphicFrame>
        <p:nvGraphicFramePr>
          <p:cNvPr id="5" name="Chart 4">
            <a:extLst>
              <a:ext uri="{FF2B5EF4-FFF2-40B4-BE49-F238E27FC236}">
                <a16:creationId xmlns:a16="http://schemas.microsoft.com/office/drawing/2014/main" id="{B0455BDE-5A0A-2131-44B6-109697CC7BFE}"/>
              </a:ext>
            </a:extLst>
          </p:cNvPr>
          <p:cNvGraphicFramePr>
            <a:graphicFrameLocks/>
          </p:cNvGraphicFramePr>
          <p:nvPr>
            <p:extLst>
              <p:ext uri="{D42A27DB-BD31-4B8C-83A1-F6EECF244321}">
                <p14:modId xmlns:p14="http://schemas.microsoft.com/office/powerpoint/2010/main" val="3465797453"/>
              </p:ext>
            </p:extLst>
          </p:nvPr>
        </p:nvGraphicFramePr>
        <p:xfrm>
          <a:off x="5701685" y="3680142"/>
          <a:ext cx="4572000" cy="27527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C3B1535A-38D7-AFB9-0FD5-0E15ADFEDF9E}"/>
              </a:ext>
            </a:extLst>
          </p:cNvPr>
          <p:cNvGraphicFramePr>
            <a:graphicFrameLocks/>
          </p:cNvGraphicFramePr>
          <p:nvPr>
            <p:extLst>
              <p:ext uri="{D42A27DB-BD31-4B8C-83A1-F6EECF244321}">
                <p14:modId xmlns:p14="http://schemas.microsoft.com/office/powerpoint/2010/main" val="2443279682"/>
              </p:ext>
            </p:extLst>
          </p:nvPr>
        </p:nvGraphicFramePr>
        <p:xfrm>
          <a:off x="603545" y="1017587"/>
          <a:ext cx="4572000" cy="274955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9571059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396314" y="279497"/>
            <a:ext cx="8131788" cy="443198"/>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a:t>Managed Instance Compatibility </a:t>
            </a:r>
          </a:p>
        </p:txBody>
      </p:sp>
      <p:sp>
        <p:nvSpPr>
          <p:cNvPr id="98" name="Rectangle 97">
            <a:extLst>
              <a:ext uri="{FF2B5EF4-FFF2-40B4-BE49-F238E27FC236}">
                <a16:creationId xmlns:a16="http://schemas.microsoft.com/office/drawing/2014/main" id="{B165CA1F-4037-0C44-9386-DC0ADD765A7B}"/>
              </a:ext>
            </a:extLst>
          </p:cNvPr>
          <p:cNvSpPr/>
          <p:nvPr/>
        </p:nvSpPr>
        <p:spPr>
          <a:xfrm>
            <a:off x="1116006" y="1208952"/>
            <a:ext cx="2000418"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F7FD6"/>
                </a:solidFill>
                <a:effectLst/>
                <a:uLnTx/>
                <a:uFillTx/>
                <a:latin typeface="Segoe UI Semibold"/>
                <a:ea typeface="+mn-ea"/>
                <a:cs typeface="+mn-cs"/>
              </a:rPr>
              <a:t>Managed Instances  </a:t>
            </a:r>
          </a:p>
        </p:txBody>
      </p:sp>
      <p:pic>
        <p:nvPicPr>
          <p:cNvPr id="70" name="Graphic 69">
            <a:extLst>
              <a:ext uri="{FF2B5EF4-FFF2-40B4-BE49-F238E27FC236}">
                <a16:creationId xmlns:a16="http://schemas.microsoft.com/office/drawing/2014/main" id="{40CB541E-E489-4A65-8D59-242F38269F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314" y="1095802"/>
            <a:ext cx="714790" cy="714790"/>
          </a:xfrm>
          <a:prstGeom prst="rect">
            <a:avLst/>
          </a:prstGeom>
        </p:spPr>
      </p:pic>
      <p:pic>
        <p:nvPicPr>
          <p:cNvPr id="5" name="Picture 4">
            <a:extLst>
              <a:ext uri="{FF2B5EF4-FFF2-40B4-BE49-F238E27FC236}">
                <a16:creationId xmlns:a16="http://schemas.microsoft.com/office/drawing/2014/main" id="{BFE0AEB2-7E16-EAB8-9616-BC007E7CB58B}"/>
              </a:ext>
            </a:extLst>
          </p:cNvPr>
          <p:cNvPicPr>
            <a:picLocks noChangeAspect="1"/>
          </p:cNvPicPr>
          <p:nvPr/>
        </p:nvPicPr>
        <p:blipFill>
          <a:blip r:embed="rId4"/>
          <a:stretch>
            <a:fillRect/>
          </a:stretch>
        </p:blipFill>
        <p:spPr>
          <a:xfrm>
            <a:off x="3050477" y="972880"/>
            <a:ext cx="785639" cy="785639"/>
          </a:xfrm>
          <a:prstGeom prst="rect">
            <a:avLst/>
          </a:prstGeom>
        </p:spPr>
      </p:pic>
      <p:pic>
        <p:nvPicPr>
          <p:cNvPr id="2" name="Picture 1">
            <a:extLst>
              <a:ext uri="{FF2B5EF4-FFF2-40B4-BE49-F238E27FC236}">
                <a16:creationId xmlns:a16="http://schemas.microsoft.com/office/drawing/2014/main" id="{084B5F37-6A3F-2161-85AF-186EC1BC42FA}"/>
              </a:ext>
            </a:extLst>
          </p:cNvPr>
          <p:cNvPicPr>
            <a:picLocks noChangeAspect="1"/>
          </p:cNvPicPr>
          <p:nvPr/>
        </p:nvPicPr>
        <p:blipFill>
          <a:blip r:embed="rId5"/>
          <a:stretch>
            <a:fillRect/>
          </a:stretch>
        </p:blipFill>
        <p:spPr>
          <a:xfrm>
            <a:off x="8934935" y="4896707"/>
            <a:ext cx="2418865" cy="1666155"/>
          </a:xfrm>
          <a:prstGeom prst="rect">
            <a:avLst/>
          </a:prstGeom>
        </p:spPr>
      </p:pic>
      <p:sp>
        <p:nvSpPr>
          <p:cNvPr id="6" name="TextBox 5">
            <a:extLst>
              <a:ext uri="{FF2B5EF4-FFF2-40B4-BE49-F238E27FC236}">
                <a16:creationId xmlns:a16="http://schemas.microsoft.com/office/drawing/2014/main" id="{D4551412-451E-6176-5D8D-A98602B97458}"/>
              </a:ext>
            </a:extLst>
          </p:cNvPr>
          <p:cNvSpPr txBox="1"/>
          <p:nvPr/>
        </p:nvSpPr>
        <p:spPr>
          <a:xfrm>
            <a:off x="396314" y="1806863"/>
            <a:ext cx="11260772" cy="2099036"/>
          </a:xfrm>
          <a:prstGeom prst="rect">
            <a:avLst/>
          </a:prstGeom>
          <a:noFill/>
        </p:spPr>
        <p:txBody>
          <a:bodyPr wrap="square" lIns="182880" tIns="146304" rIns="182880" bIns="146304" rtlCol="0">
            <a:spAutoFit/>
          </a:bodyPr>
          <a:lstStyle/>
          <a:p>
            <a:pPr>
              <a:lnSpc>
                <a:spcPct val="90000"/>
              </a:lnSpc>
              <a:spcAft>
                <a:spcPts val="600"/>
              </a:spcAft>
            </a:pPr>
            <a:r>
              <a:rPr lang="en-US" dirty="0">
                <a:latin typeface="Segoe UI (Body)"/>
              </a:rPr>
              <a:t>Upon gathering the information for the 4 SQL servers within the scoped environment,</a:t>
            </a:r>
          </a:p>
          <a:p>
            <a:pPr marL="285750" indent="-285750">
              <a:lnSpc>
                <a:spcPct val="90000"/>
              </a:lnSpc>
              <a:spcAft>
                <a:spcPts val="600"/>
              </a:spcAft>
              <a:buFont typeface="Arial" panose="020B0604020202020204" pitchFamily="34" charset="0"/>
              <a:buChar char="•"/>
            </a:pPr>
            <a:r>
              <a:rPr lang="en-US" dirty="0">
                <a:latin typeface="Segoe UI (Body)"/>
              </a:rPr>
              <a:t>4 SQL servers are compatible with the Azure SQL Managed Instance platform</a:t>
            </a:r>
          </a:p>
          <a:p>
            <a:pPr marL="285750" indent="-285750">
              <a:lnSpc>
                <a:spcPct val="90000"/>
              </a:lnSpc>
              <a:spcAft>
                <a:spcPts val="600"/>
              </a:spcAft>
              <a:buFont typeface="Arial" panose="020B0604020202020204" pitchFamily="34" charset="0"/>
              <a:buChar char="•"/>
            </a:pPr>
            <a:r>
              <a:rPr lang="en-IN" dirty="0">
                <a:effectLst/>
                <a:latin typeface="Segoe UI (Body)"/>
              </a:rPr>
              <a:t>67 DBs of SQL19 are compatible with Azure SQL MI, 1 DB on SQL 19 needs further analysis to make it compatible with Azure SQL MI.</a:t>
            </a:r>
          </a:p>
          <a:p>
            <a:pPr marL="285750" indent="-285750">
              <a:lnSpc>
                <a:spcPct val="90000"/>
              </a:lnSpc>
              <a:spcAft>
                <a:spcPts val="600"/>
              </a:spcAft>
              <a:buFont typeface="Arial" panose="020B0604020202020204" pitchFamily="34" charset="0"/>
              <a:buChar char="•"/>
            </a:pPr>
            <a:r>
              <a:rPr lang="en-IN" dirty="0">
                <a:latin typeface="Segoe UI (Body)"/>
              </a:rPr>
              <a:t>All 4 SQL DBs are 100% utilized, so recommendations made to increase CPU and Memory in Azure.</a:t>
            </a:r>
          </a:p>
          <a:p>
            <a:pPr marL="285750" indent="-285750">
              <a:lnSpc>
                <a:spcPct val="90000"/>
              </a:lnSpc>
              <a:spcAft>
                <a:spcPts val="600"/>
              </a:spcAft>
              <a:buFont typeface="Arial" panose="020B0604020202020204" pitchFamily="34" charset="0"/>
              <a:buChar char="•"/>
            </a:pPr>
            <a:r>
              <a:rPr lang="en-IN" dirty="0">
                <a:latin typeface="Segoe UI (Body)"/>
              </a:rPr>
              <a:t>Premium SSD is chosen to support higher IOPs.</a:t>
            </a:r>
          </a:p>
        </p:txBody>
      </p:sp>
    </p:spTree>
    <p:extLst>
      <p:ext uri="{BB962C8B-B14F-4D97-AF65-F5344CB8AC3E}">
        <p14:creationId xmlns:p14="http://schemas.microsoft.com/office/powerpoint/2010/main" val="1091167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2057E8-E4E9-7F7D-93EB-67817D69A51C}"/>
              </a:ext>
            </a:extLst>
          </p:cNvPr>
          <p:cNvSpPr>
            <a:spLocks noGrp="1"/>
          </p:cNvSpPr>
          <p:nvPr>
            <p:ph type="body" sz="quarter" idx="10"/>
          </p:nvPr>
        </p:nvSpPr>
        <p:spPr>
          <a:xfrm>
            <a:off x="326705" y="2922693"/>
            <a:ext cx="11526454" cy="1211101"/>
          </a:xfrm>
        </p:spPr>
        <p:txBody>
          <a:bodyPr/>
          <a:lstStyle/>
          <a:p>
            <a:r>
              <a:rPr lang="en-US"/>
              <a:t>When recommending the </a:t>
            </a:r>
            <a:r>
              <a:rPr kumimoji="0" lang="en-US" sz="2000" b="0" i="0" u="none" strike="noStrike" kern="1200" cap="none" spc="0" normalizeH="0" baseline="0" noProof="0">
                <a:ln>
                  <a:noFill/>
                </a:ln>
                <a:effectLst/>
                <a:uLnTx/>
                <a:uFillTx/>
                <a:ea typeface="+mn-ea"/>
                <a:cs typeface="+mn-cs"/>
              </a:rPr>
              <a:t>1 and 3-year options across pay-as-you-go, Azure Hybrid Use Benefit (AHUB), and Reserved Instances (RI) explain what each option </a:t>
            </a:r>
            <a:r>
              <a:rPr lang="en-US"/>
              <a:t>is and the terms and conditions for each option.</a:t>
            </a:r>
            <a:endParaRPr kumimoji="0" lang="en-US" sz="2000" b="0" i="0" u="none" strike="noStrike" kern="1200" cap="none" spc="0" normalizeH="0" baseline="0" noProof="0">
              <a:ln>
                <a:noFill/>
              </a:ln>
              <a:effectLst/>
              <a:uLnTx/>
              <a:uFillTx/>
              <a:ea typeface="+mn-ea"/>
              <a:cs typeface="+mn-cs"/>
            </a:endParaRPr>
          </a:p>
          <a:p>
            <a:endParaRPr lang="en-GB"/>
          </a:p>
        </p:txBody>
      </p:sp>
      <p:sp>
        <p:nvSpPr>
          <p:cNvPr id="5" name="Text Placeholder 4">
            <a:extLst>
              <a:ext uri="{FF2B5EF4-FFF2-40B4-BE49-F238E27FC236}">
                <a16:creationId xmlns:a16="http://schemas.microsoft.com/office/drawing/2014/main" id="{62ED89AB-6BA9-C380-ECB7-9256348D680F}"/>
              </a:ext>
            </a:extLst>
          </p:cNvPr>
          <p:cNvSpPr>
            <a:spLocks noGrp="1"/>
          </p:cNvSpPr>
          <p:nvPr>
            <p:ph type="body" sz="quarter" idx="12"/>
          </p:nvPr>
        </p:nvSpPr>
        <p:spPr>
          <a:xfrm>
            <a:off x="3525308" y="4437527"/>
            <a:ext cx="2257146" cy="207218"/>
          </a:xfrm>
        </p:spPr>
        <p:txBody>
          <a:bodyPr vert="horz" wrap="square" lIns="0" tIns="0" rIns="0" bIns="0" rtlCol="0">
            <a:spAutoFit/>
          </a:bodyPr>
          <a:lstStyle/>
          <a:p>
            <a:pPr algn="ctr"/>
            <a:r>
              <a:rPr lang="en-GB">
                <a:solidFill>
                  <a:srgbClr val="0078D3"/>
                </a:solidFill>
                <a:latin typeface="Segoe UI Semibold"/>
              </a:rPr>
              <a:t>Azure Hybrid Benefit</a:t>
            </a:r>
          </a:p>
        </p:txBody>
      </p:sp>
      <p:sp>
        <p:nvSpPr>
          <p:cNvPr id="7" name="Text Placeholder 6">
            <a:extLst>
              <a:ext uri="{FF2B5EF4-FFF2-40B4-BE49-F238E27FC236}">
                <a16:creationId xmlns:a16="http://schemas.microsoft.com/office/drawing/2014/main" id="{F82AF0C9-87C9-BFE3-E1A0-123CB16E1713}"/>
              </a:ext>
            </a:extLst>
          </p:cNvPr>
          <p:cNvSpPr>
            <a:spLocks noGrp="1"/>
          </p:cNvSpPr>
          <p:nvPr>
            <p:ph type="body" sz="quarter" idx="13"/>
          </p:nvPr>
        </p:nvSpPr>
        <p:spPr>
          <a:xfrm>
            <a:off x="416463" y="4784068"/>
            <a:ext cx="2257146" cy="1062549"/>
          </a:xfrm>
        </p:spPr>
        <p:txBody>
          <a:bodyPr/>
          <a:lstStyle/>
          <a:p>
            <a:r>
              <a:rPr lang="en-US" sz="1400"/>
              <a:t>This offer is billed at the standard Pay-As-You-Go rates</a:t>
            </a:r>
            <a:endParaRPr lang="en-GB" sz="1400"/>
          </a:p>
          <a:p>
            <a:endParaRPr lang="en-GB"/>
          </a:p>
        </p:txBody>
      </p:sp>
      <p:sp>
        <p:nvSpPr>
          <p:cNvPr id="8" name="Text Placeholder 7">
            <a:extLst>
              <a:ext uri="{FF2B5EF4-FFF2-40B4-BE49-F238E27FC236}">
                <a16:creationId xmlns:a16="http://schemas.microsoft.com/office/drawing/2014/main" id="{804432AD-23B6-9FEC-08DB-88323D1F2FC8}"/>
              </a:ext>
            </a:extLst>
          </p:cNvPr>
          <p:cNvSpPr>
            <a:spLocks noGrp="1"/>
          </p:cNvSpPr>
          <p:nvPr>
            <p:ph type="body" sz="quarter" idx="17"/>
          </p:nvPr>
        </p:nvSpPr>
        <p:spPr>
          <a:xfrm>
            <a:off x="3263474" y="4812795"/>
            <a:ext cx="2366695" cy="899812"/>
          </a:xfrm>
        </p:spPr>
        <p:txBody>
          <a:bodyPr vert="horz" wrap="square" lIns="0" tIns="0" rIns="0" bIns="0" rtlCol="0">
            <a:spAutoFit/>
          </a:bodyPr>
          <a:lstStyle/>
          <a:p>
            <a:pPr marL="0" indent="0">
              <a:spcAft>
                <a:spcPts val="588"/>
              </a:spcAft>
              <a:buNone/>
            </a:pPr>
            <a:r>
              <a:rPr lang="en-US" sz="1400">
                <a:solidFill>
                  <a:schemeClr val="tx2"/>
                </a:solidFill>
                <a:latin typeface="+mj-lt"/>
              </a:rPr>
              <a:t>Bring Windows Server and SQL Server on-premises licenses with Software Assurance to Azure</a:t>
            </a:r>
            <a:endParaRPr lang="en-GB" sz="1400">
              <a:solidFill>
                <a:schemeClr val="tx2"/>
              </a:solidFill>
              <a:latin typeface="+mj-lt"/>
            </a:endParaRPr>
          </a:p>
          <a:p>
            <a:pPr marL="0" indent="0">
              <a:spcAft>
                <a:spcPts val="588"/>
              </a:spcAft>
              <a:buNone/>
            </a:pPr>
            <a:endParaRPr lang="en-GB" sz="1400">
              <a:solidFill>
                <a:schemeClr val="tx2"/>
              </a:solidFill>
              <a:latin typeface="+mj-lt"/>
            </a:endParaRPr>
          </a:p>
        </p:txBody>
      </p:sp>
      <p:sp>
        <p:nvSpPr>
          <p:cNvPr id="9" name="Text Placeholder 8">
            <a:extLst>
              <a:ext uri="{FF2B5EF4-FFF2-40B4-BE49-F238E27FC236}">
                <a16:creationId xmlns:a16="http://schemas.microsoft.com/office/drawing/2014/main" id="{7F334B21-C271-9020-B468-868E9CC6C40E}"/>
              </a:ext>
            </a:extLst>
          </p:cNvPr>
          <p:cNvSpPr>
            <a:spLocks noGrp="1"/>
          </p:cNvSpPr>
          <p:nvPr>
            <p:ph type="body" sz="quarter" idx="18"/>
          </p:nvPr>
        </p:nvSpPr>
        <p:spPr>
          <a:xfrm>
            <a:off x="6077820" y="4784069"/>
            <a:ext cx="2257146" cy="905441"/>
          </a:xfrm>
        </p:spPr>
        <p:txBody>
          <a:bodyPr vert="horz" wrap="square" lIns="0" tIns="0" rIns="0" bIns="0" rtlCol="0">
            <a:spAutoFit/>
          </a:bodyPr>
          <a:lstStyle/>
          <a:p>
            <a:pPr marL="0" indent="0">
              <a:spcAft>
                <a:spcPts val="588"/>
              </a:spcAft>
              <a:buNone/>
            </a:pPr>
            <a:r>
              <a:rPr lang="en-US" sz="1400">
                <a:solidFill>
                  <a:schemeClr val="tx2"/>
                </a:solidFill>
                <a:latin typeface="+mj-lt"/>
              </a:rPr>
              <a:t>This pricing mechanism from Microsoft offers great discounts compared to the Pay As You Go (PAYG) model</a:t>
            </a:r>
            <a:endParaRPr lang="en-GB" sz="1400">
              <a:solidFill>
                <a:schemeClr val="tx2"/>
              </a:solidFill>
              <a:latin typeface="+mj-lt"/>
            </a:endParaRPr>
          </a:p>
          <a:p>
            <a:pPr marL="0" indent="0">
              <a:spcAft>
                <a:spcPts val="588"/>
              </a:spcAft>
              <a:buNone/>
            </a:pPr>
            <a:endParaRPr lang="en-GB" sz="1400">
              <a:solidFill>
                <a:schemeClr val="tx2"/>
              </a:solidFill>
              <a:latin typeface="+mj-lt"/>
            </a:endParaRPr>
          </a:p>
        </p:txBody>
      </p:sp>
      <p:grpSp>
        <p:nvGrpSpPr>
          <p:cNvPr id="10" name="migrate" descr="migrate">
            <a:extLst>
              <a:ext uri="{FF2B5EF4-FFF2-40B4-BE49-F238E27FC236}">
                <a16:creationId xmlns:a16="http://schemas.microsoft.com/office/drawing/2014/main" id="{1AF97FE5-D3C4-143B-2D98-D66DFFDCC458}"/>
              </a:ext>
            </a:extLst>
          </p:cNvPr>
          <p:cNvGrpSpPr/>
          <p:nvPr/>
        </p:nvGrpSpPr>
        <p:grpSpPr>
          <a:xfrm>
            <a:off x="416462" y="4377876"/>
            <a:ext cx="406193" cy="406193"/>
            <a:chOff x="7260749" y="3048383"/>
            <a:chExt cx="406193" cy="406193"/>
          </a:xfrm>
        </p:grpSpPr>
        <p:sp>
          <p:nvSpPr>
            <p:cNvPr id="11" name="Rectangle 562">
              <a:extLst>
                <a:ext uri="{FF2B5EF4-FFF2-40B4-BE49-F238E27FC236}">
                  <a16:creationId xmlns:a16="http://schemas.microsoft.com/office/drawing/2014/main" id="{389DBCC9-C33E-D89C-2F89-F2F4572DC9C6}"/>
                </a:ext>
              </a:extLst>
            </p:cNvPr>
            <p:cNvSpPr>
              <a:spLocks noChangeArrowheads="1"/>
            </p:cNvSpPr>
            <p:nvPr/>
          </p:nvSpPr>
          <p:spPr>
            <a:xfrm>
              <a:off x="7463067" y="3048383"/>
              <a:ext cx="203875" cy="40619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2" name="Rectangle 563">
              <a:extLst>
                <a:ext uri="{FF2B5EF4-FFF2-40B4-BE49-F238E27FC236}">
                  <a16:creationId xmlns:a16="http://schemas.microsoft.com/office/drawing/2014/main" id="{42E7AA3A-251C-468E-9656-1AC574F4FEA3}"/>
                </a:ext>
              </a:extLst>
            </p:cNvPr>
            <p:cNvSpPr>
              <a:spLocks noChangeArrowheads="1"/>
            </p:cNvSpPr>
            <p:nvPr/>
          </p:nvSpPr>
          <p:spPr>
            <a:xfrm>
              <a:off x="7368134" y="3155767"/>
              <a:ext cx="94934" cy="19298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 name="Rectangle 564">
              <a:extLst>
                <a:ext uri="{FF2B5EF4-FFF2-40B4-BE49-F238E27FC236}">
                  <a16:creationId xmlns:a16="http://schemas.microsoft.com/office/drawing/2014/main" id="{989BCE95-A77B-DF42-7424-BADA863BC86F}"/>
                </a:ext>
              </a:extLst>
            </p:cNvPr>
            <p:cNvSpPr>
              <a:spLocks noChangeArrowheads="1"/>
            </p:cNvSpPr>
            <p:nvPr/>
          </p:nvSpPr>
          <p:spPr>
            <a:xfrm>
              <a:off x="7463067" y="3155767"/>
              <a:ext cx="96490" cy="192980"/>
            </a:xfrm>
            <a:prstGeom prst="rect">
              <a:avLst/>
            </a:prstGeom>
            <a:solidFill>
              <a:srgbClr val="4BC9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4" name="Rectangle 565">
              <a:extLst>
                <a:ext uri="{FF2B5EF4-FFF2-40B4-BE49-F238E27FC236}">
                  <a16:creationId xmlns:a16="http://schemas.microsoft.com/office/drawing/2014/main" id="{B2C8322F-66CB-6D53-B921-BDB837A294E2}"/>
                </a:ext>
              </a:extLst>
            </p:cNvPr>
            <p:cNvSpPr>
              <a:spLocks noChangeArrowheads="1"/>
            </p:cNvSpPr>
            <p:nvPr/>
          </p:nvSpPr>
          <p:spPr>
            <a:xfrm>
              <a:off x="7260749" y="3370535"/>
              <a:ext cx="85597" cy="8404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15" name="profit margin 2" descr="profit margin, financial">
            <a:extLst>
              <a:ext uri="{FF2B5EF4-FFF2-40B4-BE49-F238E27FC236}">
                <a16:creationId xmlns:a16="http://schemas.microsoft.com/office/drawing/2014/main" id="{BA294054-F9C7-ABC3-518C-387C40232568}"/>
              </a:ext>
            </a:extLst>
          </p:cNvPr>
          <p:cNvGrpSpPr/>
          <p:nvPr/>
        </p:nvGrpSpPr>
        <p:grpSpPr>
          <a:xfrm>
            <a:off x="3376302" y="4331492"/>
            <a:ext cx="411480" cy="411480"/>
            <a:chOff x="1590051" y="3013965"/>
            <a:chExt cx="411480" cy="411480"/>
          </a:xfrm>
        </p:grpSpPr>
        <p:sp>
          <p:nvSpPr>
            <p:cNvPr id="16" name="Freeform: Shape 448">
              <a:extLst>
                <a:ext uri="{FF2B5EF4-FFF2-40B4-BE49-F238E27FC236}">
                  <a16:creationId xmlns:a16="http://schemas.microsoft.com/office/drawing/2014/main" id="{DB6E34FE-4286-ACB8-FFC5-018BEBA5DC2A}"/>
                </a:ext>
              </a:extLst>
            </p:cNvPr>
            <p:cNvSpPr/>
            <p:nvPr/>
          </p:nvSpPr>
          <p:spPr>
            <a:xfrm>
              <a:off x="1619155" y="3015985"/>
              <a:ext cx="173925" cy="118778"/>
            </a:xfrm>
            <a:custGeom>
              <a:avLst/>
              <a:gdLst>
                <a:gd name="connsiteX0" fmla="*/ 175227 w 173924"/>
                <a:gd name="connsiteY0" fmla="*/ 39264 h 118777"/>
                <a:gd name="connsiteX1" fmla="*/ 175581 w 173924"/>
                <a:gd name="connsiteY1" fmla="*/ 39264 h 118777"/>
                <a:gd name="connsiteX2" fmla="*/ 175581 w 173924"/>
                <a:gd name="connsiteY2" fmla="*/ 1410 h 118777"/>
                <a:gd name="connsiteX3" fmla="*/ 1410 w 173924"/>
                <a:gd name="connsiteY3" fmla="*/ 102142 h 118777"/>
                <a:gd name="connsiteX4" fmla="*/ 33593 w 173924"/>
                <a:gd name="connsiteY4" fmla="*/ 120714 h 118777"/>
                <a:gd name="connsiteX5" fmla="*/ 175227 w 173924"/>
                <a:gd name="connsiteY5" fmla="*/ 39264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227" y="39264"/>
                  </a:moveTo>
                  <a:cubicBezTo>
                    <a:pt x="175369" y="39264"/>
                    <a:pt x="175510" y="39264"/>
                    <a:pt x="175581" y="39264"/>
                  </a:cubicBezTo>
                  <a:lnTo>
                    <a:pt x="175581" y="1410"/>
                  </a:lnTo>
                  <a:cubicBezTo>
                    <a:pt x="101645" y="1410"/>
                    <a:pt x="38414" y="37988"/>
                    <a:pt x="1410" y="102142"/>
                  </a:cubicBezTo>
                  <a:lnTo>
                    <a:pt x="33593" y="120714"/>
                  </a:lnTo>
                  <a:cubicBezTo>
                    <a:pt x="61948" y="72014"/>
                    <a:pt x="114760" y="39264"/>
                    <a:pt x="175227" y="39264"/>
                  </a:cubicBez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7" name="Freeform: Shape 449">
              <a:extLst>
                <a:ext uri="{FF2B5EF4-FFF2-40B4-BE49-F238E27FC236}">
                  <a16:creationId xmlns:a16="http://schemas.microsoft.com/office/drawing/2014/main" id="{54A9AC24-E279-C2EB-7DFD-490980A0FB3F}"/>
                </a:ext>
              </a:extLst>
            </p:cNvPr>
            <p:cNvSpPr/>
            <p:nvPr/>
          </p:nvSpPr>
          <p:spPr>
            <a:xfrm>
              <a:off x="1591400" y="3116717"/>
              <a:ext cx="59389" cy="203619"/>
            </a:xfrm>
            <a:custGeom>
              <a:avLst/>
              <a:gdLst>
                <a:gd name="connsiteX0" fmla="*/ 61346 w 59388"/>
                <a:gd name="connsiteY0" fmla="*/ 20054 h 203618"/>
                <a:gd name="connsiteX1" fmla="*/ 29163 w 59388"/>
                <a:gd name="connsiteY1" fmla="*/ 1410 h 203618"/>
                <a:gd name="connsiteX2" fmla="*/ 29163 w 59388"/>
                <a:gd name="connsiteY2" fmla="*/ 202873 h 203618"/>
                <a:gd name="connsiteX3" fmla="*/ 61275 w 59388"/>
                <a:gd name="connsiteY3" fmla="*/ 184300 h 203618"/>
                <a:gd name="connsiteX4" fmla="*/ 39229 w 59388"/>
                <a:gd name="connsiteY4" fmla="*/ 102212 h 203618"/>
                <a:gd name="connsiteX5" fmla="*/ 61346 w 59388"/>
                <a:gd name="connsiteY5" fmla="*/ 20054 h 20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88" h="203617">
                  <a:moveTo>
                    <a:pt x="61346" y="20054"/>
                  </a:moveTo>
                  <a:lnTo>
                    <a:pt x="29163" y="1410"/>
                  </a:lnTo>
                  <a:cubicBezTo>
                    <a:pt x="-7840" y="65563"/>
                    <a:pt x="-7840" y="138720"/>
                    <a:pt x="29163" y="202873"/>
                  </a:cubicBezTo>
                  <a:lnTo>
                    <a:pt x="61275" y="184300"/>
                  </a:lnTo>
                  <a:cubicBezTo>
                    <a:pt x="47239" y="160198"/>
                    <a:pt x="39229" y="132127"/>
                    <a:pt x="39229" y="102212"/>
                  </a:cubicBezTo>
                  <a:cubicBezTo>
                    <a:pt x="39229" y="72298"/>
                    <a:pt x="47310" y="44156"/>
                    <a:pt x="61346" y="2005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8" name="Freeform: Shape 450">
              <a:extLst>
                <a:ext uri="{FF2B5EF4-FFF2-40B4-BE49-F238E27FC236}">
                  <a16:creationId xmlns:a16="http://schemas.microsoft.com/office/drawing/2014/main" id="{036DDF6C-545E-5E0B-E5D9-AFF54E6EEE1E}"/>
                </a:ext>
              </a:extLst>
            </p:cNvPr>
            <p:cNvSpPr/>
            <p:nvPr/>
          </p:nvSpPr>
          <p:spPr>
            <a:xfrm>
              <a:off x="1619222" y="3299673"/>
              <a:ext cx="173925" cy="118778"/>
            </a:xfrm>
            <a:custGeom>
              <a:avLst/>
              <a:gdLst>
                <a:gd name="connsiteX0" fmla="*/ 175156 w 173924"/>
                <a:gd name="connsiteY0" fmla="*/ 83002 h 118777"/>
                <a:gd name="connsiteX1" fmla="*/ 33522 w 173924"/>
                <a:gd name="connsiteY1" fmla="*/ 1410 h 118777"/>
                <a:gd name="connsiteX2" fmla="*/ 1410 w 173924"/>
                <a:gd name="connsiteY2" fmla="*/ 19983 h 118777"/>
                <a:gd name="connsiteX3" fmla="*/ 175581 w 173924"/>
                <a:gd name="connsiteY3" fmla="*/ 120714 h 118777"/>
                <a:gd name="connsiteX4" fmla="*/ 175581 w 173924"/>
                <a:gd name="connsiteY4" fmla="*/ 83002 h 118777"/>
                <a:gd name="connsiteX5" fmla="*/ 175156 w 173924"/>
                <a:gd name="connsiteY5" fmla="*/ 83002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156" y="83002"/>
                  </a:moveTo>
                  <a:cubicBezTo>
                    <a:pt x="114689" y="83002"/>
                    <a:pt x="61878" y="50181"/>
                    <a:pt x="33522" y="1410"/>
                  </a:cubicBezTo>
                  <a:lnTo>
                    <a:pt x="1410" y="19983"/>
                  </a:lnTo>
                  <a:cubicBezTo>
                    <a:pt x="38414" y="84136"/>
                    <a:pt x="101574" y="120714"/>
                    <a:pt x="175581" y="120714"/>
                  </a:cubicBezTo>
                  <a:lnTo>
                    <a:pt x="175581" y="83002"/>
                  </a:lnTo>
                  <a:cubicBezTo>
                    <a:pt x="175369" y="83002"/>
                    <a:pt x="175227" y="83002"/>
                    <a:pt x="175156" y="83002"/>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Freeform: Shape 451">
              <a:extLst>
                <a:ext uri="{FF2B5EF4-FFF2-40B4-BE49-F238E27FC236}">
                  <a16:creationId xmlns:a16="http://schemas.microsoft.com/office/drawing/2014/main" id="{C360228F-D299-F76F-F39A-E023BB9A9D8E}"/>
                </a:ext>
              </a:extLst>
            </p:cNvPr>
            <p:cNvSpPr/>
            <p:nvPr/>
          </p:nvSpPr>
          <p:spPr>
            <a:xfrm>
              <a:off x="1793324" y="3015985"/>
              <a:ext cx="203619" cy="402996"/>
            </a:xfrm>
            <a:custGeom>
              <a:avLst/>
              <a:gdLst>
                <a:gd name="connsiteX0" fmla="*/ 202518 w 203618"/>
                <a:gd name="connsiteY0" fmla="*/ 202873 h 402995"/>
                <a:gd name="connsiteX1" fmla="*/ 1410 w 203618"/>
                <a:gd name="connsiteY1" fmla="*/ 1410 h 402995"/>
                <a:gd name="connsiteX2" fmla="*/ 1410 w 203618"/>
                <a:gd name="connsiteY2" fmla="*/ 39264 h 402995"/>
                <a:gd name="connsiteX3" fmla="*/ 164735 w 203618"/>
                <a:gd name="connsiteY3" fmla="*/ 202944 h 402995"/>
                <a:gd name="connsiteX4" fmla="*/ 1410 w 203618"/>
                <a:gd name="connsiteY4" fmla="*/ 366694 h 402995"/>
                <a:gd name="connsiteX5" fmla="*/ 1410 w 203618"/>
                <a:gd name="connsiteY5" fmla="*/ 404406 h 402995"/>
                <a:gd name="connsiteX6" fmla="*/ 202518 w 203618"/>
                <a:gd name="connsiteY6" fmla="*/ 202873 h 40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617" h="402995">
                  <a:moveTo>
                    <a:pt x="202518" y="202873"/>
                  </a:moveTo>
                  <a:cubicBezTo>
                    <a:pt x="202518" y="91579"/>
                    <a:pt x="112491" y="1410"/>
                    <a:pt x="1410" y="1410"/>
                  </a:cubicBezTo>
                  <a:lnTo>
                    <a:pt x="1410" y="39264"/>
                  </a:lnTo>
                  <a:cubicBezTo>
                    <a:pt x="91650" y="39477"/>
                    <a:pt x="164735" y="112704"/>
                    <a:pt x="164735" y="202944"/>
                  </a:cubicBezTo>
                  <a:cubicBezTo>
                    <a:pt x="164735" y="293184"/>
                    <a:pt x="91650" y="366481"/>
                    <a:pt x="1410" y="366694"/>
                  </a:cubicBezTo>
                  <a:lnTo>
                    <a:pt x="1410" y="404406"/>
                  </a:lnTo>
                  <a:cubicBezTo>
                    <a:pt x="112491" y="404406"/>
                    <a:pt x="202518" y="314166"/>
                    <a:pt x="202518" y="202873"/>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 name="Freeform: Shape 452">
              <a:extLst>
                <a:ext uri="{FF2B5EF4-FFF2-40B4-BE49-F238E27FC236}">
                  <a16:creationId xmlns:a16="http://schemas.microsoft.com/office/drawing/2014/main" id="{2D761D1A-E007-65F3-8C02-3D794A2A575F}"/>
                </a:ext>
              </a:extLst>
            </p:cNvPr>
            <p:cNvSpPr/>
            <p:nvPr/>
          </p:nvSpPr>
          <p:spPr>
            <a:xfrm>
              <a:off x="1742494" y="3121539"/>
              <a:ext cx="101809" cy="190893"/>
            </a:xfrm>
            <a:custGeom>
              <a:avLst/>
              <a:gdLst>
                <a:gd name="connsiteX0" fmla="*/ 74283 w 101809"/>
                <a:gd name="connsiteY0" fmla="*/ 130993 h 190892"/>
                <a:gd name="connsiteX1" fmla="*/ 59254 w 101809"/>
                <a:gd name="connsiteY1" fmla="*/ 114192 h 190892"/>
                <a:gd name="connsiteX2" fmla="*/ 59254 w 101809"/>
                <a:gd name="connsiteY2" fmla="*/ 146021 h 190892"/>
                <a:gd name="connsiteX3" fmla="*/ 74283 w 101809"/>
                <a:gd name="connsiteY3" fmla="*/ 130993 h 190892"/>
                <a:gd name="connsiteX4" fmla="*/ 43943 w 101809"/>
                <a:gd name="connsiteY4" fmla="*/ 78749 h 190892"/>
                <a:gd name="connsiteX5" fmla="*/ 43943 w 101809"/>
                <a:gd name="connsiteY5" fmla="*/ 45432 h 190892"/>
                <a:gd name="connsiteX6" fmla="*/ 29340 w 101809"/>
                <a:gd name="connsiteY6" fmla="*/ 60672 h 190892"/>
                <a:gd name="connsiteX7" fmla="*/ 43943 w 101809"/>
                <a:gd name="connsiteY7" fmla="*/ 78749 h 190892"/>
                <a:gd name="connsiteX8" fmla="*/ 102212 w 101809"/>
                <a:gd name="connsiteY8" fmla="*/ 129504 h 190892"/>
                <a:gd name="connsiteX9" fmla="*/ 91225 w 101809"/>
                <a:gd name="connsiteY9" fmla="*/ 157505 h 190892"/>
                <a:gd name="connsiteX10" fmla="*/ 59254 w 101809"/>
                <a:gd name="connsiteY10" fmla="*/ 170548 h 190892"/>
                <a:gd name="connsiteX11" fmla="*/ 59254 w 101809"/>
                <a:gd name="connsiteY11" fmla="*/ 193303 h 190892"/>
                <a:gd name="connsiteX12" fmla="*/ 43943 w 101809"/>
                <a:gd name="connsiteY12" fmla="*/ 193303 h 190892"/>
                <a:gd name="connsiteX13" fmla="*/ 43943 w 101809"/>
                <a:gd name="connsiteY13" fmla="*/ 171186 h 190892"/>
                <a:gd name="connsiteX14" fmla="*/ 4246 w 101809"/>
                <a:gd name="connsiteY14" fmla="*/ 161546 h 190892"/>
                <a:gd name="connsiteX15" fmla="*/ 4246 w 101809"/>
                <a:gd name="connsiteY15" fmla="*/ 132482 h 190892"/>
                <a:gd name="connsiteX16" fmla="*/ 22322 w 101809"/>
                <a:gd name="connsiteY16" fmla="*/ 141484 h 190892"/>
                <a:gd name="connsiteX17" fmla="*/ 43872 w 101809"/>
                <a:gd name="connsiteY17" fmla="*/ 146446 h 190892"/>
                <a:gd name="connsiteX18" fmla="*/ 43872 w 101809"/>
                <a:gd name="connsiteY18" fmla="*/ 108238 h 190892"/>
                <a:gd name="connsiteX19" fmla="*/ 11051 w 101809"/>
                <a:gd name="connsiteY19" fmla="*/ 89382 h 190892"/>
                <a:gd name="connsiteX20" fmla="*/ 1410 w 101809"/>
                <a:gd name="connsiteY20" fmla="*/ 62445 h 190892"/>
                <a:gd name="connsiteX21" fmla="*/ 13248 w 101809"/>
                <a:gd name="connsiteY21" fmla="*/ 34302 h 190892"/>
                <a:gd name="connsiteX22" fmla="*/ 43872 w 101809"/>
                <a:gd name="connsiteY22" fmla="*/ 20904 h 190892"/>
                <a:gd name="connsiteX23" fmla="*/ 43872 w 101809"/>
                <a:gd name="connsiteY23" fmla="*/ 1410 h 190892"/>
                <a:gd name="connsiteX24" fmla="*/ 59183 w 101809"/>
                <a:gd name="connsiteY24" fmla="*/ 1410 h 190892"/>
                <a:gd name="connsiteX25" fmla="*/ 59183 w 101809"/>
                <a:gd name="connsiteY25" fmla="*/ 20479 h 190892"/>
                <a:gd name="connsiteX26" fmla="*/ 92217 w 101809"/>
                <a:gd name="connsiteY26" fmla="*/ 27639 h 190892"/>
                <a:gd name="connsiteX27" fmla="*/ 92217 w 101809"/>
                <a:gd name="connsiteY27" fmla="*/ 55994 h 190892"/>
                <a:gd name="connsiteX28" fmla="*/ 59183 w 101809"/>
                <a:gd name="connsiteY28" fmla="*/ 45077 h 190892"/>
                <a:gd name="connsiteX29" fmla="*/ 59183 w 101809"/>
                <a:gd name="connsiteY29" fmla="*/ 84845 h 190892"/>
                <a:gd name="connsiteX30" fmla="*/ 92217 w 101809"/>
                <a:gd name="connsiteY30" fmla="*/ 103701 h 190892"/>
                <a:gd name="connsiteX31" fmla="*/ 102212 w 101809"/>
                <a:gd name="connsiteY31" fmla="*/ 129504 h 19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808" h="190892">
                  <a:moveTo>
                    <a:pt x="74283" y="130993"/>
                  </a:moveTo>
                  <a:cubicBezTo>
                    <a:pt x="74283" y="124188"/>
                    <a:pt x="69249" y="118588"/>
                    <a:pt x="59254" y="114192"/>
                  </a:cubicBezTo>
                  <a:lnTo>
                    <a:pt x="59254" y="146021"/>
                  </a:lnTo>
                  <a:cubicBezTo>
                    <a:pt x="69321" y="144391"/>
                    <a:pt x="74283" y="139428"/>
                    <a:pt x="74283" y="130993"/>
                  </a:cubicBezTo>
                  <a:close/>
                  <a:moveTo>
                    <a:pt x="43943" y="78749"/>
                  </a:moveTo>
                  <a:lnTo>
                    <a:pt x="43943" y="45432"/>
                  </a:lnTo>
                  <a:cubicBezTo>
                    <a:pt x="34231" y="47204"/>
                    <a:pt x="29340" y="52237"/>
                    <a:pt x="29340" y="60672"/>
                  </a:cubicBezTo>
                  <a:cubicBezTo>
                    <a:pt x="29411" y="68045"/>
                    <a:pt x="34231" y="74070"/>
                    <a:pt x="43943" y="78749"/>
                  </a:cubicBezTo>
                  <a:close/>
                  <a:moveTo>
                    <a:pt x="102212" y="129504"/>
                  </a:moveTo>
                  <a:cubicBezTo>
                    <a:pt x="102212" y="141130"/>
                    <a:pt x="98526" y="150487"/>
                    <a:pt x="91225" y="157505"/>
                  </a:cubicBezTo>
                  <a:cubicBezTo>
                    <a:pt x="83923" y="164594"/>
                    <a:pt x="73290" y="168918"/>
                    <a:pt x="59254" y="170548"/>
                  </a:cubicBezTo>
                  <a:lnTo>
                    <a:pt x="59254" y="193303"/>
                  </a:lnTo>
                  <a:lnTo>
                    <a:pt x="43943" y="193303"/>
                  </a:lnTo>
                  <a:lnTo>
                    <a:pt x="43943" y="171186"/>
                  </a:lnTo>
                  <a:cubicBezTo>
                    <a:pt x="29553" y="171044"/>
                    <a:pt x="16297" y="167854"/>
                    <a:pt x="4246" y="161546"/>
                  </a:cubicBezTo>
                  <a:lnTo>
                    <a:pt x="4246" y="132482"/>
                  </a:lnTo>
                  <a:cubicBezTo>
                    <a:pt x="8003" y="135530"/>
                    <a:pt x="14028" y="138578"/>
                    <a:pt x="22322" y="141484"/>
                  </a:cubicBezTo>
                  <a:cubicBezTo>
                    <a:pt x="30616" y="144391"/>
                    <a:pt x="37775" y="146021"/>
                    <a:pt x="43872" y="146446"/>
                  </a:cubicBezTo>
                  <a:lnTo>
                    <a:pt x="43872" y="108238"/>
                  </a:lnTo>
                  <a:cubicBezTo>
                    <a:pt x="28418" y="102496"/>
                    <a:pt x="17431" y="96187"/>
                    <a:pt x="11051" y="89382"/>
                  </a:cubicBezTo>
                  <a:cubicBezTo>
                    <a:pt x="4600" y="82577"/>
                    <a:pt x="1410" y="73574"/>
                    <a:pt x="1410" y="62445"/>
                  </a:cubicBezTo>
                  <a:cubicBezTo>
                    <a:pt x="1410" y="51315"/>
                    <a:pt x="5380" y="41958"/>
                    <a:pt x="13248" y="34302"/>
                  </a:cubicBezTo>
                  <a:cubicBezTo>
                    <a:pt x="21188" y="26646"/>
                    <a:pt x="31396" y="22180"/>
                    <a:pt x="43872" y="20904"/>
                  </a:cubicBezTo>
                  <a:lnTo>
                    <a:pt x="43872" y="1410"/>
                  </a:lnTo>
                  <a:lnTo>
                    <a:pt x="59183" y="1410"/>
                  </a:lnTo>
                  <a:lnTo>
                    <a:pt x="59183" y="20479"/>
                  </a:lnTo>
                  <a:cubicBezTo>
                    <a:pt x="73928" y="21188"/>
                    <a:pt x="84987" y="23527"/>
                    <a:pt x="92217" y="27639"/>
                  </a:cubicBezTo>
                  <a:lnTo>
                    <a:pt x="92217" y="55994"/>
                  </a:lnTo>
                  <a:cubicBezTo>
                    <a:pt x="82505" y="50110"/>
                    <a:pt x="71447" y="46495"/>
                    <a:pt x="59183" y="45077"/>
                  </a:cubicBezTo>
                  <a:lnTo>
                    <a:pt x="59183" y="84845"/>
                  </a:lnTo>
                  <a:cubicBezTo>
                    <a:pt x="74637" y="90445"/>
                    <a:pt x="85695" y="96754"/>
                    <a:pt x="92217" y="103701"/>
                  </a:cubicBezTo>
                  <a:cubicBezTo>
                    <a:pt x="98952" y="110719"/>
                    <a:pt x="102212" y="119296"/>
                    <a:pt x="102212" y="12950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21" name="data 1" descr="data">
            <a:extLst>
              <a:ext uri="{FF2B5EF4-FFF2-40B4-BE49-F238E27FC236}">
                <a16:creationId xmlns:a16="http://schemas.microsoft.com/office/drawing/2014/main" id="{260FCD86-53F2-0D5E-A999-1E151FAB1F88}"/>
              </a:ext>
            </a:extLst>
          </p:cNvPr>
          <p:cNvGrpSpPr>
            <a:grpSpLocks noChangeAspect="1"/>
          </p:cNvGrpSpPr>
          <p:nvPr/>
        </p:nvGrpSpPr>
        <p:grpSpPr>
          <a:xfrm>
            <a:off x="6268591" y="4356223"/>
            <a:ext cx="264767" cy="366750"/>
            <a:chOff x="1048" y="787"/>
            <a:chExt cx="309" cy="267"/>
          </a:xfrm>
        </p:grpSpPr>
        <p:sp>
          <p:nvSpPr>
            <p:cNvPr id="22" name="Rectangle 5">
              <a:extLst>
                <a:ext uri="{FF2B5EF4-FFF2-40B4-BE49-F238E27FC236}">
                  <a16:creationId xmlns:a16="http://schemas.microsoft.com/office/drawing/2014/main" id="{4BA9AF4C-7EEA-4964-0BEF-7824719FFC06}"/>
                </a:ext>
              </a:extLst>
            </p:cNvPr>
            <p:cNvSpPr>
              <a:spLocks noChangeArrowheads="1"/>
            </p:cNvSpPr>
            <p:nvPr/>
          </p:nvSpPr>
          <p:spPr>
            <a:xfrm>
              <a:off x="1303" y="850"/>
              <a:ext cx="54" cy="204"/>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3" name="Rectangle 6">
              <a:extLst>
                <a:ext uri="{FF2B5EF4-FFF2-40B4-BE49-F238E27FC236}">
                  <a16:creationId xmlns:a16="http://schemas.microsoft.com/office/drawing/2014/main" id="{77035206-3F6A-2E16-9F0B-62CD3F338BDF}"/>
                </a:ext>
              </a:extLst>
            </p:cNvPr>
            <p:cNvSpPr>
              <a:spLocks noChangeArrowheads="1"/>
            </p:cNvSpPr>
            <p:nvPr/>
          </p:nvSpPr>
          <p:spPr>
            <a:xfrm>
              <a:off x="1218" y="906"/>
              <a:ext cx="54" cy="148"/>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4" name="Rectangle 7">
              <a:extLst>
                <a:ext uri="{FF2B5EF4-FFF2-40B4-BE49-F238E27FC236}">
                  <a16:creationId xmlns:a16="http://schemas.microsoft.com/office/drawing/2014/main" id="{40ABE80A-E9DE-6E05-04BE-A1FC8ED8897D}"/>
                </a:ext>
              </a:extLst>
            </p:cNvPr>
            <p:cNvSpPr>
              <a:spLocks noChangeArrowheads="1"/>
            </p:cNvSpPr>
            <p:nvPr/>
          </p:nvSpPr>
          <p:spPr>
            <a:xfrm>
              <a:off x="1133" y="888"/>
              <a:ext cx="54" cy="166"/>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5" name="Rectangle 8">
              <a:extLst>
                <a:ext uri="{FF2B5EF4-FFF2-40B4-BE49-F238E27FC236}">
                  <a16:creationId xmlns:a16="http://schemas.microsoft.com/office/drawing/2014/main" id="{466B059E-244A-17F9-057A-DDE7C195CC86}"/>
                </a:ext>
              </a:extLst>
            </p:cNvPr>
            <p:cNvSpPr>
              <a:spLocks noChangeArrowheads="1"/>
            </p:cNvSpPr>
            <p:nvPr/>
          </p:nvSpPr>
          <p:spPr>
            <a:xfrm>
              <a:off x="1048" y="934"/>
              <a:ext cx="53" cy="120"/>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6" name="Freeform 9">
              <a:extLst>
                <a:ext uri="{FF2B5EF4-FFF2-40B4-BE49-F238E27FC236}">
                  <a16:creationId xmlns:a16="http://schemas.microsoft.com/office/drawing/2014/main" id="{690BF27A-C7B5-502A-4CA2-39CFA81F685C}"/>
                </a:ext>
              </a:extLst>
            </p:cNvPr>
            <p:cNvSpPr/>
            <p:nvPr/>
          </p:nvSpPr>
          <p:spPr>
            <a:xfrm>
              <a:off x="1054" y="787"/>
              <a:ext cx="297" cy="113"/>
            </a:xfrm>
            <a:custGeom>
              <a:avLst/>
              <a:gdLst>
                <a:gd name="T0" fmla="*/ 514 w 553"/>
                <a:gd name="T1" fmla="*/ 0 h 212"/>
                <a:gd name="T2" fmla="*/ 475 w 553"/>
                <a:gd name="T3" fmla="*/ 38 h 212"/>
                <a:gd name="T4" fmla="*/ 476 w 553"/>
                <a:gd name="T5" fmla="*/ 44 h 212"/>
                <a:gd name="T6" fmla="*/ 385 w 553"/>
                <a:gd name="T7" fmla="*/ 85 h 212"/>
                <a:gd name="T8" fmla="*/ 352 w 553"/>
                <a:gd name="T9" fmla="*/ 66 h 212"/>
                <a:gd name="T10" fmla="*/ 319 w 553"/>
                <a:gd name="T11" fmla="*/ 84 h 212"/>
                <a:gd name="T12" fmla="*/ 235 w 553"/>
                <a:gd name="T13" fmla="*/ 58 h 212"/>
                <a:gd name="T14" fmla="*/ 235 w 553"/>
                <a:gd name="T15" fmla="*/ 58 h 212"/>
                <a:gd name="T16" fmla="*/ 197 w 553"/>
                <a:gd name="T17" fmla="*/ 19 h 212"/>
                <a:gd name="T18" fmla="*/ 159 w 553"/>
                <a:gd name="T19" fmla="*/ 58 h 212"/>
                <a:gd name="T20" fmla="*/ 162 w 553"/>
                <a:gd name="T21" fmla="*/ 73 h 212"/>
                <a:gd name="T22" fmla="*/ 63 w 553"/>
                <a:gd name="T23" fmla="*/ 144 h 212"/>
                <a:gd name="T24" fmla="*/ 39 w 553"/>
                <a:gd name="T25" fmla="*/ 135 h 212"/>
                <a:gd name="T26" fmla="*/ 0 w 553"/>
                <a:gd name="T27" fmla="*/ 174 h 212"/>
                <a:gd name="T28" fmla="*/ 39 w 553"/>
                <a:gd name="T29" fmla="*/ 212 h 212"/>
                <a:gd name="T30" fmla="*/ 77 w 553"/>
                <a:gd name="T31" fmla="*/ 174 h 212"/>
                <a:gd name="T32" fmla="*/ 74 w 553"/>
                <a:gd name="T33" fmla="*/ 159 h 212"/>
                <a:gd name="T34" fmla="*/ 173 w 553"/>
                <a:gd name="T35" fmla="*/ 87 h 212"/>
                <a:gd name="T36" fmla="*/ 197 w 553"/>
                <a:gd name="T37" fmla="*/ 96 h 212"/>
                <a:gd name="T38" fmla="*/ 231 w 553"/>
                <a:gd name="T39" fmla="*/ 76 h 212"/>
                <a:gd name="T40" fmla="*/ 314 w 553"/>
                <a:gd name="T41" fmla="*/ 101 h 212"/>
                <a:gd name="T42" fmla="*/ 314 w 553"/>
                <a:gd name="T43" fmla="*/ 104 h 212"/>
                <a:gd name="T44" fmla="*/ 352 w 553"/>
                <a:gd name="T45" fmla="*/ 143 h 212"/>
                <a:gd name="T46" fmla="*/ 391 w 553"/>
                <a:gd name="T47" fmla="*/ 104 h 212"/>
                <a:gd name="T48" fmla="*/ 391 w 553"/>
                <a:gd name="T49" fmla="*/ 102 h 212"/>
                <a:gd name="T50" fmla="*/ 483 w 553"/>
                <a:gd name="T51" fmla="*/ 60 h 212"/>
                <a:gd name="T52" fmla="*/ 515 w 553"/>
                <a:gd name="T53" fmla="*/ 76 h 212"/>
                <a:gd name="T54" fmla="*/ 553 w 553"/>
                <a:gd name="T55" fmla="*/ 38 h 212"/>
                <a:gd name="T56" fmla="*/ 514 w 553"/>
                <a:gd name="T5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3" h="211">
                  <a:moveTo>
                    <a:pt x="514" y="0"/>
                  </a:moveTo>
                  <a:cubicBezTo>
                    <a:pt x="493" y="0"/>
                    <a:pt x="475" y="17"/>
                    <a:pt x="475" y="38"/>
                  </a:cubicBezTo>
                  <a:cubicBezTo>
                    <a:pt x="475" y="40"/>
                    <a:pt x="476" y="42"/>
                    <a:pt x="476" y="44"/>
                  </a:cubicBezTo>
                  <a:cubicBezTo>
                    <a:pt x="385" y="85"/>
                    <a:pt x="385" y="85"/>
                    <a:pt x="385" y="85"/>
                  </a:cubicBezTo>
                  <a:cubicBezTo>
                    <a:pt x="378" y="74"/>
                    <a:pt x="366" y="66"/>
                    <a:pt x="352" y="66"/>
                  </a:cubicBezTo>
                  <a:cubicBezTo>
                    <a:pt x="338" y="66"/>
                    <a:pt x="326" y="73"/>
                    <a:pt x="319" y="84"/>
                  </a:cubicBezTo>
                  <a:cubicBezTo>
                    <a:pt x="235" y="58"/>
                    <a:pt x="235" y="58"/>
                    <a:pt x="235" y="58"/>
                  </a:cubicBezTo>
                  <a:cubicBezTo>
                    <a:pt x="235" y="58"/>
                    <a:pt x="235" y="58"/>
                    <a:pt x="235" y="58"/>
                  </a:cubicBezTo>
                  <a:cubicBezTo>
                    <a:pt x="235" y="36"/>
                    <a:pt x="218" y="19"/>
                    <a:pt x="197" y="19"/>
                  </a:cubicBezTo>
                  <a:cubicBezTo>
                    <a:pt x="176" y="19"/>
                    <a:pt x="159" y="36"/>
                    <a:pt x="159" y="58"/>
                  </a:cubicBezTo>
                  <a:cubicBezTo>
                    <a:pt x="159" y="63"/>
                    <a:pt x="160" y="68"/>
                    <a:pt x="162" y="73"/>
                  </a:cubicBezTo>
                  <a:cubicBezTo>
                    <a:pt x="63" y="144"/>
                    <a:pt x="63" y="144"/>
                    <a:pt x="63" y="144"/>
                  </a:cubicBezTo>
                  <a:cubicBezTo>
                    <a:pt x="57" y="139"/>
                    <a:pt x="48" y="135"/>
                    <a:pt x="39" y="135"/>
                  </a:cubicBezTo>
                  <a:cubicBezTo>
                    <a:pt x="17" y="135"/>
                    <a:pt x="0" y="152"/>
                    <a:pt x="0" y="174"/>
                  </a:cubicBezTo>
                  <a:cubicBezTo>
                    <a:pt x="0" y="195"/>
                    <a:pt x="17" y="212"/>
                    <a:pt x="39" y="212"/>
                  </a:cubicBezTo>
                  <a:cubicBezTo>
                    <a:pt x="60" y="212"/>
                    <a:pt x="77" y="195"/>
                    <a:pt x="77" y="174"/>
                  </a:cubicBezTo>
                  <a:cubicBezTo>
                    <a:pt x="77" y="168"/>
                    <a:pt x="76" y="163"/>
                    <a:pt x="74" y="159"/>
                  </a:cubicBezTo>
                  <a:cubicBezTo>
                    <a:pt x="173" y="87"/>
                    <a:pt x="173" y="87"/>
                    <a:pt x="173" y="87"/>
                  </a:cubicBezTo>
                  <a:cubicBezTo>
                    <a:pt x="179" y="93"/>
                    <a:pt x="188" y="96"/>
                    <a:pt x="197" y="96"/>
                  </a:cubicBezTo>
                  <a:cubicBezTo>
                    <a:pt x="212" y="96"/>
                    <a:pt x="225" y="88"/>
                    <a:pt x="231" y="76"/>
                  </a:cubicBezTo>
                  <a:cubicBezTo>
                    <a:pt x="314" y="101"/>
                    <a:pt x="314" y="101"/>
                    <a:pt x="314" y="101"/>
                  </a:cubicBezTo>
                  <a:cubicBezTo>
                    <a:pt x="314" y="102"/>
                    <a:pt x="314" y="104"/>
                    <a:pt x="314" y="104"/>
                  </a:cubicBezTo>
                  <a:cubicBezTo>
                    <a:pt x="314" y="126"/>
                    <a:pt x="331" y="143"/>
                    <a:pt x="352" y="143"/>
                  </a:cubicBezTo>
                  <a:cubicBezTo>
                    <a:pt x="373" y="143"/>
                    <a:pt x="391" y="126"/>
                    <a:pt x="391" y="104"/>
                  </a:cubicBezTo>
                  <a:cubicBezTo>
                    <a:pt x="391" y="104"/>
                    <a:pt x="391" y="103"/>
                    <a:pt x="391" y="102"/>
                  </a:cubicBezTo>
                  <a:cubicBezTo>
                    <a:pt x="483" y="60"/>
                    <a:pt x="483" y="60"/>
                    <a:pt x="483" y="60"/>
                  </a:cubicBezTo>
                  <a:cubicBezTo>
                    <a:pt x="490" y="70"/>
                    <a:pt x="502" y="76"/>
                    <a:pt x="515" y="76"/>
                  </a:cubicBezTo>
                  <a:cubicBezTo>
                    <a:pt x="536" y="76"/>
                    <a:pt x="553" y="59"/>
                    <a:pt x="553" y="38"/>
                  </a:cubicBezTo>
                  <a:cubicBezTo>
                    <a:pt x="552" y="17"/>
                    <a:pt x="535" y="0"/>
                    <a:pt x="514" y="0"/>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29" name="Group 28">
            <a:extLst>
              <a:ext uri="{FF2B5EF4-FFF2-40B4-BE49-F238E27FC236}">
                <a16:creationId xmlns:a16="http://schemas.microsoft.com/office/drawing/2014/main" id="{EBE637DF-0609-C3E7-DEF2-2508431AA3F4}"/>
              </a:ext>
            </a:extLst>
          </p:cNvPr>
          <p:cNvGrpSpPr/>
          <p:nvPr/>
        </p:nvGrpSpPr>
        <p:grpSpPr>
          <a:xfrm>
            <a:off x="-3624" y="1182098"/>
            <a:ext cx="11048489" cy="1233201"/>
            <a:chOff x="-3624" y="1182098"/>
            <a:chExt cx="11048489" cy="1233201"/>
          </a:xfrm>
        </p:grpSpPr>
        <p:sp>
          <p:nvSpPr>
            <p:cNvPr id="30" name="Rectangle 8">
              <a:extLst>
                <a:ext uri="{FF2B5EF4-FFF2-40B4-BE49-F238E27FC236}">
                  <a16:creationId xmlns:a16="http://schemas.microsoft.com/office/drawing/2014/main" id="{9069BE87-7160-6E35-D224-02508323E324}"/>
                </a:ext>
              </a:extLst>
            </p:cNvPr>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lumMod val="50000"/>
                  </a:schemeClr>
                </a:solidFill>
                <a:effectLst/>
                <a:uLnTx/>
                <a:uFillTx/>
                <a:latin typeface="Segoe UI Light" panose="020B0502040204020203" pitchFamily="34" charset="0"/>
                <a:ea typeface="+mn-ea"/>
                <a:cs typeface="Segoe UI Light" panose="020B0502040204020203" pitchFamily="34" charset="0"/>
              </a:endParaRPr>
            </a:p>
          </p:txBody>
        </p:sp>
        <p:sp>
          <p:nvSpPr>
            <p:cNvPr id="31" name="Title 1">
              <a:extLst>
                <a:ext uri="{FF2B5EF4-FFF2-40B4-BE49-F238E27FC236}">
                  <a16:creationId xmlns:a16="http://schemas.microsoft.com/office/drawing/2014/main" id="{B25CA92C-B928-5834-7BE3-2EE957A7489D}"/>
                </a:ext>
              </a:extLst>
            </p:cNvPr>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schemeClr val="tx2">
                      <a:lumMod val="50000"/>
                    </a:schemeClr>
                  </a:solidFill>
                  <a:effectLst/>
                  <a:uLnTx/>
                  <a:uFillTx/>
                  <a:latin typeface="Segoe UI Light"/>
                  <a:ea typeface="+mj-ea"/>
                  <a:cs typeface="+mj-cs"/>
                </a:rPr>
                <a:t>Cost Considerations:</a:t>
              </a:r>
            </a:p>
          </p:txBody>
        </p:sp>
      </p:grpSp>
      <p:sp>
        <p:nvSpPr>
          <p:cNvPr id="33" name="Title 3">
            <a:extLst>
              <a:ext uri="{FF2B5EF4-FFF2-40B4-BE49-F238E27FC236}">
                <a16:creationId xmlns:a16="http://schemas.microsoft.com/office/drawing/2014/main" id="{BB418A6F-E277-CD62-1D52-50B67AD886B4}"/>
              </a:ext>
            </a:extLst>
          </p:cNvPr>
          <p:cNvSpPr txBox="1">
            <a:spLocks/>
          </p:cNvSpPr>
          <p:nvPr/>
        </p:nvSpPr>
        <p:spPr>
          <a:xfrm>
            <a:off x="416462" y="372561"/>
            <a:ext cx="10515600" cy="397545"/>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a:t>Azure Costing Terminology</a:t>
            </a:r>
          </a:p>
        </p:txBody>
      </p:sp>
      <p:sp>
        <p:nvSpPr>
          <p:cNvPr id="36" name="Text Placeholder 3">
            <a:extLst>
              <a:ext uri="{FF2B5EF4-FFF2-40B4-BE49-F238E27FC236}">
                <a16:creationId xmlns:a16="http://schemas.microsoft.com/office/drawing/2014/main" id="{279E2203-5E6A-2940-CECE-2EB2473D9440}"/>
              </a:ext>
            </a:extLst>
          </p:cNvPr>
          <p:cNvSpPr txBox="1">
            <a:spLocks/>
          </p:cNvSpPr>
          <p:nvPr/>
        </p:nvSpPr>
        <p:spPr>
          <a:xfrm>
            <a:off x="545774" y="4437527"/>
            <a:ext cx="2145275"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a:ln>
                  <a:noFill/>
                </a:ln>
                <a:solidFill>
                  <a:srgbClr val="0078D3"/>
                </a:solidFill>
                <a:effectLst/>
                <a:uLnTx/>
                <a:uFillTx/>
                <a:latin typeface="Segoe UI Semibold"/>
                <a:ea typeface="+mn-ea"/>
                <a:cs typeface="+mn-cs"/>
              </a:rPr>
              <a:t>Pay-As-You-Go</a:t>
            </a:r>
          </a:p>
        </p:txBody>
      </p:sp>
      <p:sp>
        <p:nvSpPr>
          <p:cNvPr id="38" name="Text Placeholder 5">
            <a:extLst>
              <a:ext uri="{FF2B5EF4-FFF2-40B4-BE49-F238E27FC236}">
                <a16:creationId xmlns:a16="http://schemas.microsoft.com/office/drawing/2014/main" id="{42298D8A-0C5A-1CCB-0319-7DD28328189B}"/>
              </a:ext>
            </a:extLst>
          </p:cNvPr>
          <p:cNvSpPr txBox="1">
            <a:spLocks/>
          </p:cNvSpPr>
          <p:nvPr/>
        </p:nvSpPr>
        <p:spPr>
          <a:xfrm>
            <a:off x="6314004" y="4430481"/>
            <a:ext cx="2257146"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a:ln>
                  <a:noFill/>
                </a:ln>
                <a:solidFill>
                  <a:srgbClr val="0078D3"/>
                </a:solidFill>
                <a:effectLst/>
                <a:uLnTx/>
                <a:uFillTx/>
                <a:latin typeface="Segoe UI Semibold"/>
                <a:ea typeface="+mn-ea"/>
                <a:cs typeface="+mn-cs"/>
              </a:rPr>
              <a:t>Reserved Instances</a:t>
            </a:r>
          </a:p>
        </p:txBody>
      </p:sp>
      <p:sp>
        <p:nvSpPr>
          <p:cNvPr id="34" name="Text Placeholder 8">
            <a:extLst>
              <a:ext uri="{FF2B5EF4-FFF2-40B4-BE49-F238E27FC236}">
                <a16:creationId xmlns:a16="http://schemas.microsoft.com/office/drawing/2014/main" id="{96E37A6F-906A-8DFE-D6A7-4D70D5337294}"/>
              </a:ext>
            </a:extLst>
          </p:cNvPr>
          <p:cNvSpPr txBox="1">
            <a:spLocks/>
          </p:cNvSpPr>
          <p:nvPr/>
        </p:nvSpPr>
        <p:spPr>
          <a:xfrm>
            <a:off x="9404625" y="4807553"/>
            <a:ext cx="2257146" cy="1444883"/>
          </a:xfrm>
          <a:prstGeom prst="rect">
            <a:avLst/>
          </a:prstGeom>
        </p:spPr>
        <p:txBody>
          <a:bodyPr vert="horz" wrap="square" lIns="0" tIns="0" rIns="0" bIns="0" rtlCol="0">
            <a:spAutoFit/>
          </a:bodyPr>
          <a:lstStyle>
            <a:lvl1pPr marR="0" indent="0" defTabSz="914192" fontAlgn="auto">
              <a:lnSpc>
                <a:spcPts val="1765"/>
              </a:lnSpc>
              <a:spcBef>
                <a:spcPts val="0"/>
              </a:spcBef>
              <a:spcAft>
                <a:spcPts val="588"/>
              </a:spcAft>
              <a:buClrTx/>
              <a:buSzPct val="90000"/>
              <a:buFont typeface="Arial" panose="020B0604020202020204" pitchFamily="34" charset="0"/>
              <a:buNone/>
              <a:tabLst/>
              <a:defRPr sz="1400" b="0" i="0" spc="0" baseline="0">
                <a:solidFill>
                  <a:schemeClr val="tx2"/>
                </a:solidFill>
                <a:latin typeface="+mj-lt"/>
              </a:defRPr>
            </a:lvl1pPr>
            <a:lvl2pPr marL="0" marR="0" indent="0" defTabSz="914192" fontAlgn="auto">
              <a:lnSpc>
                <a:spcPts val="1765"/>
              </a:lnSpc>
              <a:spcBef>
                <a:spcPts val="0"/>
              </a:spcBef>
              <a:spcAft>
                <a:spcPts val="0"/>
              </a:spcAft>
              <a:buClrTx/>
              <a:buSzPct val="90000"/>
              <a:buFont typeface="Wingdings" panose="05000000000000000000" pitchFamily="2" charset="2"/>
              <a:buNone/>
              <a:tabLst/>
              <a:defRPr sz="1371" spc="0" baseline="0"/>
            </a:lvl2pPr>
            <a:lvl3pPr marL="448107" marR="0" indent="0" defTabSz="914192" fontAlgn="auto">
              <a:lnSpc>
                <a:spcPct val="100000"/>
              </a:lnSpc>
              <a:spcBef>
                <a:spcPts val="0"/>
              </a:spcBef>
              <a:spcAft>
                <a:spcPts val="0"/>
              </a:spcAft>
              <a:buClrTx/>
              <a:buSzPct val="90000"/>
              <a:buFont typeface="Wingdings" panose="05000000000000000000" pitchFamily="2" charset="2"/>
              <a:buNone/>
              <a:tabLst/>
              <a:defRPr sz="1371" spc="0" baseline="0">
                <a:solidFill>
                  <a:schemeClr val="tx2"/>
                </a:solidFill>
                <a:latin typeface="+mj-lt"/>
              </a:defRPr>
            </a:lvl3pPr>
            <a:lvl4pPr marL="672161" marR="0" indent="0" defTabSz="914192" fontAlgn="auto">
              <a:lnSpc>
                <a:spcPct val="100000"/>
              </a:lnSpc>
              <a:spcBef>
                <a:spcPts val="0"/>
              </a:spcBef>
              <a:spcAft>
                <a:spcPts val="0"/>
              </a:spcAft>
              <a:buClrTx/>
              <a:buSzPct val="90000"/>
              <a:buFont typeface="Wingdings" panose="05000000000000000000" pitchFamily="2" charset="2"/>
              <a:buNone/>
              <a:tabLst/>
              <a:defRPr sz="1371" spc="0" baseline="0">
                <a:solidFill>
                  <a:srgbClr val="000000"/>
                </a:solidFill>
              </a:defRPr>
            </a:lvl4pPr>
            <a:lvl5pPr marL="896214" marR="0" indent="0" defTabSz="914192" fontAlgn="auto">
              <a:lnSpc>
                <a:spcPct val="100000"/>
              </a:lnSpc>
              <a:spcBef>
                <a:spcPts val="0"/>
              </a:spcBef>
              <a:spcAft>
                <a:spcPts val="0"/>
              </a:spcAft>
              <a:buClrTx/>
              <a:buSzPct val="90000"/>
              <a:buFont typeface="Wingdings" panose="05000000000000000000" pitchFamily="2" charset="2"/>
              <a:buNone/>
              <a:tabLst/>
              <a:defRPr sz="980" b="1" spc="0" baseline="0">
                <a:solidFill>
                  <a:srgbClr val="000000"/>
                </a:solidFill>
              </a:defRPr>
            </a:lvl5pPr>
            <a:lvl6pPr marL="2285477" indent="0" defTabSz="914192">
              <a:spcBef>
                <a:spcPct val="20000"/>
              </a:spcBef>
              <a:buFont typeface="Arial" pitchFamily="34" charset="0"/>
              <a:buNone/>
              <a:defRPr sz="1961"/>
            </a:lvl6pPr>
            <a:lvl7pPr marL="0" indent="0" defTabSz="914192">
              <a:lnSpc>
                <a:spcPct val="100000"/>
              </a:lnSpc>
              <a:spcBef>
                <a:spcPts val="0"/>
              </a:spcBef>
              <a:spcAft>
                <a:spcPts val="0"/>
              </a:spcAft>
              <a:buFont typeface="Arial" pitchFamily="34" charset="0"/>
              <a:buNone/>
              <a:defRPr sz="980">
                <a:solidFill>
                  <a:srgbClr val="000000"/>
                </a:solidFill>
              </a:defRPr>
            </a:lvl7pPr>
            <a:lvl8pPr marL="3428219" indent="-228548" defTabSz="914192">
              <a:spcBef>
                <a:spcPct val="20000"/>
              </a:spcBef>
              <a:buFont typeface="Arial" pitchFamily="34" charset="0"/>
              <a:buChar char="•"/>
              <a:defRPr sz="1961"/>
            </a:lvl8pPr>
            <a:lvl9pPr marL="3885315" indent="-228548" defTabSz="914192">
              <a:spcBef>
                <a:spcPct val="20000"/>
              </a:spcBef>
              <a:buFont typeface="Arial" pitchFamily="34" charset="0"/>
              <a:buChar char="•"/>
              <a:defRPr sz="1961"/>
            </a:lvl9pPr>
          </a:lstStyle>
          <a:p>
            <a:r>
              <a:rPr lang="en-GB"/>
              <a:t>Get Windows Server and SQL Server Extended Security Updates for 3 more years at no additional charge, only in Azure.</a:t>
            </a:r>
          </a:p>
          <a:p>
            <a:endParaRPr lang="en-GB"/>
          </a:p>
        </p:txBody>
      </p:sp>
      <p:sp>
        <p:nvSpPr>
          <p:cNvPr id="43" name="Text Placeholder 5">
            <a:extLst>
              <a:ext uri="{FF2B5EF4-FFF2-40B4-BE49-F238E27FC236}">
                <a16:creationId xmlns:a16="http://schemas.microsoft.com/office/drawing/2014/main" id="{4264D354-F863-2068-1AE7-58A584AAF22E}"/>
              </a:ext>
            </a:extLst>
          </p:cNvPr>
          <p:cNvSpPr txBox="1">
            <a:spLocks/>
          </p:cNvSpPr>
          <p:nvPr/>
        </p:nvSpPr>
        <p:spPr>
          <a:xfrm>
            <a:off x="9404625" y="4444786"/>
            <a:ext cx="2257146" cy="216206"/>
          </a:xfrm>
          <a:prstGeom prst="rect">
            <a:avLst/>
          </a:prstGeom>
        </p:spPr>
        <p:txBody>
          <a:bodyPr vert="horz" wrap="square" lIns="0" tIns="0" rIns="0" bIns="0" rtlCol="0">
            <a:spAutoFit/>
          </a:bodyPr>
          <a:lstStyle>
            <a:defPPr>
              <a:defRPr lang="en-US"/>
            </a:defPPr>
            <a:lvl1pPr marR="0" lvl="0" indent="0" algn="ctr" defTabSz="914192" fontAlgn="auto">
              <a:lnSpc>
                <a:spcPts val="1765"/>
              </a:lnSpc>
              <a:spcBef>
                <a:spcPts val="0"/>
              </a:spcBef>
              <a:spcAft>
                <a:spcPts val="588"/>
              </a:spcAft>
              <a:buClrTx/>
              <a:buSzPct val="90000"/>
              <a:buFont typeface="Wingdings" panose="05000000000000000000" pitchFamily="2" charset="2"/>
              <a:buNone/>
              <a:tabLst/>
              <a:defRPr kumimoji="0" sz="1371" b="0" i="0" u="none" strike="noStrike" cap="none" spc="0" normalizeH="0" baseline="0">
                <a:ln>
                  <a:noFill/>
                </a:ln>
                <a:solidFill>
                  <a:srgbClr val="0078D3"/>
                </a:solidFill>
                <a:effectLst/>
                <a:uLnTx/>
                <a:uFillTx/>
                <a:latin typeface="Segoe UI Semibold"/>
              </a:defRPr>
            </a:lvl1pPr>
            <a:lvl2pPr marL="280067" marR="0" indent="-280067" defTabSz="914192" fontAlgn="auto">
              <a:lnSpc>
                <a:spcPts val="1765"/>
              </a:lnSpc>
              <a:spcBef>
                <a:spcPts val="0"/>
              </a:spcBef>
              <a:spcAft>
                <a:spcPts val="588"/>
              </a:spcAft>
              <a:buClrTx/>
              <a:buSzPct val="90000"/>
              <a:buFont typeface="Arial" panose="020B0604020202020204" pitchFamily="34" charset="0"/>
              <a:buChar char="•"/>
              <a:tabLst/>
              <a:defRPr sz="1371" spc="0" baseline="0">
                <a:solidFill>
                  <a:srgbClr val="000000"/>
                </a:solidFill>
              </a:defRPr>
            </a:lvl2pPr>
            <a:lvl3pPr marL="448107" marR="0" indent="0" defTabSz="914192" fontAlgn="auto">
              <a:lnSpc>
                <a:spcPct val="100000"/>
              </a:lnSpc>
              <a:spcBef>
                <a:spcPts val="0"/>
              </a:spcBef>
              <a:spcAft>
                <a:spcPts val="0"/>
              </a:spcAft>
              <a:buClrTx/>
              <a:buSzPct val="90000"/>
              <a:buFont typeface="Wingdings" panose="05000000000000000000" pitchFamily="2" charset="2"/>
              <a:buNone/>
              <a:tabLst/>
              <a:defRPr sz="1371" spc="0" baseline="0">
                <a:solidFill>
                  <a:schemeClr val="tx2"/>
                </a:solidFill>
                <a:latin typeface="+mj-lt"/>
              </a:defRPr>
            </a:lvl3pPr>
            <a:lvl4pPr marL="672161" marR="0" indent="0" defTabSz="914192" fontAlgn="auto">
              <a:lnSpc>
                <a:spcPct val="100000"/>
              </a:lnSpc>
              <a:spcBef>
                <a:spcPts val="0"/>
              </a:spcBef>
              <a:spcAft>
                <a:spcPts val="0"/>
              </a:spcAft>
              <a:buClrTx/>
              <a:buSzPct val="90000"/>
              <a:buFont typeface="Wingdings" panose="05000000000000000000" pitchFamily="2" charset="2"/>
              <a:buNone/>
              <a:tabLst/>
              <a:defRPr sz="1371" spc="0" baseline="0">
                <a:solidFill>
                  <a:srgbClr val="000000"/>
                </a:solidFill>
              </a:defRPr>
            </a:lvl4pPr>
            <a:lvl5pPr marL="896214" marR="0" indent="0" defTabSz="914192" fontAlgn="auto">
              <a:lnSpc>
                <a:spcPct val="100000"/>
              </a:lnSpc>
              <a:spcBef>
                <a:spcPts val="0"/>
              </a:spcBef>
              <a:spcAft>
                <a:spcPts val="0"/>
              </a:spcAft>
              <a:buClrTx/>
              <a:buSzPct val="90000"/>
              <a:buFont typeface="Wingdings" panose="05000000000000000000" pitchFamily="2" charset="2"/>
              <a:buNone/>
              <a:tabLst/>
              <a:defRPr sz="980" b="1" spc="0" baseline="0">
                <a:solidFill>
                  <a:srgbClr val="000000"/>
                </a:solidFill>
              </a:defRPr>
            </a:lvl5pPr>
            <a:lvl6pPr marL="2285477" indent="0" defTabSz="914192">
              <a:spcBef>
                <a:spcPct val="20000"/>
              </a:spcBef>
              <a:buFont typeface="Arial" pitchFamily="34" charset="0"/>
              <a:buNone/>
              <a:defRPr sz="1961"/>
            </a:lvl6pPr>
            <a:lvl7pPr marL="0" indent="0" defTabSz="914192">
              <a:lnSpc>
                <a:spcPct val="100000"/>
              </a:lnSpc>
              <a:spcBef>
                <a:spcPts val="0"/>
              </a:spcBef>
              <a:spcAft>
                <a:spcPts val="0"/>
              </a:spcAft>
              <a:buFont typeface="Arial" pitchFamily="34" charset="0"/>
              <a:buNone/>
              <a:defRPr sz="980">
                <a:solidFill>
                  <a:srgbClr val="000000"/>
                </a:solidFill>
              </a:defRPr>
            </a:lvl7pPr>
            <a:lvl8pPr marL="3428219" indent="-228548" defTabSz="914192">
              <a:spcBef>
                <a:spcPct val="20000"/>
              </a:spcBef>
              <a:buFont typeface="Arial" pitchFamily="34" charset="0"/>
              <a:buChar char="•"/>
              <a:defRPr sz="1961"/>
            </a:lvl8pPr>
            <a:lvl9pPr marL="3885315" indent="-228548" defTabSz="914192">
              <a:spcBef>
                <a:spcPct val="20000"/>
              </a:spcBef>
              <a:buFont typeface="Arial" pitchFamily="34" charset="0"/>
              <a:buChar char="•"/>
              <a:defRPr sz="1961"/>
            </a:lvl9pPr>
          </a:lstStyle>
          <a:p>
            <a:r>
              <a:rPr lang="en-GB"/>
              <a:t>Extended Support</a:t>
            </a:r>
          </a:p>
        </p:txBody>
      </p:sp>
      <p:pic>
        <p:nvPicPr>
          <p:cNvPr id="62" name="Graphic 61" descr="Icon of gears">
            <a:extLst>
              <a:ext uri="{FF2B5EF4-FFF2-40B4-BE49-F238E27FC236}">
                <a16:creationId xmlns:a16="http://schemas.microsoft.com/office/drawing/2014/main" id="{86DC8B30-827E-895F-E277-9C45D7ED55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70564" y="4392901"/>
            <a:ext cx="446472" cy="414652"/>
          </a:xfrm>
          <a:prstGeom prst="rect">
            <a:avLst/>
          </a:prstGeom>
        </p:spPr>
      </p:pic>
      <p:pic>
        <p:nvPicPr>
          <p:cNvPr id="2" name="Picture 1" descr="A close up of a logo&#10;&#10;Description automatically generated">
            <a:extLst>
              <a:ext uri="{FF2B5EF4-FFF2-40B4-BE49-F238E27FC236}">
                <a16:creationId xmlns:a16="http://schemas.microsoft.com/office/drawing/2014/main" id="{B9D399CA-4A32-B40B-1A4A-8441D7EBA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918299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 calcmode="lin" valueType="num">
                                      <p:cBhvr additive="base">
                                        <p:cTn id="2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 calcmode="lin" valueType="num">
                                      <p:cBhvr additive="base">
                                        <p:cTn id="53" dur="500" fill="hold"/>
                                        <p:tgtEl>
                                          <p:spTgt spid="43"/>
                                        </p:tgtEl>
                                        <p:attrNameLst>
                                          <p:attrName>ppt_x</p:attrName>
                                        </p:attrNameLst>
                                      </p:cBhvr>
                                      <p:tavLst>
                                        <p:tav tm="0">
                                          <p:val>
                                            <p:strVal val="#ppt_x"/>
                                          </p:val>
                                        </p:tav>
                                        <p:tav tm="100000">
                                          <p:val>
                                            <p:strVal val="#ppt_x"/>
                                          </p:val>
                                        </p:tav>
                                      </p:tavLst>
                                    </p:anim>
                                    <p:anim calcmode="lin" valueType="num">
                                      <p:cBhvr additive="base">
                                        <p:cTn id="54" dur="500" fill="hold"/>
                                        <p:tgtEl>
                                          <p:spTgt spid="43"/>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additive="base">
                                        <p:cTn id="57" dur="500" fill="hold"/>
                                        <p:tgtEl>
                                          <p:spTgt spid="62"/>
                                        </p:tgtEl>
                                        <p:attrNameLst>
                                          <p:attrName>ppt_x</p:attrName>
                                        </p:attrNameLst>
                                      </p:cBhvr>
                                      <p:tavLst>
                                        <p:tav tm="0">
                                          <p:val>
                                            <p:strVal val="#ppt_x"/>
                                          </p:val>
                                        </p:tav>
                                        <p:tav tm="100000">
                                          <p:val>
                                            <p:strVal val="#ppt_x"/>
                                          </p:val>
                                        </p:tav>
                                      </p:tavLst>
                                    </p:anim>
                                    <p:anim calcmode="lin" valueType="num">
                                      <p:cBhvr additive="base">
                                        <p:cTn id="5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build="p"/>
      <p:bldP spid="9" grpId="0" build="p"/>
      <p:bldP spid="36" grpId="0"/>
      <p:bldP spid="38" grpId="0"/>
      <p:bldP spid="34"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875F-744D-55BF-945F-FEB884D97B38}"/>
              </a:ext>
            </a:extLst>
          </p:cNvPr>
          <p:cNvSpPr>
            <a:spLocks noGrp="1"/>
          </p:cNvSpPr>
          <p:nvPr>
            <p:ph type="title"/>
          </p:nvPr>
        </p:nvSpPr>
        <p:spPr>
          <a:xfrm>
            <a:off x="442765" y="487882"/>
            <a:ext cx="11306469" cy="403137"/>
          </a:xfrm>
        </p:spPr>
        <p:txBody>
          <a:bodyPr vert="horz" wrap="square" lIns="0" tIns="91440" rIns="146304" bIns="91440" rtlCol="0" anchor="ctr">
            <a:noAutofit/>
          </a:bodyPr>
          <a:lstStyle/>
          <a:p>
            <a:pPr>
              <a:lnSpc>
                <a:spcPct val="90000"/>
              </a:lnSpc>
            </a:pPr>
            <a:r>
              <a:rPr lang="en-US" sz="3200">
                <a:solidFill>
                  <a:schemeClr val="tx2">
                    <a:lumMod val="50000"/>
                  </a:schemeClr>
                </a:solidFill>
              </a:rPr>
              <a:t>L</a:t>
            </a:r>
            <a:r>
              <a:rPr lang="en-GB" sz="3200" err="1">
                <a:solidFill>
                  <a:schemeClr val="tx2">
                    <a:lumMod val="50000"/>
                  </a:schemeClr>
                </a:solidFill>
              </a:rPr>
              <a:t>ift</a:t>
            </a:r>
            <a:r>
              <a:rPr lang="en-GB" sz="3200">
                <a:solidFill>
                  <a:schemeClr val="tx2">
                    <a:lumMod val="50000"/>
                  </a:schemeClr>
                </a:solidFill>
              </a:rPr>
              <a:t> &amp; Re-size Approach – Azure TCO for VM’s</a:t>
            </a:r>
          </a:p>
        </p:txBody>
      </p:sp>
      <p:graphicFrame>
        <p:nvGraphicFramePr>
          <p:cNvPr id="11" name="Table 10">
            <a:extLst>
              <a:ext uri="{FF2B5EF4-FFF2-40B4-BE49-F238E27FC236}">
                <a16:creationId xmlns:a16="http://schemas.microsoft.com/office/drawing/2014/main" id="{AC9BC096-670B-B868-0AB4-DAF67921AB6A}"/>
              </a:ext>
            </a:extLst>
          </p:cNvPr>
          <p:cNvGraphicFramePr>
            <a:graphicFrameLocks noGrp="1"/>
          </p:cNvGraphicFramePr>
          <p:nvPr>
            <p:extLst>
              <p:ext uri="{D42A27DB-BD31-4B8C-83A1-F6EECF244321}">
                <p14:modId xmlns:p14="http://schemas.microsoft.com/office/powerpoint/2010/main" val="1057613166"/>
              </p:ext>
            </p:extLst>
          </p:nvPr>
        </p:nvGraphicFramePr>
        <p:xfrm>
          <a:off x="1723010" y="1454771"/>
          <a:ext cx="8609080" cy="1587726"/>
        </p:xfrm>
        <a:graphic>
          <a:graphicData uri="http://schemas.openxmlformats.org/drawingml/2006/table">
            <a:tbl>
              <a:tblPr firstRow="1" firstCol="1" lastRow="1">
                <a:tableStyleId>{5FD0F851-EC5A-4D38-B0AD-8093EC10F338}</a:tableStyleId>
              </a:tblPr>
              <a:tblGrid>
                <a:gridCol w="2152270">
                  <a:extLst>
                    <a:ext uri="{9D8B030D-6E8A-4147-A177-3AD203B41FA5}">
                      <a16:colId xmlns:a16="http://schemas.microsoft.com/office/drawing/2014/main" val="1023898131"/>
                    </a:ext>
                  </a:extLst>
                </a:gridCol>
                <a:gridCol w="2152270">
                  <a:extLst>
                    <a:ext uri="{9D8B030D-6E8A-4147-A177-3AD203B41FA5}">
                      <a16:colId xmlns:a16="http://schemas.microsoft.com/office/drawing/2014/main" val="1045525629"/>
                    </a:ext>
                  </a:extLst>
                </a:gridCol>
                <a:gridCol w="2152270">
                  <a:extLst>
                    <a:ext uri="{9D8B030D-6E8A-4147-A177-3AD203B41FA5}">
                      <a16:colId xmlns:a16="http://schemas.microsoft.com/office/drawing/2014/main" val="4170505599"/>
                    </a:ext>
                  </a:extLst>
                </a:gridCol>
                <a:gridCol w="2152270">
                  <a:extLst>
                    <a:ext uri="{9D8B030D-6E8A-4147-A177-3AD203B41FA5}">
                      <a16:colId xmlns:a16="http://schemas.microsoft.com/office/drawing/2014/main" val="2405867461"/>
                    </a:ext>
                  </a:extLst>
                </a:gridCol>
              </a:tblGrid>
              <a:tr h="653634">
                <a:tc>
                  <a:txBody>
                    <a:bodyPr/>
                    <a:lstStyle/>
                    <a:p>
                      <a:pPr algn="ctr" fontAlgn="b"/>
                      <a:endParaRPr kumimoji="0" lang="en-US" sz="1371" b="0" i="0" u="none" strike="noStrike" kern="1200" cap="none" spc="0" normalizeH="0" baseline="0">
                        <a:ln>
                          <a:noFill/>
                        </a:ln>
                        <a:solidFill>
                          <a:srgbClr val="0078D3"/>
                        </a:solidFill>
                        <a:effectLst/>
                        <a:uLnTx/>
                        <a:uFillTx/>
                        <a:latin typeface="Segoe UI Semibold"/>
                        <a:ea typeface="+mn-ea"/>
                        <a:cs typeface="+mn-cs"/>
                      </a:endParaRPr>
                    </a:p>
                  </a:txBody>
                  <a:tcPr marL="5443" marR="5443" marT="5443" marB="0" anchor="ctr"/>
                </a:tc>
                <a:tc>
                  <a:txBody>
                    <a:bodyPr/>
                    <a:lstStyle/>
                    <a:p>
                      <a:pPr algn="ctr" fontAlgn="b"/>
                      <a:r>
                        <a:rPr lang="en-US" sz="1400" b="1" u="none" strike="noStrike">
                          <a:solidFill>
                            <a:srgbClr val="000000"/>
                          </a:solidFill>
                          <a:effectLst/>
                        </a:rPr>
                        <a:t>PAYG</a:t>
                      </a:r>
                      <a:endParaRPr lang="en-US" sz="1400" b="1" i="0" u="none" strike="noStrike">
                        <a:solidFill>
                          <a:srgbClr val="000000"/>
                        </a:solidFill>
                        <a:effectLst/>
                        <a:latin typeface="Calibri" panose="020F0502020204030204" pitchFamily="34" charset="0"/>
                      </a:endParaRPr>
                    </a:p>
                  </a:txBody>
                  <a:tcPr marL="5443" marR="5443" marT="5443" marB="0" anchor="ctr"/>
                </a:tc>
                <a:tc>
                  <a:txBody>
                    <a:bodyPr/>
                    <a:lstStyle/>
                    <a:p>
                      <a:pPr algn="ctr" fontAlgn="b"/>
                      <a:r>
                        <a:rPr lang="en-US" sz="1400" b="1" u="none" strike="noStrike">
                          <a:solidFill>
                            <a:srgbClr val="000000"/>
                          </a:solidFill>
                          <a:effectLst/>
                        </a:rPr>
                        <a:t>1 Year SP</a:t>
                      </a:r>
                      <a:endParaRPr lang="en-US" sz="1400" b="1" i="0" u="none" strike="noStrike">
                        <a:solidFill>
                          <a:srgbClr val="000000"/>
                        </a:solidFill>
                        <a:effectLst/>
                        <a:latin typeface="Calibri" panose="020F0502020204030204" pitchFamily="34" charset="0"/>
                      </a:endParaRPr>
                    </a:p>
                  </a:txBody>
                  <a:tcPr marL="5443" marR="5443" marT="5443" marB="0" anchor="ctr"/>
                </a:tc>
                <a:tc>
                  <a:txBody>
                    <a:bodyPr/>
                    <a:lstStyle/>
                    <a:p>
                      <a:pPr algn="ctr" fontAlgn="b"/>
                      <a:r>
                        <a:rPr lang="en-US" sz="1400" b="1" u="none" strike="noStrike">
                          <a:solidFill>
                            <a:srgbClr val="000000"/>
                          </a:solidFill>
                          <a:effectLst/>
                        </a:rPr>
                        <a:t>3 Years SP</a:t>
                      </a:r>
                      <a:endParaRPr lang="en-US" sz="1400" b="1" i="0" u="none" strike="noStrike">
                        <a:solidFill>
                          <a:srgbClr val="000000"/>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2753449208"/>
                  </a:ext>
                </a:extLst>
              </a:tr>
              <a:tr h="355521">
                <a:tc>
                  <a:txBody>
                    <a:bodyPr/>
                    <a:lstStyle/>
                    <a:p>
                      <a:pPr algn="l" fontAlgn="b"/>
                      <a:r>
                        <a:rPr lang="en-US" sz="1400" b="1" u="none" strike="noStrike">
                          <a:solidFill>
                            <a:srgbClr val="000000"/>
                          </a:solidFill>
                          <a:effectLst/>
                        </a:rPr>
                        <a:t>Compute</a:t>
                      </a:r>
                      <a:endParaRPr lang="en-US" sz="1400" b="1" i="0" u="none" strike="noStrike">
                        <a:solidFill>
                          <a:srgbClr val="000000"/>
                        </a:solidFill>
                        <a:effectLst/>
                        <a:latin typeface="Calibri" panose="020F0502020204030204" pitchFamily="34" charset="0"/>
                      </a:endParaRPr>
                    </a:p>
                  </a:txBody>
                  <a:tcPr marL="5443" marR="5443" marT="5443"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5,854</a:t>
                      </a:r>
                    </a:p>
                  </a:txBody>
                  <a:tcPr marL="7620" marR="7620" marT="7620"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3,373</a:t>
                      </a:r>
                    </a:p>
                  </a:txBody>
                  <a:tcPr marL="7620" marR="7620" marT="7620"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2,129</a:t>
                      </a:r>
                    </a:p>
                  </a:txBody>
                  <a:tcPr marL="7620" marR="7620" marT="7620" marB="0" anchor="ctr"/>
                </a:tc>
                <a:extLst>
                  <a:ext uri="{0D108BD9-81ED-4DB2-BD59-A6C34878D82A}">
                    <a16:rowId xmlns:a16="http://schemas.microsoft.com/office/drawing/2014/main" val="1964055115"/>
                  </a:ext>
                </a:extLst>
              </a:tr>
              <a:tr h="287622">
                <a:tc>
                  <a:txBody>
                    <a:bodyPr/>
                    <a:lstStyle/>
                    <a:p>
                      <a:pPr algn="l" fontAlgn="b"/>
                      <a:r>
                        <a:rPr lang="en-US" sz="1400" b="1" u="none" strike="noStrike">
                          <a:solidFill>
                            <a:srgbClr val="000000"/>
                          </a:solidFill>
                          <a:effectLst/>
                        </a:rPr>
                        <a:t>Storage</a:t>
                      </a:r>
                      <a:endParaRPr lang="en-US" sz="1400" b="1" i="0" u="none" strike="noStrike">
                        <a:solidFill>
                          <a:srgbClr val="000000"/>
                        </a:solidFill>
                        <a:effectLst/>
                        <a:latin typeface="Calibri" panose="020F0502020204030204" pitchFamily="34" charset="0"/>
                      </a:endParaRPr>
                    </a:p>
                  </a:txBody>
                  <a:tcPr marL="5443" marR="5443" marT="5443"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3,177</a:t>
                      </a:r>
                    </a:p>
                  </a:txBody>
                  <a:tcPr marL="7620" marR="7620" marT="7620"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3,177</a:t>
                      </a:r>
                    </a:p>
                  </a:txBody>
                  <a:tcPr marL="7620" marR="7620" marT="7620" marB="0" anchor="ctr"/>
                </a:tc>
                <a:tc>
                  <a:txBody>
                    <a:bodyPr/>
                    <a:lstStyle/>
                    <a:p>
                      <a:pPr algn="ctr" fontAlgn="t"/>
                      <a:r>
                        <a:rPr lang="en-GB" sz="1200" b="1" i="0" u="none" strike="noStrike">
                          <a:solidFill>
                            <a:schemeClr val="tx2">
                              <a:lumMod val="75000"/>
                            </a:schemeClr>
                          </a:solidFill>
                          <a:effectLst/>
                          <a:latin typeface="Calibri" panose="020F0502020204030204" pitchFamily="34" charset="0"/>
                        </a:rPr>
                        <a:t>3,177</a:t>
                      </a:r>
                    </a:p>
                  </a:txBody>
                  <a:tcPr marL="7620" marR="7620" marT="7620" marB="0" anchor="ctr"/>
                </a:tc>
                <a:extLst>
                  <a:ext uri="{0D108BD9-81ED-4DB2-BD59-A6C34878D82A}">
                    <a16:rowId xmlns:a16="http://schemas.microsoft.com/office/drawing/2014/main" val="1353118113"/>
                  </a:ext>
                </a:extLst>
              </a:tr>
              <a:tr h="290949">
                <a:tc>
                  <a:txBody>
                    <a:bodyPr/>
                    <a:lstStyle/>
                    <a:p>
                      <a:pPr algn="l" fontAlgn="b"/>
                      <a:r>
                        <a:rPr lang="en-US" sz="1400" b="1" u="none" strike="noStrike">
                          <a:solidFill>
                            <a:srgbClr val="000000"/>
                          </a:solidFill>
                          <a:effectLst/>
                        </a:rPr>
                        <a:t>Total</a:t>
                      </a:r>
                      <a:endParaRPr lang="en-US" sz="1400" b="1" i="0" u="none" strike="noStrike">
                        <a:solidFill>
                          <a:srgbClr val="000000"/>
                        </a:solidFill>
                        <a:effectLst/>
                        <a:latin typeface="Calibri" panose="020F0502020204030204" pitchFamily="34" charset="0"/>
                      </a:endParaRPr>
                    </a:p>
                  </a:txBody>
                  <a:tcPr marL="5443" marR="5443" marT="5443" marB="0" anchor="ctr"/>
                </a:tc>
                <a:tc>
                  <a:txBody>
                    <a:bodyPr/>
                    <a:lstStyle/>
                    <a:p>
                      <a:pPr algn="ctr" rtl="0" fontAlgn="t"/>
                      <a:r>
                        <a:rPr lang="en-GB" sz="1200" b="1" i="0" u="none" strike="noStrike">
                          <a:solidFill>
                            <a:srgbClr val="005A9E"/>
                          </a:solidFill>
                          <a:effectLst/>
                          <a:latin typeface="Calibri" panose="020F0502020204030204" pitchFamily="34" charset="0"/>
                        </a:rPr>
                        <a:t>9,031</a:t>
                      </a:r>
                    </a:p>
                  </a:txBody>
                  <a:tcPr marL="6350" marR="6350" marT="6350" marB="0" anchor="ctr">
                    <a:solidFill>
                      <a:schemeClr val="accent5">
                        <a:lumMod val="20000"/>
                        <a:lumOff val="80000"/>
                      </a:schemeClr>
                    </a:solidFill>
                  </a:tcPr>
                </a:tc>
                <a:tc>
                  <a:txBody>
                    <a:bodyPr/>
                    <a:lstStyle/>
                    <a:p>
                      <a:pPr algn="ctr" rtl="0" fontAlgn="t"/>
                      <a:r>
                        <a:rPr lang="en-GB" sz="1200" b="1" i="0" u="none" strike="noStrike">
                          <a:solidFill>
                            <a:srgbClr val="005A9E"/>
                          </a:solidFill>
                          <a:effectLst/>
                          <a:latin typeface="Calibri" panose="020F0502020204030204" pitchFamily="34" charset="0"/>
                        </a:rPr>
                        <a:t>6,550</a:t>
                      </a:r>
                    </a:p>
                  </a:txBody>
                  <a:tcPr marL="6350" marR="6350" marT="6350" marB="0" anchor="ctr">
                    <a:solidFill>
                      <a:schemeClr val="accent5">
                        <a:lumMod val="20000"/>
                        <a:lumOff val="80000"/>
                      </a:schemeClr>
                    </a:solidFill>
                  </a:tcPr>
                </a:tc>
                <a:tc>
                  <a:txBody>
                    <a:bodyPr/>
                    <a:lstStyle/>
                    <a:p>
                      <a:pPr algn="ctr" rtl="0" fontAlgn="t"/>
                      <a:r>
                        <a:rPr lang="en-GB" sz="1200" b="1" i="0" u="none" strike="noStrike">
                          <a:solidFill>
                            <a:srgbClr val="005A9E"/>
                          </a:solidFill>
                          <a:effectLst/>
                          <a:latin typeface="Calibri" panose="020F0502020204030204" pitchFamily="34" charset="0"/>
                        </a:rPr>
                        <a:t>5,360</a:t>
                      </a:r>
                    </a:p>
                  </a:txBody>
                  <a:tcPr marL="6350" marR="6350" marT="6350" marB="0" anchor="ctr">
                    <a:solidFill>
                      <a:schemeClr val="accent5">
                        <a:lumMod val="20000"/>
                        <a:lumOff val="80000"/>
                      </a:schemeClr>
                    </a:solidFill>
                  </a:tcPr>
                </a:tc>
                <a:extLst>
                  <a:ext uri="{0D108BD9-81ED-4DB2-BD59-A6C34878D82A}">
                    <a16:rowId xmlns:a16="http://schemas.microsoft.com/office/drawing/2014/main" val="655265843"/>
                  </a:ext>
                </a:extLst>
              </a:tr>
            </a:tbl>
          </a:graphicData>
        </a:graphic>
      </p:graphicFrame>
      <p:pic>
        <p:nvPicPr>
          <p:cNvPr id="21" name="Picture 20" descr="A close up of a logo&#10;&#10;Description automatically generated">
            <a:extLst>
              <a:ext uri="{FF2B5EF4-FFF2-40B4-BE49-F238E27FC236}">
                <a16:creationId xmlns:a16="http://schemas.microsoft.com/office/drawing/2014/main" id="{51F097AB-5ED9-5BAA-0B98-BA4E0FA2A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3" name="Chart 2">
            <a:extLst>
              <a:ext uri="{FF2B5EF4-FFF2-40B4-BE49-F238E27FC236}">
                <a16:creationId xmlns:a16="http://schemas.microsoft.com/office/drawing/2014/main" id="{1D0E229F-4DFB-7BAA-746B-F70AC022F8FF}"/>
              </a:ext>
            </a:extLst>
          </p:cNvPr>
          <p:cNvGraphicFramePr>
            <a:graphicFrameLocks/>
          </p:cNvGraphicFramePr>
          <p:nvPr>
            <p:extLst>
              <p:ext uri="{D42A27DB-BD31-4B8C-83A1-F6EECF244321}">
                <p14:modId xmlns:p14="http://schemas.microsoft.com/office/powerpoint/2010/main" val="3169827519"/>
              </p:ext>
            </p:extLst>
          </p:nvPr>
        </p:nvGraphicFramePr>
        <p:xfrm>
          <a:off x="3200400" y="3606249"/>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242394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7B1A7-8583-DE36-A766-A9ECDD9AF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5E3BA-7969-C6AD-CC08-8BAF098567DD}"/>
              </a:ext>
            </a:extLst>
          </p:cNvPr>
          <p:cNvSpPr>
            <a:spLocks noGrp="1"/>
          </p:cNvSpPr>
          <p:nvPr>
            <p:ph type="title"/>
          </p:nvPr>
        </p:nvSpPr>
        <p:spPr>
          <a:xfrm>
            <a:off x="442765" y="487882"/>
            <a:ext cx="11306469" cy="403137"/>
          </a:xfrm>
        </p:spPr>
        <p:txBody>
          <a:bodyPr vert="horz" wrap="square" lIns="0" tIns="91440" rIns="146304" bIns="91440" rtlCol="0" anchor="ctr">
            <a:noAutofit/>
          </a:bodyPr>
          <a:lstStyle/>
          <a:p>
            <a:pPr>
              <a:lnSpc>
                <a:spcPct val="90000"/>
              </a:lnSpc>
            </a:pPr>
            <a:r>
              <a:rPr lang="en-US" sz="3200">
                <a:solidFill>
                  <a:schemeClr val="tx2">
                    <a:lumMod val="50000"/>
                  </a:schemeClr>
                </a:solidFill>
              </a:rPr>
              <a:t>L</a:t>
            </a:r>
            <a:r>
              <a:rPr lang="en-GB" sz="3200" err="1">
                <a:solidFill>
                  <a:schemeClr val="tx2">
                    <a:lumMod val="50000"/>
                  </a:schemeClr>
                </a:solidFill>
              </a:rPr>
              <a:t>ift</a:t>
            </a:r>
            <a:r>
              <a:rPr lang="en-GB" sz="3200">
                <a:solidFill>
                  <a:schemeClr val="tx2">
                    <a:lumMod val="50000"/>
                  </a:schemeClr>
                </a:solidFill>
              </a:rPr>
              <a:t> &amp; Re-size Approach – Azure TCO for SQL DBs</a:t>
            </a:r>
          </a:p>
        </p:txBody>
      </p:sp>
      <p:pic>
        <p:nvPicPr>
          <p:cNvPr id="21" name="Picture 20" descr="A close up of a logo&#10;&#10;Description automatically generated">
            <a:extLst>
              <a:ext uri="{FF2B5EF4-FFF2-40B4-BE49-F238E27FC236}">
                <a16:creationId xmlns:a16="http://schemas.microsoft.com/office/drawing/2014/main" id="{93A0B234-2038-B573-759F-C00D618A6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9" name="Table 8">
            <a:extLst>
              <a:ext uri="{FF2B5EF4-FFF2-40B4-BE49-F238E27FC236}">
                <a16:creationId xmlns:a16="http://schemas.microsoft.com/office/drawing/2014/main" id="{932BA10B-34DE-B897-65DA-91E1AF63954F}"/>
              </a:ext>
            </a:extLst>
          </p:cNvPr>
          <p:cNvGraphicFramePr>
            <a:graphicFrameLocks noGrp="1"/>
          </p:cNvGraphicFramePr>
          <p:nvPr>
            <p:extLst>
              <p:ext uri="{D42A27DB-BD31-4B8C-83A1-F6EECF244321}">
                <p14:modId xmlns:p14="http://schemas.microsoft.com/office/powerpoint/2010/main" val="4104100874"/>
              </p:ext>
            </p:extLst>
          </p:nvPr>
        </p:nvGraphicFramePr>
        <p:xfrm>
          <a:off x="1727199" y="1362940"/>
          <a:ext cx="8737600" cy="1371600"/>
        </p:xfrm>
        <a:graphic>
          <a:graphicData uri="http://schemas.openxmlformats.org/drawingml/2006/table">
            <a:tbl>
              <a:tblPr firstRow="1" firstCol="1" lastRow="1"/>
              <a:tblGrid>
                <a:gridCol w="1054100">
                  <a:extLst>
                    <a:ext uri="{9D8B030D-6E8A-4147-A177-3AD203B41FA5}">
                      <a16:colId xmlns:a16="http://schemas.microsoft.com/office/drawing/2014/main" val="694151380"/>
                    </a:ext>
                  </a:extLst>
                </a:gridCol>
                <a:gridCol w="914400">
                  <a:extLst>
                    <a:ext uri="{9D8B030D-6E8A-4147-A177-3AD203B41FA5}">
                      <a16:colId xmlns:a16="http://schemas.microsoft.com/office/drawing/2014/main" val="4130709140"/>
                    </a:ext>
                  </a:extLst>
                </a:gridCol>
                <a:gridCol w="939800">
                  <a:extLst>
                    <a:ext uri="{9D8B030D-6E8A-4147-A177-3AD203B41FA5}">
                      <a16:colId xmlns:a16="http://schemas.microsoft.com/office/drawing/2014/main" val="21115801"/>
                    </a:ext>
                  </a:extLst>
                </a:gridCol>
                <a:gridCol w="1155700">
                  <a:extLst>
                    <a:ext uri="{9D8B030D-6E8A-4147-A177-3AD203B41FA5}">
                      <a16:colId xmlns:a16="http://schemas.microsoft.com/office/drawing/2014/main" val="1718876885"/>
                    </a:ext>
                  </a:extLst>
                </a:gridCol>
                <a:gridCol w="609600">
                  <a:extLst>
                    <a:ext uri="{9D8B030D-6E8A-4147-A177-3AD203B41FA5}">
                      <a16:colId xmlns:a16="http://schemas.microsoft.com/office/drawing/2014/main" val="3046253977"/>
                    </a:ext>
                  </a:extLst>
                </a:gridCol>
                <a:gridCol w="1054100">
                  <a:extLst>
                    <a:ext uri="{9D8B030D-6E8A-4147-A177-3AD203B41FA5}">
                      <a16:colId xmlns:a16="http://schemas.microsoft.com/office/drawing/2014/main" val="491435160"/>
                    </a:ext>
                  </a:extLst>
                </a:gridCol>
                <a:gridCol w="914400">
                  <a:extLst>
                    <a:ext uri="{9D8B030D-6E8A-4147-A177-3AD203B41FA5}">
                      <a16:colId xmlns:a16="http://schemas.microsoft.com/office/drawing/2014/main" val="4077373290"/>
                    </a:ext>
                  </a:extLst>
                </a:gridCol>
                <a:gridCol w="939800">
                  <a:extLst>
                    <a:ext uri="{9D8B030D-6E8A-4147-A177-3AD203B41FA5}">
                      <a16:colId xmlns:a16="http://schemas.microsoft.com/office/drawing/2014/main" val="3306544125"/>
                    </a:ext>
                  </a:extLst>
                </a:gridCol>
                <a:gridCol w="1155700">
                  <a:extLst>
                    <a:ext uri="{9D8B030D-6E8A-4147-A177-3AD203B41FA5}">
                      <a16:colId xmlns:a16="http://schemas.microsoft.com/office/drawing/2014/main" val="3440540058"/>
                    </a:ext>
                  </a:extLst>
                </a:gridCol>
              </a:tblGrid>
              <a:tr h="292100">
                <a:tc>
                  <a:txBody>
                    <a:bodyPr/>
                    <a:lstStyle/>
                    <a:p>
                      <a:pPr algn="ctr" fontAlgn="ctr"/>
                      <a:r>
                        <a:rPr lang="en-GB" sz="1800" b="0" i="0" u="none" strike="noStrike">
                          <a:solidFill>
                            <a:srgbClr val="000000"/>
                          </a:solidFill>
                          <a:effectLst/>
                          <a:latin typeface="Arial" panose="020B0604020202020204" pitchFamily="34" charset="0"/>
                        </a:rPr>
                        <a:t> </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PAYG</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1 Year SP</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3 Years SP</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lnL>
                      <a:noFill/>
                    </a:lnL>
                    <a:lnR>
                      <a:noFill/>
                    </a:lnR>
                    <a:lnT>
                      <a:noFill/>
                    </a:lnT>
                    <a:lnB>
                      <a:noFill/>
                    </a:lnB>
                    <a:noFill/>
                  </a:tcPr>
                </a:tc>
                <a:tc>
                  <a:txBody>
                    <a:bodyPr/>
                    <a:lstStyle/>
                    <a:p>
                      <a:pPr algn="ctr" fontAlgn="ctr"/>
                      <a:r>
                        <a:rPr lang="en-GB" sz="1800" b="0" i="0" u="none" strike="noStrike">
                          <a:solidFill>
                            <a:srgbClr val="000000"/>
                          </a:solidFill>
                          <a:effectLst/>
                          <a:latin typeface="Arial" panose="020B0604020202020204" pitchFamily="34" charset="0"/>
                        </a:rPr>
                        <a:t> </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PAYG</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1 Year SP</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b"/>
                      <a:r>
                        <a:rPr lang="en-GB" sz="1400" b="1" i="0" u="none" strike="noStrike">
                          <a:solidFill>
                            <a:srgbClr val="000000"/>
                          </a:solidFill>
                          <a:effectLst/>
                          <a:latin typeface="Segoe UI" panose="020B0502040204020203" pitchFamily="34" charset="0"/>
                        </a:rPr>
                        <a:t>3 Years SP</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extLst>
                  <a:ext uri="{0D108BD9-81ED-4DB2-BD59-A6C34878D82A}">
                    <a16:rowId xmlns:a16="http://schemas.microsoft.com/office/drawing/2014/main" val="1946242531"/>
                  </a:ext>
                </a:extLst>
              </a:tr>
              <a:tr h="533400">
                <a:tc>
                  <a:txBody>
                    <a:bodyPr/>
                    <a:lstStyle/>
                    <a:p>
                      <a:pPr algn="l" rtl="0" fontAlgn="b"/>
                      <a:r>
                        <a:rPr lang="en-GB" sz="1400" b="1" i="0" u="none" strike="noStrike">
                          <a:solidFill>
                            <a:srgbClr val="000000"/>
                          </a:solidFill>
                          <a:effectLst/>
                          <a:latin typeface="Segoe UI" panose="020B0502040204020203" pitchFamily="34" charset="0"/>
                        </a:rPr>
                        <a:t>Compute (SQL 19)</a:t>
                      </a:r>
                    </a:p>
                  </a:txBody>
                  <a:tcPr marL="6350" marR="6350" marT="6350" marB="0" anchor="b">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1,080</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746</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464</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lnL>
                      <a:noFill/>
                    </a:lnL>
                    <a:lnR>
                      <a:noFill/>
                    </a:lnR>
                    <a:lnT>
                      <a:noFill/>
                    </a:lnT>
                    <a:lnB>
                      <a:noFill/>
                    </a:lnB>
                    <a:noFill/>
                  </a:tcPr>
                </a:tc>
                <a:tc>
                  <a:txBody>
                    <a:bodyPr/>
                    <a:lstStyle/>
                    <a:p>
                      <a:pPr algn="l" rtl="0" fontAlgn="b"/>
                      <a:r>
                        <a:rPr lang="en-GB" sz="1400" b="1" i="0" u="none" strike="noStrike">
                          <a:solidFill>
                            <a:srgbClr val="000000"/>
                          </a:solidFill>
                          <a:effectLst/>
                          <a:latin typeface="Segoe UI" panose="020B0502040204020203" pitchFamily="34" charset="0"/>
                        </a:rPr>
                        <a:t>Compute (SQL 16)</a:t>
                      </a:r>
                    </a:p>
                  </a:txBody>
                  <a:tcPr marL="6350" marR="6350" marT="6350" marB="0" anchor="b">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2,160</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1,492</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tc>
                  <a:txBody>
                    <a:bodyPr/>
                    <a:lstStyle/>
                    <a:p>
                      <a:pPr algn="ctr" rtl="0" fontAlgn="t"/>
                      <a:r>
                        <a:rPr lang="en-GB" sz="1200" b="1" i="0" u="none" strike="noStrike">
                          <a:solidFill>
                            <a:srgbClr val="005A9E"/>
                          </a:solidFill>
                          <a:effectLst/>
                          <a:latin typeface="Calibri" panose="020F0502020204030204" pitchFamily="34" charset="0"/>
                        </a:rPr>
                        <a:t>930</a:t>
                      </a:r>
                    </a:p>
                  </a:txBody>
                  <a:tcPr marL="6350" marR="6350" marT="6350" marB="0">
                    <a:lnL>
                      <a:noFill/>
                    </a:lnL>
                    <a:lnR>
                      <a:noFill/>
                    </a:lnR>
                    <a:lnT w="12700" cap="flat" cmpd="sng" algn="ctr">
                      <a:solidFill>
                        <a:srgbClr val="50E6FF"/>
                      </a:solidFill>
                      <a:prstDash val="solid"/>
                      <a:round/>
                      <a:headEnd type="none" w="med" len="med"/>
                      <a:tailEnd type="none" w="med" len="med"/>
                    </a:lnT>
                    <a:lnB>
                      <a:noFill/>
                    </a:lnB>
                    <a:noFill/>
                  </a:tcPr>
                </a:tc>
                <a:extLst>
                  <a:ext uri="{0D108BD9-81ED-4DB2-BD59-A6C34878D82A}">
                    <a16:rowId xmlns:a16="http://schemas.microsoft.com/office/drawing/2014/main" val="3001763617"/>
                  </a:ext>
                </a:extLst>
              </a:tr>
              <a:tr h="273050">
                <a:tc>
                  <a:txBody>
                    <a:bodyPr/>
                    <a:lstStyle/>
                    <a:p>
                      <a:pPr algn="l" rtl="0" fontAlgn="b"/>
                      <a:r>
                        <a:rPr lang="en-GB" sz="1400" b="1" i="0" u="none" strike="noStrike">
                          <a:solidFill>
                            <a:srgbClr val="000000"/>
                          </a:solidFill>
                          <a:effectLst/>
                          <a:latin typeface="Segoe UI" panose="020B0502040204020203" pitchFamily="34" charset="0"/>
                        </a:rPr>
                        <a:t>Storage</a:t>
                      </a:r>
                    </a:p>
                  </a:txBody>
                  <a:tcPr marL="6350" marR="6350" marT="6350" marB="0" anchor="b">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lnL>
                      <a:noFill/>
                    </a:lnL>
                    <a:lnR>
                      <a:noFill/>
                    </a:lnR>
                    <a:lnT>
                      <a:noFill/>
                    </a:lnT>
                    <a:lnB>
                      <a:noFill/>
                    </a:lnB>
                    <a:noFill/>
                  </a:tcPr>
                </a:tc>
                <a:tc>
                  <a:txBody>
                    <a:bodyPr/>
                    <a:lstStyle/>
                    <a:p>
                      <a:pPr algn="l" rtl="0" fontAlgn="b"/>
                      <a:r>
                        <a:rPr lang="en-GB" sz="1400" b="1" i="0" u="none" strike="noStrike">
                          <a:solidFill>
                            <a:srgbClr val="000000"/>
                          </a:solidFill>
                          <a:effectLst/>
                          <a:latin typeface="Segoe UI" panose="020B0502040204020203" pitchFamily="34" charset="0"/>
                        </a:rPr>
                        <a:t>Storage</a:t>
                      </a:r>
                    </a:p>
                  </a:txBody>
                  <a:tcPr marL="6350" marR="6350" marT="6350" marB="0" anchor="b">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a:t>
                      </a:r>
                    </a:p>
                  </a:txBody>
                  <a:tcPr marL="6350" marR="6350" marT="6350" marB="0">
                    <a:lnL>
                      <a:noFill/>
                    </a:lnL>
                    <a:lnR>
                      <a:noFill/>
                    </a:lnR>
                    <a:lnT>
                      <a:noFill/>
                    </a:lnT>
                    <a:lnB w="12700" cap="flat" cmpd="sng" algn="ctr">
                      <a:solidFill>
                        <a:srgbClr val="50E6FF"/>
                      </a:solidFill>
                      <a:prstDash val="solid"/>
                      <a:round/>
                      <a:headEnd type="none" w="med" len="med"/>
                      <a:tailEnd type="none" w="med" len="med"/>
                    </a:lnB>
                    <a:noFill/>
                  </a:tcPr>
                </a:tc>
                <a:extLst>
                  <a:ext uri="{0D108BD9-81ED-4DB2-BD59-A6C34878D82A}">
                    <a16:rowId xmlns:a16="http://schemas.microsoft.com/office/drawing/2014/main" val="3575242649"/>
                  </a:ext>
                </a:extLst>
              </a:tr>
              <a:tr h="273050">
                <a:tc>
                  <a:txBody>
                    <a:bodyPr/>
                    <a:lstStyle/>
                    <a:p>
                      <a:pPr algn="l" rtl="0" fontAlgn="b"/>
                      <a:r>
                        <a:rPr lang="en-GB" sz="1400" b="1" i="0" u="none" strike="noStrike">
                          <a:solidFill>
                            <a:srgbClr val="000000"/>
                          </a:solidFill>
                          <a:effectLst/>
                          <a:latin typeface="Segoe UI" panose="020B0502040204020203" pitchFamily="34" charset="0"/>
                        </a:rPr>
                        <a:t>Total</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1,320</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t"/>
                      <a:r>
                        <a:rPr lang="en-GB" sz="1200" b="1" i="0" u="none" strike="noStrike">
                          <a:solidFill>
                            <a:srgbClr val="005A9E"/>
                          </a:solidFill>
                          <a:effectLst/>
                          <a:latin typeface="Calibri" panose="020F0502020204030204" pitchFamily="34" charset="0"/>
                        </a:rPr>
                        <a:t>986</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t"/>
                      <a:r>
                        <a:rPr lang="en-GB" sz="1200" b="1" i="0" u="none" strike="noStrike">
                          <a:solidFill>
                            <a:srgbClr val="005A9E"/>
                          </a:solidFill>
                          <a:effectLst/>
                          <a:latin typeface="Calibri" panose="020F0502020204030204" pitchFamily="34" charset="0"/>
                        </a:rPr>
                        <a:t>704</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lnL>
                      <a:noFill/>
                    </a:lnL>
                    <a:lnR>
                      <a:noFill/>
                    </a:lnR>
                    <a:lnT>
                      <a:noFill/>
                    </a:lnT>
                    <a:lnB>
                      <a:noFill/>
                    </a:lnB>
                    <a:noFill/>
                  </a:tcPr>
                </a:tc>
                <a:tc>
                  <a:txBody>
                    <a:bodyPr/>
                    <a:lstStyle/>
                    <a:p>
                      <a:pPr algn="l" rtl="0" fontAlgn="b"/>
                      <a:r>
                        <a:rPr lang="en-GB" sz="1400" b="1" i="0" u="none" strike="noStrike">
                          <a:solidFill>
                            <a:srgbClr val="000000"/>
                          </a:solidFill>
                          <a:effectLst/>
                          <a:latin typeface="Segoe UI" panose="020B0502040204020203" pitchFamily="34" charset="0"/>
                        </a:rPr>
                        <a:t>Total</a:t>
                      </a:r>
                    </a:p>
                  </a:txBody>
                  <a:tcPr marL="6350" marR="6350" marT="6350" marB="0" anchor="b">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noFill/>
                  </a:tcPr>
                </a:tc>
                <a:tc>
                  <a:txBody>
                    <a:bodyPr/>
                    <a:lstStyle/>
                    <a:p>
                      <a:pPr algn="ctr" rtl="0" fontAlgn="t"/>
                      <a:r>
                        <a:rPr lang="en-GB" sz="1200" b="1" i="0" u="none" strike="noStrike">
                          <a:solidFill>
                            <a:srgbClr val="005A9E"/>
                          </a:solidFill>
                          <a:effectLst/>
                          <a:latin typeface="Calibri" panose="020F0502020204030204" pitchFamily="34" charset="0"/>
                        </a:rPr>
                        <a:t>2,400</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t"/>
                      <a:r>
                        <a:rPr lang="en-GB" sz="1200" b="1" i="0" u="none" strike="noStrike">
                          <a:solidFill>
                            <a:srgbClr val="005A9E"/>
                          </a:solidFill>
                          <a:effectLst/>
                          <a:latin typeface="Calibri" panose="020F0502020204030204" pitchFamily="34" charset="0"/>
                        </a:rPr>
                        <a:t>1,732</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t"/>
                      <a:r>
                        <a:rPr lang="en-GB" sz="1200" b="1" i="0" u="none" strike="noStrike">
                          <a:solidFill>
                            <a:srgbClr val="005A9E"/>
                          </a:solidFill>
                          <a:effectLst/>
                          <a:latin typeface="Calibri" panose="020F0502020204030204" pitchFamily="34" charset="0"/>
                        </a:rPr>
                        <a:t>1,170</a:t>
                      </a:r>
                    </a:p>
                  </a:txBody>
                  <a:tcPr marL="6350" marR="6350" marT="6350" marB="0">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extLst>
                  <a:ext uri="{0D108BD9-81ED-4DB2-BD59-A6C34878D82A}">
                    <a16:rowId xmlns:a16="http://schemas.microsoft.com/office/drawing/2014/main" val="486066404"/>
                  </a:ext>
                </a:extLst>
              </a:tr>
            </a:tbl>
          </a:graphicData>
        </a:graphic>
      </p:graphicFrame>
      <p:graphicFrame>
        <p:nvGraphicFramePr>
          <p:cNvPr id="14" name="Chart 13">
            <a:extLst>
              <a:ext uri="{FF2B5EF4-FFF2-40B4-BE49-F238E27FC236}">
                <a16:creationId xmlns:a16="http://schemas.microsoft.com/office/drawing/2014/main" id="{B5CCA540-1E6F-5FFF-AFAC-2F25087F505E}"/>
              </a:ext>
            </a:extLst>
          </p:cNvPr>
          <p:cNvGraphicFramePr>
            <a:graphicFrameLocks/>
          </p:cNvGraphicFramePr>
          <p:nvPr>
            <p:extLst>
              <p:ext uri="{D42A27DB-BD31-4B8C-83A1-F6EECF244321}">
                <p14:modId xmlns:p14="http://schemas.microsoft.com/office/powerpoint/2010/main" val="1959916457"/>
              </p:ext>
            </p:extLst>
          </p:nvPr>
        </p:nvGraphicFramePr>
        <p:xfrm>
          <a:off x="3447415" y="3429000"/>
          <a:ext cx="4565650" cy="27368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1001162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7B1A7-8583-DE36-A766-A9ECDD9AF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5E3BA-7969-C6AD-CC08-8BAF098567DD}"/>
              </a:ext>
            </a:extLst>
          </p:cNvPr>
          <p:cNvSpPr>
            <a:spLocks noGrp="1"/>
          </p:cNvSpPr>
          <p:nvPr>
            <p:ph type="title"/>
          </p:nvPr>
        </p:nvSpPr>
        <p:spPr>
          <a:xfrm>
            <a:off x="442765" y="487882"/>
            <a:ext cx="11306469" cy="403137"/>
          </a:xfrm>
        </p:spPr>
        <p:txBody>
          <a:bodyPr vert="horz" wrap="square" lIns="0" tIns="91440" rIns="146304" bIns="91440" rtlCol="0" anchor="ctr">
            <a:noAutofit/>
          </a:bodyPr>
          <a:lstStyle/>
          <a:p>
            <a:pPr>
              <a:lnSpc>
                <a:spcPct val="90000"/>
              </a:lnSpc>
            </a:pPr>
            <a:r>
              <a:rPr lang="en-US" sz="3200">
                <a:solidFill>
                  <a:schemeClr val="tx2">
                    <a:lumMod val="50000"/>
                  </a:schemeClr>
                </a:solidFill>
              </a:rPr>
              <a:t>Modernize </a:t>
            </a:r>
            <a:r>
              <a:rPr lang="en-GB" sz="3200">
                <a:solidFill>
                  <a:schemeClr val="tx2">
                    <a:lumMod val="50000"/>
                  </a:schemeClr>
                </a:solidFill>
              </a:rPr>
              <a:t>Approach – Azure TCO for Azure SQL Managed Instances</a:t>
            </a:r>
          </a:p>
        </p:txBody>
      </p:sp>
      <p:pic>
        <p:nvPicPr>
          <p:cNvPr id="21" name="Picture 20" descr="A close up of a logo&#10;&#10;Description automatically generated">
            <a:extLst>
              <a:ext uri="{FF2B5EF4-FFF2-40B4-BE49-F238E27FC236}">
                <a16:creationId xmlns:a16="http://schemas.microsoft.com/office/drawing/2014/main" id="{93A0B234-2038-B573-759F-C00D618A6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6" name="Table 5">
            <a:extLst>
              <a:ext uri="{FF2B5EF4-FFF2-40B4-BE49-F238E27FC236}">
                <a16:creationId xmlns:a16="http://schemas.microsoft.com/office/drawing/2014/main" id="{EB671910-1CEB-EA8F-DED2-9C1C9ADB48E5}"/>
              </a:ext>
            </a:extLst>
          </p:cNvPr>
          <p:cNvGraphicFramePr>
            <a:graphicFrameLocks noGrp="1"/>
          </p:cNvGraphicFramePr>
          <p:nvPr>
            <p:extLst>
              <p:ext uri="{D42A27DB-BD31-4B8C-83A1-F6EECF244321}">
                <p14:modId xmlns:p14="http://schemas.microsoft.com/office/powerpoint/2010/main" val="2446070168"/>
              </p:ext>
            </p:extLst>
          </p:nvPr>
        </p:nvGraphicFramePr>
        <p:xfrm>
          <a:off x="1727199" y="1389343"/>
          <a:ext cx="8737600" cy="1352550"/>
        </p:xfrm>
        <a:graphic>
          <a:graphicData uri="http://schemas.openxmlformats.org/drawingml/2006/table">
            <a:tbl>
              <a:tblPr/>
              <a:tblGrid>
                <a:gridCol w="1054100">
                  <a:extLst>
                    <a:ext uri="{9D8B030D-6E8A-4147-A177-3AD203B41FA5}">
                      <a16:colId xmlns:a16="http://schemas.microsoft.com/office/drawing/2014/main" val="3901446341"/>
                    </a:ext>
                  </a:extLst>
                </a:gridCol>
                <a:gridCol w="914400">
                  <a:extLst>
                    <a:ext uri="{9D8B030D-6E8A-4147-A177-3AD203B41FA5}">
                      <a16:colId xmlns:a16="http://schemas.microsoft.com/office/drawing/2014/main" val="4065561110"/>
                    </a:ext>
                  </a:extLst>
                </a:gridCol>
                <a:gridCol w="939800">
                  <a:extLst>
                    <a:ext uri="{9D8B030D-6E8A-4147-A177-3AD203B41FA5}">
                      <a16:colId xmlns:a16="http://schemas.microsoft.com/office/drawing/2014/main" val="2925627839"/>
                    </a:ext>
                  </a:extLst>
                </a:gridCol>
                <a:gridCol w="1155700">
                  <a:extLst>
                    <a:ext uri="{9D8B030D-6E8A-4147-A177-3AD203B41FA5}">
                      <a16:colId xmlns:a16="http://schemas.microsoft.com/office/drawing/2014/main" val="1902039943"/>
                    </a:ext>
                  </a:extLst>
                </a:gridCol>
                <a:gridCol w="609600">
                  <a:extLst>
                    <a:ext uri="{9D8B030D-6E8A-4147-A177-3AD203B41FA5}">
                      <a16:colId xmlns:a16="http://schemas.microsoft.com/office/drawing/2014/main" val="96397734"/>
                    </a:ext>
                  </a:extLst>
                </a:gridCol>
                <a:gridCol w="1054100">
                  <a:extLst>
                    <a:ext uri="{9D8B030D-6E8A-4147-A177-3AD203B41FA5}">
                      <a16:colId xmlns:a16="http://schemas.microsoft.com/office/drawing/2014/main" val="742585588"/>
                    </a:ext>
                  </a:extLst>
                </a:gridCol>
                <a:gridCol w="914400">
                  <a:extLst>
                    <a:ext uri="{9D8B030D-6E8A-4147-A177-3AD203B41FA5}">
                      <a16:colId xmlns:a16="http://schemas.microsoft.com/office/drawing/2014/main" val="932577387"/>
                    </a:ext>
                  </a:extLst>
                </a:gridCol>
                <a:gridCol w="939800">
                  <a:extLst>
                    <a:ext uri="{9D8B030D-6E8A-4147-A177-3AD203B41FA5}">
                      <a16:colId xmlns:a16="http://schemas.microsoft.com/office/drawing/2014/main" val="342697556"/>
                    </a:ext>
                  </a:extLst>
                </a:gridCol>
                <a:gridCol w="1155700">
                  <a:extLst>
                    <a:ext uri="{9D8B030D-6E8A-4147-A177-3AD203B41FA5}">
                      <a16:colId xmlns:a16="http://schemas.microsoft.com/office/drawing/2014/main" val="299146131"/>
                    </a:ext>
                  </a:extLst>
                </a:gridCol>
              </a:tblGrid>
              <a:tr h="292100">
                <a:tc>
                  <a:txBody>
                    <a:bodyPr/>
                    <a:lstStyle/>
                    <a:p>
                      <a:pPr algn="ctr" fontAlgn="ctr"/>
                      <a:r>
                        <a:rPr lang="en-GB" sz="1800" b="0" i="0" u="none" strike="noStrike">
                          <a:solidFill>
                            <a:srgbClr val="000000"/>
                          </a:solidFill>
                          <a:effectLst/>
                          <a:latin typeface="Arial" panose="020B0604020202020204" pitchFamily="34" charset="0"/>
                        </a:rPr>
                        <a:t> </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PAYG</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1 Year SP</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3 Years SP</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l" fontAlgn="ctr"/>
                      <a:endParaRPr lang="en-GB"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fontAlgn="ctr"/>
                      <a:r>
                        <a:rPr lang="en-GB" sz="1800" b="0" i="0" u="none" strike="noStrike">
                          <a:solidFill>
                            <a:srgbClr val="000000"/>
                          </a:solidFill>
                          <a:effectLst/>
                          <a:latin typeface="Arial" panose="020B0604020202020204" pitchFamily="34" charset="0"/>
                        </a:rPr>
                        <a:t> </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PAYG</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1 Year SP</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Segoe UI" panose="020B0502040204020203" pitchFamily="34" charset="0"/>
                        </a:rPr>
                        <a:t>3 Years SP</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extLst>
                  <a:ext uri="{0D108BD9-81ED-4DB2-BD59-A6C34878D82A}">
                    <a16:rowId xmlns:a16="http://schemas.microsoft.com/office/drawing/2014/main" val="4077695717"/>
                  </a:ext>
                </a:extLst>
              </a:tr>
              <a:tr h="514350">
                <a:tc>
                  <a:txBody>
                    <a:bodyPr/>
                    <a:lstStyle/>
                    <a:p>
                      <a:pPr algn="l" rtl="0" fontAlgn="ctr"/>
                      <a:r>
                        <a:rPr lang="it-IT" sz="1400" b="1" i="0" u="none" strike="noStrike">
                          <a:solidFill>
                            <a:srgbClr val="000000"/>
                          </a:solidFill>
                          <a:effectLst/>
                          <a:latin typeface="Segoe UI" panose="020B0502040204020203" pitchFamily="34" charset="0"/>
                        </a:rPr>
                        <a:t>Azure SQL MI (SQL 19)</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2,346</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1,525</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1,055</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l" fontAlgn="ctr"/>
                      <a:endParaRPr lang="en-GB"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l" rtl="0" fontAlgn="ctr"/>
                      <a:r>
                        <a:rPr lang="it-IT" sz="1400" b="1" i="0" u="none" strike="noStrike">
                          <a:solidFill>
                            <a:srgbClr val="000000"/>
                          </a:solidFill>
                          <a:effectLst/>
                          <a:latin typeface="Segoe UI" panose="020B0502040204020203" pitchFamily="34" charset="0"/>
                        </a:rPr>
                        <a:t>Azure SQL MI (SQL 16)</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4,766</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3,123</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tc>
                  <a:txBody>
                    <a:bodyPr/>
                    <a:lstStyle/>
                    <a:p>
                      <a:pPr algn="ctr" rtl="0" fontAlgn="ctr"/>
                      <a:r>
                        <a:rPr lang="en-GB" sz="1200" b="1" i="0" u="none" strike="noStrike">
                          <a:solidFill>
                            <a:srgbClr val="005A9E"/>
                          </a:solidFill>
                          <a:effectLst/>
                          <a:latin typeface="Calibri" panose="020F0502020204030204" pitchFamily="34" charset="0"/>
                        </a:rPr>
                        <a:t>2,184</a:t>
                      </a:r>
                    </a:p>
                  </a:txBody>
                  <a:tcPr marL="6350" marR="6350" marT="6350" marB="0" anchor="ctr">
                    <a:lnL>
                      <a:noFill/>
                    </a:lnL>
                    <a:lnR>
                      <a:noFill/>
                    </a:lnR>
                    <a:lnT w="12700" cap="flat" cmpd="sng" algn="ctr">
                      <a:solidFill>
                        <a:srgbClr val="50E6FF"/>
                      </a:solidFill>
                      <a:prstDash val="solid"/>
                      <a:round/>
                      <a:headEnd type="none" w="med" len="med"/>
                      <a:tailEnd type="none" w="med" len="med"/>
                    </a:lnT>
                    <a:lnB>
                      <a:noFill/>
                    </a:lnB>
                  </a:tcPr>
                </a:tc>
                <a:extLst>
                  <a:ext uri="{0D108BD9-81ED-4DB2-BD59-A6C34878D82A}">
                    <a16:rowId xmlns:a16="http://schemas.microsoft.com/office/drawing/2014/main" val="2462667184"/>
                  </a:ext>
                </a:extLst>
              </a:tr>
              <a:tr h="273050">
                <a:tc>
                  <a:txBody>
                    <a:bodyPr/>
                    <a:lstStyle/>
                    <a:p>
                      <a:pPr algn="l" rtl="0" fontAlgn="ctr"/>
                      <a:r>
                        <a:rPr lang="en-GB" sz="1400" b="1" i="0" u="none" strike="noStrike">
                          <a:solidFill>
                            <a:srgbClr val="000000"/>
                          </a:solidFill>
                          <a:effectLst/>
                          <a:latin typeface="Segoe UI" panose="020B0502040204020203" pitchFamily="34" charset="0"/>
                        </a:rPr>
                        <a:t>Storage</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l" fontAlgn="ctr"/>
                      <a:endParaRPr lang="en-GB"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l" rtl="0" fontAlgn="ctr"/>
                      <a:r>
                        <a:rPr lang="en-GB" sz="1400" b="1" i="0" u="none" strike="noStrike">
                          <a:solidFill>
                            <a:srgbClr val="000000"/>
                          </a:solidFill>
                          <a:effectLst/>
                          <a:latin typeface="Segoe UI" panose="020B0502040204020203" pitchFamily="34" charset="0"/>
                        </a:rPr>
                        <a:t>Storage</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73</a:t>
                      </a:r>
                    </a:p>
                  </a:txBody>
                  <a:tcPr marL="6350" marR="6350" marT="6350" marB="0" anchor="ctr">
                    <a:lnL>
                      <a:noFill/>
                    </a:lnL>
                    <a:lnR>
                      <a:noFill/>
                    </a:lnR>
                    <a:lnT>
                      <a:noFill/>
                    </a:lnT>
                    <a:lnB w="12700" cap="flat" cmpd="sng" algn="ctr">
                      <a:solidFill>
                        <a:srgbClr val="50E6FF"/>
                      </a:solidFill>
                      <a:prstDash val="solid"/>
                      <a:round/>
                      <a:headEnd type="none" w="med" len="med"/>
                      <a:tailEnd type="none" w="med" len="med"/>
                    </a:lnB>
                  </a:tcPr>
                </a:tc>
                <a:extLst>
                  <a:ext uri="{0D108BD9-81ED-4DB2-BD59-A6C34878D82A}">
                    <a16:rowId xmlns:a16="http://schemas.microsoft.com/office/drawing/2014/main" val="2935589723"/>
                  </a:ext>
                </a:extLst>
              </a:tr>
              <a:tr h="273050">
                <a:tc>
                  <a:txBody>
                    <a:bodyPr/>
                    <a:lstStyle/>
                    <a:p>
                      <a:pPr algn="l" rtl="0" fontAlgn="ctr"/>
                      <a:r>
                        <a:rPr lang="en-GB" sz="1400" b="1" i="0" u="none" strike="noStrike">
                          <a:solidFill>
                            <a:srgbClr val="000000"/>
                          </a:solidFill>
                          <a:effectLst/>
                          <a:latin typeface="Segoe UI" panose="020B0502040204020203" pitchFamily="34" charset="0"/>
                        </a:rPr>
                        <a:t>Total</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2,419</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ctr"/>
                      <a:r>
                        <a:rPr lang="en-GB" sz="1200" b="1" i="0" u="none" strike="noStrike">
                          <a:solidFill>
                            <a:srgbClr val="005A9E"/>
                          </a:solidFill>
                          <a:effectLst/>
                          <a:latin typeface="Calibri" panose="020F0502020204030204" pitchFamily="34" charset="0"/>
                        </a:rPr>
                        <a:t>1,598</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ctr"/>
                      <a:r>
                        <a:rPr lang="en-GB" sz="1200" b="1" i="0" u="none" strike="noStrike">
                          <a:solidFill>
                            <a:srgbClr val="005A9E"/>
                          </a:solidFill>
                          <a:effectLst/>
                          <a:latin typeface="Calibri" panose="020F0502020204030204" pitchFamily="34" charset="0"/>
                        </a:rPr>
                        <a:t>1,128</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l" fontAlgn="ctr"/>
                      <a:endParaRPr lang="en-GB"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l" rtl="0" fontAlgn="ctr"/>
                      <a:r>
                        <a:rPr lang="en-GB" sz="1400" b="1" i="0" u="none" strike="noStrike">
                          <a:solidFill>
                            <a:srgbClr val="000000"/>
                          </a:solidFill>
                          <a:effectLst/>
                          <a:latin typeface="Segoe UI" panose="020B0502040204020203" pitchFamily="34" charset="0"/>
                        </a:rPr>
                        <a:t>Total</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tcPr>
                </a:tc>
                <a:tc>
                  <a:txBody>
                    <a:bodyPr/>
                    <a:lstStyle/>
                    <a:p>
                      <a:pPr algn="ctr" rtl="0" fontAlgn="ctr"/>
                      <a:r>
                        <a:rPr lang="en-GB" sz="1200" b="1" i="0" u="none" strike="noStrike">
                          <a:solidFill>
                            <a:srgbClr val="005A9E"/>
                          </a:solidFill>
                          <a:effectLst/>
                          <a:latin typeface="Calibri" panose="020F0502020204030204" pitchFamily="34" charset="0"/>
                        </a:rPr>
                        <a:t>4,839</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ctr"/>
                      <a:r>
                        <a:rPr lang="en-GB" sz="1200" b="1" i="0" u="none" strike="noStrike">
                          <a:solidFill>
                            <a:srgbClr val="005A9E"/>
                          </a:solidFill>
                          <a:effectLst/>
                          <a:latin typeface="Calibri" panose="020F0502020204030204" pitchFamily="34" charset="0"/>
                        </a:rPr>
                        <a:t>3,196</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tc>
                  <a:txBody>
                    <a:bodyPr/>
                    <a:lstStyle/>
                    <a:p>
                      <a:pPr algn="ctr" rtl="0" fontAlgn="ctr"/>
                      <a:r>
                        <a:rPr lang="en-GB" sz="1200" b="1" i="0" u="none" strike="noStrike">
                          <a:solidFill>
                            <a:srgbClr val="005A9E"/>
                          </a:solidFill>
                          <a:effectLst/>
                          <a:latin typeface="Calibri" panose="020F0502020204030204" pitchFamily="34" charset="0"/>
                        </a:rPr>
                        <a:t>2,257</a:t>
                      </a:r>
                    </a:p>
                  </a:txBody>
                  <a:tcPr marL="6350" marR="6350" marT="6350" marB="0" anchor="ctr">
                    <a:lnL>
                      <a:noFill/>
                    </a:lnL>
                    <a:lnR>
                      <a:noFill/>
                    </a:lnR>
                    <a:lnT w="12700" cap="flat" cmpd="sng" algn="ctr">
                      <a:solidFill>
                        <a:srgbClr val="50E6FF"/>
                      </a:solidFill>
                      <a:prstDash val="solid"/>
                      <a:round/>
                      <a:headEnd type="none" w="med" len="med"/>
                      <a:tailEnd type="none" w="med" len="med"/>
                    </a:lnT>
                    <a:lnB w="12700" cap="flat" cmpd="sng" algn="ctr">
                      <a:solidFill>
                        <a:srgbClr val="50E6FF"/>
                      </a:solidFill>
                      <a:prstDash val="solid"/>
                      <a:round/>
                      <a:headEnd type="none" w="med" len="med"/>
                      <a:tailEnd type="none" w="med" len="med"/>
                    </a:lnB>
                    <a:solidFill>
                      <a:srgbClr val="DCFAFF"/>
                    </a:solidFill>
                  </a:tcPr>
                </a:tc>
                <a:extLst>
                  <a:ext uri="{0D108BD9-81ED-4DB2-BD59-A6C34878D82A}">
                    <a16:rowId xmlns:a16="http://schemas.microsoft.com/office/drawing/2014/main" val="1376786319"/>
                  </a:ext>
                </a:extLst>
              </a:tr>
            </a:tbl>
          </a:graphicData>
        </a:graphic>
      </p:graphicFrame>
      <p:graphicFrame>
        <p:nvGraphicFramePr>
          <p:cNvPr id="8" name="Chart 7">
            <a:extLst>
              <a:ext uri="{FF2B5EF4-FFF2-40B4-BE49-F238E27FC236}">
                <a16:creationId xmlns:a16="http://schemas.microsoft.com/office/drawing/2014/main" id="{23BFBA2F-5A01-1981-A655-F308446F610A}"/>
              </a:ext>
            </a:extLst>
          </p:cNvPr>
          <p:cNvGraphicFramePr>
            <a:graphicFrameLocks/>
          </p:cNvGraphicFramePr>
          <p:nvPr>
            <p:extLst>
              <p:ext uri="{D42A27DB-BD31-4B8C-83A1-F6EECF244321}">
                <p14:modId xmlns:p14="http://schemas.microsoft.com/office/powerpoint/2010/main" val="1559559464"/>
              </p:ext>
            </p:extLst>
          </p:nvPr>
        </p:nvGraphicFramePr>
        <p:xfrm>
          <a:off x="3334512" y="3429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9DD40175-7428-4DBD-315E-F61F9E4280BD}"/>
              </a:ext>
            </a:extLst>
          </p:cNvPr>
          <p:cNvSpPr txBox="1"/>
          <p:nvPr/>
        </p:nvSpPr>
        <p:spPr>
          <a:xfrm>
            <a:off x="7906512" y="3240217"/>
            <a:ext cx="3378255" cy="960263"/>
          </a:xfrm>
          <a:prstGeom prst="rect">
            <a:avLst/>
          </a:prstGeom>
          <a:noFill/>
        </p:spPr>
        <p:txBody>
          <a:bodyPr wrap="square" lIns="182880" tIns="146304" rIns="182880" bIns="146304" rtlCol="0">
            <a:spAutoFit/>
          </a:bodyPr>
          <a:lstStyle/>
          <a:p>
            <a:pPr>
              <a:lnSpc>
                <a:spcPct val="90000"/>
              </a:lnSpc>
              <a:spcAft>
                <a:spcPts val="600"/>
              </a:spcAft>
            </a:pPr>
            <a:r>
              <a:rPr lang="en-GB" sz="1200">
                <a:solidFill>
                  <a:srgbClr val="FF0000"/>
                </a:solidFill>
              </a:rPr>
              <a:t>* </a:t>
            </a:r>
            <a:r>
              <a:rPr lang="en-US" sz="1200" b="0" i="0">
                <a:solidFill>
                  <a:srgbClr val="4C4C51"/>
                </a:solidFill>
                <a:effectLst/>
                <a:latin typeface="Segoe UI" panose="020B0502040204020203" pitchFamily="34" charset="0"/>
              </a:rPr>
              <a:t>SQL Server licenses are not required for standby replicas, resulting in discounted rates for your geo-secondary replicated instances used for disaster recovery only.</a:t>
            </a:r>
            <a:endParaRPr lang="en-GB" sz="1200">
              <a:solidFill>
                <a:srgbClr val="FF0000"/>
              </a:solidFill>
            </a:endParaRPr>
          </a:p>
        </p:txBody>
      </p:sp>
    </p:spTree>
    <p:extLst>
      <p:ext uri="{BB962C8B-B14F-4D97-AF65-F5344CB8AC3E}">
        <p14:creationId xmlns:p14="http://schemas.microsoft.com/office/powerpoint/2010/main" val="29685567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2"/>
          <p:cNvSpPr/>
          <p:nvPr/>
        </p:nvSpPr>
        <p:spPr>
          <a:xfrm>
            <a:off x="0" y="0"/>
            <a:ext cx="12192000" cy="905435"/>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0" name="Google Shape;740;p12"/>
          <p:cNvSpPr txBox="1">
            <a:spLocks noGrp="1"/>
          </p:cNvSpPr>
          <p:nvPr>
            <p:ph type="title"/>
          </p:nvPr>
        </p:nvSpPr>
        <p:spPr>
          <a:xfrm>
            <a:off x="128308" y="-21743"/>
            <a:ext cx="11495554" cy="867890"/>
          </a:xfrm>
          <a:prstGeom prst="rect">
            <a:avLst/>
          </a:prstGeom>
          <a:noFill/>
          <a:ln>
            <a:noFill/>
          </a:ln>
        </p:spPr>
        <p:txBody>
          <a:bodyPr spcFirstLastPara="1" wrap="square" lIns="91425" tIns="45700" rIns="91425" bIns="45700" anchor="ctr" anchorCtr="0">
            <a:spAutoFit/>
          </a:bodyPr>
          <a:lstStyle/>
          <a:p>
            <a:pPr marL="0" lvl="0" indent="0" algn="l" rtl="0">
              <a:lnSpc>
                <a:spcPct val="112000"/>
              </a:lnSpc>
              <a:spcBef>
                <a:spcPts val="0"/>
              </a:spcBef>
              <a:spcAft>
                <a:spcPts val="0"/>
              </a:spcAft>
              <a:buClr>
                <a:schemeClr val="lt1"/>
              </a:buClr>
              <a:buSzPts val="4500"/>
              <a:buFont typeface="Arial"/>
              <a:buNone/>
            </a:pPr>
            <a:r>
              <a:rPr lang="en-US">
                <a:solidFill>
                  <a:schemeClr val="lt1"/>
                </a:solidFill>
              </a:rPr>
              <a:t>High Level Migration Plan Timelines </a:t>
            </a:r>
            <a:endParaRPr/>
          </a:p>
        </p:txBody>
      </p:sp>
      <p:sp>
        <p:nvSpPr>
          <p:cNvPr id="741" name="Google Shape;741;p12"/>
          <p:cNvSpPr txBox="1">
            <a:spLocks noGrp="1"/>
          </p:cNvSpPr>
          <p:nvPr>
            <p:ph type="sldNum" idx="12"/>
          </p:nvPr>
        </p:nvSpPr>
        <p:spPr>
          <a:xfrm>
            <a:off x="11201401" y="6635750"/>
            <a:ext cx="617402" cy="107722"/>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700"/>
              <a:buNone/>
            </a:pPr>
            <a:fld id="{00000000-1234-1234-1234-123412341234}" type="slidenum">
              <a:rPr lang="en-US"/>
              <a:t>20</a:t>
            </a:fld>
            <a:endParaRPr/>
          </a:p>
        </p:txBody>
      </p:sp>
      <p:sp>
        <p:nvSpPr>
          <p:cNvPr id="743" name="Google Shape;743;p12"/>
          <p:cNvSpPr/>
          <p:nvPr/>
        </p:nvSpPr>
        <p:spPr>
          <a:xfrm>
            <a:off x="6402338" y="3191341"/>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Arial"/>
              <a:ea typeface="Arial"/>
              <a:cs typeface="Arial"/>
              <a:sym typeface="Arial"/>
            </a:endParaRPr>
          </a:p>
        </p:txBody>
      </p:sp>
      <p:sp>
        <p:nvSpPr>
          <p:cNvPr id="2" name="OTLSHAPE_SL_870005826d2142418f349bce16b738d6_BackgroundRectangle">
            <a:extLst>
              <a:ext uri="{FF2B5EF4-FFF2-40B4-BE49-F238E27FC236}">
                <a16:creationId xmlns:a16="http://schemas.microsoft.com/office/drawing/2014/main" id="{DEE71B0E-0ED3-532C-1018-6735DCF219C4}"/>
              </a:ext>
            </a:extLst>
          </p:cNvPr>
          <p:cNvSpPr/>
          <p:nvPr>
            <p:custDataLst>
              <p:tags r:id="rId2"/>
            </p:custDataLst>
          </p:nvPr>
        </p:nvSpPr>
        <p:spPr>
          <a:xfrm>
            <a:off x="522238" y="3133370"/>
            <a:ext cx="11290300" cy="625857"/>
          </a:xfrm>
          <a:prstGeom prst="rect">
            <a:avLst/>
          </a:prstGeom>
          <a:solidFill>
            <a:srgbClr val="5B9BD5">
              <a:alpha val="14902"/>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3" name="OTLSHAPE_SL_031dd4b3e846477db7c92bad160cfcbe_BackgroundRectangle">
            <a:extLst>
              <a:ext uri="{FF2B5EF4-FFF2-40B4-BE49-F238E27FC236}">
                <a16:creationId xmlns:a16="http://schemas.microsoft.com/office/drawing/2014/main" id="{A74C12F0-B493-5791-E8E0-D2B2D9C55166}"/>
              </a:ext>
            </a:extLst>
          </p:cNvPr>
          <p:cNvSpPr/>
          <p:nvPr>
            <p:custDataLst>
              <p:tags r:id="rId3"/>
            </p:custDataLst>
          </p:nvPr>
        </p:nvSpPr>
        <p:spPr>
          <a:xfrm>
            <a:off x="522238" y="3822726"/>
            <a:ext cx="11290300" cy="1612900"/>
          </a:xfrm>
          <a:prstGeom prst="rect">
            <a:avLst/>
          </a:prstGeom>
          <a:solidFill>
            <a:srgbClr val="FFC000">
              <a:alpha val="14902"/>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4" name="OTLSHAPE_SL_ebafa3e6cd92487eabc9bcc40dcb41f0_BackgroundRectangle">
            <a:extLst>
              <a:ext uri="{FF2B5EF4-FFF2-40B4-BE49-F238E27FC236}">
                <a16:creationId xmlns:a16="http://schemas.microsoft.com/office/drawing/2014/main" id="{F4629BA6-AF14-19F5-25EE-8EA956F2A054}"/>
              </a:ext>
            </a:extLst>
          </p:cNvPr>
          <p:cNvSpPr/>
          <p:nvPr>
            <p:custDataLst>
              <p:tags r:id="rId4"/>
            </p:custDataLst>
          </p:nvPr>
        </p:nvSpPr>
        <p:spPr>
          <a:xfrm>
            <a:off x="522238" y="5499126"/>
            <a:ext cx="11290300" cy="279400"/>
          </a:xfrm>
          <a:prstGeom prst="rect">
            <a:avLst/>
          </a:prstGeom>
          <a:solidFill>
            <a:srgbClr val="70AD47">
              <a:alpha val="14902"/>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37" name="OTLSHAPE_SL2A_fcec6330dc4d4bd5bb5a31d3d0fe78a4_BackgroundRectangle" hidden="1">
            <a:extLst>
              <a:ext uri="{FF2B5EF4-FFF2-40B4-BE49-F238E27FC236}">
                <a16:creationId xmlns:a16="http://schemas.microsoft.com/office/drawing/2014/main" id="{C7C9725C-234D-BB4B-0ED2-19D4931B9EAC}"/>
              </a:ext>
            </a:extLst>
          </p:cNvPr>
          <p:cNvSpPr/>
          <p:nvPr>
            <p:custDataLst>
              <p:tags r:id="rId5"/>
            </p:custDataLst>
          </p:nvPr>
        </p:nvSpPr>
        <p:spPr>
          <a:xfrm>
            <a:off x="717465" y="3218629"/>
            <a:ext cx="10642600" cy="625857"/>
          </a:xfrm>
          <a:prstGeom prst="rect">
            <a:avLst/>
          </a:prstGeom>
          <a:solidFill>
            <a:srgbClr val="A5A5A5">
              <a:alpha val="20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8" name="OTLSHAPE_SL2A_0c415dc069664e84868c772a7ab3925a_BackgroundRectangle" hidden="1">
            <a:extLst>
              <a:ext uri="{FF2B5EF4-FFF2-40B4-BE49-F238E27FC236}">
                <a16:creationId xmlns:a16="http://schemas.microsoft.com/office/drawing/2014/main" id="{C2E80D2E-9162-C421-4670-DAE3F3BFFCA2}"/>
              </a:ext>
            </a:extLst>
          </p:cNvPr>
          <p:cNvSpPr/>
          <p:nvPr>
            <p:custDataLst>
              <p:tags r:id="rId6"/>
            </p:custDataLst>
          </p:nvPr>
        </p:nvSpPr>
        <p:spPr>
          <a:xfrm>
            <a:off x="717465" y="3907985"/>
            <a:ext cx="10642600" cy="1612900"/>
          </a:xfrm>
          <a:prstGeom prst="rect">
            <a:avLst/>
          </a:prstGeom>
          <a:solidFill>
            <a:srgbClr val="A5A5A5">
              <a:alpha val="20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7" name="OTLSHAPE_SL2A_0e9b2dcbe7a14d60abb333b0b12de1cf_BackgroundRectangle" hidden="1">
            <a:extLst>
              <a:ext uri="{FF2B5EF4-FFF2-40B4-BE49-F238E27FC236}">
                <a16:creationId xmlns:a16="http://schemas.microsoft.com/office/drawing/2014/main" id="{25B0237E-937E-6BC7-09F2-1A244ECB5BBB}"/>
              </a:ext>
            </a:extLst>
          </p:cNvPr>
          <p:cNvSpPr/>
          <p:nvPr>
            <p:custDataLst>
              <p:tags r:id="rId7"/>
            </p:custDataLst>
          </p:nvPr>
        </p:nvSpPr>
        <p:spPr>
          <a:xfrm>
            <a:off x="717465" y="5584385"/>
            <a:ext cx="10642600" cy="279400"/>
          </a:xfrm>
          <a:prstGeom prst="rect">
            <a:avLst/>
          </a:prstGeom>
          <a:solidFill>
            <a:srgbClr val="A5A5A5">
              <a:alpha val="20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0" name="OTLSHAPE_TB_00000000000000000000000000000000_LeftEndCaps" hidden="1">
            <a:extLst>
              <a:ext uri="{FF2B5EF4-FFF2-40B4-BE49-F238E27FC236}">
                <a16:creationId xmlns:a16="http://schemas.microsoft.com/office/drawing/2014/main" id="{37F7B5DD-6863-9E2D-59CD-4B6A5C816F60}"/>
              </a:ext>
            </a:extLst>
          </p:cNvPr>
          <p:cNvSpPr txBox="1"/>
          <p:nvPr>
            <p:custDataLst>
              <p:tags r:id="rId8"/>
            </p:custDataLst>
          </p:nvPr>
        </p:nvSpPr>
        <p:spPr>
          <a:xfrm>
            <a:off x="-221339" y="-18078"/>
            <a:ext cx="469900" cy="279400"/>
          </a:xfrm>
          <a:prstGeom prst="rect">
            <a:avLst/>
          </a:prstGeom>
          <a:noFill/>
        </p:spPr>
        <p:txBody>
          <a:bodyPr vert="horz" wrap="none" lIns="0" tIns="0" rIns="0" bIns="0" rtlCol="0" anchor="ctr" anchorCtr="0">
            <a:spAutoFit/>
          </a:bodyPr>
          <a:lstStyle/>
          <a:p>
            <a:pPr algn="ctr"/>
            <a:r>
              <a:rPr lang="en-GB" sz="1800" b="1">
                <a:solidFill>
                  <a:srgbClr val="ED7D31"/>
                </a:solidFill>
                <a:latin typeface="Calibri" panose="020F0502020204030204" pitchFamily="34" charset="0"/>
              </a:rPr>
              <a:t>2024</a:t>
            </a:r>
          </a:p>
        </p:txBody>
      </p:sp>
      <p:sp>
        <p:nvSpPr>
          <p:cNvPr id="731" name="OTLSHAPE_TB_00000000000000000000000000000000_RightEndCaps" hidden="1">
            <a:extLst>
              <a:ext uri="{FF2B5EF4-FFF2-40B4-BE49-F238E27FC236}">
                <a16:creationId xmlns:a16="http://schemas.microsoft.com/office/drawing/2014/main" id="{F158EE63-E4D1-0CC3-3C3C-A103F1E29AB1}"/>
              </a:ext>
            </a:extLst>
          </p:cNvPr>
          <p:cNvSpPr txBox="1"/>
          <p:nvPr>
            <p:custDataLst>
              <p:tags r:id="rId9"/>
            </p:custDataLst>
          </p:nvPr>
        </p:nvSpPr>
        <p:spPr>
          <a:xfrm>
            <a:off x="-221339" y="-18078"/>
            <a:ext cx="469900" cy="279400"/>
          </a:xfrm>
          <a:prstGeom prst="rect">
            <a:avLst/>
          </a:prstGeom>
          <a:noFill/>
        </p:spPr>
        <p:txBody>
          <a:bodyPr vert="horz" wrap="none" lIns="0" tIns="0" rIns="0" bIns="0" rtlCol="0" anchor="ctr" anchorCtr="0">
            <a:spAutoFit/>
          </a:bodyPr>
          <a:lstStyle/>
          <a:p>
            <a:pPr algn="ctr"/>
            <a:r>
              <a:rPr lang="en-GB" sz="1800" b="1">
                <a:solidFill>
                  <a:srgbClr val="ED7D31"/>
                </a:solidFill>
                <a:latin typeface="Calibri" panose="020F0502020204030204" pitchFamily="34" charset="0"/>
              </a:rPr>
              <a:t>2024</a:t>
            </a:r>
          </a:p>
        </p:txBody>
      </p:sp>
      <p:cxnSp>
        <p:nvCxnSpPr>
          <p:cNvPr id="5" name="OTLSHAPE_M_7941ade20bc9470c9f3db933056a27c0_Connector1">
            <a:extLst>
              <a:ext uri="{FF2B5EF4-FFF2-40B4-BE49-F238E27FC236}">
                <a16:creationId xmlns:a16="http://schemas.microsoft.com/office/drawing/2014/main" id="{DDC9CC83-56E2-B052-9664-C74B55369A6F}"/>
              </a:ext>
            </a:extLst>
          </p:cNvPr>
          <p:cNvCxnSpPr/>
          <p:nvPr>
            <p:custDataLst>
              <p:tags r:id="rId10"/>
            </p:custDataLst>
          </p:nvPr>
        </p:nvCxnSpPr>
        <p:spPr>
          <a:xfrm>
            <a:off x="1347720" y="2227648"/>
            <a:ext cx="0" cy="448522"/>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6" name="OTLSHAPE_M_f0e11154372040eca553652603436781_Connector1">
            <a:extLst>
              <a:ext uri="{FF2B5EF4-FFF2-40B4-BE49-F238E27FC236}">
                <a16:creationId xmlns:a16="http://schemas.microsoft.com/office/drawing/2014/main" id="{96E9A04E-C214-B2C0-FF41-15316A42857E}"/>
              </a:ext>
            </a:extLst>
          </p:cNvPr>
          <p:cNvCxnSpPr/>
          <p:nvPr>
            <p:custDataLst>
              <p:tags r:id="rId11"/>
            </p:custDataLst>
          </p:nvPr>
        </p:nvCxnSpPr>
        <p:spPr>
          <a:xfrm>
            <a:off x="2531702" y="2240348"/>
            <a:ext cx="0" cy="435822"/>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7" name="OTLSHAPE_M_e3722b173ed44f92a8977764b4fcb4c7_Connector1">
            <a:extLst>
              <a:ext uri="{FF2B5EF4-FFF2-40B4-BE49-F238E27FC236}">
                <a16:creationId xmlns:a16="http://schemas.microsoft.com/office/drawing/2014/main" id="{36EA8EB6-C43F-5188-1586-8EA81F20F122}"/>
              </a:ext>
            </a:extLst>
          </p:cNvPr>
          <p:cNvCxnSpPr/>
          <p:nvPr>
            <p:custDataLst>
              <p:tags r:id="rId12"/>
            </p:custDataLst>
          </p:nvPr>
        </p:nvCxnSpPr>
        <p:spPr>
          <a:xfrm>
            <a:off x="3677492" y="1800505"/>
            <a:ext cx="0" cy="875665"/>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8" name="OTLSHAPE_M_fb895882ef584555af56a8a80b61efeb_Connector1">
            <a:extLst>
              <a:ext uri="{FF2B5EF4-FFF2-40B4-BE49-F238E27FC236}">
                <a16:creationId xmlns:a16="http://schemas.microsoft.com/office/drawing/2014/main" id="{5D1794E5-8A08-B623-F505-3E802DBA45CE}"/>
              </a:ext>
            </a:extLst>
          </p:cNvPr>
          <p:cNvCxnSpPr/>
          <p:nvPr>
            <p:custDataLst>
              <p:tags r:id="rId13"/>
            </p:custDataLst>
          </p:nvPr>
        </p:nvCxnSpPr>
        <p:spPr>
          <a:xfrm>
            <a:off x="4861474" y="2240348"/>
            <a:ext cx="0" cy="435822"/>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9" name="OTLSHAPE_M_8eead1b0c5fb4cc0b6d06d778d66c9dc_Connector1">
            <a:extLst>
              <a:ext uri="{FF2B5EF4-FFF2-40B4-BE49-F238E27FC236}">
                <a16:creationId xmlns:a16="http://schemas.microsoft.com/office/drawing/2014/main" id="{CA8A628E-1B71-224C-92C8-CD6E2585483F}"/>
              </a:ext>
            </a:extLst>
          </p:cNvPr>
          <p:cNvCxnSpPr/>
          <p:nvPr>
            <p:custDataLst>
              <p:tags r:id="rId14"/>
            </p:custDataLst>
          </p:nvPr>
        </p:nvCxnSpPr>
        <p:spPr>
          <a:xfrm>
            <a:off x="6007264" y="1800505"/>
            <a:ext cx="0" cy="334222"/>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10" name="OTLSHAPE_M_8eead1b0c5fb4cc0b6d06d778d66c9dc_Connector2">
            <a:extLst>
              <a:ext uri="{FF2B5EF4-FFF2-40B4-BE49-F238E27FC236}">
                <a16:creationId xmlns:a16="http://schemas.microsoft.com/office/drawing/2014/main" id="{55A7B61C-5EE0-D3BA-F9EE-B0E3805183FB}"/>
              </a:ext>
            </a:extLst>
          </p:cNvPr>
          <p:cNvCxnSpPr/>
          <p:nvPr>
            <p:custDataLst>
              <p:tags r:id="rId15"/>
            </p:custDataLst>
          </p:nvPr>
        </p:nvCxnSpPr>
        <p:spPr>
          <a:xfrm>
            <a:off x="6007264" y="2305245"/>
            <a:ext cx="0" cy="370925"/>
          </a:xfrm>
          <a:prstGeom prst="line">
            <a:avLst/>
          </a:prstGeom>
          <a:noFill/>
          <a:ln w="7620" cap="flat" cmpd="sng" algn="ctr">
            <a:solidFill>
              <a:srgbClr val="4F81BD">
                <a:alpha val="49804"/>
              </a:srgbClr>
            </a:solidFill>
            <a:prstDash val="solid"/>
            <a:miter lim="800000"/>
            <a:headEnd type="none" w="med" len="med"/>
            <a:tailEnd type="none" w="med" len="med"/>
          </a:ln>
          <a:effectLst/>
        </p:spPr>
      </p:cxnSp>
      <p:cxnSp>
        <p:nvCxnSpPr>
          <p:cNvPr id="11" name="OTLSHAPE_M_074b5b8a9e4844d1babbdb4e88a8e54f_Connector1">
            <a:extLst>
              <a:ext uri="{FF2B5EF4-FFF2-40B4-BE49-F238E27FC236}">
                <a16:creationId xmlns:a16="http://schemas.microsoft.com/office/drawing/2014/main" id="{F808274A-CEFB-9878-6EB1-E0AB659883FC}"/>
              </a:ext>
            </a:extLst>
          </p:cNvPr>
          <p:cNvCxnSpPr/>
          <p:nvPr>
            <p:custDataLst>
              <p:tags r:id="rId16"/>
            </p:custDataLst>
          </p:nvPr>
        </p:nvCxnSpPr>
        <p:spPr>
          <a:xfrm>
            <a:off x="7148724" y="2240348"/>
            <a:ext cx="0" cy="435822"/>
          </a:xfrm>
          <a:prstGeom prst="line">
            <a:avLst/>
          </a:prstGeom>
          <a:noFill/>
          <a:ln w="7620" cap="flat" cmpd="sng" algn="ctr">
            <a:solidFill>
              <a:srgbClr val="4F81BD">
                <a:alpha val="49804"/>
              </a:srgbClr>
            </a:solidFill>
            <a:prstDash val="solid"/>
            <a:miter lim="800000"/>
            <a:headEnd type="none" w="med" len="med"/>
            <a:tailEnd type="none" w="med" len="med"/>
          </a:ln>
          <a:effectLst/>
        </p:spPr>
      </p:cxnSp>
      <p:sp>
        <p:nvSpPr>
          <p:cNvPr id="15" name="OTLSHAPE_TB_00000000000000000000000000000000_ScaleContainer">
            <a:extLst>
              <a:ext uri="{FF2B5EF4-FFF2-40B4-BE49-F238E27FC236}">
                <a16:creationId xmlns:a16="http://schemas.microsoft.com/office/drawing/2014/main" id="{2ED5A299-E5A4-8484-CA52-834C6F62EE34}"/>
              </a:ext>
            </a:extLst>
          </p:cNvPr>
          <p:cNvSpPr/>
          <p:nvPr>
            <p:custDataLst>
              <p:tags r:id="rId17"/>
            </p:custDataLst>
          </p:nvPr>
        </p:nvSpPr>
        <p:spPr>
          <a:xfrm>
            <a:off x="1303203" y="2676170"/>
            <a:ext cx="10515600" cy="254000"/>
          </a:xfrm>
          <a:prstGeom prst="roundRect">
            <a:avLst/>
          </a:prstGeom>
          <a:solidFill>
            <a:srgbClr val="4454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16" name="OTLSHAPE_SL_870005826d2142418f349bce16b738d6_HeaderRectangle">
            <a:extLst>
              <a:ext uri="{FF2B5EF4-FFF2-40B4-BE49-F238E27FC236}">
                <a16:creationId xmlns:a16="http://schemas.microsoft.com/office/drawing/2014/main" id="{EB51C78E-B9BE-5610-DCFF-D201756A77B7}"/>
              </a:ext>
            </a:extLst>
          </p:cNvPr>
          <p:cNvSpPr/>
          <p:nvPr>
            <p:custDataLst>
              <p:tags r:id="rId18"/>
            </p:custDataLst>
          </p:nvPr>
        </p:nvSpPr>
        <p:spPr>
          <a:xfrm>
            <a:off x="522238" y="3133370"/>
            <a:ext cx="660400" cy="625857"/>
          </a:xfrm>
          <a:prstGeom prst="rect">
            <a:avLst/>
          </a:prstGeom>
          <a:solidFill>
            <a:srgbClr val="5B9BD5">
              <a:alpha val="49804"/>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17" name="OTLSHAPE_SL_031dd4b3e846477db7c92bad160cfcbe_HeaderRectangle">
            <a:extLst>
              <a:ext uri="{FF2B5EF4-FFF2-40B4-BE49-F238E27FC236}">
                <a16:creationId xmlns:a16="http://schemas.microsoft.com/office/drawing/2014/main" id="{9249AB9C-C81B-2A25-AA41-49226294D04B}"/>
              </a:ext>
            </a:extLst>
          </p:cNvPr>
          <p:cNvSpPr/>
          <p:nvPr>
            <p:custDataLst>
              <p:tags r:id="rId19"/>
            </p:custDataLst>
          </p:nvPr>
        </p:nvSpPr>
        <p:spPr>
          <a:xfrm>
            <a:off x="522238" y="3822726"/>
            <a:ext cx="660400" cy="1612900"/>
          </a:xfrm>
          <a:prstGeom prst="rect">
            <a:avLst/>
          </a:prstGeom>
          <a:solidFill>
            <a:srgbClr val="FFC000">
              <a:alpha val="49804"/>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18" name="OTLSHAPE_SL_ebafa3e6cd92487eabc9bcc40dcb41f0_HeaderRectangle">
            <a:extLst>
              <a:ext uri="{FF2B5EF4-FFF2-40B4-BE49-F238E27FC236}">
                <a16:creationId xmlns:a16="http://schemas.microsoft.com/office/drawing/2014/main" id="{15047761-8700-9898-A7FD-01848CD963EC}"/>
              </a:ext>
            </a:extLst>
          </p:cNvPr>
          <p:cNvSpPr/>
          <p:nvPr>
            <p:custDataLst>
              <p:tags r:id="rId20"/>
            </p:custDataLst>
          </p:nvPr>
        </p:nvSpPr>
        <p:spPr>
          <a:xfrm>
            <a:off x="522238" y="5499126"/>
            <a:ext cx="660400" cy="279400"/>
          </a:xfrm>
          <a:prstGeom prst="rect">
            <a:avLst/>
          </a:prstGeom>
          <a:solidFill>
            <a:srgbClr val="70AD47">
              <a:alpha val="49804"/>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35" name="OTLSHAPE_SL2A_fcec6330dc4d4bd5bb5a31d3d0fe78a4_HeaderRectangle" hidden="1">
            <a:extLst>
              <a:ext uri="{FF2B5EF4-FFF2-40B4-BE49-F238E27FC236}">
                <a16:creationId xmlns:a16="http://schemas.microsoft.com/office/drawing/2014/main" id="{B4E047B7-8817-3F62-F4A8-3A3510F72103}"/>
              </a:ext>
            </a:extLst>
          </p:cNvPr>
          <p:cNvSpPr/>
          <p:nvPr>
            <p:custDataLst>
              <p:tags r:id="rId21"/>
            </p:custDataLst>
          </p:nvPr>
        </p:nvSpPr>
        <p:spPr>
          <a:xfrm>
            <a:off x="717465" y="3218629"/>
            <a:ext cx="0" cy="0"/>
          </a:xfrm>
          <a:prstGeom prst="rect">
            <a:avLst/>
          </a:prstGeom>
          <a:solidFill>
            <a:srgbClr val="5B9BD5">
              <a:alpha val="24706"/>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6" name="OTLSHAPE_SL2A_0c415dc069664e84868c772a7ab3925a_HeaderRectangle" hidden="1">
            <a:extLst>
              <a:ext uri="{FF2B5EF4-FFF2-40B4-BE49-F238E27FC236}">
                <a16:creationId xmlns:a16="http://schemas.microsoft.com/office/drawing/2014/main" id="{36E3496E-127A-2306-5300-25698198F267}"/>
              </a:ext>
            </a:extLst>
          </p:cNvPr>
          <p:cNvSpPr/>
          <p:nvPr>
            <p:custDataLst>
              <p:tags r:id="rId22"/>
            </p:custDataLst>
          </p:nvPr>
        </p:nvSpPr>
        <p:spPr>
          <a:xfrm>
            <a:off x="717465" y="3907985"/>
            <a:ext cx="0" cy="0"/>
          </a:xfrm>
          <a:prstGeom prst="rect">
            <a:avLst/>
          </a:prstGeom>
          <a:solidFill>
            <a:srgbClr val="FFC000">
              <a:alpha val="24706"/>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5" name="OTLSHAPE_SL2A_0e9b2dcbe7a14d60abb333b0b12de1cf_HeaderRectangle" hidden="1">
            <a:extLst>
              <a:ext uri="{FF2B5EF4-FFF2-40B4-BE49-F238E27FC236}">
                <a16:creationId xmlns:a16="http://schemas.microsoft.com/office/drawing/2014/main" id="{307A1DE8-95DE-07B9-86D5-2050D738BBD1}"/>
              </a:ext>
            </a:extLst>
          </p:cNvPr>
          <p:cNvSpPr/>
          <p:nvPr>
            <p:custDataLst>
              <p:tags r:id="rId23"/>
            </p:custDataLst>
          </p:nvPr>
        </p:nvSpPr>
        <p:spPr>
          <a:xfrm>
            <a:off x="717465" y="5584385"/>
            <a:ext cx="0" cy="0"/>
          </a:xfrm>
          <a:prstGeom prst="rect">
            <a:avLst/>
          </a:prstGeom>
          <a:solidFill>
            <a:srgbClr val="70AD47">
              <a:alpha val="24706"/>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OTLSHAPE_G_00000000000000000000000000000000_ShapeBelow0">
            <a:extLst>
              <a:ext uri="{FF2B5EF4-FFF2-40B4-BE49-F238E27FC236}">
                <a16:creationId xmlns:a16="http://schemas.microsoft.com/office/drawing/2014/main" id="{05620974-BE4A-CF71-48FD-5F889B3A59A7}"/>
              </a:ext>
            </a:extLst>
          </p:cNvPr>
          <p:cNvCxnSpPr/>
          <p:nvPr>
            <p:custDataLst>
              <p:tags r:id="rId24"/>
            </p:custDataLst>
          </p:nvPr>
        </p:nvCxnSpPr>
        <p:spPr>
          <a:xfrm>
            <a:off x="2487185"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0" name="OTLSHAPE_G_00000000000000000000000000000000_ShapeBelow1">
            <a:extLst>
              <a:ext uri="{FF2B5EF4-FFF2-40B4-BE49-F238E27FC236}">
                <a16:creationId xmlns:a16="http://schemas.microsoft.com/office/drawing/2014/main" id="{45A70438-DCD3-687E-3E30-5D8B3A8DC615}"/>
              </a:ext>
            </a:extLst>
          </p:cNvPr>
          <p:cNvCxnSpPr/>
          <p:nvPr>
            <p:custDataLst>
              <p:tags r:id="rId25"/>
            </p:custDataLst>
          </p:nvPr>
        </p:nvCxnSpPr>
        <p:spPr>
          <a:xfrm>
            <a:off x="3632975"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1" name="OTLSHAPE_G_00000000000000000000000000000000_ShapeBelow2">
            <a:extLst>
              <a:ext uri="{FF2B5EF4-FFF2-40B4-BE49-F238E27FC236}">
                <a16:creationId xmlns:a16="http://schemas.microsoft.com/office/drawing/2014/main" id="{D3571C8D-E62E-A3B1-ED10-360F2B22A36D}"/>
              </a:ext>
            </a:extLst>
          </p:cNvPr>
          <p:cNvCxnSpPr/>
          <p:nvPr>
            <p:custDataLst>
              <p:tags r:id="rId26"/>
            </p:custDataLst>
          </p:nvPr>
        </p:nvCxnSpPr>
        <p:spPr>
          <a:xfrm>
            <a:off x="4816957"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2" name="OTLSHAPE_G_00000000000000000000000000000000_ShapeBelow3">
            <a:extLst>
              <a:ext uri="{FF2B5EF4-FFF2-40B4-BE49-F238E27FC236}">
                <a16:creationId xmlns:a16="http://schemas.microsoft.com/office/drawing/2014/main" id="{072119C3-AEF7-F219-47C1-AED63371221B}"/>
              </a:ext>
            </a:extLst>
          </p:cNvPr>
          <p:cNvCxnSpPr/>
          <p:nvPr>
            <p:custDataLst>
              <p:tags r:id="rId27"/>
            </p:custDataLst>
          </p:nvPr>
        </p:nvCxnSpPr>
        <p:spPr>
          <a:xfrm>
            <a:off x="5962747"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3" name="OTLSHAPE_G_00000000000000000000000000000000_ShapeBelow4">
            <a:extLst>
              <a:ext uri="{FF2B5EF4-FFF2-40B4-BE49-F238E27FC236}">
                <a16:creationId xmlns:a16="http://schemas.microsoft.com/office/drawing/2014/main" id="{722CFE0C-EC88-E9C8-7D5A-02EAD65FDD5F}"/>
              </a:ext>
            </a:extLst>
          </p:cNvPr>
          <p:cNvCxnSpPr/>
          <p:nvPr>
            <p:custDataLst>
              <p:tags r:id="rId28"/>
            </p:custDataLst>
          </p:nvPr>
        </p:nvCxnSpPr>
        <p:spPr>
          <a:xfrm>
            <a:off x="7146729"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4" name="OTLSHAPE_G_00000000000000000000000000000000_ShapeBelow5">
            <a:extLst>
              <a:ext uri="{FF2B5EF4-FFF2-40B4-BE49-F238E27FC236}">
                <a16:creationId xmlns:a16="http://schemas.microsoft.com/office/drawing/2014/main" id="{8B48365C-292A-756F-C2C5-6B1D4A2F1FFC}"/>
              </a:ext>
            </a:extLst>
          </p:cNvPr>
          <p:cNvCxnSpPr/>
          <p:nvPr>
            <p:custDataLst>
              <p:tags r:id="rId29"/>
            </p:custDataLst>
          </p:nvPr>
        </p:nvCxnSpPr>
        <p:spPr>
          <a:xfrm>
            <a:off x="8330712"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5" name="OTLSHAPE_G_00000000000000000000000000000000_ShapeBelow6">
            <a:extLst>
              <a:ext uri="{FF2B5EF4-FFF2-40B4-BE49-F238E27FC236}">
                <a16:creationId xmlns:a16="http://schemas.microsoft.com/office/drawing/2014/main" id="{4E0F2BA5-B851-5C1E-7407-06C5D34776FF}"/>
              </a:ext>
            </a:extLst>
          </p:cNvPr>
          <p:cNvCxnSpPr/>
          <p:nvPr>
            <p:custDataLst>
              <p:tags r:id="rId30"/>
            </p:custDataLst>
          </p:nvPr>
        </p:nvCxnSpPr>
        <p:spPr>
          <a:xfrm>
            <a:off x="9476501"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cxnSp>
        <p:nvCxnSpPr>
          <p:cNvPr id="26" name="OTLSHAPE_G_00000000000000000000000000000000_ShapeBelow7">
            <a:extLst>
              <a:ext uri="{FF2B5EF4-FFF2-40B4-BE49-F238E27FC236}">
                <a16:creationId xmlns:a16="http://schemas.microsoft.com/office/drawing/2014/main" id="{B6FAD019-2297-F16D-9FA1-6FFE4991BE33}"/>
              </a:ext>
            </a:extLst>
          </p:cNvPr>
          <p:cNvCxnSpPr/>
          <p:nvPr>
            <p:custDataLst>
              <p:tags r:id="rId31"/>
            </p:custDataLst>
          </p:nvPr>
        </p:nvCxnSpPr>
        <p:spPr>
          <a:xfrm>
            <a:off x="10660484" y="2930170"/>
            <a:ext cx="0" cy="2848357"/>
          </a:xfrm>
          <a:prstGeom prst="line">
            <a:avLst/>
          </a:prstGeom>
          <a:noFill/>
          <a:ln w="7620" cap="flat" cmpd="sng" algn="ctr">
            <a:solidFill>
              <a:srgbClr val="5B9BD5">
                <a:alpha val="14902"/>
              </a:srgbClr>
            </a:solidFill>
            <a:prstDash val="solid"/>
            <a:miter lim="800000"/>
            <a:headEnd type="none" w="med" len="med"/>
            <a:tailEnd type="none" w="med" len="med"/>
          </a:ln>
          <a:effectLst/>
        </p:spPr>
      </p:cxnSp>
      <p:sp>
        <p:nvSpPr>
          <p:cNvPr id="808" name="OTLSHAPE_SLT_144098b3affa4bf190fdfdaf90907d6c_Shape">
            <a:extLst>
              <a:ext uri="{FF2B5EF4-FFF2-40B4-BE49-F238E27FC236}">
                <a16:creationId xmlns:a16="http://schemas.microsoft.com/office/drawing/2014/main" id="{F196A350-220F-0B7F-FCF8-995A19306364}"/>
              </a:ext>
            </a:extLst>
          </p:cNvPr>
          <p:cNvSpPr/>
          <p:nvPr>
            <p:custDataLst>
              <p:tags r:id="rId32"/>
            </p:custDataLst>
          </p:nvPr>
        </p:nvSpPr>
        <p:spPr>
          <a:xfrm>
            <a:off x="1303203" y="3341989"/>
            <a:ext cx="1063416" cy="189384"/>
          </a:xfrm>
          <a:prstGeom prst="roundRect">
            <a:avLst/>
          </a:prstGeom>
          <a:solidFill>
            <a:srgbClr val="5293C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TLSHAPE_SLT_d2581bdae62e4e85b7ff9f91cc784bea_Shape">
            <a:extLst>
              <a:ext uri="{FF2B5EF4-FFF2-40B4-BE49-F238E27FC236}">
                <a16:creationId xmlns:a16="http://schemas.microsoft.com/office/drawing/2014/main" id="{DC725FCF-A06A-ABB3-E9C3-1588BE57B917}"/>
              </a:ext>
            </a:extLst>
          </p:cNvPr>
          <p:cNvSpPr/>
          <p:nvPr>
            <p:custDataLst>
              <p:tags r:id="rId33"/>
            </p:custDataLst>
          </p:nvPr>
        </p:nvSpPr>
        <p:spPr>
          <a:xfrm>
            <a:off x="2100113" y="3550606"/>
            <a:ext cx="798381" cy="179551"/>
          </a:xfrm>
          <a:prstGeom prst="roundRect">
            <a:avLst/>
          </a:prstGeom>
          <a:solidFill>
            <a:srgbClr val="5293C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35" name="OTLSHAPE_SLT_455328c1f10e402d9b3920938751a4b9_Shape">
            <a:extLst>
              <a:ext uri="{FF2B5EF4-FFF2-40B4-BE49-F238E27FC236}">
                <a16:creationId xmlns:a16="http://schemas.microsoft.com/office/drawing/2014/main" id="{D018594D-191C-5792-A24F-5C302094FB61}"/>
              </a:ext>
            </a:extLst>
          </p:cNvPr>
          <p:cNvSpPr/>
          <p:nvPr>
            <p:custDataLst>
              <p:tags r:id="rId34"/>
            </p:custDataLst>
          </p:nvPr>
        </p:nvSpPr>
        <p:spPr>
          <a:xfrm>
            <a:off x="3632975" y="5537226"/>
            <a:ext cx="4716000" cy="216011"/>
          </a:xfrm>
          <a:prstGeom prst="homePlate">
            <a:avLst/>
          </a:prstGeom>
          <a:solidFill>
            <a:srgbClr val="74AD4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32" name="OTLSHAPE_TB_00000000000000000000000000000000_ElapsedTime" hidden="1">
            <a:extLst>
              <a:ext uri="{FF2B5EF4-FFF2-40B4-BE49-F238E27FC236}">
                <a16:creationId xmlns:a16="http://schemas.microsoft.com/office/drawing/2014/main" id="{D6955149-53DE-0098-5D02-8351BA242F06}"/>
              </a:ext>
            </a:extLst>
          </p:cNvPr>
          <p:cNvSpPr/>
          <p:nvPr>
            <p:custDataLst>
              <p:tags r:id="rId35"/>
            </p:custDataLst>
          </p:nvPr>
        </p:nvSpPr>
        <p:spPr>
          <a:xfrm>
            <a:off x="844465" y="2761429"/>
            <a:ext cx="0" cy="0"/>
          </a:xfrm>
          <a:prstGeom prst="roundRect">
            <a:avLst/>
          </a:prstGeom>
          <a:solidFill>
            <a:srgbClr val="FF0000">
              <a:alpha val="7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9" name="OTLSHAPE_SLT_144098b3affa4bf190fdfdaf90907d6c_ShapePercentage" hidden="1">
            <a:extLst>
              <a:ext uri="{FF2B5EF4-FFF2-40B4-BE49-F238E27FC236}">
                <a16:creationId xmlns:a16="http://schemas.microsoft.com/office/drawing/2014/main" id="{5105DBE9-30D4-2405-5D94-9CBFA0A2C9A4}"/>
              </a:ext>
            </a:extLst>
          </p:cNvPr>
          <p:cNvSpPr/>
          <p:nvPr>
            <p:custDataLst>
              <p:tags r:id="rId36"/>
            </p:custDataLst>
          </p:nvPr>
        </p:nvSpPr>
        <p:spPr>
          <a:xfrm>
            <a:off x="844465" y="3427248"/>
            <a:ext cx="0" cy="0"/>
          </a:xfrm>
          <a:prstGeom prst="roundRect">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0" name="OTLSHAPE_SLT_d2581bdae62e4e85b7ff9f91cc784bea_ShapePercentage" hidden="1">
            <a:extLst>
              <a:ext uri="{FF2B5EF4-FFF2-40B4-BE49-F238E27FC236}">
                <a16:creationId xmlns:a16="http://schemas.microsoft.com/office/drawing/2014/main" id="{0114EC51-53B9-1E1C-564C-1C4F328A2EA4}"/>
              </a:ext>
            </a:extLst>
          </p:cNvPr>
          <p:cNvSpPr/>
          <p:nvPr>
            <p:custDataLst>
              <p:tags r:id="rId37"/>
            </p:custDataLst>
          </p:nvPr>
        </p:nvSpPr>
        <p:spPr>
          <a:xfrm>
            <a:off x="1379167" y="3635866"/>
            <a:ext cx="0" cy="0"/>
          </a:xfrm>
          <a:prstGeom prst="roundRect">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9" name="OTLSHAPE_SLT_9dfb12e1e4b44d2ea9d35fe7439feae8_ShapePercentage" hidden="1">
            <a:extLst>
              <a:ext uri="{FF2B5EF4-FFF2-40B4-BE49-F238E27FC236}">
                <a16:creationId xmlns:a16="http://schemas.microsoft.com/office/drawing/2014/main" id="{A1A06D19-A8C9-224B-F2FD-FD102B16029E}"/>
              </a:ext>
            </a:extLst>
          </p:cNvPr>
          <p:cNvSpPr/>
          <p:nvPr>
            <p:custDataLst>
              <p:tags r:id="rId38"/>
            </p:custDataLst>
          </p:nvPr>
        </p:nvSpPr>
        <p:spPr>
          <a:xfrm>
            <a:off x="2028448" y="3946085"/>
            <a:ext cx="0" cy="0"/>
          </a:xfrm>
          <a:prstGeom prst="leftRightArrow">
            <a:avLst>
              <a:gd name="adj1" fmla="val 75000"/>
              <a:gd name="adj2" fmla="val 50000"/>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5" name="OTLSHAPE_SLT_a1abe12abe57466897ec20575d952c71_ShapePercentage" hidden="1">
            <a:extLst>
              <a:ext uri="{FF2B5EF4-FFF2-40B4-BE49-F238E27FC236}">
                <a16:creationId xmlns:a16="http://schemas.microsoft.com/office/drawing/2014/main" id="{DDAFF661-7BF8-93AB-BFA9-CD21B1B6B7BF}"/>
              </a:ext>
            </a:extLst>
          </p:cNvPr>
          <p:cNvSpPr/>
          <p:nvPr>
            <p:custDataLst>
              <p:tags r:id="rId39"/>
            </p:custDataLst>
          </p:nvPr>
        </p:nvSpPr>
        <p:spPr>
          <a:xfrm>
            <a:off x="3174237" y="4212785"/>
            <a:ext cx="0" cy="0"/>
          </a:xfrm>
          <a:prstGeom prst="leftRightArrow">
            <a:avLst>
              <a:gd name="adj1" fmla="val 75000"/>
              <a:gd name="adj2" fmla="val 50000"/>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1" name="OTLSHAPE_SLT_7e12d0efaeb740149c1fb423bb1a6364_ShapePercentage" hidden="1">
            <a:extLst>
              <a:ext uri="{FF2B5EF4-FFF2-40B4-BE49-F238E27FC236}">
                <a16:creationId xmlns:a16="http://schemas.microsoft.com/office/drawing/2014/main" id="{D0D4C54F-A800-2131-71D1-AB1BD0FEDAB4}"/>
              </a:ext>
            </a:extLst>
          </p:cNvPr>
          <p:cNvSpPr/>
          <p:nvPr>
            <p:custDataLst>
              <p:tags r:id="rId40"/>
            </p:custDataLst>
          </p:nvPr>
        </p:nvSpPr>
        <p:spPr>
          <a:xfrm>
            <a:off x="4358220" y="4479485"/>
            <a:ext cx="0" cy="0"/>
          </a:xfrm>
          <a:prstGeom prst="leftRightArrow">
            <a:avLst>
              <a:gd name="adj1" fmla="val 75000"/>
              <a:gd name="adj2" fmla="val 50000"/>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7" name="OTLSHAPE_SLT_8dd8160fb1644a6381189407be10c434_ShapePercentage" hidden="1">
            <a:extLst>
              <a:ext uri="{FF2B5EF4-FFF2-40B4-BE49-F238E27FC236}">
                <a16:creationId xmlns:a16="http://schemas.microsoft.com/office/drawing/2014/main" id="{547D2968-0694-836B-F655-BF272EC955BE}"/>
              </a:ext>
            </a:extLst>
          </p:cNvPr>
          <p:cNvSpPr/>
          <p:nvPr>
            <p:custDataLst>
              <p:tags r:id="rId41"/>
            </p:custDataLst>
          </p:nvPr>
        </p:nvSpPr>
        <p:spPr>
          <a:xfrm>
            <a:off x="5504009" y="4746185"/>
            <a:ext cx="0" cy="0"/>
          </a:xfrm>
          <a:prstGeom prst="leftRightArrow">
            <a:avLst>
              <a:gd name="adj1" fmla="val 75000"/>
              <a:gd name="adj2" fmla="val 50000"/>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3" name="OTLSHAPE_SLT_1157f68d335b407ca07443d470ff8ebc_ShapePercentage" hidden="1">
            <a:extLst>
              <a:ext uri="{FF2B5EF4-FFF2-40B4-BE49-F238E27FC236}">
                <a16:creationId xmlns:a16="http://schemas.microsoft.com/office/drawing/2014/main" id="{12D03FD1-A9A1-69C0-E1D3-8A9D7F252C05}"/>
              </a:ext>
            </a:extLst>
          </p:cNvPr>
          <p:cNvSpPr/>
          <p:nvPr>
            <p:custDataLst>
              <p:tags r:id="rId42"/>
            </p:custDataLst>
          </p:nvPr>
        </p:nvSpPr>
        <p:spPr>
          <a:xfrm>
            <a:off x="6687992" y="5012885"/>
            <a:ext cx="0" cy="0"/>
          </a:xfrm>
          <a:prstGeom prst="leftRightArrow">
            <a:avLst>
              <a:gd name="adj1" fmla="val 75000"/>
              <a:gd name="adj2" fmla="val 50000"/>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9" name="OTLSHAPE_SLT_e4ca1d4e2cc740518dc8ff21e8274637_ShapePercentage" hidden="1">
            <a:extLst>
              <a:ext uri="{FF2B5EF4-FFF2-40B4-BE49-F238E27FC236}">
                <a16:creationId xmlns:a16="http://schemas.microsoft.com/office/drawing/2014/main" id="{D3A9FF05-CBCB-150E-1D22-1A7E5BBF2E74}"/>
              </a:ext>
            </a:extLst>
          </p:cNvPr>
          <p:cNvSpPr/>
          <p:nvPr>
            <p:custDataLst>
              <p:tags r:id="rId43"/>
            </p:custDataLst>
          </p:nvPr>
        </p:nvSpPr>
        <p:spPr>
          <a:xfrm>
            <a:off x="7871974" y="5279585"/>
            <a:ext cx="0" cy="0"/>
          </a:xfrm>
          <a:prstGeom prst="roundRect">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8" name="OTLSHAPE_SLT_455328c1f10e402d9b3920938751a4b9_ShapePercentage" hidden="1">
            <a:extLst>
              <a:ext uri="{FF2B5EF4-FFF2-40B4-BE49-F238E27FC236}">
                <a16:creationId xmlns:a16="http://schemas.microsoft.com/office/drawing/2014/main" id="{359EF3A7-1E14-E939-DD59-1AF4902F7345}"/>
              </a:ext>
            </a:extLst>
          </p:cNvPr>
          <p:cNvSpPr/>
          <p:nvPr>
            <p:custDataLst>
              <p:tags r:id="rId44"/>
            </p:custDataLst>
          </p:nvPr>
        </p:nvSpPr>
        <p:spPr>
          <a:xfrm>
            <a:off x="3174237" y="5622485"/>
            <a:ext cx="0" cy="0"/>
          </a:xfrm>
          <a:prstGeom prst="homePlate">
            <a:avLst/>
          </a:prstGeom>
          <a:solidFill>
            <a:srgbClr val="000000">
              <a:alpha val="34902"/>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TLSHAPE_SL_870005826d2142418f349bce16b738d6_Header">
            <a:extLst>
              <a:ext uri="{FF2B5EF4-FFF2-40B4-BE49-F238E27FC236}">
                <a16:creationId xmlns:a16="http://schemas.microsoft.com/office/drawing/2014/main" id="{65FF5570-451C-A45C-B0C8-7875BFC743E6}"/>
              </a:ext>
            </a:extLst>
          </p:cNvPr>
          <p:cNvSpPr txBox="1"/>
          <p:nvPr>
            <p:custDataLst>
              <p:tags r:id="rId45"/>
            </p:custDataLst>
          </p:nvPr>
        </p:nvSpPr>
        <p:spPr>
          <a:xfrm>
            <a:off x="522238" y="3302323"/>
            <a:ext cx="660400" cy="287951"/>
          </a:xfrm>
          <a:prstGeom prst="rect">
            <a:avLst/>
          </a:prstGeom>
          <a:noFill/>
        </p:spPr>
        <p:txBody>
          <a:bodyPr vert="horz" wrap="square" lIns="0" tIns="0" rIns="0" bIns="0" rtlCol="0" anchor="ctr" anchorCtr="0">
            <a:noAutofit/>
          </a:bodyPr>
          <a:lstStyle/>
          <a:p>
            <a:pPr algn="ctr"/>
            <a:r>
              <a:rPr lang="en-GB" sz="1000">
                <a:solidFill>
                  <a:srgbClr val="203864"/>
                </a:solidFill>
                <a:latin typeface="Franklin Gothic Medium" panose="020B0603020102020204" pitchFamily="34" charset="0"/>
              </a:rPr>
              <a:t>Landing Zone </a:t>
            </a:r>
            <a:endParaRPr lang="en-GB" sz="1000" err="1">
              <a:solidFill>
                <a:srgbClr val="203864"/>
              </a:solidFill>
              <a:latin typeface="Franklin Gothic Medium" panose="020B0603020102020204" pitchFamily="34" charset="0"/>
            </a:endParaRPr>
          </a:p>
        </p:txBody>
      </p:sp>
      <p:sp>
        <p:nvSpPr>
          <p:cNvPr id="37" name="OTLSHAPE_SL_031dd4b3e846477db7c92bad160cfcbe_Header">
            <a:extLst>
              <a:ext uri="{FF2B5EF4-FFF2-40B4-BE49-F238E27FC236}">
                <a16:creationId xmlns:a16="http://schemas.microsoft.com/office/drawing/2014/main" id="{FEF15327-AA60-C628-C972-F9AC7B859B57}"/>
              </a:ext>
            </a:extLst>
          </p:cNvPr>
          <p:cNvSpPr txBox="1"/>
          <p:nvPr>
            <p:custDataLst>
              <p:tags r:id="rId46"/>
            </p:custDataLst>
          </p:nvPr>
        </p:nvSpPr>
        <p:spPr>
          <a:xfrm>
            <a:off x="522238" y="4557189"/>
            <a:ext cx="660400" cy="143976"/>
          </a:xfrm>
          <a:prstGeom prst="rect">
            <a:avLst/>
          </a:prstGeom>
          <a:noFill/>
        </p:spPr>
        <p:txBody>
          <a:bodyPr vert="horz" wrap="square" lIns="0" tIns="0" rIns="0" bIns="0" rtlCol="0" anchor="ctr" anchorCtr="0">
            <a:noAutofit/>
          </a:bodyPr>
          <a:lstStyle/>
          <a:p>
            <a:pPr algn="ctr"/>
            <a:r>
              <a:rPr lang="en-GB" sz="1000">
                <a:solidFill>
                  <a:srgbClr val="765A00"/>
                </a:solidFill>
                <a:latin typeface="Franklin Gothic Medium" panose="020B0603020102020204" pitchFamily="34" charset="0"/>
              </a:rPr>
              <a:t>Migration </a:t>
            </a:r>
            <a:endParaRPr lang="en-GB" sz="1000" err="1">
              <a:solidFill>
                <a:srgbClr val="765A00"/>
              </a:solidFill>
              <a:latin typeface="Franklin Gothic Medium" panose="020B0603020102020204" pitchFamily="34" charset="0"/>
            </a:endParaRPr>
          </a:p>
        </p:txBody>
      </p:sp>
      <p:sp>
        <p:nvSpPr>
          <p:cNvPr id="38" name="OTLSHAPE_SL_ebafa3e6cd92487eabc9bcc40dcb41f0_Header">
            <a:extLst>
              <a:ext uri="{FF2B5EF4-FFF2-40B4-BE49-F238E27FC236}">
                <a16:creationId xmlns:a16="http://schemas.microsoft.com/office/drawing/2014/main" id="{AB807D77-CDDA-330E-0773-4559E1A18466}"/>
              </a:ext>
            </a:extLst>
          </p:cNvPr>
          <p:cNvSpPr txBox="1"/>
          <p:nvPr>
            <p:custDataLst>
              <p:tags r:id="rId47"/>
            </p:custDataLst>
          </p:nvPr>
        </p:nvSpPr>
        <p:spPr>
          <a:xfrm>
            <a:off x="522238" y="5566839"/>
            <a:ext cx="660400" cy="143976"/>
          </a:xfrm>
          <a:prstGeom prst="rect">
            <a:avLst/>
          </a:prstGeom>
          <a:noFill/>
        </p:spPr>
        <p:txBody>
          <a:bodyPr vert="horz" wrap="square" lIns="0" tIns="0" rIns="0" bIns="0" rtlCol="0" anchor="ctr" anchorCtr="0">
            <a:noAutofit/>
          </a:bodyPr>
          <a:lstStyle/>
          <a:p>
            <a:pPr algn="ctr"/>
            <a:r>
              <a:rPr lang="en-GB" sz="1000">
                <a:solidFill>
                  <a:srgbClr val="276700"/>
                </a:solidFill>
                <a:latin typeface="Franklin Gothic Medium" panose="020B0603020102020204" pitchFamily="34" charset="0"/>
              </a:rPr>
              <a:t>HyperCare </a:t>
            </a:r>
            <a:endParaRPr lang="en-GB" sz="1000" err="1">
              <a:solidFill>
                <a:srgbClr val="276700"/>
              </a:solidFill>
              <a:latin typeface="Franklin Gothic Medium" panose="020B0603020102020204" pitchFamily="34" charset="0"/>
            </a:endParaRPr>
          </a:p>
        </p:txBody>
      </p:sp>
      <p:sp>
        <p:nvSpPr>
          <p:cNvPr id="736" name="OTLSHAPE_SL2A_fcec6330dc4d4bd5bb5a31d3d0fe78a4_Header" hidden="1">
            <a:extLst>
              <a:ext uri="{FF2B5EF4-FFF2-40B4-BE49-F238E27FC236}">
                <a16:creationId xmlns:a16="http://schemas.microsoft.com/office/drawing/2014/main" id="{AD2B6E71-9977-23E3-D003-AF644B3B6711}"/>
              </a:ext>
            </a:extLst>
          </p:cNvPr>
          <p:cNvSpPr txBox="1"/>
          <p:nvPr>
            <p:custDataLst>
              <p:tags r:id="rId48"/>
            </p:custDataLst>
          </p:nvPr>
        </p:nvSpPr>
        <p:spPr>
          <a:xfrm>
            <a:off x="12700" y="-248910"/>
            <a:ext cx="0" cy="184666"/>
          </a:xfrm>
          <a:prstGeom prst="rect">
            <a:avLst/>
          </a:prstGeom>
          <a:noFill/>
        </p:spPr>
        <p:txBody>
          <a:bodyPr vert="horz" wrap="square" lIns="0" tIns="0" rIns="0" bIns="0" rtlCol="0" anchor="ctr" anchorCtr="0">
            <a:spAutoFit/>
          </a:bodyPr>
          <a:lstStyle/>
          <a:p>
            <a:endParaRPr lang="en-GB" sz="1200">
              <a:latin typeface="Calibri" panose="020F0502020204030204" pitchFamily="34" charset="0"/>
            </a:endParaRPr>
          </a:p>
        </p:txBody>
      </p:sp>
      <p:sp>
        <p:nvSpPr>
          <p:cNvPr id="757" name="OTLSHAPE_SL2A_0c415dc069664e84868c772a7ab3925a_Header" hidden="1">
            <a:extLst>
              <a:ext uri="{FF2B5EF4-FFF2-40B4-BE49-F238E27FC236}">
                <a16:creationId xmlns:a16="http://schemas.microsoft.com/office/drawing/2014/main" id="{4FBAF2C3-25C9-7666-C204-E046C1E4AA50}"/>
              </a:ext>
            </a:extLst>
          </p:cNvPr>
          <p:cNvSpPr txBox="1"/>
          <p:nvPr>
            <p:custDataLst>
              <p:tags r:id="rId49"/>
            </p:custDataLst>
          </p:nvPr>
        </p:nvSpPr>
        <p:spPr>
          <a:xfrm>
            <a:off x="12700" y="-248910"/>
            <a:ext cx="0" cy="184666"/>
          </a:xfrm>
          <a:prstGeom prst="rect">
            <a:avLst/>
          </a:prstGeom>
          <a:noFill/>
        </p:spPr>
        <p:txBody>
          <a:bodyPr vert="horz" wrap="square" lIns="0" tIns="0" rIns="0" bIns="0" rtlCol="0" anchor="ctr" anchorCtr="0">
            <a:spAutoFit/>
          </a:bodyPr>
          <a:lstStyle/>
          <a:p>
            <a:endParaRPr lang="en-GB" sz="1200">
              <a:latin typeface="Calibri" panose="020F0502020204030204" pitchFamily="34" charset="0"/>
            </a:endParaRPr>
          </a:p>
        </p:txBody>
      </p:sp>
      <p:sp>
        <p:nvSpPr>
          <p:cNvPr id="796" name="OTLSHAPE_SL2A_0e9b2dcbe7a14d60abb333b0b12de1cf_Header" hidden="1">
            <a:extLst>
              <a:ext uri="{FF2B5EF4-FFF2-40B4-BE49-F238E27FC236}">
                <a16:creationId xmlns:a16="http://schemas.microsoft.com/office/drawing/2014/main" id="{A723ACC8-5385-AB3B-F9F0-500C69BA01FB}"/>
              </a:ext>
            </a:extLst>
          </p:cNvPr>
          <p:cNvSpPr txBox="1"/>
          <p:nvPr>
            <p:custDataLst>
              <p:tags r:id="rId50"/>
            </p:custDataLst>
          </p:nvPr>
        </p:nvSpPr>
        <p:spPr>
          <a:xfrm>
            <a:off x="12700" y="-248910"/>
            <a:ext cx="0" cy="184666"/>
          </a:xfrm>
          <a:prstGeom prst="rect">
            <a:avLst/>
          </a:prstGeom>
          <a:noFill/>
        </p:spPr>
        <p:txBody>
          <a:bodyPr vert="horz" wrap="square" lIns="0" tIns="0" rIns="0" bIns="0" rtlCol="0" anchor="ctr" anchorCtr="0">
            <a:spAutoFit/>
          </a:bodyPr>
          <a:lstStyle/>
          <a:p>
            <a:endParaRPr lang="en-GB" sz="1200">
              <a:latin typeface="Calibri" panose="020F0502020204030204" pitchFamily="34" charset="0"/>
            </a:endParaRPr>
          </a:p>
        </p:txBody>
      </p:sp>
      <p:sp>
        <p:nvSpPr>
          <p:cNvPr id="733" name="OTLSHAPE_TB_00000000000000000000000000000000_TodayMarkerShape" hidden="1">
            <a:extLst>
              <a:ext uri="{FF2B5EF4-FFF2-40B4-BE49-F238E27FC236}">
                <a16:creationId xmlns:a16="http://schemas.microsoft.com/office/drawing/2014/main" id="{CAAD8DD0-C24F-9E07-8CF9-EF482043D2B5}"/>
              </a:ext>
            </a:extLst>
          </p:cNvPr>
          <p:cNvSpPr/>
          <p:nvPr>
            <p:custDataLst>
              <p:tags r:id="rId51"/>
            </p:custDataLst>
          </p:nvPr>
        </p:nvSpPr>
        <p:spPr>
          <a:xfrm>
            <a:off x="808180" y="3015429"/>
            <a:ext cx="76200" cy="84667"/>
          </a:xfrm>
          <a:prstGeom prst="triangle">
            <a:avLst/>
          </a:prstGeom>
          <a:solidFill>
            <a:srgbClr val="FF000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TLSHAPE_TB_00000000000000000000000000000000_TimescaleInterval1">
            <a:extLst>
              <a:ext uri="{FF2B5EF4-FFF2-40B4-BE49-F238E27FC236}">
                <a16:creationId xmlns:a16="http://schemas.microsoft.com/office/drawing/2014/main" id="{F5BD473F-576F-A1C8-0234-C2E19155D5C8}"/>
              </a:ext>
            </a:extLst>
          </p:cNvPr>
          <p:cNvSpPr txBox="1"/>
          <p:nvPr>
            <p:custDataLst>
              <p:tags r:id="rId52"/>
            </p:custDataLst>
          </p:nvPr>
        </p:nvSpPr>
        <p:spPr>
          <a:xfrm>
            <a:off x="1366703" y="2710142"/>
            <a:ext cx="255776" cy="186055"/>
          </a:xfrm>
          <a:prstGeom prst="rect">
            <a:avLst/>
          </a:prstGeom>
          <a:noFill/>
        </p:spPr>
        <p:txBody>
          <a:bodyPr vert="horz" wrap="none" lIns="0" tIns="0" rIns="0" bIns="0" rtlCol="0" anchor="ctr" anchorCtr="0">
            <a:noAutofit/>
          </a:bodyPr>
          <a:lstStyle/>
          <a:p>
            <a:r>
              <a:rPr lang="en-GB" sz="1200" spc="-18">
                <a:solidFill>
                  <a:schemeClr val="lt1"/>
                </a:solidFill>
                <a:latin typeface="Calibri" panose="020F0502020204030204" pitchFamily="34" charset="0"/>
              </a:rPr>
              <a:t>May</a:t>
            </a:r>
          </a:p>
        </p:txBody>
      </p:sp>
      <p:sp>
        <p:nvSpPr>
          <p:cNvPr id="40" name="OTLSHAPE_TB_00000000000000000000000000000000_TimescaleInterval2">
            <a:extLst>
              <a:ext uri="{FF2B5EF4-FFF2-40B4-BE49-F238E27FC236}">
                <a16:creationId xmlns:a16="http://schemas.microsoft.com/office/drawing/2014/main" id="{92A098C2-9B2C-7023-164E-C57E61317D1A}"/>
              </a:ext>
            </a:extLst>
          </p:cNvPr>
          <p:cNvSpPr txBox="1"/>
          <p:nvPr>
            <p:custDataLst>
              <p:tags r:id="rId53"/>
            </p:custDataLst>
          </p:nvPr>
        </p:nvSpPr>
        <p:spPr>
          <a:xfrm>
            <a:off x="2550686" y="2710142"/>
            <a:ext cx="219740" cy="186055"/>
          </a:xfrm>
          <a:prstGeom prst="rect">
            <a:avLst/>
          </a:prstGeom>
          <a:noFill/>
        </p:spPr>
        <p:txBody>
          <a:bodyPr vert="horz" wrap="none" lIns="0" tIns="0" rIns="0" bIns="0" rtlCol="0" anchor="ctr" anchorCtr="0">
            <a:noAutofit/>
          </a:bodyPr>
          <a:lstStyle/>
          <a:p>
            <a:r>
              <a:rPr lang="en-GB" sz="1200" spc="-18">
                <a:solidFill>
                  <a:schemeClr val="lt1"/>
                </a:solidFill>
                <a:latin typeface="Calibri" panose="020F0502020204030204" pitchFamily="34" charset="0"/>
              </a:rPr>
              <a:t>Jun</a:t>
            </a:r>
          </a:p>
        </p:txBody>
      </p:sp>
      <p:sp>
        <p:nvSpPr>
          <p:cNvPr id="41" name="OTLSHAPE_TB_00000000000000000000000000000000_TimescaleInterval3">
            <a:extLst>
              <a:ext uri="{FF2B5EF4-FFF2-40B4-BE49-F238E27FC236}">
                <a16:creationId xmlns:a16="http://schemas.microsoft.com/office/drawing/2014/main" id="{6F2CB869-97E0-3EC2-17DB-537BE9C228CD}"/>
              </a:ext>
            </a:extLst>
          </p:cNvPr>
          <p:cNvSpPr txBox="1"/>
          <p:nvPr>
            <p:custDataLst>
              <p:tags r:id="rId54"/>
            </p:custDataLst>
          </p:nvPr>
        </p:nvSpPr>
        <p:spPr>
          <a:xfrm>
            <a:off x="3696475" y="2710142"/>
            <a:ext cx="267958" cy="186055"/>
          </a:xfrm>
          <a:prstGeom prst="rect">
            <a:avLst/>
          </a:prstGeom>
          <a:noFill/>
        </p:spPr>
        <p:txBody>
          <a:bodyPr vert="horz" wrap="none" lIns="0" tIns="0" rIns="0" bIns="0" rtlCol="0" anchor="ctr" anchorCtr="0">
            <a:noAutofit/>
          </a:bodyPr>
          <a:lstStyle/>
          <a:p>
            <a:r>
              <a:rPr lang="en-GB" sz="1200" spc="-24">
                <a:solidFill>
                  <a:schemeClr val="lt1"/>
                </a:solidFill>
                <a:latin typeface="Calibri" panose="020F0502020204030204" pitchFamily="34" charset="0"/>
              </a:rPr>
              <a:t>Jul</a:t>
            </a:r>
          </a:p>
        </p:txBody>
      </p:sp>
      <p:sp>
        <p:nvSpPr>
          <p:cNvPr id="42" name="OTLSHAPE_TB_00000000000000000000000000000000_TimescaleInterval4">
            <a:extLst>
              <a:ext uri="{FF2B5EF4-FFF2-40B4-BE49-F238E27FC236}">
                <a16:creationId xmlns:a16="http://schemas.microsoft.com/office/drawing/2014/main" id="{6D2E5B12-55BD-D8DE-1435-69691CB9FFE7}"/>
              </a:ext>
            </a:extLst>
          </p:cNvPr>
          <p:cNvSpPr txBox="1"/>
          <p:nvPr>
            <p:custDataLst>
              <p:tags r:id="rId55"/>
            </p:custDataLst>
          </p:nvPr>
        </p:nvSpPr>
        <p:spPr>
          <a:xfrm>
            <a:off x="4880458" y="2710142"/>
            <a:ext cx="206916" cy="186055"/>
          </a:xfrm>
          <a:prstGeom prst="rect">
            <a:avLst/>
          </a:prstGeom>
          <a:noFill/>
        </p:spPr>
        <p:txBody>
          <a:bodyPr vert="horz" wrap="none" lIns="0" tIns="0" rIns="0" bIns="0" rtlCol="0" anchor="ctr" anchorCtr="0">
            <a:noAutofit/>
          </a:bodyPr>
          <a:lstStyle/>
          <a:p>
            <a:r>
              <a:rPr lang="en-GB" sz="1200" spc="-18">
                <a:solidFill>
                  <a:schemeClr val="lt1"/>
                </a:solidFill>
                <a:latin typeface="Calibri" panose="020F0502020204030204" pitchFamily="34" charset="0"/>
              </a:rPr>
              <a:t>Aug</a:t>
            </a:r>
          </a:p>
        </p:txBody>
      </p:sp>
      <p:sp>
        <p:nvSpPr>
          <p:cNvPr id="43" name="OTLSHAPE_TB_00000000000000000000000000000000_TimescaleInterval5">
            <a:extLst>
              <a:ext uri="{FF2B5EF4-FFF2-40B4-BE49-F238E27FC236}">
                <a16:creationId xmlns:a16="http://schemas.microsoft.com/office/drawing/2014/main" id="{611FB1A5-82C0-4A7A-568D-0A3477E95898}"/>
              </a:ext>
            </a:extLst>
          </p:cNvPr>
          <p:cNvSpPr txBox="1"/>
          <p:nvPr>
            <p:custDataLst>
              <p:tags r:id="rId56"/>
            </p:custDataLst>
          </p:nvPr>
        </p:nvSpPr>
        <p:spPr>
          <a:xfrm>
            <a:off x="6026247" y="2710142"/>
            <a:ext cx="158185" cy="186055"/>
          </a:xfrm>
          <a:prstGeom prst="rect">
            <a:avLst/>
          </a:prstGeom>
          <a:noFill/>
        </p:spPr>
        <p:txBody>
          <a:bodyPr vert="horz" wrap="none" lIns="0" tIns="0" rIns="0" bIns="0" rtlCol="0" anchor="ctr" anchorCtr="0">
            <a:noAutofit/>
          </a:bodyPr>
          <a:lstStyle/>
          <a:p>
            <a:r>
              <a:rPr lang="en-GB" sz="1200" spc="-20">
                <a:solidFill>
                  <a:schemeClr val="lt1"/>
                </a:solidFill>
                <a:latin typeface="Calibri" panose="020F0502020204030204" pitchFamily="34" charset="0"/>
              </a:rPr>
              <a:t>Sep</a:t>
            </a:r>
          </a:p>
        </p:txBody>
      </p:sp>
      <p:sp>
        <p:nvSpPr>
          <p:cNvPr id="44" name="OTLSHAPE_TB_00000000000000000000000000000000_TimescaleInterval6">
            <a:extLst>
              <a:ext uri="{FF2B5EF4-FFF2-40B4-BE49-F238E27FC236}">
                <a16:creationId xmlns:a16="http://schemas.microsoft.com/office/drawing/2014/main" id="{D6FD09D2-00DC-4D3C-7FC0-BB4B0A2E21E1}"/>
              </a:ext>
            </a:extLst>
          </p:cNvPr>
          <p:cNvSpPr txBox="1"/>
          <p:nvPr>
            <p:custDataLst>
              <p:tags r:id="rId57"/>
            </p:custDataLst>
          </p:nvPr>
        </p:nvSpPr>
        <p:spPr>
          <a:xfrm>
            <a:off x="7210230" y="2710142"/>
            <a:ext cx="241300" cy="186055"/>
          </a:xfrm>
          <a:prstGeom prst="rect">
            <a:avLst/>
          </a:prstGeom>
          <a:noFill/>
        </p:spPr>
        <p:txBody>
          <a:bodyPr vert="horz" wrap="none" lIns="0" tIns="0" rIns="0" bIns="0" rtlCol="0" anchor="ctr" anchorCtr="0">
            <a:noAutofit/>
          </a:bodyPr>
          <a:lstStyle/>
          <a:p>
            <a:r>
              <a:rPr lang="en-GB" sz="1200" spc="-20">
                <a:solidFill>
                  <a:schemeClr val="lt1"/>
                </a:solidFill>
                <a:latin typeface="Calibri" panose="020F0502020204030204" pitchFamily="34" charset="0"/>
              </a:rPr>
              <a:t>Oct</a:t>
            </a:r>
          </a:p>
        </p:txBody>
      </p:sp>
      <p:sp>
        <p:nvSpPr>
          <p:cNvPr id="45" name="OTLSHAPE_TB_00000000000000000000000000000000_TimescaleInterval7">
            <a:extLst>
              <a:ext uri="{FF2B5EF4-FFF2-40B4-BE49-F238E27FC236}">
                <a16:creationId xmlns:a16="http://schemas.microsoft.com/office/drawing/2014/main" id="{93295228-43FA-FDAA-E9CC-7B46A3A1A94B}"/>
              </a:ext>
            </a:extLst>
          </p:cNvPr>
          <p:cNvSpPr txBox="1"/>
          <p:nvPr>
            <p:custDataLst>
              <p:tags r:id="rId58"/>
            </p:custDataLst>
          </p:nvPr>
        </p:nvSpPr>
        <p:spPr>
          <a:xfrm>
            <a:off x="8394212" y="2710142"/>
            <a:ext cx="228600" cy="186055"/>
          </a:xfrm>
          <a:prstGeom prst="rect">
            <a:avLst/>
          </a:prstGeom>
          <a:noFill/>
        </p:spPr>
        <p:txBody>
          <a:bodyPr vert="horz" wrap="none" lIns="0" tIns="0" rIns="0" bIns="0" rtlCol="0" anchor="ctr" anchorCtr="0">
            <a:noAutofit/>
          </a:bodyPr>
          <a:lstStyle/>
          <a:p>
            <a:r>
              <a:rPr lang="en-GB" sz="1200" spc="-18">
                <a:solidFill>
                  <a:schemeClr val="lt1"/>
                </a:solidFill>
                <a:latin typeface="Calibri" panose="020F0502020204030204" pitchFamily="34" charset="0"/>
              </a:rPr>
              <a:t>Nov</a:t>
            </a:r>
          </a:p>
        </p:txBody>
      </p:sp>
      <p:sp>
        <p:nvSpPr>
          <p:cNvPr id="46" name="OTLSHAPE_TB_00000000000000000000000000000000_TimescaleInterval8">
            <a:extLst>
              <a:ext uri="{FF2B5EF4-FFF2-40B4-BE49-F238E27FC236}">
                <a16:creationId xmlns:a16="http://schemas.microsoft.com/office/drawing/2014/main" id="{D33B11BE-FD93-27CF-870A-8BC4228E001C}"/>
              </a:ext>
            </a:extLst>
          </p:cNvPr>
          <p:cNvSpPr txBox="1"/>
          <p:nvPr>
            <p:custDataLst>
              <p:tags r:id="rId59"/>
            </p:custDataLst>
          </p:nvPr>
        </p:nvSpPr>
        <p:spPr>
          <a:xfrm>
            <a:off x="9540002" y="2710142"/>
            <a:ext cx="211148" cy="186055"/>
          </a:xfrm>
          <a:prstGeom prst="rect">
            <a:avLst/>
          </a:prstGeom>
          <a:noFill/>
        </p:spPr>
        <p:txBody>
          <a:bodyPr vert="horz" wrap="none" lIns="0" tIns="0" rIns="0" bIns="0" rtlCol="0" anchor="ctr" anchorCtr="0">
            <a:noAutofit/>
          </a:bodyPr>
          <a:lstStyle/>
          <a:p>
            <a:r>
              <a:rPr lang="en-GB" sz="1200" spc="-22">
                <a:solidFill>
                  <a:schemeClr val="lt1"/>
                </a:solidFill>
                <a:latin typeface="Calibri" panose="020F0502020204030204" pitchFamily="34" charset="0"/>
              </a:rPr>
              <a:t>Dec</a:t>
            </a:r>
          </a:p>
        </p:txBody>
      </p:sp>
      <p:sp>
        <p:nvSpPr>
          <p:cNvPr id="47" name="OTLSHAPE_TB_00000000000000000000000000000000_TimescaleInterval9">
            <a:extLst>
              <a:ext uri="{FF2B5EF4-FFF2-40B4-BE49-F238E27FC236}">
                <a16:creationId xmlns:a16="http://schemas.microsoft.com/office/drawing/2014/main" id="{CA2573E0-C1CF-C609-1CFB-5F938F6B1FDD}"/>
              </a:ext>
            </a:extLst>
          </p:cNvPr>
          <p:cNvSpPr txBox="1"/>
          <p:nvPr>
            <p:custDataLst>
              <p:tags r:id="rId60"/>
            </p:custDataLst>
          </p:nvPr>
        </p:nvSpPr>
        <p:spPr>
          <a:xfrm>
            <a:off x="10723984" y="2710142"/>
            <a:ext cx="243913" cy="186055"/>
          </a:xfrm>
          <a:prstGeom prst="rect">
            <a:avLst/>
          </a:prstGeom>
          <a:noFill/>
        </p:spPr>
        <p:txBody>
          <a:bodyPr vert="horz" wrap="none" lIns="0" tIns="0" rIns="0" bIns="0" rtlCol="0" anchor="ctr" anchorCtr="0">
            <a:noAutofit/>
          </a:bodyPr>
          <a:lstStyle/>
          <a:p>
            <a:endParaRPr lang="en-GB" sz="1200" spc="-22">
              <a:solidFill>
                <a:schemeClr val="lt1"/>
              </a:solidFill>
              <a:latin typeface="Calibri" panose="020F0502020204030204" pitchFamily="34" charset="0"/>
            </a:endParaRPr>
          </a:p>
        </p:txBody>
      </p:sp>
      <p:sp>
        <p:nvSpPr>
          <p:cNvPr id="48" name="OTLSHAPE_TB_00000000000000000000000000000000_ScaleMarking1">
            <a:extLst>
              <a:ext uri="{FF2B5EF4-FFF2-40B4-BE49-F238E27FC236}">
                <a16:creationId xmlns:a16="http://schemas.microsoft.com/office/drawing/2014/main" id="{FF28E658-956B-C599-4B5E-AA20CE5E31E1}"/>
              </a:ext>
            </a:extLst>
          </p:cNvPr>
          <p:cNvSpPr txBox="1"/>
          <p:nvPr>
            <p:custDataLst>
              <p:tags r:id="rId61"/>
            </p:custDataLst>
          </p:nvPr>
        </p:nvSpPr>
        <p:spPr>
          <a:xfrm>
            <a:off x="1366703" y="2490115"/>
            <a:ext cx="304955" cy="186055"/>
          </a:xfrm>
          <a:prstGeom prst="rect">
            <a:avLst/>
          </a:prstGeom>
          <a:noFill/>
        </p:spPr>
        <p:txBody>
          <a:bodyPr vert="horz" wrap="none" lIns="0" tIns="0" rIns="0" bIns="0" rtlCol="0" anchor="ctr" anchorCtr="0">
            <a:noAutofit/>
          </a:bodyPr>
          <a:lstStyle/>
          <a:p>
            <a:r>
              <a:rPr lang="en-GB" sz="1200" spc="-20">
                <a:solidFill>
                  <a:srgbClr val="44546A"/>
                </a:solidFill>
                <a:latin typeface="Calibri" panose="020F0502020204030204" pitchFamily="34" charset="0"/>
              </a:rPr>
              <a:t>2024</a:t>
            </a:r>
            <a:endParaRPr lang="en-GB" sz="1200" spc="-20" err="1">
              <a:solidFill>
                <a:srgbClr val="44546A"/>
              </a:solidFill>
              <a:latin typeface="Calibri" panose="020F0502020204030204" pitchFamily="34" charset="0"/>
            </a:endParaRPr>
          </a:p>
        </p:txBody>
      </p:sp>
      <p:sp>
        <p:nvSpPr>
          <p:cNvPr id="49" name="OTLSHAPE_SLT_144098b3affa4bf190fdfdaf90907d6c_Title">
            <a:extLst>
              <a:ext uri="{FF2B5EF4-FFF2-40B4-BE49-F238E27FC236}">
                <a16:creationId xmlns:a16="http://schemas.microsoft.com/office/drawing/2014/main" id="{C40B0275-5F06-AC7B-975E-1DA79B35D1E3}"/>
              </a:ext>
            </a:extLst>
          </p:cNvPr>
          <p:cNvSpPr txBox="1"/>
          <p:nvPr>
            <p:custDataLst>
              <p:tags r:id="rId62"/>
            </p:custDataLst>
          </p:nvPr>
        </p:nvSpPr>
        <p:spPr>
          <a:xfrm>
            <a:off x="1424655" y="3341988"/>
            <a:ext cx="983833" cy="154153"/>
          </a:xfrm>
          <a:prstGeom prst="rect">
            <a:avLst/>
          </a:prstGeom>
          <a:noFill/>
        </p:spPr>
        <p:txBody>
          <a:bodyPr vert="horz" wrap="square" lIns="0" tIns="0" rIns="0" bIns="0" rtlCol="0" anchor="ctr" anchorCtr="0">
            <a:noAutofit/>
          </a:bodyPr>
          <a:lstStyle/>
          <a:p>
            <a:pPr algn="ctr"/>
            <a:r>
              <a:rPr lang="en-GB" sz="1100" spc="-4">
                <a:solidFill>
                  <a:schemeClr val="lt1"/>
                </a:solidFill>
                <a:latin typeface="Calibri" panose="020F0502020204030204" pitchFamily="34" charset="0"/>
              </a:rPr>
              <a:t>LZ Design </a:t>
            </a:r>
          </a:p>
        </p:txBody>
      </p:sp>
      <p:sp>
        <p:nvSpPr>
          <p:cNvPr id="50" name="OTLSHAPE_SLT_d2581bdae62e4e85b7ff9f91cc784bea_Title">
            <a:extLst>
              <a:ext uri="{FF2B5EF4-FFF2-40B4-BE49-F238E27FC236}">
                <a16:creationId xmlns:a16="http://schemas.microsoft.com/office/drawing/2014/main" id="{18F43B8C-458D-DFA8-6CD7-36283DCDA801}"/>
              </a:ext>
            </a:extLst>
          </p:cNvPr>
          <p:cNvSpPr txBox="1"/>
          <p:nvPr>
            <p:custDataLst>
              <p:tags r:id="rId63"/>
            </p:custDataLst>
          </p:nvPr>
        </p:nvSpPr>
        <p:spPr>
          <a:xfrm>
            <a:off x="2014653" y="3559640"/>
            <a:ext cx="954501" cy="170518"/>
          </a:xfrm>
          <a:prstGeom prst="rect">
            <a:avLst/>
          </a:prstGeom>
          <a:noFill/>
        </p:spPr>
        <p:txBody>
          <a:bodyPr vert="horz" wrap="square" lIns="0" tIns="0" rIns="0" bIns="0" rtlCol="0" anchor="ctr" anchorCtr="0">
            <a:noAutofit/>
          </a:bodyPr>
          <a:lstStyle/>
          <a:p>
            <a:pPr algn="ctr"/>
            <a:r>
              <a:rPr lang="en-GB" sz="1100" spc="-6">
                <a:solidFill>
                  <a:schemeClr val="lt1"/>
                </a:solidFill>
                <a:latin typeface="Calibri" panose="020F0502020204030204" pitchFamily="34" charset="0"/>
              </a:rPr>
              <a:t>LZ Build </a:t>
            </a:r>
          </a:p>
        </p:txBody>
      </p:sp>
      <p:grpSp>
        <p:nvGrpSpPr>
          <p:cNvPr id="55" name="Group 54">
            <a:extLst>
              <a:ext uri="{FF2B5EF4-FFF2-40B4-BE49-F238E27FC236}">
                <a16:creationId xmlns:a16="http://schemas.microsoft.com/office/drawing/2014/main" id="{D6AA1E78-08BF-FAD5-D442-FB76B4CAFE49}"/>
              </a:ext>
            </a:extLst>
          </p:cNvPr>
          <p:cNvGrpSpPr/>
          <p:nvPr/>
        </p:nvGrpSpPr>
        <p:grpSpPr>
          <a:xfrm>
            <a:off x="4145658" y="4004956"/>
            <a:ext cx="1193800" cy="203200"/>
            <a:chOff x="4146301" y="3826021"/>
            <a:chExt cx="1193800" cy="203200"/>
          </a:xfrm>
        </p:grpSpPr>
        <p:sp>
          <p:nvSpPr>
            <p:cNvPr id="29" name="OTLSHAPE_SLT_9dfb12e1e4b44d2ea9d35fe7439feae8_Shape">
              <a:extLst>
                <a:ext uri="{FF2B5EF4-FFF2-40B4-BE49-F238E27FC236}">
                  <a16:creationId xmlns:a16="http://schemas.microsoft.com/office/drawing/2014/main" id="{B4D563C2-94C3-35CA-72CD-04FB015488E6}"/>
                </a:ext>
              </a:extLst>
            </p:cNvPr>
            <p:cNvSpPr/>
            <p:nvPr>
              <p:custDataLst>
                <p:tags r:id="rId139"/>
              </p:custDataLst>
            </p:nvPr>
          </p:nvSpPr>
          <p:spPr>
            <a:xfrm>
              <a:off x="4146301" y="3826021"/>
              <a:ext cx="1193800" cy="203200"/>
            </a:xfrm>
            <a:prstGeom prst="leftRightArrow">
              <a:avLst>
                <a:gd name="adj1" fmla="val 75000"/>
                <a:gd name="adj2" fmla="val 50000"/>
              </a:avLst>
            </a:prstGeom>
            <a:solidFill>
              <a:srgbClr val="FEBA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51" name="OTLSHAPE_SLT_9dfb12e1e4b44d2ea9d35fe7439feae8_Title">
              <a:extLst>
                <a:ext uri="{FF2B5EF4-FFF2-40B4-BE49-F238E27FC236}">
                  <a16:creationId xmlns:a16="http://schemas.microsoft.com/office/drawing/2014/main" id="{296B1678-1C54-BC4B-1468-1BE0757749AD}"/>
                </a:ext>
              </a:extLst>
            </p:cNvPr>
            <p:cNvSpPr txBox="1"/>
            <p:nvPr>
              <p:custDataLst>
                <p:tags r:id="rId140"/>
              </p:custDataLst>
            </p:nvPr>
          </p:nvSpPr>
          <p:spPr>
            <a:xfrm>
              <a:off x="4470748" y="3851018"/>
              <a:ext cx="419100" cy="170519"/>
            </a:xfrm>
            <a:prstGeom prst="rect">
              <a:avLst/>
            </a:prstGeom>
            <a:noFill/>
          </p:spPr>
          <p:txBody>
            <a:bodyPr vert="horz" wrap="square" lIns="0" tIns="0" rIns="0" bIns="0" rtlCol="0" anchor="ctr" anchorCtr="0">
              <a:noAutofit/>
            </a:bodyPr>
            <a:lstStyle/>
            <a:p>
              <a:pPr algn="ctr"/>
              <a:r>
                <a:rPr lang="en-GB" sz="1100" spc="-18">
                  <a:solidFill>
                    <a:srgbClr val="484848"/>
                  </a:solidFill>
                  <a:latin typeface="Calibri" panose="020F0502020204030204" pitchFamily="34" charset="0"/>
                </a:rPr>
                <a:t>Wave 1</a:t>
              </a:r>
            </a:p>
          </p:txBody>
        </p:sp>
      </p:grpSp>
      <p:grpSp>
        <p:nvGrpSpPr>
          <p:cNvPr id="33" name="Group 32">
            <a:extLst>
              <a:ext uri="{FF2B5EF4-FFF2-40B4-BE49-F238E27FC236}">
                <a16:creationId xmlns:a16="http://schemas.microsoft.com/office/drawing/2014/main" id="{EF670872-1BF6-CF05-B49A-B3DF7E9EE121}"/>
              </a:ext>
            </a:extLst>
          </p:cNvPr>
          <p:cNvGrpSpPr/>
          <p:nvPr/>
        </p:nvGrpSpPr>
        <p:grpSpPr>
          <a:xfrm>
            <a:off x="4837821" y="4328650"/>
            <a:ext cx="1231900" cy="203200"/>
            <a:chOff x="4481654" y="4053085"/>
            <a:chExt cx="1231900" cy="203200"/>
          </a:xfrm>
        </p:grpSpPr>
        <p:sp>
          <p:nvSpPr>
            <p:cNvPr id="30" name="OTLSHAPE_SLT_a1abe12abe57466897ec20575d952c71_Shape">
              <a:extLst>
                <a:ext uri="{FF2B5EF4-FFF2-40B4-BE49-F238E27FC236}">
                  <a16:creationId xmlns:a16="http://schemas.microsoft.com/office/drawing/2014/main" id="{3797A99A-3694-C5F4-0B14-0EE9DD468A42}"/>
                </a:ext>
              </a:extLst>
            </p:cNvPr>
            <p:cNvSpPr/>
            <p:nvPr>
              <p:custDataLst>
                <p:tags r:id="rId137"/>
              </p:custDataLst>
            </p:nvPr>
          </p:nvSpPr>
          <p:spPr>
            <a:xfrm>
              <a:off x="4481654" y="4053085"/>
              <a:ext cx="1231900" cy="203200"/>
            </a:xfrm>
            <a:prstGeom prst="leftRightArrow">
              <a:avLst>
                <a:gd name="adj1" fmla="val 75000"/>
                <a:gd name="adj2" fmla="val 50000"/>
              </a:avLst>
            </a:prstGeom>
            <a:solidFill>
              <a:srgbClr val="FEBA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52" name="OTLSHAPE_SLT_a1abe12abe57466897ec20575d952c71_Title">
              <a:extLst>
                <a:ext uri="{FF2B5EF4-FFF2-40B4-BE49-F238E27FC236}">
                  <a16:creationId xmlns:a16="http://schemas.microsoft.com/office/drawing/2014/main" id="{61EB8AEA-F582-7AC8-463E-010870901E71}"/>
                </a:ext>
              </a:extLst>
            </p:cNvPr>
            <p:cNvSpPr txBox="1"/>
            <p:nvPr>
              <p:custDataLst>
                <p:tags r:id="rId138"/>
              </p:custDataLst>
            </p:nvPr>
          </p:nvSpPr>
          <p:spPr>
            <a:xfrm>
              <a:off x="4930998" y="4078186"/>
              <a:ext cx="419100" cy="170519"/>
            </a:xfrm>
            <a:prstGeom prst="rect">
              <a:avLst/>
            </a:prstGeom>
            <a:noFill/>
          </p:spPr>
          <p:txBody>
            <a:bodyPr vert="horz" wrap="square" lIns="0" tIns="0" rIns="0" bIns="0" rtlCol="0" anchor="ctr" anchorCtr="0">
              <a:noAutofit/>
            </a:bodyPr>
            <a:lstStyle/>
            <a:p>
              <a:pPr algn="ctr"/>
              <a:r>
                <a:rPr lang="en-GB" sz="1100" spc="-18">
                  <a:solidFill>
                    <a:srgbClr val="484848"/>
                  </a:solidFill>
                  <a:latin typeface="Calibri" panose="020F0502020204030204" pitchFamily="34" charset="0"/>
                </a:rPr>
                <a:t>Wave 2</a:t>
              </a:r>
            </a:p>
          </p:txBody>
        </p:sp>
      </p:grpSp>
      <p:grpSp>
        <p:nvGrpSpPr>
          <p:cNvPr id="27" name="Group 26">
            <a:extLst>
              <a:ext uri="{FF2B5EF4-FFF2-40B4-BE49-F238E27FC236}">
                <a16:creationId xmlns:a16="http://schemas.microsoft.com/office/drawing/2014/main" id="{8D39A5D6-E947-89E8-B5B5-70A99C9CA5B4}"/>
              </a:ext>
            </a:extLst>
          </p:cNvPr>
          <p:cNvGrpSpPr/>
          <p:nvPr/>
        </p:nvGrpSpPr>
        <p:grpSpPr>
          <a:xfrm>
            <a:off x="5551438" y="4666677"/>
            <a:ext cx="1193800" cy="203200"/>
            <a:chOff x="4792171" y="4301881"/>
            <a:chExt cx="1193800" cy="203200"/>
          </a:xfrm>
        </p:grpSpPr>
        <p:sp>
          <p:nvSpPr>
            <p:cNvPr id="31" name="OTLSHAPE_SLT_7e12d0efaeb740149c1fb423bb1a6364_Shape">
              <a:extLst>
                <a:ext uri="{FF2B5EF4-FFF2-40B4-BE49-F238E27FC236}">
                  <a16:creationId xmlns:a16="http://schemas.microsoft.com/office/drawing/2014/main" id="{F103BF2D-1EB5-F55C-28BB-972037E91638}"/>
                </a:ext>
              </a:extLst>
            </p:cNvPr>
            <p:cNvSpPr/>
            <p:nvPr>
              <p:custDataLst>
                <p:tags r:id="rId135"/>
              </p:custDataLst>
            </p:nvPr>
          </p:nvSpPr>
          <p:spPr>
            <a:xfrm>
              <a:off x="4792171" y="4301881"/>
              <a:ext cx="1193800" cy="203200"/>
            </a:xfrm>
            <a:prstGeom prst="leftRightArrow">
              <a:avLst>
                <a:gd name="adj1" fmla="val 75000"/>
                <a:gd name="adj2" fmla="val 50000"/>
              </a:avLst>
            </a:prstGeom>
            <a:solidFill>
              <a:srgbClr val="FEBA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53" name="OTLSHAPE_SLT_7e12d0efaeb740149c1fb423bb1a6364_Title">
              <a:extLst>
                <a:ext uri="{FF2B5EF4-FFF2-40B4-BE49-F238E27FC236}">
                  <a16:creationId xmlns:a16="http://schemas.microsoft.com/office/drawing/2014/main" id="{D8E3A9C9-367A-4D5B-3BFD-A70ACFD0D22D}"/>
                </a:ext>
              </a:extLst>
            </p:cNvPr>
            <p:cNvSpPr txBox="1"/>
            <p:nvPr>
              <p:custDataLst>
                <p:tags r:id="rId136"/>
              </p:custDataLst>
            </p:nvPr>
          </p:nvSpPr>
          <p:spPr>
            <a:xfrm>
              <a:off x="5172818" y="4309913"/>
              <a:ext cx="419100" cy="170519"/>
            </a:xfrm>
            <a:prstGeom prst="rect">
              <a:avLst/>
            </a:prstGeom>
            <a:noFill/>
          </p:spPr>
          <p:txBody>
            <a:bodyPr vert="horz" wrap="square" lIns="0" tIns="0" rIns="0" bIns="0" rtlCol="0" anchor="ctr" anchorCtr="0">
              <a:noAutofit/>
            </a:bodyPr>
            <a:lstStyle/>
            <a:p>
              <a:pPr algn="ctr"/>
              <a:r>
                <a:rPr lang="en-GB" sz="1100" spc="-18">
                  <a:solidFill>
                    <a:srgbClr val="484848"/>
                  </a:solidFill>
                  <a:latin typeface="Calibri" panose="020F0502020204030204" pitchFamily="34" charset="0"/>
                </a:rPr>
                <a:t>Wave 3</a:t>
              </a:r>
            </a:p>
          </p:txBody>
        </p:sp>
      </p:grpSp>
      <p:grpSp>
        <p:nvGrpSpPr>
          <p:cNvPr id="34" name="Group 33">
            <a:extLst>
              <a:ext uri="{FF2B5EF4-FFF2-40B4-BE49-F238E27FC236}">
                <a16:creationId xmlns:a16="http://schemas.microsoft.com/office/drawing/2014/main" id="{28F7E095-D276-C63F-8751-389A707E0F92}"/>
              </a:ext>
            </a:extLst>
          </p:cNvPr>
          <p:cNvGrpSpPr/>
          <p:nvPr/>
        </p:nvGrpSpPr>
        <p:grpSpPr>
          <a:xfrm>
            <a:off x="6229254" y="4949551"/>
            <a:ext cx="1231900" cy="203201"/>
            <a:chOff x="5786388" y="4523860"/>
            <a:chExt cx="1231900" cy="203201"/>
          </a:xfrm>
        </p:grpSpPr>
        <p:sp>
          <p:nvSpPr>
            <p:cNvPr id="32" name="OTLSHAPE_SLT_8dd8160fb1644a6381189407be10c434_Shape">
              <a:extLst>
                <a:ext uri="{FF2B5EF4-FFF2-40B4-BE49-F238E27FC236}">
                  <a16:creationId xmlns:a16="http://schemas.microsoft.com/office/drawing/2014/main" id="{B6FBBD5F-10A1-05A2-F2E4-F5B8B36DBBD3}"/>
                </a:ext>
              </a:extLst>
            </p:cNvPr>
            <p:cNvSpPr/>
            <p:nvPr>
              <p:custDataLst>
                <p:tags r:id="rId133"/>
              </p:custDataLst>
            </p:nvPr>
          </p:nvSpPr>
          <p:spPr>
            <a:xfrm>
              <a:off x="5786388" y="4523861"/>
              <a:ext cx="1231900" cy="203200"/>
            </a:xfrm>
            <a:prstGeom prst="leftRightArrow">
              <a:avLst>
                <a:gd name="adj1" fmla="val 75000"/>
                <a:gd name="adj2" fmla="val 50000"/>
              </a:avLst>
            </a:prstGeom>
            <a:solidFill>
              <a:srgbClr val="FEBA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54" name="OTLSHAPE_SLT_8dd8160fb1644a6381189407be10c434_Title">
              <a:extLst>
                <a:ext uri="{FF2B5EF4-FFF2-40B4-BE49-F238E27FC236}">
                  <a16:creationId xmlns:a16="http://schemas.microsoft.com/office/drawing/2014/main" id="{1579C05F-1EA3-BAFB-9569-43183F45BE9A}"/>
                </a:ext>
              </a:extLst>
            </p:cNvPr>
            <p:cNvSpPr txBox="1"/>
            <p:nvPr>
              <p:custDataLst>
                <p:tags r:id="rId134"/>
              </p:custDataLst>
            </p:nvPr>
          </p:nvSpPr>
          <p:spPr>
            <a:xfrm>
              <a:off x="6154689" y="4523860"/>
              <a:ext cx="419100" cy="170519"/>
            </a:xfrm>
            <a:prstGeom prst="rect">
              <a:avLst/>
            </a:prstGeom>
            <a:noFill/>
          </p:spPr>
          <p:txBody>
            <a:bodyPr vert="horz" wrap="square" lIns="0" tIns="0" rIns="0" bIns="0" rtlCol="0" anchor="ctr" anchorCtr="0">
              <a:noAutofit/>
            </a:bodyPr>
            <a:lstStyle/>
            <a:p>
              <a:pPr algn="ctr"/>
              <a:r>
                <a:rPr lang="en-GB" sz="1100" spc="-18">
                  <a:solidFill>
                    <a:srgbClr val="484848"/>
                  </a:solidFill>
                  <a:latin typeface="Calibri" panose="020F0502020204030204" pitchFamily="34" charset="0"/>
                </a:rPr>
                <a:t>Wave 4</a:t>
              </a:r>
            </a:p>
          </p:txBody>
        </p:sp>
      </p:grpSp>
      <p:sp>
        <p:nvSpPr>
          <p:cNvPr id="57" name="OTLSHAPE_SLT_455328c1f10e402d9b3920938751a4b9_Title">
            <a:extLst>
              <a:ext uri="{FF2B5EF4-FFF2-40B4-BE49-F238E27FC236}">
                <a16:creationId xmlns:a16="http://schemas.microsoft.com/office/drawing/2014/main" id="{BBD47384-BD04-CC44-02F9-6400E5297FBD}"/>
              </a:ext>
            </a:extLst>
          </p:cNvPr>
          <p:cNvSpPr txBox="1"/>
          <p:nvPr>
            <p:custDataLst>
              <p:tags r:id="rId64"/>
            </p:custDataLst>
          </p:nvPr>
        </p:nvSpPr>
        <p:spPr>
          <a:xfrm>
            <a:off x="5410561" y="5545995"/>
            <a:ext cx="1155700" cy="170519"/>
          </a:xfrm>
          <a:prstGeom prst="rect">
            <a:avLst/>
          </a:prstGeom>
          <a:noFill/>
        </p:spPr>
        <p:txBody>
          <a:bodyPr vert="horz" wrap="square" lIns="0" tIns="0" rIns="0" bIns="0" rtlCol="0" anchor="ctr" anchorCtr="0">
            <a:noAutofit/>
          </a:bodyPr>
          <a:lstStyle/>
          <a:p>
            <a:pPr algn="ctr"/>
            <a:r>
              <a:rPr lang="en-GB" sz="1100" spc="-4">
                <a:solidFill>
                  <a:schemeClr val="lt1"/>
                </a:solidFill>
                <a:latin typeface="Calibri" panose="020F0502020204030204" pitchFamily="34" charset="0"/>
              </a:rPr>
              <a:t>Hyper Care Support </a:t>
            </a:r>
          </a:p>
        </p:txBody>
      </p:sp>
      <p:sp>
        <p:nvSpPr>
          <p:cNvPr id="734" name="OTLSHAPE_TB_00000000000000000000000000000000_TodayMarkerText" hidden="1">
            <a:extLst>
              <a:ext uri="{FF2B5EF4-FFF2-40B4-BE49-F238E27FC236}">
                <a16:creationId xmlns:a16="http://schemas.microsoft.com/office/drawing/2014/main" id="{94990C7D-EA01-14F1-1F1E-C59E158B49BC}"/>
              </a:ext>
            </a:extLst>
          </p:cNvPr>
          <p:cNvSpPr txBox="1"/>
          <p:nvPr>
            <p:custDataLst>
              <p:tags r:id="rId65"/>
            </p:custDataLst>
          </p:nvPr>
        </p:nvSpPr>
        <p:spPr>
          <a:xfrm>
            <a:off x="-177255" y="28089"/>
            <a:ext cx="0" cy="0"/>
          </a:xfrm>
          <a:prstGeom prst="rect">
            <a:avLst/>
          </a:prstGeom>
          <a:noFill/>
        </p:spPr>
        <p:txBody>
          <a:bodyPr vert="horz" wrap="none" lIns="0" tIns="0" rIns="0" bIns="0" rtlCol="0" anchor="ctr" anchorCtr="0">
            <a:spAutoFit/>
          </a:bodyPr>
          <a:lstStyle/>
          <a:p>
            <a:pPr algn="ctr"/>
            <a:r>
              <a:rPr lang="en-GB" sz="1200">
                <a:latin typeface="Calibri" panose="020F0502020204030204" pitchFamily="34" charset="0"/>
              </a:rPr>
              <a:t>Today</a:t>
            </a:r>
          </a:p>
        </p:txBody>
      </p:sp>
      <p:sp>
        <p:nvSpPr>
          <p:cNvPr id="745" name="OTLSHAPE_SLT_144098b3affa4bf190fdfdaf90907d6c_Duration" hidden="1">
            <a:extLst>
              <a:ext uri="{FF2B5EF4-FFF2-40B4-BE49-F238E27FC236}">
                <a16:creationId xmlns:a16="http://schemas.microsoft.com/office/drawing/2014/main" id="{9E5FDDDC-8E91-9262-BC91-B5924644A988}"/>
              </a:ext>
            </a:extLst>
          </p:cNvPr>
          <p:cNvSpPr txBox="1"/>
          <p:nvPr>
            <p:custDataLst>
              <p:tags r:id="rId66"/>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11 days</a:t>
            </a:r>
          </a:p>
        </p:txBody>
      </p:sp>
      <p:sp>
        <p:nvSpPr>
          <p:cNvPr id="746" name="OTLSHAPE_SLT_144098b3affa4bf190fdfdaf90907d6c_TextPercentage" hidden="1">
            <a:extLst>
              <a:ext uri="{FF2B5EF4-FFF2-40B4-BE49-F238E27FC236}">
                <a16:creationId xmlns:a16="http://schemas.microsoft.com/office/drawing/2014/main" id="{022EA525-9267-BFE8-9FAF-11DA01DEE6C6}"/>
              </a:ext>
            </a:extLst>
          </p:cNvPr>
          <p:cNvSpPr txBox="1"/>
          <p:nvPr>
            <p:custDataLst>
              <p:tags r:id="rId67"/>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47" name="OTLSHAPE_SLT_144098b3affa4bf190fdfdaf90907d6c_JoinedDate" hidden="1">
            <a:extLst>
              <a:ext uri="{FF2B5EF4-FFF2-40B4-BE49-F238E27FC236}">
                <a16:creationId xmlns:a16="http://schemas.microsoft.com/office/drawing/2014/main" id="{101F40D8-0102-71F0-124C-1A86C8AD9CE8}"/>
              </a:ext>
            </a:extLst>
          </p:cNvPr>
          <p:cNvSpPr txBox="1"/>
          <p:nvPr>
            <p:custDataLst>
              <p:tags r:id="rId68"/>
            </p:custDataLst>
          </p:nvPr>
        </p:nvSpPr>
        <p:spPr>
          <a:xfrm>
            <a:off x="12700" y="-649019"/>
            <a:ext cx="7747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Mar 1 - Mar 15</a:t>
            </a:r>
          </a:p>
        </p:txBody>
      </p:sp>
      <p:sp>
        <p:nvSpPr>
          <p:cNvPr id="748" name="OTLSHAPE_SLT_144098b3affa4bf190fdfdaf90907d6c_StartDate" hidden="1">
            <a:extLst>
              <a:ext uri="{FF2B5EF4-FFF2-40B4-BE49-F238E27FC236}">
                <a16:creationId xmlns:a16="http://schemas.microsoft.com/office/drawing/2014/main" id="{B4157E30-CC8C-6C94-7293-6FA1648BA304}"/>
              </a:ext>
            </a:extLst>
          </p:cNvPr>
          <p:cNvSpPr txBox="1"/>
          <p:nvPr>
            <p:custDataLst>
              <p:tags r:id="rId69"/>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49" name="OTLSHAPE_SLT_144098b3affa4bf190fdfdaf90907d6c_EndDate" hidden="1">
            <a:extLst>
              <a:ext uri="{FF2B5EF4-FFF2-40B4-BE49-F238E27FC236}">
                <a16:creationId xmlns:a16="http://schemas.microsoft.com/office/drawing/2014/main" id="{D4B0960E-DA3C-6F00-F40D-1D1496C68E9C}"/>
              </a:ext>
            </a:extLst>
          </p:cNvPr>
          <p:cNvSpPr txBox="1"/>
          <p:nvPr>
            <p:custDataLst>
              <p:tags r:id="rId70"/>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51" name="OTLSHAPE_SLT_d2581bdae62e4e85b7ff9f91cc784bea_Duration" hidden="1">
            <a:extLst>
              <a:ext uri="{FF2B5EF4-FFF2-40B4-BE49-F238E27FC236}">
                <a16:creationId xmlns:a16="http://schemas.microsoft.com/office/drawing/2014/main" id="{BE2F579F-8970-9467-49CA-4F58490F5531}"/>
              </a:ext>
            </a:extLst>
          </p:cNvPr>
          <p:cNvSpPr txBox="1"/>
          <p:nvPr>
            <p:custDataLst>
              <p:tags r:id="rId71"/>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12 days</a:t>
            </a:r>
          </a:p>
        </p:txBody>
      </p:sp>
      <p:sp>
        <p:nvSpPr>
          <p:cNvPr id="752" name="OTLSHAPE_SLT_d2581bdae62e4e85b7ff9f91cc784bea_TextPercentage" hidden="1">
            <a:extLst>
              <a:ext uri="{FF2B5EF4-FFF2-40B4-BE49-F238E27FC236}">
                <a16:creationId xmlns:a16="http://schemas.microsoft.com/office/drawing/2014/main" id="{8DEA4C3A-FAA5-9ECF-330B-F9B2D5A9EB07}"/>
              </a:ext>
            </a:extLst>
          </p:cNvPr>
          <p:cNvSpPr txBox="1"/>
          <p:nvPr>
            <p:custDataLst>
              <p:tags r:id="rId72"/>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53" name="OTLSHAPE_SLT_d2581bdae62e4e85b7ff9f91cc784bea_JoinedDate" hidden="1">
            <a:extLst>
              <a:ext uri="{FF2B5EF4-FFF2-40B4-BE49-F238E27FC236}">
                <a16:creationId xmlns:a16="http://schemas.microsoft.com/office/drawing/2014/main" id="{B532197B-AAF1-03F7-2144-6422542AB94C}"/>
              </a:ext>
            </a:extLst>
          </p:cNvPr>
          <p:cNvSpPr txBox="1"/>
          <p:nvPr>
            <p:custDataLst>
              <p:tags r:id="rId73"/>
            </p:custDataLst>
          </p:nvPr>
        </p:nvSpPr>
        <p:spPr>
          <a:xfrm>
            <a:off x="12700" y="-649019"/>
            <a:ext cx="7493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Mar 15 - Apr 1</a:t>
            </a:r>
          </a:p>
        </p:txBody>
      </p:sp>
      <p:sp>
        <p:nvSpPr>
          <p:cNvPr id="754" name="OTLSHAPE_SLT_d2581bdae62e4e85b7ff9f91cc784bea_StartDate" hidden="1">
            <a:extLst>
              <a:ext uri="{FF2B5EF4-FFF2-40B4-BE49-F238E27FC236}">
                <a16:creationId xmlns:a16="http://schemas.microsoft.com/office/drawing/2014/main" id="{029DD7F0-8FAC-DE3A-3A83-2AD5EE1169E8}"/>
              </a:ext>
            </a:extLst>
          </p:cNvPr>
          <p:cNvSpPr txBox="1"/>
          <p:nvPr>
            <p:custDataLst>
              <p:tags r:id="rId74"/>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55" name="OTLSHAPE_SLT_d2581bdae62e4e85b7ff9f91cc784bea_EndDate" hidden="1">
            <a:extLst>
              <a:ext uri="{FF2B5EF4-FFF2-40B4-BE49-F238E27FC236}">
                <a16:creationId xmlns:a16="http://schemas.microsoft.com/office/drawing/2014/main" id="{F166BCFB-6F81-6110-4CA2-992C798E081D}"/>
              </a:ext>
            </a:extLst>
          </p:cNvPr>
          <p:cNvSpPr txBox="1"/>
          <p:nvPr>
            <p:custDataLst>
              <p:tags r:id="rId75"/>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60" name="OTLSHAPE_SLT_9dfb12e1e4b44d2ea9d35fe7439feae8_Duration" hidden="1">
            <a:extLst>
              <a:ext uri="{FF2B5EF4-FFF2-40B4-BE49-F238E27FC236}">
                <a16:creationId xmlns:a16="http://schemas.microsoft.com/office/drawing/2014/main" id="{332ECA48-3F63-FD20-0034-560860DD3C1C}"/>
              </a:ext>
            </a:extLst>
          </p:cNvPr>
          <p:cNvSpPr txBox="1"/>
          <p:nvPr>
            <p:custDataLst>
              <p:tags r:id="rId76"/>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23 days</a:t>
            </a:r>
          </a:p>
        </p:txBody>
      </p:sp>
      <p:sp>
        <p:nvSpPr>
          <p:cNvPr id="761" name="OTLSHAPE_SLT_9dfb12e1e4b44d2ea9d35fe7439feae8_TextPercentage" hidden="1">
            <a:extLst>
              <a:ext uri="{FF2B5EF4-FFF2-40B4-BE49-F238E27FC236}">
                <a16:creationId xmlns:a16="http://schemas.microsoft.com/office/drawing/2014/main" id="{D8B9302A-695A-7077-106B-77AE3A236E55}"/>
              </a:ext>
            </a:extLst>
          </p:cNvPr>
          <p:cNvSpPr txBox="1"/>
          <p:nvPr>
            <p:custDataLst>
              <p:tags r:id="rId77"/>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62" name="OTLSHAPE_SLT_9dfb12e1e4b44d2ea9d35fe7439feae8_JoinedDate" hidden="1">
            <a:extLst>
              <a:ext uri="{FF2B5EF4-FFF2-40B4-BE49-F238E27FC236}">
                <a16:creationId xmlns:a16="http://schemas.microsoft.com/office/drawing/2014/main" id="{226799BA-46F5-1BE8-0459-F52C4E3CC53E}"/>
              </a:ext>
            </a:extLst>
          </p:cNvPr>
          <p:cNvSpPr txBox="1"/>
          <p:nvPr>
            <p:custDataLst>
              <p:tags r:id="rId78"/>
            </p:custDataLst>
          </p:nvPr>
        </p:nvSpPr>
        <p:spPr>
          <a:xfrm>
            <a:off x="12700" y="-572075"/>
            <a:ext cx="6985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Apr 1 - May 1</a:t>
            </a:r>
          </a:p>
        </p:txBody>
      </p:sp>
      <p:sp>
        <p:nvSpPr>
          <p:cNvPr id="763" name="OTLSHAPE_SLT_9dfb12e1e4b44d2ea9d35fe7439feae8_StartDate" hidden="1">
            <a:extLst>
              <a:ext uri="{FF2B5EF4-FFF2-40B4-BE49-F238E27FC236}">
                <a16:creationId xmlns:a16="http://schemas.microsoft.com/office/drawing/2014/main" id="{DF6F0EA6-AAFC-0FB2-B84E-20AE7E5E9432}"/>
              </a:ext>
            </a:extLst>
          </p:cNvPr>
          <p:cNvSpPr txBox="1"/>
          <p:nvPr>
            <p:custDataLst>
              <p:tags r:id="rId79"/>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64" name="OTLSHAPE_SLT_9dfb12e1e4b44d2ea9d35fe7439feae8_EndDate" hidden="1">
            <a:extLst>
              <a:ext uri="{FF2B5EF4-FFF2-40B4-BE49-F238E27FC236}">
                <a16:creationId xmlns:a16="http://schemas.microsoft.com/office/drawing/2014/main" id="{00DAD4C8-2EF8-3F0F-7128-BE9189D2DABC}"/>
              </a:ext>
            </a:extLst>
          </p:cNvPr>
          <p:cNvSpPr txBox="1"/>
          <p:nvPr>
            <p:custDataLst>
              <p:tags r:id="rId80"/>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66" name="OTLSHAPE_SLT_a1abe12abe57466897ec20575d952c71_Duration" hidden="1">
            <a:extLst>
              <a:ext uri="{FF2B5EF4-FFF2-40B4-BE49-F238E27FC236}">
                <a16:creationId xmlns:a16="http://schemas.microsoft.com/office/drawing/2014/main" id="{001BE05E-0FAC-123B-6E11-0908D4BB3A26}"/>
              </a:ext>
            </a:extLst>
          </p:cNvPr>
          <p:cNvSpPr txBox="1"/>
          <p:nvPr>
            <p:custDataLst>
              <p:tags r:id="rId81"/>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23 days</a:t>
            </a:r>
          </a:p>
        </p:txBody>
      </p:sp>
      <p:sp>
        <p:nvSpPr>
          <p:cNvPr id="767" name="OTLSHAPE_SLT_a1abe12abe57466897ec20575d952c71_TextPercentage" hidden="1">
            <a:extLst>
              <a:ext uri="{FF2B5EF4-FFF2-40B4-BE49-F238E27FC236}">
                <a16:creationId xmlns:a16="http://schemas.microsoft.com/office/drawing/2014/main" id="{43BE9806-71E4-FB0C-1475-FD8A530D87DE}"/>
              </a:ext>
            </a:extLst>
          </p:cNvPr>
          <p:cNvSpPr txBox="1"/>
          <p:nvPr>
            <p:custDataLst>
              <p:tags r:id="rId82"/>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68" name="OTLSHAPE_SLT_a1abe12abe57466897ec20575d952c71_JoinedDate" hidden="1">
            <a:extLst>
              <a:ext uri="{FF2B5EF4-FFF2-40B4-BE49-F238E27FC236}">
                <a16:creationId xmlns:a16="http://schemas.microsoft.com/office/drawing/2014/main" id="{7446C5E1-37F6-E628-620E-4C9EE880CE5E}"/>
              </a:ext>
            </a:extLst>
          </p:cNvPr>
          <p:cNvSpPr txBox="1"/>
          <p:nvPr>
            <p:custDataLst>
              <p:tags r:id="rId83"/>
            </p:custDataLst>
          </p:nvPr>
        </p:nvSpPr>
        <p:spPr>
          <a:xfrm>
            <a:off x="12700" y="-572075"/>
            <a:ext cx="6858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May 1 - Jun 1</a:t>
            </a:r>
          </a:p>
        </p:txBody>
      </p:sp>
      <p:sp>
        <p:nvSpPr>
          <p:cNvPr id="769" name="OTLSHAPE_SLT_a1abe12abe57466897ec20575d952c71_StartDate" hidden="1">
            <a:extLst>
              <a:ext uri="{FF2B5EF4-FFF2-40B4-BE49-F238E27FC236}">
                <a16:creationId xmlns:a16="http://schemas.microsoft.com/office/drawing/2014/main" id="{5584BC25-937C-AA8B-DD4F-8BA22A2CC1CA}"/>
              </a:ext>
            </a:extLst>
          </p:cNvPr>
          <p:cNvSpPr txBox="1"/>
          <p:nvPr>
            <p:custDataLst>
              <p:tags r:id="rId84"/>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70" name="OTLSHAPE_SLT_a1abe12abe57466897ec20575d952c71_EndDate" hidden="1">
            <a:extLst>
              <a:ext uri="{FF2B5EF4-FFF2-40B4-BE49-F238E27FC236}">
                <a16:creationId xmlns:a16="http://schemas.microsoft.com/office/drawing/2014/main" id="{C7DF4246-0AF2-BFF2-AA43-FA14EF16DECC}"/>
              </a:ext>
            </a:extLst>
          </p:cNvPr>
          <p:cNvSpPr txBox="1"/>
          <p:nvPr>
            <p:custDataLst>
              <p:tags r:id="rId85"/>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72" name="OTLSHAPE_SLT_7e12d0efaeb740149c1fb423bb1a6364_Duration" hidden="1">
            <a:extLst>
              <a:ext uri="{FF2B5EF4-FFF2-40B4-BE49-F238E27FC236}">
                <a16:creationId xmlns:a16="http://schemas.microsoft.com/office/drawing/2014/main" id="{700B16A3-9DEC-FB44-5F81-0BE88D8DD44E}"/>
              </a:ext>
            </a:extLst>
          </p:cNvPr>
          <p:cNvSpPr txBox="1"/>
          <p:nvPr>
            <p:custDataLst>
              <p:tags r:id="rId86"/>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21 days</a:t>
            </a:r>
          </a:p>
        </p:txBody>
      </p:sp>
      <p:sp>
        <p:nvSpPr>
          <p:cNvPr id="773" name="OTLSHAPE_SLT_7e12d0efaeb740149c1fb423bb1a6364_TextPercentage" hidden="1">
            <a:extLst>
              <a:ext uri="{FF2B5EF4-FFF2-40B4-BE49-F238E27FC236}">
                <a16:creationId xmlns:a16="http://schemas.microsoft.com/office/drawing/2014/main" id="{8893B19F-F5CD-B99B-EE68-95D9A2E1A66E}"/>
              </a:ext>
            </a:extLst>
          </p:cNvPr>
          <p:cNvSpPr txBox="1"/>
          <p:nvPr>
            <p:custDataLst>
              <p:tags r:id="rId87"/>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74" name="OTLSHAPE_SLT_7e12d0efaeb740149c1fb423bb1a6364_JoinedDate" hidden="1">
            <a:extLst>
              <a:ext uri="{FF2B5EF4-FFF2-40B4-BE49-F238E27FC236}">
                <a16:creationId xmlns:a16="http://schemas.microsoft.com/office/drawing/2014/main" id="{027191DF-4E6A-ED7E-7DC7-53032062B646}"/>
              </a:ext>
            </a:extLst>
          </p:cNvPr>
          <p:cNvSpPr txBox="1"/>
          <p:nvPr>
            <p:custDataLst>
              <p:tags r:id="rId88"/>
            </p:custDataLst>
          </p:nvPr>
        </p:nvSpPr>
        <p:spPr>
          <a:xfrm>
            <a:off x="12700" y="-572075"/>
            <a:ext cx="5969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Jun 1 - Jul 1</a:t>
            </a:r>
          </a:p>
        </p:txBody>
      </p:sp>
      <p:sp>
        <p:nvSpPr>
          <p:cNvPr id="775" name="OTLSHAPE_SLT_7e12d0efaeb740149c1fb423bb1a6364_StartDate" hidden="1">
            <a:extLst>
              <a:ext uri="{FF2B5EF4-FFF2-40B4-BE49-F238E27FC236}">
                <a16:creationId xmlns:a16="http://schemas.microsoft.com/office/drawing/2014/main" id="{B2E59341-1C97-B99C-9667-6BA3E41FA9A7}"/>
              </a:ext>
            </a:extLst>
          </p:cNvPr>
          <p:cNvSpPr txBox="1"/>
          <p:nvPr>
            <p:custDataLst>
              <p:tags r:id="rId89"/>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76" name="OTLSHAPE_SLT_7e12d0efaeb740149c1fb423bb1a6364_EndDate" hidden="1">
            <a:extLst>
              <a:ext uri="{FF2B5EF4-FFF2-40B4-BE49-F238E27FC236}">
                <a16:creationId xmlns:a16="http://schemas.microsoft.com/office/drawing/2014/main" id="{D2C5F5BF-3B63-6AF7-4B05-48F1613D5315}"/>
              </a:ext>
            </a:extLst>
          </p:cNvPr>
          <p:cNvSpPr txBox="1"/>
          <p:nvPr>
            <p:custDataLst>
              <p:tags r:id="rId90"/>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78" name="OTLSHAPE_SLT_8dd8160fb1644a6381189407be10c434_Duration" hidden="1">
            <a:extLst>
              <a:ext uri="{FF2B5EF4-FFF2-40B4-BE49-F238E27FC236}">
                <a16:creationId xmlns:a16="http://schemas.microsoft.com/office/drawing/2014/main" id="{A460D74F-2985-9905-3811-1726C663683A}"/>
              </a:ext>
            </a:extLst>
          </p:cNvPr>
          <p:cNvSpPr txBox="1"/>
          <p:nvPr>
            <p:custDataLst>
              <p:tags r:id="rId91"/>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24 days</a:t>
            </a:r>
          </a:p>
        </p:txBody>
      </p:sp>
      <p:sp>
        <p:nvSpPr>
          <p:cNvPr id="779" name="OTLSHAPE_SLT_8dd8160fb1644a6381189407be10c434_TextPercentage" hidden="1">
            <a:extLst>
              <a:ext uri="{FF2B5EF4-FFF2-40B4-BE49-F238E27FC236}">
                <a16:creationId xmlns:a16="http://schemas.microsoft.com/office/drawing/2014/main" id="{1F85643D-D4BA-E1CF-3005-3F6E44B42F9F}"/>
              </a:ext>
            </a:extLst>
          </p:cNvPr>
          <p:cNvSpPr txBox="1"/>
          <p:nvPr>
            <p:custDataLst>
              <p:tags r:id="rId92"/>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80" name="OTLSHAPE_SLT_8dd8160fb1644a6381189407be10c434_JoinedDate" hidden="1">
            <a:extLst>
              <a:ext uri="{FF2B5EF4-FFF2-40B4-BE49-F238E27FC236}">
                <a16:creationId xmlns:a16="http://schemas.microsoft.com/office/drawing/2014/main" id="{01618A99-75F3-EFF7-1916-A67FE0505772}"/>
              </a:ext>
            </a:extLst>
          </p:cNvPr>
          <p:cNvSpPr txBox="1"/>
          <p:nvPr>
            <p:custDataLst>
              <p:tags r:id="rId93"/>
            </p:custDataLst>
          </p:nvPr>
        </p:nvSpPr>
        <p:spPr>
          <a:xfrm>
            <a:off x="12700" y="-572075"/>
            <a:ext cx="6223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Jul 1 - Aug 1</a:t>
            </a:r>
          </a:p>
        </p:txBody>
      </p:sp>
      <p:sp>
        <p:nvSpPr>
          <p:cNvPr id="781" name="OTLSHAPE_SLT_8dd8160fb1644a6381189407be10c434_StartDate" hidden="1">
            <a:extLst>
              <a:ext uri="{FF2B5EF4-FFF2-40B4-BE49-F238E27FC236}">
                <a16:creationId xmlns:a16="http://schemas.microsoft.com/office/drawing/2014/main" id="{EFE5725B-F87F-FE3E-EAB4-C7F3FA4B5116}"/>
              </a:ext>
            </a:extLst>
          </p:cNvPr>
          <p:cNvSpPr txBox="1"/>
          <p:nvPr>
            <p:custDataLst>
              <p:tags r:id="rId94"/>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82" name="OTLSHAPE_SLT_8dd8160fb1644a6381189407be10c434_EndDate" hidden="1">
            <a:extLst>
              <a:ext uri="{FF2B5EF4-FFF2-40B4-BE49-F238E27FC236}">
                <a16:creationId xmlns:a16="http://schemas.microsoft.com/office/drawing/2014/main" id="{0B2E06E6-D6D2-085F-FFEE-31D8DAFC2A99}"/>
              </a:ext>
            </a:extLst>
          </p:cNvPr>
          <p:cNvSpPr txBox="1"/>
          <p:nvPr>
            <p:custDataLst>
              <p:tags r:id="rId95"/>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84" name="OTLSHAPE_SLT_1157f68d335b407ca07443d470ff8ebc_Duration" hidden="1">
            <a:extLst>
              <a:ext uri="{FF2B5EF4-FFF2-40B4-BE49-F238E27FC236}">
                <a16:creationId xmlns:a16="http://schemas.microsoft.com/office/drawing/2014/main" id="{2C7DAD99-5971-8AE9-4202-1B902F0150D7}"/>
              </a:ext>
            </a:extLst>
          </p:cNvPr>
          <p:cNvSpPr txBox="1"/>
          <p:nvPr>
            <p:custDataLst>
              <p:tags r:id="rId96"/>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22 days</a:t>
            </a:r>
          </a:p>
        </p:txBody>
      </p:sp>
      <p:sp>
        <p:nvSpPr>
          <p:cNvPr id="785" name="OTLSHAPE_SLT_1157f68d335b407ca07443d470ff8ebc_TextPercentage" hidden="1">
            <a:extLst>
              <a:ext uri="{FF2B5EF4-FFF2-40B4-BE49-F238E27FC236}">
                <a16:creationId xmlns:a16="http://schemas.microsoft.com/office/drawing/2014/main" id="{8141C733-E8A2-6AA7-B4F4-469AFB9A114D}"/>
              </a:ext>
            </a:extLst>
          </p:cNvPr>
          <p:cNvSpPr txBox="1"/>
          <p:nvPr>
            <p:custDataLst>
              <p:tags r:id="rId97"/>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86" name="OTLSHAPE_SLT_1157f68d335b407ca07443d470ff8ebc_JoinedDate" hidden="1">
            <a:extLst>
              <a:ext uri="{FF2B5EF4-FFF2-40B4-BE49-F238E27FC236}">
                <a16:creationId xmlns:a16="http://schemas.microsoft.com/office/drawing/2014/main" id="{2BC37352-1F6B-3C2A-BB6C-30E799BDA3E4}"/>
              </a:ext>
            </a:extLst>
          </p:cNvPr>
          <p:cNvSpPr txBox="1"/>
          <p:nvPr>
            <p:custDataLst>
              <p:tags r:id="rId98"/>
            </p:custDataLst>
          </p:nvPr>
        </p:nvSpPr>
        <p:spPr>
          <a:xfrm>
            <a:off x="12700" y="-572075"/>
            <a:ext cx="6731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Aug 1 - Sep 1</a:t>
            </a:r>
          </a:p>
        </p:txBody>
      </p:sp>
      <p:sp>
        <p:nvSpPr>
          <p:cNvPr id="787" name="OTLSHAPE_SLT_1157f68d335b407ca07443d470ff8ebc_StartDate" hidden="1">
            <a:extLst>
              <a:ext uri="{FF2B5EF4-FFF2-40B4-BE49-F238E27FC236}">
                <a16:creationId xmlns:a16="http://schemas.microsoft.com/office/drawing/2014/main" id="{F569F28D-1A32-D26A-D746-ED26F2E6FD01}"/>
              </a:ext>
            </a:extLst>
          </p:cNvPr>
          <p:cNvSpPr txBox="1"/>
          <p:nvPr>
            <p:custDataLst>
              <p:tags r:id="rId99"/>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88" name="OTLSHAPE_SLT_1157f68d335b407ca07443d470ff8ebc_EndDate" hidden="1">
            <a:extLst>
              <a:ext uri="{FF2B5EF4-FFF2-40B4-BE49-F238E27FC236}">
                <a16:creationId xmlns:a16="http://schemas.microsoft.com/office/drawing/2014/main" id="{6FCC2D53-F13A-005C-BF62-B60D46D2AD89}"/>
              </a:ext>
            </a:extLst>
          </p:cNvPr>
          <p:cNvSpPr txBox="1"/>
          <p:nvPr>
            <p:custDataLst>
              <p:tags r:id="rId100"/>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90" name="OTLSHAPE_SLT_e4ca1d4e2cc740518dc8ff21e8274637_Duration" hidden="1">
            <a:extLst>
              <a:ext uri="{FF2B5EF4-FFF2-40B4-BE49-F238E27FC236}">
                <a16:creationId xmlns:a16="http://schemas.microsoft.com/office/drawing/2014/main" id="{8523487E-B7D1-1A31-CD1F-8BF51A3B2301}"/>
              </a:ext>
            </a:extLst>
          </p:cNvPr>
          <p:cNvSpPr txBox="1"/>
          <p:nvPr>
            <p:custDataLst>
              <p:tags r:id="rId101"/>
            </p:custDataLst>
          </p:nvPr>
        </p:nvSpPr>
        <p:spPr>
          <a:xfrm>
            <a:off x="12700" y="-341243"/>
            <a:ext cx="3937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22 days</a:t>
            </a:r>
          </a:p>
        </p:txBody>
      </p:sp>
      <p:sp>
        <p:nvSpPr>
          <p:cNvPr id="791" name="OTLSHAPE_SLT_e4ca1d4e2cc740518dc8ff21e8274637_TextPercentage" hidden="1">
            <a:extLst>
              <a:ext uri="{FF2B5EF4-FFF2-40B4-BE49-F238E27FC236}">
                <a16:creationId xmlns:a16="http://schemas.microsoft.com/office/drawing/2014/main" id="{F15F47C1-E9B3-AC04-4A67-9D27181E3D44}"/>
              </a:ext>
            </a:extLst>
          </p:cNvPr>
          <p:cNvSpPr txBox="1"/>
          <p:nvPr>
            <p:custDataLst>
              <p:tags r:id="rId102"/>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792" name="OTLSHAPE_SLT_e4ca1d4e2cc740518dc8ff21e8274637_JoinedDate" hidden="1">
            <a:extLst>
              <a:ext uri="{FF2B5EF4-FFF2-40B4-BE49-F238E27FC236}">
                <a16:creationId xmlns:a16="http://schemas.microsoft.com/office/drawing/2014/main" id="{A92BCB5E-8966-DF3F-AC81-F52A41F2FAF0}"/>
              </a:ext>
            </a:extLst>
          </p:cNvPr>
          <p:cNvSpPr txBox="1"/>
          <p:nvPr>
            <p:custDataLst>
              <p:tags r:id="rId103"/>
            </p:custDataLst>
          </p:nvPr>
        </p:nvSpPr>
        <p:spPr>
          <a:xfrm>
            <a:off x="12700" y="-572075"/>
            <a:ext cx="6604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Sep 1 - Oct 1</a:t>
            </a:r>
          </a:p>
        </p:txBody>
      </p:sp>
      <p:sp>
        <p:nvSpPr>
          <p:cNvPr id="793" name="OTLSHAPE_SLT_e4ca1d4e2cc740518dc8ff21e8274637_StartDate" hidden="1">
            <a:extLst>
              <a:ext uri="{FF2B5EF4-FFF2-40B4-BE49-F238E27FC236}">
                <a16:creationId xmlns:a16="http://schemas.microsoft.com/office/drawing/2014/main" id="{FF8D695D-DF2B-C8D8-1210-1679A8D13878}"/>
              </a:ext>
            </a:extLst>
          </p:cNvPr>
          <p:cNvSpPr txBox="1"/>
          <p:nvPr>
            <p:custDataLst>
              <p:tags r:id="rId104"/>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94" name="OTLSHAPE_SLT_e4ca1d4e2cc740518dc8ff21e8274637_EndDate" hidden="1">
            <a:extLst>
              <a:ext uri="{FF2B5EF4-FFF2-40B4-BE49-F238E27FC236}">
                <a16:creationId xmlns:a16="http://schemas.microsoft.com/office/drawing/2014/main" id="{9263647F-F30E-AC34-193B-BF086C8AECFA}"/>
              </a:ext>
            </a:extLst>
          </p:cNvPr>
          <p:cNvSpPr txBox="1"/>
          <p:nvPr>
            <p:custDataLst>
              <p:tags r:id="rId105"/>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799" name="OTLSHAPE_SLT_455328c1f10e402d9b3920938751a4b9_Duration" hidden="1">
            <a:extLst>
              <a:ext uri="{FF2B5EF4-FFF2-40B4-BE49-F238E27FC236}">
                <a16:creationId xmlns:a16="http://schemas.microsoft.com/office/drawing/2014/main" id="{D10EE534-5E06-7132-4F47-2F11BF4C488B}"/>
              </a:ext>
            </a:extLst>
          </p:cNvPr>
          <p:cNvSpPr txBox="1"/>
          <p:nvPr>
            <p:custDataLst>
              <p:tags r:id="rId106"/>
            </p:custDataLst>
          </p:nvPr>
        </p:nvSpPr>
        <p:spPr>
          <a:xfrm>
            <a:off x="12700" y="-418187"/>
            <a:ext cx="457200" cy="165100"/>
          </a:xfrm>
          <a:prstGeom prst="rect">
            <a:avLst/>
          </a:prstGeom>
          <a:noFill/>
        </p:spPr>
        <p:txBody>
          <a:bodyPr vert="horz" wrap="square" lIns="0" tIns="0" rIns="0" bIns="0" rtlCol="0" anchor="ctr" anchorCtr="0">
            <a:spAutoFit/>
          </a:bodyPr>
          <a:lstStyle/>
          <a:p>
            <a:r>
              <a:rPr lang="en-GB" sz="1000">
                <a:solidFill>
                  <a:srgbClr val="ED7D31"/>
                </a:solidFill>
                <a:latin typeface="Calibri" panose="020F0502020204030204" pitchFamily="34" charset="0"/>
              </a:rPr>
              <a:t>133 days</a:t>
            </a:r>
          </a:p>
        </p:txBody>
      </p:sp>
      <p:sp>
        <p:nvSpPr>
          <p:cNvPr id="800" name="OTLSHAPE_SLT_455328c1f10e402d9b3920938751a4b9_TextPercentage" hidden="1">
            <a:extLst>
              <a:ext uri="{FF2B5EF4-FFF2-40B4-BE49-F238E27FC236}">
                <a16:creationId xmlns:a16="http://schemas.microsoft.com/office/drawing/2014/main" id="{E838DC85-928A-832C-E709-0A54DF77E614}"/>
              </a:ext>
            </a:extLst>
          </p:cNvPr>
          <p:cNvSpPr txBox="1"/>
          <p:nvPr>
            <p:custDataLst>
              <p:tags r:id="rId107"/>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ED7D31"/>
              </a:solidFill>
              <a:latin typeface="Calibri" panose="020F0502020204030204" pitchFamily="34" charset="0"/>
            </a:endParaRPr>
          </a:p>
        </p:txBody>
      </p:sp>
      <p:sp>
        <p:nvSpPr>
          <p:cNvPr id="801" name="OTLSHAPE_SLT_455328c1f10e402d9b3920938751a4b9_JoinedDate" hidden="1">
            <a:extLst>
              <a:ext uri="{FF2B5EF4-FFF2-40B4-BE49-F238E27FC236}">
                <a16:creationId xmlns:a16="http://schemas.microsoft.com/office/drawing/2014/main" id="{C881E313-873F-8A8D-97DB-F158F63F1DD8}"/>
              </a:ext>
            </a:extLst>
          </p:cNvPr>
          <p:cNvSpPr txBox="1"/>
          <p:nvPr>
            <p:custDataLst>
              <p:tags r:id="rId108"/>
            </p:custDataLst>
          </p:nvPr>
        </p:nvSpPr>
        <p:spPr>
          <a:xfrm>
            <a:off x="12700" y="-572075"/>
            <a:ext cx="723900" cy="165100"/>
          </a:xfrm>
          <a:prstGeom prst="rect">
            <a:avLst/>
          </a:prstGeom>
          <a:noFill/>
        </p:spPr>
        <p:txBody>
          <a:bodyPr vert="horz" wrap="square" lIns="0" tIns="0" rIns="0" bIns="0" rtlCol="0" anchor="ctr" anchorCtr="0">
            <a:spAutoFit/>
          </a:bodyPr>
          <a:lstStyle/>
          <a:p>
            <a:r>
              <a:rPr lang="en-GB" sz="1000">
                <a:solidFill>
                  <a:srgbClr val="44546A"/>
                </a:solidFill>
                <a:latin typeface="Calibri" panose="020F0502020204030204" pitchFamily="34" charset="0"/>
              </a:rPr>
              <a:t>May 1 - Nov 1</a:t>
            </a:r>
          </a:p>
        </p:txBody>
      </p:sp>
      <p:sp>
        <p:nvSpPr>
          <p:cNvPr id="802" name="OTLSHAPE_SLT_455328c1f10e402d9b3920938751a4b9_StartDate" hidden="1">
            <a:extLst>
              <a:ext uri="{FF2B5EF4-FFF2-40B4-BE49-F238E27FC236}">
                <a16:creationId xmlns:a16="http://schemas.microsoft.com/office/drawing/2014/main" id="{59B16F57-8225-CF55-98C8-30E5F1283B03}"/>
              </a:ext>
            </a:extLst>
          </p:cNvPr>
          <p:cNvSpPr txBox="1"/>
          <p:nvPr>
            <p:custDataLst>
              <p:tags r:id="rId109"/>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sp>
        <p:nvSpPr>
          <p:cNvPr id="803" name="OTLSHAPE_SLT_455328c1f10e402d9b3920938751a4b9_EndDate" hidden="1">
            <a:extLst>
              <a:ext uri="{FF2B5EF4-FFF2-40B4-BE49-F238E27FC236}">
                <a16:creationId xmlns:a16="http://schemas.microsoft.com/office/drawing/2014/main" id="{72E31E6C-B861-F2D3-049C-50F439FFE7FC}"/>
              </a:ext>
            </a:extLst>
          </p:cNvPr>
          <p:cNvSpPr txBox="1"/>
          <p:nvPr>
            <p:custDataLst>
              <p:tags r:id="rId110"/>
            </p:custDataLst>
          </p:nvPr>
        </p:nvSpPr>
        <p:spPr>
          <a:xfrm>
            <a:off x="12700" y="43478"/>
            <a:ext cx="0" cy="0"/>
          </a:xfrm>
          <a:prstGeom prst="rect">
            <a:avLst/>
          </a:prstGeom>
          <a:noFill/>
        </p:spPr>
        <p:txBody>
          <a:bodyPr vert="horz" wrap="square" lIns="0" tIns="0" rIns="0" bIns="0" rtlCol="0" anchor="ctr" anchorCtr="0">
            <a:spAutoFit/>
          </a:bodyPr>
          <a:lstStyle/>
          <a:p>
            <a:endParaRPr lang="en-GB" sz="1000">
              <a:solidFill>
                <a:srgbClr val="44546A"/>
              </a:solidFill>
              <a:latin typeface="Calibri" panose="020F0502020204030204" pitchFamily="34" charset="0"/>
            </a:endParaRPr>
          </a:p>
        </p:txBody>
      </p:sp>
      <p:cxnSp>
        <p:nvCxnSpPr>
          <p:cNvPr id="58" name="OTLSHAPE_TB_00000000000000000000000000000000_Separator1">
            <a:extLst>
              <a:ext uri="{FF2B5EF4-FFF2-40B4-BE49-F238E27FC236}">
                <a16:creationId xmlns:a16="http://schemas.microsoft.com/office/drawing/2014/main" id="{8BDC17B7-441C-D701-DBF3-C9A1899BD311}"/>
              </a:ext>
            </a:extLst>
          </p:cNvPr>
          <p:cNvCxnSpPr/>
          <p:nvPr>
            <p:custDataLst>
              <p:tags r:id="rId111"/>
            </p:custDataLst>
          </p:nvPr>
        </p:nvCxnSpPr>
        <p:spPr>
          <a:xfrm>
            <a:off x="2487185"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59" name="OTLSHAPE_TB_00000000000000000000000000000000_Separator2">
            <a:extLst>
              <a:ext uri="{FF2B5EF4-FFF2-40B4-BE49-F238E27FC236}">
                <a16:creationId xmlns:a16="http://schemas.microsoft.com/office/drawing/2014/main" id="{E113AED4-87F6-0877-6870-CA8413341BA2}"/>
              </a:ext>
            </a:extLst>
          </p:cNvPr>
          <p:cNvCxnSpPr/>
          <p:nvPr>
            <p:custDataLst>
              <p:tags r:id="rId112"/>
            </p:custDataLst>
          </p:nvPr>
        </p:nvCxnSpPr>
        <p:spPr>
          <a:xfrm>
            <a:off x="3632975"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60" name="OTLSHAPE_TB_00000000000000000000000000000000_Separator3">
            <a:extLst>
              <a:ext uri="{FF2B5EF4-FFF2-40B4-BE49-F238E27FC236}">
                <a16:creationId xmlns:a16="http://schemas.microsoft.com/office/drawing/2014/main" id="{AC4153DD-BE94-11B1-D2B5-76EE2C40E022}"/>
              </a:ext>
            </a:extLst>
          </p:cNvPr>
          <p:cNvCxnSpPr/>
          <p:nvPr>
            <p:custDataLst>
              <p:tags r:id="rId113"/>
            </p:custDataLst>
          </p:nvPr>
        </p:nvCxnSpPr>
        <p:spPr>
          <a:xfrm>
            <a:off x="4816957"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61" name="OTLSHAPE_TB_00000000000000000000000000000000_Separator4">
            <a:extLst>
              <a:ext uri="{FF2B5EF4-FFF2-40B4-BE49-F238E27FC236}">
                <a16:creationId xmlns:a16="http://schemas.microsoft.com/office/drawing/2014/main" id="{6D1081B9-A051-DF4D-C172-306DD2FF2D0E}"/>
              </a:ext>
            </a:extLst>
          </p:cNvPr>
          <p:cNvCxnSpPr/>
          <p:nvPr>
            <p:custDataLst>
              <p:tags r:id="rId114"/>
            </p:custDataLst>
          </p:nvPr>
        </p:nvCxnSpPr>
        <p:spPr>
          <a:xfrm>
            <a:off x="5962747"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62" name="OTLSHAPE_TB_00000000000000000000000000000000_Separator5">
            <a:extLst>
              <a:ext uri="{FF2B5EF4-FFF2-40B4-BE49-F238E27FC236}">
                <a16:creationId xmlns:a16="http://schemas.microsoft.com/office/drawing/2014/main" id="{83983806-F1D3-C7C2-5A9C-A7C631EDAD84}"/>
              </a:ext>
            </a:extLst>
          </p:cNvPr>
          <p:cNvCxnSpPr/>
          <p:nvPr>
            <p:custDataLst>
              <p:tags r:id="rId115"/>
            </p:custDataLst>
          </p:nvPr>
        </p:nvCxnSpPr>
        <p:spPr>
          <a:xfrm>
            <a:off x="7146729"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63" name="OTLSHAPE_TB_00000000000000000000000000000000_Separator6">
            <a:extLst>
              <a:ext uri="{FF2B5EF4-FFF2-40B4-BE49-F238E27FC236}">
                <a16:creationId xmlns:a16="http://schemas.microsoft.com/office/drawing/2014/main" id="{ED4FB073-028E-11CC-C5BD-88052A73866E}"/>
              </a:ext>
            </a:extLst>
          </p:cNvPr>
          <p:cNvCxnSpPr/>
          <p:nvPr>
            <p:custDataLst>
              <p:tags r:id="rId116"/>
            </p:custDataLst>
          </p:nvPr>
        </p:nvCxnSpPr>
        <p:spPr>
          <a:xfrm>
            <a:off x="8330712"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704" name="OTLSHAPE_TB_00000000000000000000000000000000_Separator7">
            <a:extLst>
              <a:ext uri="{FF2B5EF4-FFF2-40B4-BE49-F238E27FC236}">
                <a16:creationId xmlns:a16="http://schemas.microsoft.com/office/drawing/2014/main" id="{758A9D25-BB6E-48D7-2C62-FB4829C6B664}"/>
              </a:ext>
            </a:extLst>
          </p:cNvPr>
          <p:cNvCxnSpPr/>
          <p:nvPr>
            <p:custDataLst>
              <p:tags r:id="rId117"/>
            </p:custDataLst>
          </p:nvPr>
        </p:nvCxnSpPr>
        <p:spPr>
          <a:xfrm>
            <a:off x="9476501"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cxnSp>
        <p:nvCxnSpPr>
          <p:cNvPr id="705" name="OTLSHAPE_TB_00000000000000000000000000000000_Separator8">
            <a:extLst>
              <a:ext uri="{FF2B5EF4-FFF2-40B4-BE49-F238E27FC236}">
                <a16:creationId xmlns:a16="http://schemas.microsoft.com/office/drawing/2014/main" id="{A2BA1609-16DE-FB29-1364-9866D92B8514}"/>
              </a:ext>
            </a:extLst>
          </p:cNvPr>
          <p:cNvCxnSpPr/>
          <p:nvPr>
            <p:custDataLst>
              <p:tags r:id="rId118"/>
            </p:custDataLst>
          </p:nvPr>
        </p:nvCxnSpPr>
        <p:spPr>
          <a:xfrm>
            <a:off x="10660484" y="2714270"/>
            <a:ext cx="0" cy="177800"/>
          </a:xfrm>
          <a:prstGeom prst="line">
            <a:avLst/>
          </a:prstGeom>
          <a:noFill/>
          <a:ln w="7620" cap="flat" cmpd="sng" algn="ctr">
            <a:solidFill>
              <a:sysClr val="window" lastClr="FFFFFF">
                <a:alpha val="29804"/>
              </a:sysClr>
            </a:solidFill>
            <a:prstDash val="solid"/>
            <a:miter lim="800000"/>
            <a:headEnd type="none" w="med" len="med"/>
            <a:tailEnd type="none" w="med" len="med"/>
          </a:ln>
          <a:effectLst/>
        </p:spPr>
      </p:cxnSp>
      <p:sp>
        <p:nvSpPr>
          <p:cNvPr id="706" name="OTLSHAPE_M_7941ade20bc9470c9f3db933056a27c0_Shape">
            <a:extLst>
              <a:ext uri="{FF2B5EF4-FFF2-40B4-BE49-F238E27FC236}">
                <a16:creationId xmlns:a16="http://schemas.microsoft.com/office/drawing/2014/main" id="{7D143B08-12C9-308E-459E-734FBE13A9E1}"/>
              </a:ext>
            </a:extLst>
          </p:cNvPr>
          <p:cNvSpPr/>
          <p:nvPr>
            <p:custDataLst>
              <p:tags r:id="rId119"/>
            </p:custDataLst>
          </p:nvPr>
        </p:nvSpPr>
        <p:spPr>
          <a:xfrm>
            <a:off x="1373120" y="2227648"/>
            <a:ext cx="165100" cy="165100"/>
          </a:xfrm>
          <a:prstGeom prst="wave">
            <a:avLst/>
          </a:prstGeom>
          <a:solidFill>
            <a:srgbClr val="70AD4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07" name="OTLSHAPE_M_f0e11154372040eca553652603436781_Shape">
            <a:extLst>
              <a:ext uri="{FF2B5EF4-FFF2-40B4-BE49-F238E27FC236}">
                <a16:creationId xmlns:a16="http://schemas.microsoft.com/office/drawing/2014/main" id="{205B96FB-92AF-272B-1506-AB5CAD18FE85}"/>
              </a:ext>
            </a:extLst>
          </p:cNvPr>
          <p:cNvSpPr/>
          <p:nvPr>
            <p:custDataLst>
              <p:tags r:id="rId120"/>
            </p:custDataLst>
          </p:nvPr>
        </p:nvSpPr>
        <p:spPr>
          <a:xfrm>
            <a:off x="2557102" y="2240348"/>
            <a:ext cx="165100" cy="165100"/>
          </a:xfrm>
          <a:prstGeom prst="wave">
            <a:avLst/>
          </a:prstGeom>
          <a:solidFill>
            <a:srgbClr val="B20E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08" name="OTLSHAPE_M_e3722b173ed44f92a8977764b4fcb4c7_Shape">
            <a:extLst>
              <a:ext uri="{FF2B5EF4-FFF2-40B4-BE49-F238E27FC236}">
                <a16:creationId xmlns:a16="http://schemas.microsoft.com/office/drawing/2014/main" id="{923908E3-11E5-7343-4849-F983A18583A8}"/>
              </a:ext>
            </a:extLst>
          </p:cNvPr>
          <p:cNvSpPr/>
          <p:nvPr>
            <p:custDataLst>
              <p:tags r:id="rId121"/>
            </p:custDataLst>
          </p:nvPr>
        </p:nvSpPr>
        <p:spPr>
          <a:xfrm>
            <a:off x="3702892" y="1800505"/>
            <a:ext cx="165100" cy="165100"/>
          </a:xfrm>
          <a:prstGeom prst="wave">
            <a:avLst/>
          </a:prstGeom>
          <a:solidFill>
            <a:srgbClr val="B20E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09" name="OTLSHAPE_M_fb895882ef584555af56a8a80b61efeb_Shape">
            <a:extLst>
              <a:ext uri="{FF2B5EF4-FFF2-40B4-BE49-F238E27FC236}">
                <a16:creationId xmlns:a16="http://schemas.microsoft.com/office/drawing/2014/main" id="{7D087645-7A38-EC24-D24C-0D68EEA80200}"/>
              </a:ext>
            </a:extLst>
          </p:cNvPr>
          <p:cNvSpPr/>
          <p:nvPr>
            <p:custDataLst>
              <p:tags r:id="rId122"/>
            </p:custDataLst>
          </p:nvPr>
        </p:nvSpPr>
        <p:spPr>
          <a:xfrm>
            <a:off x="4886874" y="2240348"/>
            <a:ext cx="165100" cy="165100"/>
          </a:xfrm>
          <a:prstGeom prst="wave">
            <a:avLst/>
          </a:prstGeom>
          <a:solidFill>
            <a:srgbClr val="5293C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10" name="OTLSHAPE_M_8eead1b0c5fb4cc0b6d06d778d66c9dc_Shape">
            <a:extLst>
              <a:ext uri="{FF2B5EF4-FFF2-40B4-BE49-F238E27FC236}">
                <a16:creationId xmlns:a16="http://schemas.microsoft.com/office/drawing/2014/main" id="{B33ACC6B-2999-3F89-CF2C-F4084CE05BBF}"/>
              </a:ext>
            </a:extLst>
          </p:cNvPr>
          <p:cNvSpPr/>
          <p:nvPr>
            <p:custDataLst>
              <p:tags r:id="rId123"/>
            </p:custDataLst>
          </p:nvPr>
        </p:nvSpPr>
        <p:spPr>
          <a:xfrm>
            <a:off x="6032664" y="1800505"/>
            <a:ext cx="165100" cy="165100"/>
          </a:xfrm>
          <a:prstGeom prst="wave">
            <a:avLst/>
          </a:prstGeom>
          <a:solidFill>
            <a:srgbClr val="5293C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11" name="OTLSHAPE_M_074b5b8a9e4844d1babbdb4e88a8e54f_Shape">
            <a:extLst>
              <a:ext uri="{FF2B5EF4-FFF2-40B4-BE49-F238E27FC236}">
                <a16:creationId xmlns:a16="http://schemas.microsoft.com/office/drawing/2014/main" id="{0EB3D030-B73A-C1C7-D6F6-1A2A3F84B49E}"/>
              </a:ext>
            </a:extLst>
          </p:cNvPr>
          <p:cNvSpPr/>
          <p:nvPr>
            <p:custDataLst>
              <p:tags r:id="rId124"/>
            </p:custDataLst>
          </p:nvPr>
        </p:nvSpPr>
        <p:spPr>
          <a:xfrm>
            <a:off x="7174124" y="2240348"/>
            <a:ext cx="165100" cy="165100"/>
          </a:xfrm>
          <a:prstGeom prst="wave">
            <a:avLst/>
          </a:prstGeom>
          <a:solidFill>
            <a:srgbClr val="70AD4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714" name="OTLSHAPE_M_7941ade20bc9470c9f3db933056a27c0_Title">
            <a:extLst>
              <a:ext uri="{FF2B5EF4-FFF2-40B4-BE49-F238E27FC236}">
                <a16:creationId xmlns:a16="http://schemas.microsoft.com/office/drawing/2014/main" id="{C72BEF3A-62DA-DB1C-9CE3-6F8143EE9A7F}"/>
              </a:ext>
            </a:extLst>
          </p:cNvPr>
          <p:cNvSpPr txBox="1"/>
          <p:nvPr>
            <p:custDataLst>
              <p:tags r:id="rId125"/>
            </p:custDataLst>
          </p:nvPr>
        </p:nvSpPr>
        <p:spPr>
          <a:xfrm>
            <a:off x="1569970" y="2109327"/>
            <a:ext cx="838200" cy="170519"/>
          </a:xfrm>
          <a:prstGeom prst="rect">
            <a:avLst/>
          </a:prstGeom>
          <a:noFill/>
        </p:spPr>
        <p:txBody>
          <a:bodyPr vert="horz" wrap="square" lIns="0" tIns="0" rIns="0" bIns="0" rtlCol="0" anchor="ctr" anchorCtr="0">
            <a:spAutoFit/>
          </a:bodyPr>
          <a:lstStyle/>
          <a:p>
            <a:r>
              <a:rPr lang="en-GB" sz="1100" b="1" spc="-8">
                <a:solidFill>
                  <a:prstClr val="black"/>
                </a:solidFill>
                <a:latin typeface="Calibri" panose="020F0502020204030204" pitchFamily="34" charset="0"/>
              </a:rPr>
              <a:t>Project Kickoff</a:t>
            </a:r>
            <a:endParaRPr lang="en-GB" sz="1100" b="1" spc="-8" err="1">
              <a:solidFill>
                <a:prstClr val="black"/>
              </a:solidFill>
              <a:latin typeface="Calibri" panose="020F0502020204030204" pitchFamily="34" charset="0"/>
            </a:endParaRPr>
          </a:p>
        </p:txBody>
      </p:sp>
      <p:sp>
        <p:nvSpPr>
          <p:cNvPr id="716" name="OTLSHAPE_M_f0e11154372040eca553652603436781_Title">
            <a:extLst>
              <a:ext uri="{FF2B5EF4-FFF2-40B4-BE49-F238E27FC236}">
                <a16:creationId xmlns:a16="http://schemas.microsoft.com/office/drawing/2014/main" id="{41270763-AE98-60FB-93D1-51CBA30F173B}"/>
              </a:ext>
            </a:extLst>
          </p:cNvPr>
          <p:cNvSpPr txBox="1"/>
          <p:nvPr>
            <p:custDataLst>
              <p:tags r:id="rId126"/>
            </p:custDataLst>
          </p:nvPr>
        </p:nvSpPr>
        <p:spPr>
          <a:xfrm>
            <a:off x="2753952" y="2134727"/>
            <a:ext cx="825500" cy="170519"/>
          </a:xfrm>
          <a:prstGeom prst="rect">
            <a:avLst/>
          </a:prstGeom>
          <a:noFill/>
        </p:spPr>
        <p:txBody>
          <a:bodyPr vert="horz" wrap="square" lIns="0" tIns="0" rIns="0" bIns="0" rtlCol="0" anchor="ctr" anchorCtr="0">
            <a:noAutofit/>
          </a:bodyPr>
          <a:lstStyle/>
          <a:p>
            <a:r>
              <a:rPr lang="en-GB" sz="1100" b="1" spc="-6">
                <a:solidFill>
                  <a:prstClr val="black"/>
                </a:solidFill>
                <a:latin typeface="Calibri" panose="020F0502020204030204" pitchFamily="34" charset="0"/>
              </a:rPr>
              <a:t>LZ Compelete </a:t>
            </a:r>
            <a:endParaRPr lang="en-GB" sz="1100" b="1" spc="-6" err="1">
              <a:solidFill>
                <a:prstClr val="black"/>
              </a:solidFill>
              <a:latin typeface="Calibri" panose="020F0502020204030204" pitchFamily="34" charset="0"/>
            </a:endParaRPr>
          </a:p>
        </p:txBody>
      </p:sp>
      <p:sp>
        <p:nvSpPr>
          <p:cNvPr id="718" name="OTLSHAPE_M_e3722b173ed44f92a8977764b4fcb4c7_Title">
            <a:extLst>
              <a:ext uri="{FF2B5EF4-FFF2-40B4-BE49-F238E27FC236}">
                <a16:creationId xmlns:a16="http://schemas.microsoft.com/office/drawing/2014/main" id="{93F7FC47-18FE-6B6D-D01B-EC85A576B57D}"/>
              </a:ext>
            </a:extLst>
          </p:cNvPr>
          <p:cNvSpPr txBox="1"/>
          <p:nvPr>
            <p:custDataLst>
              <p:tags r:id="rId127"/>
            </p:custDataLst>
          </p:nvPr>
        </p:nvSpPr>
        <p:spPr>
          <a:xfrm>
            <a:off x="3899742" y="1694883"/>
            <a:ext cx="1054100" cy="170519"/>
          </a:xfrm>
          <a:prstGeom prst="rect">
            <a:avLst/>
          </a:prstGeom>
          <a:noFill/>
        </p:spPr>
        <p:txBody>
          <a:bodyPr vert="horz" wrap="square" lIns="0" tIns="0" rIns="0" bIns="0" rtlCol="0" anchor="ctr" anchorCtr="0">
            <a:noAutofit/>
          </a:bodyPr>
          <a:lstStyle/>
          <a:p>
            <a:r>
              <a:rPr lang="en-GB" sz="1100" b="1" spc="-10">
                <a:solidFill>
                  <a:prstClr val="black"/>
                </a:solidFill>
                <a:latin typeface="Calibri" panose="020F0502020204030204" pitchFamily="34" charset="0"/>
              </a:rPr>
              <a:t>Wave 1 Complete </a:t>
            </a:r>
            <a:endParaRPr lang="en-GB" sz="1100" b="1" spc="-10" err="1">
              <a:solidFill>
                <a:prstClr val="black"/>
              </a:solidFill>
              <a:latin typeface="Calibri" panose="020F0502020204030204" pitchFamily="34" charset="0"/>
            </a:endParaRPr>
          </a:p>
        </p:txBody>
      </p:sp>
      <p:sp>
        <p:nvSpPr>
          <p:cNvPr id="720" name="OTLSHAPE_M_fb895882ef584555af56a8a80b61efeb_Title">
            <a:extLst>
              <a:ext uri="{FF2B5EF4-FFF2-40B4-BE49-F238E27FC236}">
                <a16:creationId xmlns:a16="http://schemas.microsoft.com/office/drawing/2014/main" id="{0202847E-E772-7767-AFBE-59FE7AB6349C}"/>
              </a:ext>
            </a:extLst>
          </p:cNvPr>
          <p:cNvSpPr txBox="1"/>
          <p:nvPr>
            <p:custDataLst>
              <p:tags r:id="rId128"/>
            </p:custDataLst>
          </p:nvPr>
        </p:nvSpPr>
        <p:spPr>
          <a:xfrm>
            <a:off x="5083724" y="2134727"/>
            <a:ext cx="1054100" cy="170519"/>
          </a:xfrm>
          <a:prstGeom prst="rect">
            <a:avLst/>
          </a:prstGeom>
          <a:noFill/>
        </p:spPr>
        <p:txBody>
          <a:bodyPr vert="horz" wrap="square" lIns="0" tIns="0" rIns="0" bIns="0" rtlCol="0" anchor="ctr" anchorCtr="0">
            <a:spAutoFit/>
          </a:bodyPr>
          <a:lstStyle/>
          <a:p>
            <a:r>
              <a:rPr lang="en-GB" sz="1100" b="1" spc="-10">
                <a:solidFill>
                  <a:prstClr val="black"/>
                </a:solidFill>
                <a:latin typeface="Calibri" panose="020F0502020204030204" pitchFamily="34" charset="0"/>
              </a:rPr>
              <a:t>Wave 2 Complete </a:t>
            </a:r>
            <a:endParaRPr lang="en-GB" sz="1100" b="1" spc="-10" err="1">
              <a:solidFill>
                <a:prstClr val="black"/>
              </a:solidFill>
              <a:latin typeface="Calibri" panose="020F0502020204030204" pitchFamily="34" charset="0"/>
            </a:endParaRPr>
          </a:p>
        </p:txBody>
      </p:sp>
      <p:sp>
        <p:nvSpPr>
          <p:cNvPr id="722" name="OTLSHAPE_M_8eead1b0c5fb4cc0b6d06d778d66c9dc_Title">
            <a:extLst>
              <a:ext uri="{FF2B5EF4-FFF2-40B4-BE49-F238E27FC236}">
                <a16:creationId xmlns:a16="http://schemas.microsoft.com/office/drawing/2014/main" id="{A1397BE9-107A-E077-A626-658CD3BAE5E5}"/>
              </a:ext>
            </a:extLst>
          </p:cNvPr>
          <p:cNvSpPr txBox="1"/>
          <p:nvPr>
            <p:custDataLst>
              <p:tags r:id="rId129"/>
            </p:custDataLst>
          </p:nvPr>
        </p:nvSpPr>
        <p:spPr>
          <a:xfrm>
            <a:off x="6229514" y="1694883"/>
            <a:ext cx="1054100" cy="170519"/>
          </a:xfrm>
          <a:prstGeom prst="rect">
            <a:avLst/>
          </a:prstGeom>
          <a:noFill/>
        </p:spPr>
        <p:txBody>
          <a:bodyPr vert="horz" wrap="square" lIns="0" tIns="0" rIns="0" bIns="0" rtlCol="0" anchor="ctr" anchorCtr="0">
            <a:spAutoFit/>
          </a:bodyPr>
          <a:lstStyle/>
          <a:p>
            <a:r>
              <a:rPr lang="en-GB" sz="1100" b="1" spc="-10">
                <a:solidFill>
                  <a:prstClr val="black"/>
                </a:solidFill>
                <a:latin typeface="Calibri" panose="020F0502020204030204" pitchFamily="34" charset="0"/>
              </a:rPr>
              <a:t>Wave 3 Complete </a:t>
            </a:r>
            <a:endParaRPr lang="en-GB" sz="1100" b="1" spc="-10" err="1">
              <a:solidFill>
                <a:prstClr val="black"/>
              </a:solidFill>
              <a:latin typeface="Calibri" panose="020F0502020204030204" pitchFamily="34" charset="0"/>
            </a:endParaRPr>
          </a:p>
        </p:txBody>
      </p:sp>
      <p:sp>
        <p:nvSpPr>
          <p:cNvPr id="724" name="OTLSHAPE_M_074b5b8a9e4844d1babbdb4e88a8e54f_Title">
            <a:extLst>
              <a:ext uri="{FF2B5EF4-FFF2-40B4-BE49-F238E27FC236}">
                <a16:creationId xmlns:a16="http://schemas.microsoft.com/office/drawing/2014/main" id="{71179854-6BAF-80FB-C928-677328A9F43C}"/>
              </a:ext>
            </a:extLst>
          </p:cNvPr>
          <p:cNvSpPr txBox="1"/>
          <p:nvPr>
            <p:custDataLst>
              <p:tags r:id="rId130"/>
            </p:custDataLst>
          </p:nvPr>
        </p:nvSpPr>
        <p:spPr>
          <a:xfrm>
            <a:off x="7370974" y="2134727"/>
            <a:ext cx="1054100" cy="170519"/>
          </a:xfrm>
          <a:prstGeom prst="rect">
            <a:avLst/>
          </a:prstGeom>
          <a:noFill/>
        </p:spPr>
        <p:txBody>
          <a:bodyPr vert="horz" wrap="square" lIns="0" tIns="0" rIns="0" bIns="0" rtlCol="0" anchor="ctr" anchorCtr="0">
            <a:spAutoFit/>
          </a:bodyPr>
          <a:lstStyle/>
          <a:p>
            <a:r>
              <a:rPr lang="en-GB" sz="1100" b="1" spc="-10">
                <a:solidFill>
                  <a:srgbClr val="3A8900"/>
                </a:solidFill>
                <a:latin typeface="Calibri" panose="020F0502020204030204" pitchFamily="34" charset="0"/>
              </a:rPr>
              <a:t>Wave 4 Complete </a:t>
            </a:r>
          </a:p>
        </p:txBody>
      </p:sp>
      <p:pic>
        <p:nvPicPr>
          <p:cNvPr id="738" name="Picture 737">
            <a:extLst>
              <a:ext uri="{FF2B5EF4-FFF2-40B4-BE49-F238E27FC236}">
                <a16:creationId xmlns:a16="http://schemas.microsoft.com/office/drawing/2014/main" id="{87B2D408-2CBB-D099-4379-9E3EE3ED8514}"/>
              </a:ext>
            </a:extLst>
          </p:cNvPr>
          <p:cNvPicPr>
            <a:picLocks noChangeAspect="1"/>
          </p:cNvPicPr>
          <p:nvPr/>
        </p:nvPicPr>
        <p:blipFill>
          <a:blip r:embed="rId143"/>
          <a:stretch>
            <a:fillRect/>
          </a:stretch>
        </p:blipFill>
        <p:spPr>
          <a:xfrm>
            <a:off x="487216" y="6362700"/>
            <a:ext cx="1457325" cy="495300"/>
          </a:xfrm>
          <a:prstGeom prst="rect">
            <a:avLst/>
          </a:prstGeom>
        </p:spPr>
      </p:pic>
      <p:sp>
        <p:nvSpPr>
          <p:cNvPr id="12" name="TextBox 11">
            <a:extLst>
              <a:ext uri="{FF2B5EF4-FFF2-40B4-BE49-F238E27FC236}">
                <a16:creationId xmlns:a16="http://schemas.microsoft.com/office/drawing/2014/main" id="{71A57F1B-01FC-1DD1-02E4-BB6376C1A259}"/>
              </a:ext>
            </a:extLst>
          </p:cNvPr>
          <p:cNvSpPr txBox="1"/>
          <p:nvPr/>
        </p:nvSpPr>
        <p:spPr>
          <a:xfrm>
            <a:off x="9858471" y="5893206"/>
            <a:ext cx="1731026" cy="627864"/>
          </a:xfrm>
          <a:prstGeom prst="rect">
            <a:avLst/>
          </a:prstGeom>
          <a:noFill/>
        </p:spPr>
        <p:txBody>
          <a:bodyPr wrap="square" lIns="182880" tIns="146304" rIns="182880" bIns="146304" rtlCol="0">
            <a:spAutoFit/>
          </a:bodyPr>
          <a:lstStyle/>
          <a:p>
            <a:pPr>
              <a:lnSpc>
                <a:spcPct val="90000"/>
              </a:lnSpc>
              <a:spcAft>
                <a:spcPts val="600"/>
              </a:spcAft>
            </a:pPr>
            <a:r>
              <a:rPr lang="en-US" sz="2400">
                <a:solidFill>
                  <a:srgbClr val="C00000"/>
                </a:solidFill>
              </a:rPr>
              <a:t>*</a:t>
            </a:r>
            <a:r>
              <a:rPr lang="en-US" sz="1200">
                <a:gradFill>
                  <a:gsLst>
                    <a:gs pos="2917">
                      <a:schemeClr val="tx1"/>
                    </a:gs>
                    <a:gs pos="30000">
                      <a:schemeClr val="tx1"/>
                    </a:gs>
                  </a:gsLst>
                  <a:lin ang="5400000" scaled="0"/>
                </a:gradFill>
              </a:rPr>
              <a:t>15 VMs per Wave</a:t>
            </a:r>
            <a:endParaRPr lang="en-GB" sz="2400" err="1">
              <a:gradFill>
                <a:gsLst>
                  <a:gs pos="2917">
                    <a:schemeClr val="tx1"/>
                  </a:gs>
                  <a:gs pos="30000">
                    <a:schemeClr val="tx1"/>
                  </a:gs>
                </a:gsLst>
                <a:lin ang="5400000" scaled="0"/>
              </a:gradFill>
            </a:endParaRPr>
          </a:p>
        </p:txBody>
      </p:sp>
      <p:sp>
        <p:nvSpPr>
          <p:cNvPr id="13" name="OTLSHAPE_SLT_d2581bdae62e4e85b7ff9f91cc784bea_Shape">
            <a:extLst>
              <a:ext uri="{FF2B5EF4-FFF2-40B4-BE49-F238E27FC236}">
                <a16:creationId xmlns:a16="http://schemas.microsoft.com/office/drawing/2014/main" id="{4E2324A6-B251-0C1D-42F6-1FC8C1295E99}"/>
              </a:ext>
            </a:extLst>
          </p:cNvPr>
          <p:cNvSpPr/>
          <p:nvPr>
            <p:custDataLst>
              <p:tags r:id="rId131"/>
            </p:custDataLst>
          </p:nvPr>
        </p:nvSpPr>
        <p:spPr>
          <a:xfrm>
            <a:off x="2366619" y="3903164"/>
            <a:ext cx="1660411" cy="577268"/>
          </a:xfrm>
          <a:prstGeom prst="round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3600" b="0" i="0" u="none" strike="noStrike" kern="0" cap="none" spc="0" normalizeH="0" baseline="0" noProof="0" err="1">
              <a:ln>
                <a:noFill/>
              </a:ln>
              <a:solidFill>
                <a:prstClr val="white"/>
              </a:solidFill>
              <a:effectLst/>
              <a:uLnTx/>
              <a:uFillTx/>
              <a:latin typeface="Arial"/>
              <a:ea typeface="+mn-ea"/>
              <a:cs typeface="+mn-cs"/>
            </a:endParaRPr>
          </a:p>
        </p:txBody>
      </p:sp>
      <p:sp>
        <p:nvSpPr>
          <p:cNvPr id="14" name="OTLSHAPE_SLT_d2581bdae62e4e85b7ff9f91cc784bea_Title">
            <a:extLst>
              <a:ext uri="{FF2B5EF4-FFF2-40B4-BE49-F238E27FC236}">
                <a16:creationId xmlns:a16="http://schemas.microsoft.com/office/drawing/2014/main" id="{07952B8C-61E8-AF8A-3F71-D9C0A1E907DC}"/>
              </a:ext>
            </a:extLst>
          </p:cNvPr>
          <p:cNvSpPr txBox="1"/>
          <p:nvPr>
            <p:custDataLst>
              <p:tags r:id="rId132"/>
            </p:custDataLst>
          </p:nvPr>
        </p:nvSpPr>
        <p:spPr>
          <a:xfrm>
            <a:off x="2763935" y="3911324"/>
            <a:ext cx="954501" cy="504242"/>
          </a:xfrm>
          <a:prstGeom prst="rect">
            <a:avLst/>
          </a:prstGeom>
          <a:noFill/>
        </p:spPr>
        <p:txBody>
          <a:bodyPr vert="horz" wrap="square" lIns="0" tIns="0" rIns="0" bIns="0" rtlCol="0" anchor="ctr" anchorCtr="0">
            <a:noAutofit/>
          </a:bodyPr>
          <a:lstStyle/>
          <a:p>
            <a:pPr algn="ctr"/>
            <a:r>
              <a:rPr lang="en-GB" sz="1100" spc="-6">
                <a:solidFill>
                  <a:schemeClr val="lt1"/>
                </a:solidFill>
                <a:latin typeface="Calibri" panose="020F0502020204030204" pitchFamily="34" charset="0"/>
              </a:rPr>
              <a:t>Azure Target Environment Readiness</a:t>
            </a:r>
          </a:p>
        </p:txBody>
      </p:sp>
    </p:spTree>
    <p:custDataLst>
      <p:tags r:id="rId1"/>
    </p:custDataLst>
    <p:extLst>
      <p:ext uri="{BB962C8B-B14F-4D97-AF65-F5344CB8AC3E}">
        <p14:creationId xmlns:p14="http://schemas.microsoft.com/office/powerpoint/2010/main" val="552045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D2A9533B-A5BB-E885-6AAC-6ABCC6B94457}"/>
              </a:ext>
            </a:extLst>
          </p:cNvPr>
          <p:cNvGraphicFramePr>
            <a:graphicFrameLocks noGrp="1"/>
          </p:cNvGraphicFramePr>
          <p:nvPr>
            <p:extLst>
              <p:ext uri="{D42A27DB-BD31-4B8C-83A1-F6EECF244321}">
                <p14:modId xmlns:p14="http://schemas.microsoft.com/office/powerpoint/2010/main" val="1501460700"/>
              </p:ext>
            </p:extLst>
          </p:nvPr>
        </p:nvGraphicFramePr>
        <p:xfrm>
          <a:off x="421860" y="1258337"/>
          <a:ext cx="11306470" cy="4953258"/>
        </p:xfrm>
        <a:graphic>
          <a:graphicData uri="http://schemas.openxmlformats.org/drawingml/2006/table">
            <a:tbl>
              <a:tblPr firstRow="1" bandRow="1">
                <a:tableStyleId>{2D5ABB26-0587-4C30-8999-92F81FD0307C}</a:tableStyleId>
              </a:tblPr>
              <a:tblGrid>
                <a:gridCol w="5653235">
                  <a:extLst>
                    <a:ext uri="{9D8B030D-6E8A-4147-A177-3AD203B41FA5}">
                      <a16:colId xmlns:a16="http://schemas.microsoft.com/office/drawing/2014/main" val="619323837"/>
                    </a:ext>
                  </a:extLst>
                </a:gridCol>
                <a:gridCol w="5653235">
                  <a:extLst>
                    <a:ext uri="{9D8B030D-6E8A-4147-A177-3AD203B41FA5}">
                      <a16:colId xmlns:a16="http://schemas.microsoft.com/office/drawing/2014/main" val="78563973"/>
                    </a:ext>
                  </a:extLst>
                </a:gridCol>
              </a:tblGrid>
              <a:tr h="711721">
                <a:tc>
                  <a:txBody>
                    <a:bodyPr/>
                    <a:lstStyle/>
                    <a:p>
                      <a:r>
                        <a:rPr lang="en-US"/>
                        <a:t>Hardware Refresh Cycle</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r>
                        <a:rPr lang="en-GB" sz="1765" b="0" kern="1200">
                          <a:solidFill>
                            <a:schemeClr val="tx1"/>
                          </a:solidFill>
                          <a:effectLst/>
                          <a:latin typeface="+mn-lt"/>
                          <a:ea typeface="+mn-ea"/>
                          <a:cs typeface="+mn-cs"/>
                        </a:rPr>
                        <a:t>5 to 6 years (4 prod, 1 development and 1 DR Intel servers in the environment and out of which 4 servers were purchased last years)</a:t>
                      </a:r>
                      <a:endParaRPr lang="en-IN" b="0"/>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255302222"/>
                  </a:ext>
                </a:extLst>
              </a:tr>
              <a:tr h="1207976">
                <a:tc>
                  <a:txBody>
                    <a:bodyPr/>
                    <a:lstStyle/>
                    <a:p>
                      <a:r>
                        <a:rPr lang="en-US"/>
                        <a:t>Are there any license commitment for more than 1 year that might delay the migration (</a:t>
                      </a:r>
                      <a:r>
                        <a:rPr lang="en-US" err="1"/>
                        <a:t>Vmware</a:t>
                      </a:r>
                      <a:r>
                        <a:rPr lang="en-US"/>
                        <a:t>, Citrix, Backup, FW).</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r>
                        <a:rPr lang="en-GB" sz="1765" b="0" kern="1200">
                          <a:solidFill>
                            <a:schemeClr val="tx1"/>
                          </a:solidFill>
                          <a:effectLst/>
                          <a:latin typeface="+mn-lt"/>
                          <a:ea typeface="+mn-ea"/>
                          <a:cs typeface="+mn-cs"/>
                        </a:rPr>
                        <a:t>All licenses are with 1-year commitment</a:t>
                      </a:r>
                      <a:endParaRPr lang="en-IN" b="0"/>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289278695"/>
                  </a:ext>
                </a:extLst>
              </a:tr>
              <a:tr h="711721">
                <a:tc>
                  <a:txBody>
                    <a:bodyPr/>
                    <a:lstStyle/>
                    <a:p>
                      <a:r>
                        <a:rPr lang="en-US"/>
                        <a:t>Is NCM doing or planning any migration in the coming 4 months?</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r>
                        <a:rPr lang="en-GB" sz="1765" b="0" kern="1200">
                          <a:solidFill>
                            <a:schemeClr val="tx1"/>
                          </a:solidFill>
                          <a:effectLst/>
                          <a:latin typeface="+mn-lt"/>
                          <a:ea typeface="+mn-ea"/>
                          <a:cs typeface="+mn-cs"/>
                        </a:rPr>
                        <a:t>Intranet and a website are planned to go to Azure within 3 months and File Server by end of year</a:t>
                      </a:r>
                      <a:endParaRPr lang="en-IN" b="0"/>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656687640"/>
                  </a:ext>
                </a:extLst>
              </a:tr>
              <a:tr h="711721">
                <a:tc>
                  <a:txBody>
                    <a:bodyPr/>
                    <a:lstStyle/>
                    <a:p>
                      <a:r>
                        <a:rPr lang="en-US"/>
                        <a:t>Is a DR required on Azure from day one?</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r>
                        <a:rPr lang="en-GB" sz="1765" b="0" kern="1200">
                          <a:solidFill>
                            <a:schemeClr val="tx1"/>
                          </a:solidFill>
                          <a:effectLst/>
                          <a:latin typeface="+mn-lt"/>
                          <a:ea typeface="+mn-ea"/>
                          <a:cs typeface="+mn-cs"/>
                        </a:rPr>
                        <a:t>DR is required for website</a:t>
                      </a:r>
                      <a:endParaRPr lang="en-IN" b="0"/>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804629078"/>
                  </a:ext>
                </a:extLst>
              </a:tr>
              <a:tr h="711721">
                <a:tc>
                  <a:txBody>
                    <a:bodyPr/>
                    <a:lstStyle/>
                    <a:p>
                      <a:r>
                        <a:rPr lang="en-US"/>
                        <a:t>Are there any projects in the pipeline that NCM want us to include in the Azure sizing</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GB" sz="1765" b="0" kern="1200">
                          <a:solidFill>
                            <a:schemeClr val="tx1"/>
                          </a:solidFill>
                          <a:effectLst/>
                          <a:latin typeface="+mn-lt"/>
                          <a:ea typeface="+mn-ea"/>
                          <a:cs typeface="+mn-cs"/>
                        </a:rPr>
                        <a:t>Digital Media Server (within 5 months)</a:t>
                      </a:r>
                      <a:r>
                        <a:rPr lang="en-IN" sz="1765" b="0" kern="1200">
                          <a:solidFill>
                            <a:schemeClr val="tx1"/>
                          </a:solidFill>
                          <a:effectLst/>
                          <a:latin typeface="+mn-lt"/>
                          <a:ea typeface="+mn-ea"/>
                          <a:cs typeface="+mn-cs"/>
                        </a:rPr>
                        <a:t> and </a:t>
                      </a:r>
                      <a:r>
                        <a:rPr lang="en-GB" sz="1765" b="0" kern="1200">
                          <a:solidFill>
                            <a:schemeClr val="tx1"/>
                          </a:solidFill>
                          <a:effectLst/>
                          <a:latin typeface="+mn-lt"/>
                          <a:ea typeface="+mn-ea"/>
                          <a:cs typeface="+mn-cs"/>
                        </a:rPr>
                        <a:t>File Server by end of year</a:t>
                      </a:r>
                      <a:endParaRPr lang="en-IN" sz="1765" b="0" kern="1200">
                        <a:solidFill>
                          <a:schemeClr val="tx1"/>
                        </a:solidFill>
                        <a:effectLst/>
                        <a:latin typeface="+mn-lt"/>
                        <a:ea typeface="+mn-ea"/>
                        <a:cs typeface="+mn-cs"/>
                      </a:endParaRPr>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141084790"/>
                  </a:ext>
                </a:extLst>
              </a:tr>
              <a:tr h="711721">
                <a:tc>
                  <a:txBody>
                    <a:bodyPr/>
                    <a:lstStyle/>
                    <a:p>
                      <a:r>
                        <a:rPr lang="en-US"/>
                        <a:t>Putting the Azure hosting cost and migration aside, when can NCM start the migration</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tc>
                  <a:txBody>
                    <a:bodyPr/>
                    <a:lstStyle/>
                    <a:p>
                      <a:r>
                        <a:rPr lang="en-US"/>
                        <a:t>3 months</a:t>
                      </a:r>
                      <a:endParaRPr lang="en-IN"/>
                    </a:p>
                  </a:txBody>
                  <a:tcPr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281652659"/>
                  </a:ext>
                </a:extLst>
              </a:tr>
            </a:tbl>
          </a:graphicData>
        </a:graphic>
      </p:graphicFrame>
      <p:sp>
        <p:nvSpPr>
          <p:cNvPr id="11" name="Title 1">
            <a:extLst>
              <a:ext uri="{FF2B5EF4-FFF2-40B4-BE49-F238E27FC236}">
                <a16:creationId xmlns:a16="http://schemas.microsoft.com/office/drawing/2014/main" id="{31A69573-CC61-311E-BB5B-53FD6079722D}"/>
              </a:ext>
            </a:extLst>
          </p:cNvPr>
          <p:cNvSpPr txBox="1">
            <a:spLocks/>
          </p:cNvSpPr>
          <p:nvPr/>
        </p:nvSpPr>
        <p:spPr>
          <a:xfrm>
            <a:off x="442765" y="487882"/>
            <a:ext cx="11306469" cy="403137"/>
          </a:xfrm>
          <a:prstGeom prst="rect">
            <a:avLst/>
          </a:prstGeom>
        </p:spPr>
        <p:txBody>
          <a:bodyPr vert="horz" wrap="square" lIns="0" tIns="91440" rIns="146304" bIns="91440" rtlCol="0" anchor="ctr">
            <a:noAutofit/>
          </a:bodyPr>
          <a:lstStyle>
            <a:lvl1pPr algn="l" defTabSz="914192" rtl="0" eaLnBrk="1" latinLnBrk="0" hangingPunct="1">
              <a:lnSpc>
                <a:spcPts val="3136"/>
              </a:lnSpc>
              <a:spcBef>
                <a:spcPct val="0"/>
              </a:spcBef>
              <a:buNone/>
              <a:defRPr lang="en-US" sz="2745" b="0" kern="1200" cap="none" spc="-49" baseline="0">
                <a:ln w="3175">
                  <a:noFill/>
                </a:ln>
                <a:solidFill>
                  <a:srgbClr val="000000"/>
                </a:solidFill>
                <a:effectLst/>
                <a:latin typeface="+mj-lt"/>
                <a:ea typeface="+mn-ea"/>
                <a:cs typeface="Segoe UI" pitchFamily="34" charset="0"/>
              </a:defRPr>
            </a:lvl1pPr>
          </a:lstStyle>
          <a:p>
            <a:pPr>
              <a:lnSpc>
                <a:spcPct val="90000"/>
              </a:lnSpc>
            </a:pPr>
            <a:r>
              <a:rPr lang="en-US" sz="3200">
                <a:solidFill>
                  <a:schemeClr val="tx2">
                    <a:lumMod val="50000"/>
                  </a:schemeClr>
                </a:solidFill>
              </a:rPr>
              <a:t>Additional Information</a:t>
            </a:r>
          </a:p>
        </p:txBody>
      </p:sp>
      <p:pic>
        <p:nvPicPr>
          <p:cNvPr id="14" name="Picture 13" descr="A close up of a logo&#10;&#10;Description automatically generated">
            <a:extLst>
              <a:ext uri="{FF2B5EF4-FFF2-40B4-BE49-F238E27FC236}">
                <a16:creationId xmlns:a16="http://schemas.microsoft.com/office/drawing/2014/main" id="{D4732CFF-900C-6075-A49F-3F68AEA7F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206752319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00335" y="-82357"/>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a:ln>
                  <a:noFill/>
                </a:ln>
                <a:solidFill>
                  <a:srgbClr val="0078D4"/>
                </a:solidFill>
                <a:effectLst/>
                <a:uLnTx/>
                <a:uFillTx/>
                <a:latin typeface="Segoe UI Semibold"/>
                <a:ea typeface="+mj-ea"/>
                <a:cs typeface="+mj-cs"/>
              </a:rPr>
              <a:t>Appendix</a:t>
            </a:r>
          </a:p>
        </p:txBody>
      </p:sp>
      <p:pic>
        <p:nvPicPr>
          <p:cNvPr id="6" name="Picture 5" descr="A close up of a logo&#10;&#10;Description automatically generated">
            <a:extLst>
              <a:ext uri="{FF2B5EF4-FFF2-40B4-BE49-F238E27FC236}">
                <a16:creationId xmlns:a16="http://schemas.microsoft.com/office/drawing/2014/main" id="{7411CD3F-EBFA-2226-289C-2BBE15368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7" name="TextBox 6">
            <a:extLst>
              <a:ext uri="{FF2B5EF4-FFF2-40B4-BE49-F238E27FC236}">
                <a16:creationId xmlns:a16="http://schemas.microsoft.com/office/drawing/2014/main" id="{752016AF-63E2-EA1C-8E7B-1E108BE136F0}"/>
              </a:ext>
            </a:extLst>
          </p:cNvPr>
          <p:cNvSpPr txBox="1"/>
          <p:nvPr/>
        </p:nvSpPr>
        <p:spPr>
          <a:xfrm>
            <a:off x="3733179" y="1474619"/>
            <a:ext cx="6971355" cy="3754874"/>
          </a:xfrm>
          <a:prstGeom prst="rect">
            <a:avLst/>
          </a:prstGeom>
          <a:noFill/>
        </p:spPr>
        <p:txBody>
          <a:bodyPr wrap="square" rtlCol="0">
            <a:spAutoFit/>
          </a:bodyPr>
          <a:lstStyle/>
          <a:p>
            <a:pPr defTabSz="914225">
              <a:defRPr/>
            </a:pPr>
            <a:r>
              <a:rPr lang="en-GB" sz="1400">
                <a:hlinkClick r:id="rId3"/>
              </a:rPr>
              <a:t>Troubleshoot assessments in Azure Migrate - Azure Migrate | Microsoft Docs</a:t>
            </a:r>
            <a:br>
              <a:rPr lang="en-GB" sz="1400"/>
            </a:br>
            <a:br>
              <a:rPr lang="en-GB" sz="1400"/>
            </a:br>
            <a:r>
              <a:rPr lang="en-GB" sz="1400">
                <a:hlinkClick r:id="rId4"/>
              </a:rPr>
              <a:t>Azure Monitor overview - Azure Monitor | Microsoft Docs</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en-GB" sz="1400">
                <a:hlinkClick r:id="rId5"/>
              </a:rPr>
            </a:br>
            <a:r>
              <a:rPr lang="en-GB" sz="1400">
                <a:hlinkClick r:id="rId5"/>
              </a:rPr>
              <a:t>Microsoft Azure Marketplace</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en-GB" sz="1400">
                <a:hlinkClick r:id="rId6"/>
              </a:rPr>
            </a:br>
            <a:r>
              <a:rPr lang="en-GB" sz="1400">
                <a:hlinkClick r:id="rId6"/>
              </a:rPr>
              <a:t>Backup and Disaster Recovery | Microsoft Azure</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en-GB" sz="1400">
                <a:hlinkClick r:id="rId7"/>
              </a:rPr>
            </a:br>
            <a:r>
              <a:rPr lang="en-GB" sz="1400">
                <a:hlinkClick r:id="rId7"/>
              </a:rPr>
              <a:t>Azure Sentinel – Cloud-native SIEM Solution | Microsoft Azure</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en-GB" sz="1400">
                <a:hlinkClick r:id="rId8"/>
              </a:rPr>
            </a:br>
            <a:r>
              <a:rPr lang="en-GB" sz="1400">
                <a:hlinkClick r:id="rId8"/>
              </a:rPr>
              <a:t>Azure files | Microsoft Azure</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pt-BR" sz="1400">
                <a:hlinkClick r:id="rId9"/>
              </a:rPr>
            </a:br>
            <a:r>
              <a:rPr lang="pt-BR" sz="1400">
                <a:hlinkClick r:id="rId9"/>
              </a:rPr>
              <a:t>Azure Virtual Desktop | Microsoft Azure</a:t>
            </a:r>
            <a:endParaRPr kumimoji="0" lang="en-US" sz="2400" b="0" i="0" u="none" strike="noStrike" kern="1200" cap="none" spc="0" normalizeH="0" baseline="0" noProof="0">
              <a:ln>
                <a:noFill/>
              </a:ln>
              <a:solidFill>
                <a:srgbClr val="282828"/>
              </a:solidFill>
              <a:effectLst/>
              <a:uLnTx/>
              <a:uFillTx/>
              <a:latin typeface="Segoe UI Semibold"/>
              <a:ea typeface="+mn-ea"/>
              <a:cs typeface="+mn-cs"/>
            </a:endParaRPr>
          </a:p>
          <a:p>
            <a:pPr defTabSz="914225">
              <a:defRPr/>
            </a:pPr>
            <a:br>
              <a:rPr lang="pt-BR" sz="1400">
                <a:hlinkClick r:id="rId9"/>
              </a:rPr>
            </a:br>
            <a:r>
              <a:rPr lang="en-GB" sz="1400">
                <a:hlinkClick r:id="rId10"/>
              </a:rPr>
              <a:t>SQL Managed Instance | Microsoft Azure</a:t>
            </a:r>
            <a:br>
              <a:rPr lang="en-GB" sz="1400"/>
            </a:br>
            <a:br>
              <a:rPr lang="en-GB" sz="1400"/>
            </a:br>
            <a:r>
              <a:rPr lang="en-GB" sz="1400" err="1">
                <a:solidFill>
                  <a:srgbClr val="3883CE"/>
                </a:solidFill>
                <a:hlinkClick r:id="rId11">
                  <a:extLst>
                    <a:ext uri="{A12FA001-AC4F-418D-AE19-62706E023703}">
                      <ahyp:hlinkClr xmlns:ahyp="http://schemas.microsoft.com/office/drawing/2018/hyperlinkcolor" val="tx"/>
                    </a:ext>
                  </a:extLst>
                </a:hlinkClick>
              </a:rPr>
              <a:t>Azure</a:t>
            </a:r>
            <a:r>
              <a:rPr lang="en-GB" sz="1400">
                <a:solidFill>
                  <a:srgbClr val="3883CE"/>
                </a:solidFill>
                <a:hlinkClick r:id="rId11">
                  <a:extLst>
                    <a:ext uri="{A12FA001-AC4F-418D-AE19-62706E023703}">
                      <ahyp:hlinkClr xmlns:ahyp="http://schemas.microsoft.com/office/drawing/2018/hyperlinkcolor" val="tx"/>
                    </a:ext>
                  </a:extLst>
                </a:hlinkClick>
              </a:rPr>
              <a:t> Arc - Hybrid and </a:t>
            </a:r>
            <a:r>
              <a:rPr lang="en-GB" sz="1400" err="1">
                <a:solidFill>
                  <a:srgbClr val="3883CE"/>
                </a:solidFill>
                <a:hlinkClick r:id="rId11">
                  <a:extLst>
                    <a:ext uri="{A12FA001-AC4F-418D-AE19-62706E023703}">
                      <ahyp:hlinkClr xmlns:ahyp="http://schemas.microsoft.com/office/drawing/2018/hyperlinkcolor" val="tx"/>
                    </a:ext>
                  </a:extLst>
                </a:hlinkClick>
              </a:rPr>
              <a:t>Multicloud</a:t>
            </a:r>
            <a:r>
              <a:rPr lang="en-GB" sz="1400">
                <a:solidFill>
                  <a:srgbClr val="3883CE"/>
                </a:solidFill>
                <a:hlinkClick r:id="rId11">
                  <a:extLst>
                    <a:ext uri="{A12FA001-AC4F-418D-AE19-62706E023703}">
                      <ahyp:hlinkClr xmlns:ahyp="http://schemas.microsoft.com/office/drawing/2018/hyperlinkcolor" val="tx"/>
                    </a:ext>
                  </a:extLst>
                </a:hlinkClick>
              </a:rPr>
              <a:t> Management | Microsoft Azure</a:t>
            </a:r>
            <a:endParaRPr lang="en-US" sz="1400">
              <a:solidFill>
                <a:srgbClr val="3883CE"/>
              </a:solidFill>
            </a:endParaRPr>
          </a:p>
        </p:txBody>
      </p:sp>
    </p:spTree>
    <p:extLst>
      <p:ext uri="{BB962C8B-B14F-4D97-AF65-F5344CB8AC3E}">
        <p14:creationId xmlns:p14="http://schemas.microsoft.com/office/powerpoint/2010/main" val="1701798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7288-7E34-44F7-A8BD-617275D7CA2A}"/>
              </a:ext>
            </a:extLst>
          </p:cNvPr>
          <p:cNvSpPr>
            <a:spLocks noGrp="1"/>
          </p:cNvSpPr>
          <p:nvPr>
            <p:ph type="title"/>
          </p:nvPr>
        </p:nvSpPr>
        <p:spPr/>
        <p:txBody>
          <a:bodyPr/>
          <a:lstStyle/>
          <a:p>
            <a:r>
              <a:rPr lang="en-US" b="1">
                <a:solidFill>
                  <a:schemeClr val="bg1"/>
                </a:solidFill>
              </a:rPr>
              <a:t>Thank You</a:t>
            </a:r>
          </a:p>
        </p:txBody>
      </p:sp>
    </p:spTree>
    <p:extLst>
      <p:ext uri="{BB962C8B-B14F-4D97-AF65-F5344CB8AC3E}">
        <p14:creationId xmlns:p14="http://schemas.microsoft.com/office/powerpoint/2010/main" val="90954863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3siJGlkIjoiNSIsIl9hdHRhY2hlZE1pbGVzdG9uZXMiOltdLCJUYXNrRGVmaW5pdGlvbiI6eyIkaWQiOiI2IiwiR3JvdXBOYW1lIjpudWxsLCJTdGFydERhdGUiOiIyMDI0LTAzLTAxVDAwOjAwOjAwIiwiRW5kRGF0ZSI6IjIwMjQtMDMtMTVUMjM6NTk6MDAiLCJQZXJjZW50YWdlQ29tcGxldGUiOm51bGwsIlN0eWxlIjp7IiRpZCI6IjciLCJTaGFwZSI6MSwiU2hhcGVUaGlja25lc3MiOjMsIkR1cmF0aW9uRm9ybWF0IjowLCJJbmNsdWRlTm9uV29ya2luZ0RheXNJbkR1cmF0aW9uIjpmYWxzZSwiUGVyY2VudGFnZUNvbXBsZXRlU3R5bGUiOnsiJGlkIjoiOCIsIkZvbnRTZXR0aW5ncyI6eyIkaWQiOiI5IiwiRm9udFNpemUiOjEwLCJGb250TmFtZSI6IkNhbGlicmkiLCJJc0JvbGQiOmZhbHNlLCJJc0l0YWxpYyI6ZmFsc2UsIklzVW5kZXJsaW5lZCI6ZmFsc2UsIlBhcmVudFN0eWxlIjpudWxsfSwiQXV0b1NpemUiOjAsIkZvcmVncm91bmQiOnsiJGlkIjoiMTAiLCJDb2xvciI6eyIkaWQiOiIx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g5LCJSIjowLCJHIjowLCJCIjowfX0sIklzVmlzaWJsZSI6dHJ1ZSwiV2lkdGgiOjAuMCwiSGVpZ2h0IjowLjAsIkJvcmRlclN0eWxlIjp7IiRpZCI6IjI1IiwiTGluZUNvbG9yIjpudWxsLCJMaW5lV2VpZ2h0IjowLjAsIkxpbmVUeXBlIjowLCJQYXJlbnRTdHlsZSI6bnVsbH0sIlBhcmVudFN0eWxlIjpudWxsfSwiSG9yaXpvbnRhbENvbm5lY3RvclN0eWxlIjp7IiRpZCI6IjI2IiwiTGluZUNvbG9yIjp7IiRpZCI6IjI3IiwiJHR5cGUiOiJOTFJFLkNvbW1vbi5Eb20uU29saWRDb2xvckJydXNoLCBOTFJFLkNvbW1vbiIsIkNvbG9yIjp7IiRpZCI6IjI4IiwiQSI6MjU1LCJSIjoyMDQsIkciOjIwNCwiQiI6MjA0fX0sIkxpbmVXZWlnaHQiOjEuMCwiTGluZVR5cGUiOjAsIlBhcmVudFN0eWxlIjpudWxsfSwiVmVydGljYWxDb25uZWN0b3JTdHlsZSI6eyIkaWQiOiIyOSIsIkxpbmVDb2xvciI6eyIkaWQiOiIzMCIsIiR0eXBlIjoiTkxSRS5Db21tb24uRG9tLlNvbGlkQ29sb3JCcnVzaCwgTkxSRS5Db21tb24iLCJDb2xvciI6eyIkaWQiOiIzMSIsIkEiOjI1NSwiUiI6MjA0LCJHIjoyMDQsIkIiOjIwNH1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MywiSXNCZWxvd1RpbWViYW5kIjp0cnVlLCJQZXJjZW50YWdlQ29tcGxldGVTaGFwZU9wYWNpdHkiOjM1LCJTaGFwZVN0eWxlIjp7IiRpZCI6IjMyIiwiTWFyZ2luIjp7IiRpZCI6IjMzIiwiVG9wIjowLjAsIkxlZnQiOjQuMCwiUmlnaHQiOjQuMCwiQm90dG9tIjowLjB9LCJQYWRkaW5nIjp7IiRpZCI6IjM0IiwiVG9wIjowLjAsIkxlZnQiOjAuMCwiUmlnaHQiOjAuMCwiQm90dG9tIjowLjB9LCJCYWNrZ3JvdW5kIjp7IiRpZCI6IjM1IiwiQ29sb3IiOnsiJGlkIjoiMzYiLCJBIjoyNTUsIlIiOjgyLCJHIjoxNDcsIkIiOjIwNX19LCJJc1Zpc2libGUiOnRydWUsIldpZHRoIjo0Ni4wLCJIZWlnaHQiOjEzLjQyNjY5Mjk2MjY0NjQ4NCwiQm9yZGVyU3R5bGUiOnsiJGlkIjoiMzciLCJMaW5lQ29sb3IiOnsiJGlkIjoiMzgiLCIkdHlwZSI6Ik5MUkUuQ29tbW9uLkRvbS5Tb2xpZENvbG9yQnJ1c2gsIE5MUkUuQ29tbW9uIiwiQ29sb3IiOnsiJGlkIjoiMzkiLCJBIjoyNTUsIlIiOjI1NSwiRyI6MCwiQiI6MH19LCJMaW5lV2VpZ2h0IjowLjAsIkxpbmVUeXBlIjowLCJQYXJlbnRTdHlsZSI6bnVsbH0sIlBhcmVudFN0eWxlIjpudWxsfSwiVGl0bGVTdHlsZSI6eyIkaWQiOiI0MCIsIkZvbnRTZXR0aW5ncyI6eyIkaWQiOiI0MSIsIkZvbnRTaXplIjoxMSwiRm9udE5hbWUiOiJDYWxpYnJpIiwiSXNCb2xkIjpmYWxzZSwiSXNJdGFsaWMiOmZhbHNlLCJJc1VuZGVybGluZWQiOmZhbHNlLCJQYXJlbnRTdHlsZSI6bnVsbH0sIkF1dG9TaXplIjoyLCJGb3JlZ3JvdW5kIjp7IiRpZCI6IjQyIiwiQ29sb3IiOnsiJGlkIjoiNDMiLCJBIjoyNTUsIlIiOjI1NSwiRyI6MjU1LCJCIjoyNTV9fSwiTWF4V2lkdGgiOjQ1LjAsIk1heEhlaWdodCI6IkluZmluaXR5IiwiU21hcnRGb3JlZ3JvdW5kSXNBY3RpdmUiOmZhbHNlLCJIb3Jpem9udGFsQWxpZ25tZW50IjoxLCJWZXJ0aWNhbEFsaWdubWVudCI6MCwiU21hcnRGb3JlZ3JvdW5kIjpudWxsLCJCYWNrZ3JvdW5kRmlsbFR5cGUiOjAsIk1hcmdpbiI6eyIkaWQiOiI0NCIsIlRvcCI6MC4wLCJMZWZ0IjowLjAsIlJpZ2h0IjowLjAsIkJvdHRvbSI6MC4wfSwiUGFkZGluZyI6eyIkaWQiOiI0NSIsIlRvcCI6MC4wLCJMZWZ0IjowLjAsIlJpZ2h0IjowLjAsIkJvdHRvbSI6MC4wfSwiQmFja2dyb3VuZCI6eyIkaWQiOiI0NiIsIkNvbG9yIjp7IiRpZCI6IjQ3IiwiQSI6ODksIlIiOjAsIkciOjAsIkIiOjB9fSwiSXNWaXNpYmxlIjp0cnVlLCJXaWR0aCI6MC4wLCJIZWlnaHQiOjAuMCwiQm9yZGVyU3R5bGUiOnsiJGlkIjoiNDgiLCJMaW5lQ29sb3IiOm51bGwsIkxpbmVXZWlnaHQiOjAuMCwiTGluZVR5cGUiOjAsIlBhcmVudFN0eWxlIjpudWxsfSwiUGFyZW50U3R5bGUiOm51bGx9LCJEYXRlU3R5bGUiOnsiJGlkIjoiNDkiLCJGb250U2V0dGluZ3MiOnsiJGlkIjoiNTAiLCJGb250U2l6ZSI6MTAsIkZvbnROYW1lIjoiQ2FsaWJyaSIsIklzQm9sZCI6ZmFsc2UsIklzSXRhbGljIjpmYWxzZSwiSXNVbmRlcmxpbmVkIjpmYWxzZSwiUGFyZW50U3R5bGUiOm51bGx9LCJBdXRvU2l6ZSI6MCwiRm9yZWdyb3VuZCI6eyIkaWQiOiI1MSIsIkNvbG9yIjp7IiRpZCI6IjU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yIsIlRvcCI6MC4wLCJMZWZ0IjowLjAsIlJpZ2h0IjowLjAsIkJvdHRvbSI6MC4wfSwiUGFkZGluZyI6eyIkaWQiOiI1NCIsIlRvcCI6MC4wLCJMZWZ0IjowLjAsIlJpZ2h0IjowLjAsIkJvdHRvbSI6MC4wfSwiQmFja2dyb3VuZCI6eyIkaWQiOiI1NSIsIkNvbG9yIjp7IiRpZCI6IjU2IiwiQSI6ODksIlIiOjAsIkciOjAsIkIiOjB9fSwiSXNWaXNpYmxlIjp0cnVlLCJXaWR0aCI6MC4wLCJIZWlnaHQiOjAuMCwiQm9yZGVyU3R5bGUiOnsiJGlkIjoiNTciLCJMaW5lQ29sb3IiOm51bGwsIkxpbmVXZWlnaHQiOjAuMCwiTGluZVR5cGUiOjAsIlBhcmVudFN0eWxlIjpudWxsfSwiUGFyZW50U3R5bGUiOm51bGx9LCJEYXRlRm9ybWF0Ijp7IiRpZCI6IjU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5IiwiRm9ybWF0IjowLCJJc1Zpc2libGUiOmZhbHNlLCJMYXN0S25vd25WaXNpYmlsaXR5U3RhdGUiOmZhbHNlfSwiSXNWaXNpYmxlIjp0cnVlLCJQYXJlbnRTdHlsZSI6bnVsbH0sIkluZGV4IjowLCJTbWFydER1cmF0aW9uQWN0aXZhdGVkIjpmYWxzZSwiRGF0ZUZvcm1hdCI6eyIkcmVmIjoiNTgifSwiV2Vla051bWJlcmluZyI6eyIkaWQiOiI2MCIsIkZvcm1hdCI6MCwiSXNWaXNpYmxlIjpmYWxzZSwiTGFzdEtub3duVmlzaWJpbGl0eVN0YXRlIjpmYWxzZX0sIklkIjoiMTQ0MDk4YjMtYWZmYS00YmYxLTkwZmQtZmRhZjkwOTA3ZDZjIiwiSW1wb3J0SWQiOiI5IiwiVGl0bGUiOiJMWiBEZXNpZ24gIiwiTm90ZSI6bnVsbCwiSHlwZXJsaW5rIjp7IiRpZCI6IjYxIiwiQWRkcmVzcyI6bnVsbCwiU3ViQWRkcmVzcyI6bnVsbH0sIklzQ2hhbmdlZCI6ZmFsc2UsIklzTmV3IjpmYWxzZX19XSwiX21pbGVzdG9uZXMiOltdLCJJZCI6IjAwMDAwMDAwLTAwMDAtMDAwMC0wMDAwLTAwMDAwMDAwMDAwMCIsIklzU2luZ2xlSXRlbVJvdyI6dHJ1ZX0seyIkaWQiOiI2MiIsIl90YXNrcyI6W3siJGlkIjoiNjMiLCJfYXR0YWNoZWRNaWxlc3RvbmVzIjpbXSwiVGFza0RlZmluaXRpb24iOnsiJGlkIjoiNjQiLCJHcm91cE5hbWUiOm51bGwsIlN0YXJ0RGF0ZSI6IjIwMjQtMDMtMTVUMDA6MDA6MDAiLCJFbmREYXRlIjoiMjAyNC0wNC0wMVQyMzo1OTowMCIsIlBlcmNlbnRhZ2VDb21wbGV0ZSI6bnVsbCwiU3R5bGUiOnsiJGlkIjoiNjUiLCJTaGFwZSI6MSwiU2hhcGVUaGlja25lc3MiOjAsIkR1cmF0aW9uRm9ybWF0IjowLCJJbmNsdWRlTm9uV29ya2luZ0RheXNJbkR1cmF0aW9uIjpmYWxzZSwiUGVyY2VudGFnZUNvbXBsZXRlU3R5bGUiOnsiJGlkIjoiNjYiLCJGb250U2V0dGluZ3MiOnsiJGlkIjoiNjciLCJGb250U2l6ZSI6MTAsIkZvbnROYW1lIjoiQ2FsaWJyaSIsIklzQm9sZCI6ZmFsc2UsIklzSXRhbGljIjpmYWxzZSwiSXNVbmRlcmxpbmVkIjpmYWxzZSwiUGFyZW50U3R5bGUiOm51bGx9LCJBdXRvU2l6ZSI6MCwiRm9yZWdyb3VuZCI6eyIkaWQiOiI2OCIsIkNvbG9yIjp7IiRpZCI6IjY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AiLCJUb3AiOjAuMCwiTGVmdCI6MC4wLCJSaWdodCI6MC4wLCJCb3R0b20iOjAuMH0sIlBhZGRpbmciOnsiJGlkIjoiNzEiLCJUb3AiOjAuMCwiTGVmdCI6MC4wLCJSaWdodCI6MC4wLCJCb3R0b20iOjAuMH0sIkJhY2tncm91bmQiOnsiJGlkIjoiNzIiLCJDb2xvciI6eyIkaWQiOiI3MyIsIkEiOjg5LCJSIjowLCJHIjowLCJCIjowfX0sIklzVmlzaWJsZSI6dHJ1ZSwiV2lkdGgiOjAuMCwiSGVpZ2h0IjowLjAsIkJvcmRlclN0eWxlIjp7IiRpZCI6Ijc0IiwiTGluZUNvbG9yIjpudWxsLCJMaW5lV2VpZ2h0IjowLjAsIkxpbmVUeXBlIjowLCJQYXJlbnRTdHlsZSI6bnVsbH0sIlBhcmVudFN0eWxlIjpudWxsfSwiRHVyYXRpb25TdHlsZSI6eyIkaWQiOiI3NSIsIkZvbnRTZXR0aW5ncyI6eyIkaWQiOiI3NiIsIkZvbnRTaXplIjoxMCwiRm9udE5hbWUiOiJDYWxpYnJpIiwiSXNCb2xkIjpmYWxzZSwiSXNJdGFsaWMiOmZhbHNlLCJJc1VuZGVybGluZWQiOmZhbHNlLCJQYXJlbnRTdHlsZSI6bnVsbH0sIkF1dG9TaXplIjowLCJGb3JlZ3JvdW5kIjp7IiRpZCI6Ijc3IiwiQ29sb3IiOnsiJGlkIjoiNz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OSIsIlRvcCI6MC4wLCJMZWZ0IjowLjAsIlJpZ2h0IjowLjAsIkJvdHRvbSI6MC4wfSwiUGFkZGluZyI6eyIkaWQiOiI4MCIsIlRvcCI6MC4wLCJMZWZ0IjowLjAsIlJpZ2h0IjowLjAsIkJvdHRvbSI6MC4wfSwiQmFja2dyb3VuZCI6eyIkaWQiOiI4MSIsIkNvbG9yIjp7IiRpZCI6IjgyIiwiQSI6ODksIlIiOjAsIkciOjAsIkIiOjB9fSwiSXNWaXNpYmxlIjp0cnVlLCJXaWR0aCI6MC4wLCJIZWlnaHQiOjAuMCwiQm9yZGVyU3R5bGUiOnsiJGlkIjoiODMiLCJMaW5lQ29sb3IiOm51bGwsIkxpbmVXZWlnaHQiOjAuMCwiTGluZVR5cGUiOjAsIlBhcmVudFN0eWxlIjpudWxsfSwiUGFyZW50U3R5bGUiOm51bGx9LCJIb3Jpem9udGFsQ29ubmVjdG9yU3R5bGUiOnsiJGlkIjoiODQiLCJMaW5lQ29sb3IiOnsiJHJlZiI6IjI3In0sIkxpbmVXZWlnaHQiOjEuMCwiTGluZVR5cGUiOjAsIlBhcmVudFN0eWxlIjpudWxsfSwiVmVydGljYWxDb25uZWN0b3JTdHlsZSI6eyIkaWQiOiI4NSIsIkxpbmVDb2xvciI6eyIkcmVmIjoiMzA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4NiIsIk1hcmdpbiI6eyIkaWQiOiI4NyIsIlRvcCI6MC4wLCJMZWZ0Ijo0LjAsIlJpZ2h0Ijo0LjAsIkJvdHRvbSI6MC4wfSwiUGFkZGluZyI6eyIkaWQiOiI4OCIsIlRvcCI6MC4wLCJMZWZ0IjowLjAsIlJpZ2h0IjowLjAsIkJvdHRvbSI6MC4wfSwiQmFja2dyb3VuZCI6eyIkaWQiOiI4OSIsIkNvbG9yIjp7IiRpZCI6IjkwIiwiQSI6MjU1LCJSIjo4MiwiRyI6MTQ3LCJCIjoyMDV9fSwiSXNWaXNpYmxlIjp0cnVlLCJXaWR0aCI6NTUuMCwiSGVpZ2h0IjoxMy40MjY2OTI5NjI2NDY0ODQsIkJvcmRlclN0eWxlIjp7IiRpZCI6IjkxIiwiTGluZUNvbG9yIjp7IiRyZWYiOiIzOCJ9LCJMaW5lV2VpZ2h0IjowLjAsIkxpbmVUeXBlIjowLCJQYXJlbnRTdHlsZSI6bnVsbH0sIlBhcmVudFN0eWxlIjpudWxsfSwiVGl0bGVTdHlsZSI6eyIkaWQiOiI5MiIsIkZvbnRTZXR0aW5ncyI6eyIkaWQiOiI5MyIsIkZvbnRTaXplIjoxMSwiRm9udE5hbWUiOiJDYWxpYnJpIiwiSXNCb2xkIjpmYWxzZSwiSXNJdGFsaWMiOmZhbHNlLCJJc1VuZGVybGluZWQiOmZhbHNlLCJQYXJlbnRTdHlsZSI6bnVsbH0sIkF1dG9TaXplIjoyLCJGb3JlZ3JvdW5kIjp7IiRpZCI6Ijk0IiwiQ29sb3IiOnsiJGlkIjoiOTUiLCJBIjoyNTUsIlIiOjI1NSwiRyI6MjU1LCJCIjoyNTV9fSwiTWF4V2lkdGgiOjM4LjAsIk1heEhlaWdodCI6IkluZmluaXR5IiwiU21hcnRGb3JlZ3JvdW5kSXNBY3RpdmUiOmZhbHNlLCJIb3Jpem9udGFsQWxpZ25tZW50IjoxLCJWZXJ0aWNhbEFsaWdubWVudCI6MCwiU21hcnRGb3JlZ3JvdW5kIjpudWxsLCJCYWNrZ3JvdW5kRmlsbFR5cGUiOjAsIk1hcmdpbiI6eyIkaWQiOiI5NiIsIlRvcCI6MC4wLCJMZWZ0IjowLjAsIlJpZ2h0IjowLjAsIkJvdHRvbSI6MC4wfSwiUGFkZGluZyI6eyIkaWQiOiI5NyIsIlRvcCI6MC4wLCJMZWZ0IjowLjAsIlJpZ2h0IjowLjAsIkJvdHRvbSI6MC4wfSwiQmFja2dyb3VuZCI6eyIkaWQiOiI5OCIsIkNvbG9yIjp7IiRpZCI6Ijk5IiwiQSI6ODksIlIiOjAsIkciOjAsIkIiOjB9fSwiSXNWaXNpYmxlIjp0cnVlLCJXaWR0aCI6MC4wLCJIZWlnaHQiOjAuMCwiQm9yZGVyU3R5bGUiOnsiJGlkIjoiMTAwIiwiTGluZUNvbG9yIjpudWxsLCJMaW5lV2VpZ2h0IjowLjAsIkxpbmVUeXBlIjowLCJQYXJlbnRTdHlsZSI6bnVsbH0sIlBhcmVudFN0eWxlIjpudWxsfSwiRGF0ZVN0eWxlIjp7IiRpZCI6IjEwMSIsIkZvbnRTZXR0aW5ncyI6eyIkaWQiOiIxMDIiLCJGb250U2l6ZSI6MTAsIkZvbnROYW1lIjoiQ2FsaWJyaSIsIklzQm9sZCI6ZmFsc2UsIklzSXRhbGljIjpmYWxzZSwiSXNVbmRlcmxpbmVkIjpmYWxzZSwiUGFyZW50U3R5bGUiOm51bGx9LCJBdXRvU2l6ZSI6MCwiRm9yZWdyb3VuZCI6eyIkaWQiOiIxMDMiLCJDb2xvciI6eyIkaWQiOiIxMD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NSIsIlRvcCI6MC4wLCJMZWZ0IjowLjAsIlJpZ2h0IjowLjAsIkJvdHRvbSI6MC4wfSwiUGFkZGluZyI6eyIkaWQiOiIxMDYiLCJUb3AiOjAuMCwiTGVmdCI6MC4wLCJSaWdodCI6MC4wLCJCb3R0b20iOjAuMH0sIkJhY2tncm91bmQiOnsiJGlkIjoiMTA3IiwiQ29sb3IiOnsiJGlkIjoiMTA4IiwiQSI6ODksIlIiOjAsIkciOjAsIkIiOjB9fSwiSXNWaXNpYmxlIjp0cnVlLCJXaWR0aCI6MC4wLCJIZWlnaHQiOjAuMCwiQm9yZGVyU3R5bGUiOnsiJGlkIjoiMTA5IiwiTGluZUNvbG9yIjpudWxsLCJMaW5lV2VpZ2h0IjowLjAsIkxpbmVUeXBlIjowLCJQYXJlbnRTdHlsZSI6bnVsbH0sIlBhcmVudFN0eWxlIjpudWxsfSwiRGF0ZUZvcm1hdCI6eyIkaWQiOiIxM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xIiwiRm9ybWF0IjowLCJJc1Zpc2libGUiOmZhbHNlLCJMYXN0S25vd25WaXNpYmlsaXR5U3RhdGUiOmZhbHNlfSwiSXNWaXNpYmxlIjp0cnVlLCJQYXJlbnRTdHlsZSI6bnVsbH0sIkluZGV4IjoxLCJTbWFydER1cmF0aW9uQWN0aXZhdGVkIjpmYWxzZSwiRGF0ZUZvcm1hdCI6eyIkcmVmIjoiMTEwIn0sIldlZWtOdW1iZXJpbmciOnsiJGlkIjoiMTEyIiwiRm9ybWF0IjowLCJJc1Zpc2libGUiOmZhbHNlLCJMYXN0S25vd25WaXNpYmlsaXR5U3RhdGUiOmZhbHNlfSwiSWQiOiJkMjU4MWJkYS1lNjJlLTRlODUtYjdmZi05ZjkxY2M3ODRiZWEiLCJJbXBvcnRJZCI6IjEwIiwiVGl0bGUiOiJMWiBCdWlsZCAiLCJOb3RlIjpudWxsLCJIeXBlcmxpbmsiOnsiJGlkIjoiMTEzIiwiQWRkcmVzcyI6bnVsbCwiU3ViQWRkcmVzcyI6bnVsbH0sIklzQ2hhbmdlZCI6ZmFsc2UsIklzTmV3IjpmYWxzZX19XSwiX21pbGVzdG9uZXMiOltdLCJJZCI6IjAwMDAwMDAwLTAwMDAtMDAwMC0wMDAwLTAwMDAwMDAwMDAwMCIsIklzU2luZ2xlSXRlbVJvdyI6dHJ1ZX1dLCJJbmRleCI6MCwiSWQiOiJmY2VjNjMzMC1kYzRkLTRiZDUtYmI1YS0zMWQzZDBmZTc4YTQiLCJIZWFkZXJUZXh0IjpudWxsLCJJc0RlZmF1bHQiOnRydWUsIlN0eWxlIjp7IiRpZCI6IjExNCIsIkhlYWRlclN0eWxlIjp7IiRpZCI6IjExNSIsIlRleHRTdHlsZSI6eyIkaWQiOiIxMTYiLCJGb250U2V0dGluZ3MiOnsiJGlkIjoiMTE3IiwiRm9udFNpemUiOjEyLCJGb250TmFtZSI6IkNhbGlicmkiLCJJc0JvbGQiOmZhbHNlLCJJc0l0YWxpYyI6ZmFsc2UsIklzVW5kZXJsaW5lZCI6ZmFsc2UsIlBhcmVudFN0eWxlIjpudWxsfSwiQXV0b1NpemUiOjAsIkZvcmVncm91bmQiOnsiJGlkIjoiMTE4IiwiQ29sb3IiOnsiJGlkIjoiMTE5IiwiQSI6MjU1LCJSIjowLCJHIjowLCJCIjowfX0sIk1heFdpZHRoIjowLjAsIk1heEhlaWdodCI6MC4wLCJTbWFydEZvcmVncm91bmRJc0FjdGl2ZSI6ZmFsc2UsIkhvcml6b250YWxBbGlnbm1lbnQiOjAsIlZlcnRpY2FsQWxpZ25tZW50IjowLCJTbWFydEZvcmVncm91bmQiOm51bGwsIkJhY2tncm91bmRGaWxsVHlwZSI6MCwiTWFyZ2luIjp7IiRpZCI6IjEyMCIsIlRvcCI6MC4wLCJMZWZ0IjowLjAsIlJpZ2h0IjowLjAsIkJvdHRvbSI6MC4wfSwiUGFkZGluZyI6eyIkaWQiOiIxMjEiLCJUb3AiOjAuMCwiTGVmdCI6MC4wLCJSaWdodCI6MC4wLCJCb3R0b20iOjAuMH0sIkJhY2tncm91bmQiOm51bGwsIklzVmlzaWJsZSI6ZmFsc2UsIldpZHRoIjowLjAsIkhlaWdodCI6MC4wLCJCb3JkZXJTdHlsZSI6bnVsbCwiUGFyZW50U3R5bGUiOm51bGx9LCJSZWN0YW5nbGVTdHlsZSI6eyIkaWQiOiIxMjIiLCJNYXJnaW4iOnsiJGlkIjoiMTIzIiwiVG9wIjowLjAsIkxlZnQiOjAuMCwiUmlnaHQiOjAuMCwiQm90dG9tIjowLjB9LCJQYWRkaW5nIjp7IiRpZCI6IjEyNCIsIlRvcCI6MC4wLCJMZWZ0IjowLjAsIlJpZ2h0IjowLjAsIkJvdHRvbSI6MC4wfSwiQmFja2dyb3VuZCI6eyIkaWQiOiIxMjUiLCJDb2xvciI6eyIkaWQiOiIxMjYiLCJBIjo2MywiUiI6OTEsIkciOjE1NSwiQiI6MjEzfX0sIklzVmlzaWJsZSI6ZmFsc2UsIldpZHRoIjowLjAsIkhlaWdodCI6MC4wLCJCb3JkZXJTdHlsZSI6eyIkaWQiOiIxMjciLCJMaW5lQ29sb3IiOnsiJGlkIjoiMTI4IiwiJHR5cGUiOiJOTFJFLkNvbW1vbi5Eb20uU29saWRDb2xvckJydXNoLCBOTFJFLkNvbW1vbiIsIkNvbG9yIjp7IiRpZCI6IjEyOSIsIkEiOjI1NSwiUiI6MjU1LCJHIjowLCJCIjowfX0sIkxpbmVXZWlnaHQiOjAuMCwiTGluZVR5cGUiOjAsIlBhcmVudFN0eWxlIjpudWxsfSwiUGFyZW50U3R5bGUiOm51bGx9LCJNYXJnaW4iOnsiJGlkIjoiMTMwIiwiVG9wIjowLjAsIkxlZnQiOjAuMCwiUmlnaHQiOjAuMCwiQm90dG9tIjowLjB9LCJQYWRkaW5nIjp7IiRpZCI6IjEzMSIsIlRvcCI6MC4wLCJMZWZ0IjowLjAsIlJpZ2h0IjowLjAsIkJvdHRvbSI6MC4wfSwiQmFja2dyb3VuZCI6bnVsbCwiSXNWaXNpYmxlIjp0cnVlLCJXaWR0aCI6MC4wLCJIZWlnaHQiOjAuMCwiQm9yZGVyU3R5bGUiOm51bGwsIlBhcmVudFN0eWxlIjpudWxsfSwiQmFja2dyb3VuZFN0eWxlIjp7IiRpZCI6IjEzMiIsIk1hcmdpbiI6eyIkaWQiOiIxMzMiLCJUb3AiOjAuMCwiTGVmdCI6MC4wLCJSaWdodCI6MC4wLCJCb3R0b20iOjAuMH0sIlBhZGRpbmciOnsiJGlkIjoiMTM0IiwiVG9wIjowLjAsIkxlZnQiOjAuMCwiUmlnaHQiOjAuMCwiQm90dG9tIjowLjB9LCJCYWNrZ3JvdW5kIjp7IiRpZCI6IjEzNSIsIkNvbG9yIjp7IiRpZCI6IjEzNiIsIkEiOjUxLCJSIjoxNjUsIkciOjE2NSwiQiI6MTY1fX0sIklzVmlzaWJsZSI6dHJ1ZSwiV2lkdGgiOjAuMCwiSGVpZ2h0IjowLjAsIkJvcmRlclN0eWxlIjp7IiRpZCI6IjEzNyIsIkxpbmVDb2xvciI6eyIkaWQiOiIxMzgiLCIkdHlwZSI6Ik5MUkUuQ29tbW9uLkRvbS5Tb2xpZENvbG9yQnJ1c2gsIE5MUkUuQ29tbW9uIiwiQ29sb3IiOnsiJGlkIjoiMTM5IiwiQSI6MjU1LCJSIjoyNTUsIkciOjAsIkIiOjB9fSwiTGluZVdlaWdodCI6MC4wLCJMaW5lVHlwZSI6MCwiUGFyZW50U3R5bGUiOm51bGx9LCJQYXJlbnRTdHlsZSI6bnVsbH0sIk1hcmdpbiI6eyIkaWQiOiIxNDAiLCJUb3AiOjAuMCwiTGVmdCI6MC4wLCJSaWdodCI6MC4wLCJCb3R0b20iOjAuMH0sIlBhZGRpbmciOnsiJGlkIjoiMTQxIiwiVG9wIjowLjAsIkxlZnQiOjAuMCwiUmlnaHQiOjAuMCwiQm90dG9tIjowLjB9LCJJc1Zpc2libGUiOnRydWUsIldpZHRoIjowLjAsIkhlaWdodCI6MC4wLCJCb3JkZXJTdHlsZSI6bnVsbCwiUGFyZW50U3R5bGUiOm51bGx9fV0sIklkIjoiODcwMDA1ODItNmQyMS00MjQxLThmMzQtOWJjZTE2YjczOGQ2IiwiSW5kZXgiOjAsIkhlYWRlclRleHQiOiJMYW5kaW5nIFpvbmUgIiwiU3R5bGUiOnsiJGlkIjoiMTQyIiwiSGVhZGVyU3R5bGUiOnsiJGlkIjoiMTQzIiwiVGV4dElzVmVydGljYWwiOmZhbHNlLCJUZXh0U3R5bGUiOnsiJGlkIjoiMTQ0IiwiRm9udFNldHRpbmdzIjp7IiRpZCI6IjE0NSIsIkZvbnRTaXplIjoxMCwiRm9udE5hbWUiOiJGcmFua2xpbiBHb3RoaWMgTWVkaXVtIiwiSXNCb2xkIjpmYWxzZSwiSXNJdGFsaWMiOmZhbHNlLCJJc1VuZGVybGluZWQiOmZhbHNlLCJQYXJlbnRTdHlsZSI6bnVsbH0sIkF1dG9TaXplIjowLCJGb3JlZ3JvdW5kIjp7IiRpZCI6IjE0NiIsIkNvbG9yIjp7IiRpZCI6IjE0NyIsIkEiOjI1NSwiUiI6MzIsIkciOjU2LCJCIjoxMDB9fSwiTWF4V2lkdGgiOjAuMCwiTWF4SGVpZ2h0IjowLjAsIlNtYXJ0Rm9yZWdyb3VuZElzQWN0aXZlIjpmYWxzZSwiSG9yaXpvbnRhbEFsaWdubWVudCI6MCwiVmVydGljYWxBbGlnbm1lbnQiOjAsIlNtYXJ0Rm9yZWdyb3VuZCI6bnVsbCwiQmFja2dyb3VuZEZpbGxUeXBlIjowLCJNYXJnaW4iOnsiJGlkIjoiMTQ4IiwiVG9wIjowLjAsIkxlZnQiOjAuMCwiUmlnaHQiOjAuMCwiQm90dG9tIjowLjB9LCJQYWRkaW5nIjp7IiRpZCI6IjE0OSIsIlRvcCI6MC4wLCJMZWZ0IjowLjAsIlJpZ2h0IjowLjAsIkJvdHRvbSI6MC4wfSwiQmFja2dyb3VuZCI6bnVsbCwiSXNWaXNpYmxlIjp0cnVlLCJXaWR0aCI6MC4wLCJIZWlnaHQiOjAuMCwiQm9yZGVyU3R5bGUiOm51bGwsIlBhcmVudFN0eWxlIjpudWxsfSwiUmVjdGFuZ2xlU3R5bGUiOnsiJGlkIjoiMTUwIiwiTWFyZ2luIjp7IiRpZCI6IjE1MSIsIlRvcCI6MC4wLCJMZWZ0IjowLjAsIlJpZ2h0IjowLjAsIkJvdHRvbSI6MC4wfSwiUGFkZGluZyI6eyIkaWQiOiIxNTIiLCJUb3AiOjAuMCwiTGVmdCI6MC4wLCJSaWdodCI6MC4wLCJCb3R0b20iOjAuMH0sIkJhY2tncm91bmQiOnsiJGlkIjoiMTUzIiwiQ29sb3IiOnsiJGlkIjoiMTU0IiwiQSI6MTI3LCJSIjo5MSwiRyI6MTU1LCJCIjoyMTN9fSwiSXNWaXNpYmxlIjpmYWxzZSwiV2lkdGgiOjAuMCwiSGVpZ2h0IjowLjAsIkJvcmRlclN0eWxlIjp7IiRpZCI6IjE1NSIsIkxpbmVDb2xvciI6eyIkaWQiOiIxNTYiLCIkdHlwZSI6Ik5MUkUuQ29tbW9uLkRvbS5Tb2xpZENvbG9yQnJ1c2gsIE5MUkUuQ29tbW9uIiwiQ29sb3IiOnsiJGlkIjoiMTU3IiwiQSI6MjU1LCJSIjoyNTUsIkciOjAsIkIiOjB9fSwiTGluZVdlaWdodCI6MC4wLCJMaW5lVHlwZSI6MCwiUGFyZW50U3R5bGUiOm51bGx9LCJQYXJlbnRTdHlsZSI6bnVsbH0sIk1hcmdpbiI6eyIkaWQiOiIxNTgiLCJUb3AiOjAuMCwiTGVmdCI6MC4wLCJSaWdodCI6MC4wLCJCb3R0b20iOjAuMH0sIlBhZGRpbmciOnsiJGlkIjoiMTU5IiwiVG9wIjowLjAsIkxlZnQiOjAuMCwiUmlnaHQiOjAuMCwiQm90dG9tIjowLjB9LCJCYWNrZ3JvdW5kIjpudWxsLCJJc1Zpc2libGUiOnRydWUsIldpZHRoIjowLjAsIkhlaWdodCI6MC4wLCJCb3JkZXJTdHlsZSI6bnVsbCwiUGFyZW50U3R5bGUiOm51bGx9LCJCYWNrZ3JvdW5kU3R5bGUiOnsiJGlkIjoiMTYwIiwiTWFyZ2luIjp7IiRpZCI6IjE2MSIsIlRvcCI6MC4wLCJMZWZ0IjowLjAsIlJpZ2h0IjowLjAsIkJvdHRvbSI6MC4wfSwiUGFkZGluZyI6eyIkaWQiOiIxNjIiLCJUb3AiOjAuMCwiTGVmdCI6MC4wLCJSaWdodCI6MC4wLCJCb3R0b20iOjAuMH0sIkJhY2tncm91bmQiOnsiJGlkIjoiMTYzIiwiQ29sb3IiOnsiJGlkIjoiMTY0IiwiQSI6MzgsIlIiOjkxLCJHIjoxNTUsIkIiOjIxM319LCJJc1Zpc2libGUiOnRydWUsIldpZHRoIjowLjAsIkhlaWdodCI6MC4wLCJCb3JkZXJTdHlsZSI6eyIkaWQiOiIxNjUiLCJMaW5lQ29sb3IiOnsiJGlkIjoiMTY2IiwiJHR5cGUiOiJOTFJFLkNvbW1vbi5Eb20uU29saWRDb2xvckJydXNoLCBOTFJFLkNvbW1vbiIsIkNvbG9yIjp7IiRpZCI6IjE2NyIsIkEiOjI1NSwiUiI6MjU1LCJHIjowLCJCIjowfX0sIkxpbmVXZWlnaHQiOjAuMCwiTGluZVR5cGUiOjAsIlBhcmVudFN0eWxlIjpudWxsfSwiUGFyZW50U3R5bGUiOm51bGx9LCJJc0Fib3ZlVGltZWJhbmQiOmZhbHNlLCJNYXJnaW4iOnsiJGlkIjoiMTY4IiwiVG9wIjowLjAsIkxlZnQiOjAuMCwiUmlnaHQiOjAuMCwiQm90dG9tIjowLjB9LCJQYWRkaW5nIjp7IiRpZCI6IjE2OSIsIlRvcCI6MC4wLCJMZWZ0IjowLjAsIlJpZ2h0IjowLjAsIkJvdHRvbSI6MC4wfSwiSXNWaXNpYmxlIjp0cnVlLCJXaWR0aCI6ODg5LjAsIkhlaWdodCI6MzUuODUzMzA1ODE2NjUwMzkxLCJCb3JkZXJTdHlsZSI6eyIkaWQiOiIxNzAiLCJMaW5lQ29sb3IiOm51bGwsIkxpbmVXZWlnaHQiOjAuMCwiTGluZVR5cGUiOjAsIlBhcmVudFN0eWxlIjpudWxsfSwiUGFyZW50U3R5bGUiOm51bGx9fSx7IiRpZCI6IjE3MSIsIl9hY3Rpdml0aWVzIjpbeyIkaWQiOiIxNzIiLCJfcm93cyI6W3siJGlkIjoiMTczIiwiX3Rhc2tzIjpbeyIkaWQiOiIxNzQiLCJfYXR0YWNoZWRNaWxlc3RvbmVzIjpbXSwiVGFza0RlZmluaXRpb24iOnsiJGlkIjoiMTc1IiwiR3JvdXBOYW1lIjpudWxsLCJTdGFydERhdGUiOiIyMDI0LTA0LTAxVDAwOjAwOjAwIiwiRW5kRGF0ZSI6IjIwMjQtMDUtMDFUMjM6NTk6MDAiLCJQZXJjZW50YWdlQ29tcGxldGUiOm51bGwsIlN0eWxlIjp7IiRpZCI6IjE3NiIsIlNoYXBlIjo2LCJTaGFwZVRoaWNrbmVzcyI6MSwiRHVyYXRpb25Gb3JtYXQiOjAsIkluY2x1ZGVOb25Xb3JraW5nRGF5c0luRHVyYXRpb24iOmZhbHNlLCJQZXJjZW50YWdlQ29tcGxldGVTdHlsZSI6eyIkaWQiOiIxNzciLCJGb250U2V0dGluZ3MiOnsiJGlkIjoiMTc4IiwiRm9udFNpemUiOjEwLCJGb250TmFtZSI6IkNhbGlicmkiLCJJc0JvbGQiOmZhbHNlLCJJc0l0YWxpYyI6ZmFsc2UsIklzVW5kZXJsaW5lZCI6ZmFsc2UsIlBhcmVudFN0eWxlIjpudWxsfSwiQXV0b1NpemUiOjAsIkZvcmVncm91bmQiOnsiJGlkIjoiMTc5IiwiQ29sb3IiOnsiJGlkIjoiMTg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gxIiwiVG9wIjowLjAsIkxlZnQiOjAuMCwiUmlnaHQiOjAuMCwiQm90dG9tIjowLjB9LCJQYWRkaW5nIjp7IiRpZCI6IjE4MiIsIlRvcCI6MC4wLCJMZWZ0IjowLjAsIlJpZ2h0IjowLjAsIkJvdHRvbSI6MC4wfSwiQmFja2dyb3VuZCI6eyIkaWQiOiIxODMiLCJDb2xvciI6eyIkaWQiOiIxODQiLCJBIjo4OSwiUiI6MCwiRyI6MCwiQiI6MH19LCJJc1Zpc2libGUiOnRydWUsIldpZHRoIjowLjAsIkhlaWdodCI6MC4wLCJCb3JkZXJTdHlsZSI6eyIkaWQiOiIxODUiLCJMaW5lQ29sb3IiOm51bGwsIkxpbmVXZWlnaHQiOjAuMCwiTGluZVR5cGUiOjAsIlBhcmVudFN0eWxlIjpudWxsfSwiUGFyZW50U3R5bGUiOm51bGx9LCJEdXJhdGlvblN0eWxlIjp7IiRpZCI6IjE4NiIsIkZvbnRTZXR0aW5ncyI6eyIkaWQiOiIxODciLCJGb250U2l6ZSI6MTAsIkZvbnROYW1lIjoiQ2FsaWJyaSIsIklzQm9sZCI6ZmFsc2UsIklzSXRhbGljIjpmYWxzZSwiSXNVbmRlcmxpbmVkIjpmYWxzZSwiUGFyZW50U3R5bGUiOm51bGx9LCJBdXRvU2l6ZSI6MCwiRm9yZWdyb3VuZCI6eyIkaWQiOiIxODgiLCJDb2xvciI6eyIkaWQiOiIxO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AiLCJUb3AiOjAuMCwiTGVmdCI6MC4wLCJSaWdodCI6MC4wLCJCb3R0b20iOjAuMH0sIlBhZGRpbmciOnsiJGlkIjoiMTkxIiwiVG9wIjowLjAsIkxlZnQiOjAuMCwiUmlnaHQiOjAuMCwiQm90dG9tIjowLjB9LCJCYWNrZ3JvdW5kIjp7IiRpZCI6IjE5MiIsIkNvbG9yIjp7IiRpZCI6IjE5MyIsIkEiOjg5LCJSIjowLCJHIjowLCJCIjowfX0sIklzVmlzaWJsZSI6dHJ1ZSwiV2lkdGgiOjAuMCwiSGVpZ2h0IjowLjAsIkJvcmRlclN0eWxlIjp7IiRpZCI6IjE5NCIsIkxpbmVDb2xvciI6bnVsbCwiTGluZVdlaWdodCI6MC4wLCJMaW5lVHlwZSI6MCwiUGFyZW50U3R5bGUiOm51bGx9LCJQYXJlbnRTdHlsZSI6bnVsbH0sIkhvcml6b250YWxDb25uZWN0b3JTdHlsZSI6eyIkaWQiOiIxOTUiLCJMaW5lQ29sb3IiOnsiJHJlZiI6IjI3In0sIkxpbmVXZWlnaHQiOjEuMCwiTGluZVR5cGUiOjAsIlBhcmVudFN0eWxlIjpudWxsfSwiVmVydGljYWxDb25uZWN0b3JTdHlsZSI6eyIkaWQiOiIxOTY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k3IiwiTWFyZ2luIjp7IiRpZCI6IjE5OCIsIlRvcCI6MC4wLCJMZWZ0Ijo0LjAsIlJpZ2h0Ijo0LjAsIkJvdHRvbSI6MC4wfSwiUGFkZGluZyI6eyIkaWQiOiIxOTkiLCJUb3AiOjAuMCwiTGVmdCI6MC4wLCJSaWdodCI6MC4wLCJCb3R0b20iOjAuMH0sIkJhY2tncm91bmQiOnsiJGlkIjoiMjAwIiwiQ29sb3IiOnsiJGlkIjoiMjAxIiwiQSI6MjU1LCJSIjoyNTQsIkciOjE4NiwiQiI6MTB9fSwiSXNWaXNpYmxlIjp0cnVlLCJXaWR0aCI6OTQuMCwiSGVpZ2h0IjoxNi4wLCJCb3JkZXJTdHlsZSI6eyIkaWQiOiIyMDIiLCJMaW5lQ29sb3IiOnsiJHJlZiI6IjM4In0sIkxpbmVXZWlnaHQiOjAuMCwiTGluZVR5cGUiOjAsIlBhcmVudFN0eWxlIjpudWxsfSwiUGFyZW50U3R5bGUiOm51bGx9LCJUaXRsZVN0eWxlIjp7IiRpZCI6IjIwMyIsIkZvbnRTZXR0aW5ncyI6eyIkaWQiOiIyMDQiLCJGb250U2l6ZSI6MTEsIkZvbnROYW1lIjoiQ2FsaWJyaSIsIklzQm9sZCI6ZmFsc2UsIklzSXRhbGljIjpmYWxzZSwiSXNVbmRlcmxpbmVkIjpmYWxzZSwiUGFyZW50U3R5bGUiOm51bGx9LCJBdXRvU2l6ZSI6MiwiRm9yZWdyb3VuZCI6eyIkaWQiOiIyMDUiLCJDb2xvciI6eyIkaWQiOiIyMDY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yMDciLCJUb3AiOjAuMCwiTGVmdCI6MC4wLCJSaWdodCI6MC4wLCJCb3R0b20iOjAuMH0sIlBhZGRpbmciOnsiJGlkIjoiMjA4IiwiVG9wIjowLjAsIkxlZnQiOjAuMCwiUmlnaHQiOjAuMCwiQm90dG9tIjowLjB9LCJCYWNrZ3JvdW5kIjp7IiRpZCI6IjIwOSIsIkNvbG9yIjp7IiRpZCI6IjIxMCIsIkEiOjg5LCJSIjowLCJHIjowLCJCIjowfX0sIklzVmlzaWJsZSI6dHJ1ZSwiV2lkdGgiOjAuMCwiSGVpZ2h0IjowLjAsIkJvcmRlclN0eWxlIjp7IiRpZCI6IjIxMSIsIkxpbmVDb2xvciI6bnVsbCwiTGluZVdlaWdodCI6MC4wLCJMaW5lVHlwZSI6MCwiUGFyZW50U3R5bGUiOm51bGx9LCJQYXJlbnRTdHlsZSI6bnVsbH0sIkRhdGVTdHlsZSI6eyIkaWQiOiIyMTIiLCJGb250U2V0dGluZ3MiOnsiJGlkIjoiMjEzIiwiRm9udFNpemUiOjEwLCJGb250TmFtZSI6IkNhbGlicmkiLCJJc0JvbGQiOmZhbHNlLCJJc0l0YWxpYyI6ZmFsc2UsIklzVW5kZXJsaW5lZCI6ZmFsc2UsIlBhcmVudFN0eWxlIjpudWxsfSwiQXV0b1NpemUiOjAsIkZvcmVncm91bmQiOnsiJGlkIjoiMjE0IiwiQ29sb3IiOnsiJGlkIjoiMjE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YiLCJUb3AiOjAuMCwiTGVmdCI6MC4wLCJSaWdodCI6MC4wLCJCb3R0b20iOjAuMH0sIlBhZGRpbmciOnsiJGlkIjoiMjE3IiwiVG9wIjowLjAsIkxlZnQiOjAuMCwiUmlnaHQiOjAuMCwiQm90dG9tIjowLjB9LCJCYWNrZ3JvdW5kIjp7IiRpZCI6IjIxOCIsIkNvbG9yIjp7IiRpZCI6IjIxOSIsIkEiOjg5LCJSIjowLCJHIjowLCJCIjowfX0sIklzVmlzaWJsZSI6dHJ1ZSwiV2lkdGgiOjAuMCwiSGVpZ2h0IjowLjAsIkJvcmRlclN0eWxlIjp7IiRpZCI6IjIyMCIsIkxpbmVDb2xvciI6bnVsbCwiTGluZVdlaWdodCI6MC4wLCJMaW5lVHlwZSI6MCwiUGFyZW50U3R5bGUiOm51bGx9LCJQYXJlbnRTdHlsZSI6bnVsbH0sIkRhdGVGb3JtYXQiOnsiJGlkIjoiMjI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iIsIkZvcm1hdCI6MCwiSXNWaXNpYmxlIjpmYWxzZSwiTGFzdEtub3duVmlzaWJpbGl0eVN0YXRlIjpmYWxzZX0sIklzVmlzaWJsZSI6dHJ1ZSwiUGFyZW50U3R5bGUiOm51bGx9LCJJbmRleCI6MCwiU21hcnREdXJhdGlvbkFjdGl2YXRlZCI6ZmFsc2UsIkRhdGVGb3JtYXQiOnsiJHJlZiI6IjIyMSJ9LCJXZWVrTnVtYmVyaW5nIjp7IiRpZCI6IjIyMyIsIkZvcm1hdCI6MCwiSXNWaXNpYmxlIjpmYWxzZSwiTGFzdEtub3duVmlzaWJpbGl0eVN0YXRlIjpmYWxzZX0sIklkIjoiOWRmYjEyZTEtZTRiNC00ZDJlLWE5ZDMtNWZlNzQzOWZlYWU4IiwiSW1wb3J0SWQiOiIxMSIsIlRpdGxlIjoiV2F2ZSAxIiwiTm90ZSI6bnVsbCwiSHlwZXJsaW5rIjp7IiRpZCI6IjIyNCIsIkFkZHJlc3MiOm51bGwsIlN1YkFkZHJlc3MiOm51bGx9LCJJc0NoYW5nZWQiOmZhbHNlLCJJc05ldyI6ZmFsc2V9fV0sIl9taWxlc3RvbmVzIjpbXSwiSWQiOiIwMDAwMDAwMC0wMDAwLTAwMDAtMDAwMC0wMDAwMDAwMDAwMDAiLCJJc1NpbmdsZUl0ZW1Sb3ciOnRydWV9LHsiJGlkIjoiMjI1IiwiX3Rhc2tzIjpbeyIkaWQiOiIyMjYiLCJfYXR0YWNoZWRNaWxlc3RvbmVzIjpbXSwiVGFza0RlZmluaXRpb24iOnsiJGlkIjoiMjI3IiwiR3JvdXBOYW1lIjpudWxsLCJTdGFydERhdGUiOiIyMDI0LTA1LTAxVDAwOjAwOjAwIiwiRW5kRGF0ZSI6IjIwMjQtMDYtMDFUMjM6NTk6MDAiLCJQZXJjZW50YWdlQ29tcGxldGUiOm51bGwsIlN0eWxlIjp7IiRpZCI6IjIyOCIsIlNoYXBlIjo2LCJTaGFwZVRoaWNrbmVzcyI6MSwiRHVyYXRpb25Gb3JtYXQiOjAsIkluY2x1ZGVOb25Xb3JraW5nRGF5c0luRHVyYXRpb24iOmZhbHNlLCJQZXJjZW50YWdlQ29tcGxldGVTdHlsZSI6eyIkaWQiOiIyMjkiLCJGb250U2V0dGluZ3MiOnsiJGlkIjoiMjMwIiwiRm9udFNpemUiOjEwLCJGb250TmFtZSI6IkNhbGlicmkiLCJJc0JvbGQiOmZhbHNlLCJJc0l0YWxpYyI6ZmFsc2UsIklzVW5kZXJsaW5lZCI6ZmFsc2UsIlBhcmVudFN0eWxlIjpudWxsfSwiQXV0b1NpemUiOjAsIkZvcmVncm91bmQiOnsiJGlkIjoiMjMxIiwiQ29sb3IiOnsiJGlkIjoiMjM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MzIiwiVG9wIjowLjAsIkxlZnQiOjAuMCwiUmlnaHQiOjAuMCwiQm90dG9tIjowLjB9LCJQYWRkaW5nIjp7IiRpZCI6IjIzNCIsIlRvcCI6MC4wLCJMZWZ0IjowLjAsIlJpZ2h0IjowLjAsIkJvdHRvbSI6MC4wfSwiQmFja2dyb3VuZCI6eyIkaWQiOiIyMzUiLCJDb2xvciI6eyIkaWQiOiIyMzYiLCJBIjo4OSwiUiI6MCwiRyI6MCwiQiI6MH19LCJJc1Zpc2libGUiOnRydWUsIldpZHRoIjowLjAsIkhlaWdodCI6MC4wLCJCb3JkZXJTdHlsZSI6eyIkaWQiOiIyMzciLCJMaW5lQ29sb3IiOm51bGwsIkxpbmVXZWlnaHQiOjAuMCwiTGluZVR5cGUiOjAsIlBhcmVudFN0eWxlIjpudWxsfSwiUGFyZW50U3R5bGUiOm51bGx9LCJEdXJhdGlvblN0eWxlIjp7IiRpZCI6IjIzOCIsIkZvbnRTZXR0aW5ncyI6eyIkaWQiOiIyMzkiLCJGb250U2l6ZSI6MTAsIkZvbnROYW1lIjoiQ2FsaWJyaSIsIklzQm9sZCI6ZmFsc2UsIklzSXRhbGljIjpmYWxzZSwiSXNVbmRlcmxpbmVkIjpmYWxzZSwiUGFyZW50U3R5bGUiOm51bGx9LCJBdXRvU2l6ZSI6MCwiRm9yZWdyb3VuZCI6eyIkaWQiOiIyNDAiLCJDb2xvciI6eyIkaWQiOiIy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DIiLCJUb3AiOjAuMCwiTGVmdCI6MC4wLCJSaWdodCI6MC4wLCJCb3R0b20iOjAuMH0sIlBhZGRpbmciOnsiJGlkIjoiMjQzIiwiVG9wIjowLjAsIkxlZnQiOjAuMCwiUmlnaHQiOjAuMCwiQm90dG9tIjowLjB9LCJCYWNrZ3JvdW5kIjp7IiRpZCI6IjI0NCIsIkNvbG9yIjp7IiRpZCI6IjI0NSIsIkEiOjg5LCJSIjowLCJHIjowLCJCIjowfX0sIklzVmlzaWJsZSI6dHJ1ZSwiV2lkdGgiOjAuMCwiSGVpZ2h0IjowLjAsIkJvcmRlclN0eWxlIjp7IiRpZCI6IjI0NiIsIkxpbmVDb2xvciI6bnVsbCwiTGluZVdlaWdodCI6MC4wLCJMaW5lVHlwZSI6MCwiUGFyZW50U3R5bGUiOm51bGx9LCJQYXJlbnRTdHlsZSI6bnVsbH0sIkhvcml6b250YWxDb25uZWN0b3JTdHlsZSI6eyIkaWQiOiIyNDciLCJMaW5lQ29sb3IiOnsiJHJlZiI6IjI3In0sIkxpbmVXZWlnaHQiOjEuMCwiTGluZVR5cGUiOjAsIlBhcmVudFN0eWxlIjpudWxsfSwiVmVydGljYWxDb25uZWN0b3JTdHlsZSI6eyIkaWQiOiIyNDg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jQ5IiwiTWFyZ2luIjp7IiRpZCI6IjI1MCIsIlRvcCI6MC4wLCJMZWZ0Ijo0LjAsIlJpZ2h0Ijo0LjAsIkJvdHRvbSI6MC4wfSwiUGFkZGluZyI6eyIkaWQiOiIyNTEiLCJUb3AiOjAuMCwiTGVmdCI6MC4wLCJSaWdodCI6MC4wLCJCb3R0b20iOjAuMH0sIkJhY2tncm91bmQiOnsiJGlkIjoiMjUyIiwiQ29sb3IiOnsiJGlkIjoiMjUzIiwiQSI6MjU1LCJSIjoyNTQsIkciOjE4NiwiQiI6MTB9fSwiSXNWaXNpYmxlIjp0cnVlLCJXaWR0aCI6OTcuMCwiSGVpZ2h0IjoxNi4wLCJCb3JkZXJTdHlsZSI6eyIkaWQiOiIyNTQiLCJMaW5lQ29sb3IiOnsiJHJlZiI6IjM4In0sIkxpbmVXZWlnaHQiOjAuMCwiTGluZVR5cGUiOjAsIlBhcmVudFN0eWxlIjpudWxsfSwiUGFyZW50U3R5bGUiOm51bGx9LCJUaXRsZVN0eWxlIjp7IiRpZCI6IjI1NSIsIkZvbnRTZXR0aW5ncyI6eyIkaWQiOiIyNTYiLCJGb250U2l6ZSI6MTEsIkZvbnROYW1lIjoiQ2FsaWJyaSIsIklzQm9sZCI6ZmFsc2UsIklzSXRhbGljIjpmYWxzZSwiSXNVbmRlcmxpbmVkIjpmYWxzZSwiUGFyZW50U3R5bGUiOm51bGx9LCJBdXRvU2l6ZSI6MiwiRm9yZWdyb3VuZCI6eyIkaWQiOiIyNTciLCJDb2xvciI6eyIkaWQiOiIyNTg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yNTkiLCJUb3AiOjAuMCwiTGVmdCI6MC4wLCJSaWdodCI6MC4wLCJCb3R0b20iOjAuMH0sIlBhZGRpbmciOnsiJGlkIjoiMjYwIiwiVG9wIjowLjAsIkxlZnQiOjAuMCwiUmlnaHQiOjAuMCwiQm90dG9tIjowLjB9LCJCYWNrZ3JvdW5kIjp7IiRpZCI6IjI2MSIsIkNvbG9yIjp7IiRpZCI6IjI2MiIsIkEiOjg5LCJSIjowLCJHIjowLCJCIjowfX0sIklzVmlzaWJsZSI6dHJ1ZSwiV2lkdGgiOjAuMCwiSGVpZ2h0IjowLjAsIkJvcmRlclN0eWxlIjp7IiRpZCI6IjI2MyIsIkxpbmVDb2xvciI6bnVsbCwiTGluZVdlaWdodCI6MC4wLCJMaW5lVHlwZSI6MCwiUGFyZW50U3R5bGUiOm51bGx9LCJQYXJlbnRTdHlsZSI6bnVsbH0sIkRhdGVTdHlsZSI6eyIkaWQiOiIyNjQiLCJGb250U2V0dGluZ3MiOnsiJGlkIjoiMjY1IiwiRm9udFNpemUiOjEwLCJGb250TmFtZSI6IkNhbGlicmkiLCJJc0JvbGQiOmZhbHNlLCJJc0l0YWxpYyI6ZmFsc2UsIklzVW5kZXJsaW5lZCI6ZmFsc2UsIlBhcmVudFN0eWxlIjpudWxsfSwiQXV0b1NpemUiOjAsIkZvcmVncm91bmQiOnsiJGlkIjoiMjY2IiwiQ29sb3IiOnsiJGlkIjoiMjY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jgiLCJUb3AiOjAuMCwiTGVmdCI6MC4wLCJSaWdodCI6MC4wLCJCb3R0b20iOjAuMH0sIlBhZGRpbmciOnsiJGlkIjoiMjY5IiwiVG9wIjowLjAsIkxlZnQiOjAuMCwiUmlnaHQiOjAuMCwiQm90dG9tIjowLjB9LCJCYWNrZ3JvdW5kIjp7IiRpZCI6IjI3MCIsIkNvbG9yIjp7IiRpZCI6IjI3MSIsIkEiOjg5LCJSIjowLCJHIjowLCJCIjowfX0sIklzVmlzaWJsZSI6dHJ1ZSwiV2lkdGgiOjAuMCwiSGVpZ2h0IjowLjAsIkJvcmRlclN0eWxlIjp7IiRpZCI6IjI3MiIsIkxpbmVDb2xvciI6bnVsbCwiTGluZVdlaWdodCI6MC4wLCJMaW5lVHlwZSI6MCwiUGFyZW50U3R5bGUiOm51bGx9LCJQYXJlbnRTdHlsZSI6bnVsbH0sIkRhdGVGb3JtYXQiOnsiJGlkIjoiMjc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NCIsIkZvcm1hdCI6MCwiSXNWaXNpYmxlIjpmYWxzZSwiTGFzdEtub3duVmlzaWJpbGl0eVN0YXRlIjpmYWxzZX0sIklzVmlzaWJsZSI6dHJ1ZSwiUGFyZW50U3R5bGUiOm51bGx9LCJJbmRleCI6MSwiU21hcnREdXJhdGlvbkFjdGl2YXRlZCI6ZmFsc2UsIkRhdGVGb3JtYXQiOnsiJHJlZiI6IjI3MyJ9LCJXZWVrTnVtYmVyaW5nIjp7IiRpZCI6IjI3NSIsIkZvcm1hdCI6MCwiSXNWaXNpYmxlIjpmYWxzZSwiTGFzdEtub3duVmlzaWJpbGl0eVN0YXRlIjpmYWxzZX0sIklkIjoiYTFhYmUxMmEtYmU1Ny00NjY4LTk3ZWMtMjA1NzVkOTUyYzcxIiwiSW1wb3J0SWQiOiIxMiIsIlRpdGxlIjoiV2F2ZSAyIiwiTm90ZSI6bnVsbCwiSHlwZXJsaW5rIjp7IiRpZCI6IjI3NiIsIkFkZHJlc3MiOm51bGwsIlN1YkFkZHJlc3MiOm51bGx9LCJJc0NoYW5nZWQiOmZhbHNlLCJJc05ldyI6ZmFsc2V9fV0sIl9taWxlc3RvbmVzIjpbXSwiSWQiOiIwMDAwMDAwMC0wMDAwLTAwMDAtMDAwMC0wMDAwMDAwMDAwMDAiLCJJc1NpbmdsZUl0ZW1Sb3ciOnRydWV9LHsiJGlkIjoiMjc3IiwiX3Rhc2tzIjpbeyIkaWQiOiIyNzgiLCJfYXR0YWNoZWRNaWxlc3RvbmVzIjpbXSwiVGFza0RlZmluaXRpb24iOnsiJGlkIjoiMjc5IiwiR3JvdXBOYW1lIjpudWxsLCJTdGFydERhdGUiOiIyMDI0LTA2LTAxVDAwOjAwOjAwIiwiRW5kRGF0ZSI6IjIwMjQtMDctMDFUMjM6NTk6MDAiLCJQZXJjZW50YWdlQ29tcGxldGUiOm51bGwsIlN0eWxlIjp7IiRpZCI6IjI4MCIsIlNoYXBlIjo2LCJTaGFwZVRoaWNrbmVzcyI6MSwiRHVyYXRpb25Gb3JtYXQiOjAsIkluY2x1ZGVOb25Xb3JraW5nRGF5c0luRHVyYXRpb24iOmZhbHNlLCJQZXJjZW50YWdlQ29tcGxldGVTdHlsZSI6eyIkaWQiOiIyODEiLCJGb250U2V0dGluZ3MiOnsiJGlkIjoiMjgyIiwiRm9udFNpemUiOjEwLCJGb250TmFtZSI6IkNhbGlicmkiLCJJc0JvbGQiOmZhbHNlLCJJc0l0YWxpYyI6ZmFsc2UsIklzVW5kZXJsaW5lZCI6ZmFsc2UsIlBhcmVudFN0eWxlIjpudWxsfSwiQXV0b1NpemUiOjAsIkZvcmVncm91bmQiOnsiJGlkIjoiMjgzIiwiQ29sb3IiOnsiJGlkIjoiMjg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1IiwiVG9wIjowLjAsIkxlZnQiOjAuMCwiUmlnaHQiOjAuMCwiQm90dG9tIjowLjB9LCJQYWRkaW5nIjp7IiRpZCI6IjI4NiIsIlRvcCI6MC4wLCJMZWZ0IjowLjAsIlJpZ2h0IjowLjAsIkJvdHRvbSI6MC4wfSwiQmFja2dyb3VuZCI6eyIkaWQiOiIyODciLCJDb2xvciI6eyIkaWQiOiIyODgiLCJBIjo4OSwiUiI6MCwiRyI6MCwiQiI6MH19LCJJc1Zpc2libGUiOnRydWUsIldpZHRoIjowLjAsIkhlaWdodCI6MC4wLCJCb3JkZXJTdHlsZSI6eyIkaWQiOiIyODkiLCJMaW5lQ29sb3IiOm51bGwsIkxpbmVXZWlnaHQiOjAuMCwiTGluZVR5cGUiOjAsIlBhcmVudFN0eWxlIjpudWxsfSwiUGFyZW50U3R5bGUiOm51bGx9LCJEdXJhdGlvblN0eWxlIjp7IiRpZCI6IjI5MCIsIkZvbnRTZXR0aW5ncyI6eyIkaWQiOiIyOTEiLCJGb250U2l6ZSI6MTAsIkZvbnROYW1lIjoiQ2FsaWJyaSIsIklzQm9sZCI6ZmFsc2UsIklzSXRhbGljIjpmYWxzZSwiSXNVbmRlcmxpbmVkIjpmYWxzZSwiUGFyZW50U3R5bGUiOm51bGx9LCJBdXRvU2l6ZSI6MCwiRm9yZWdyb3VuZCI6eyIkaWQiOiIyOTIiLCJDb2xvciI6eyIkaWQiOiIyOT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OTQiLCJUb3AiOjAuMCwiTGVmdCI6MC4wLCJSaWdodCI6MC4wLCJCb3R0b20iOjAuMH0sIlBhZGRpbmciOnsiJGlkIjoiMjk1IiwiVG9wIjowLjAsIkxlZnQiOjAuMCwiUmlnaHQiOjAuMCwiQm90dG9tIjowLjB9LCJCYWNrZ3JvdW5kIjp7IiRpZCI6IjI5NiIsIkNvbG9yIjp7IiRpZCI6IjI5NyIsIkEiOjg5LCJSIjowLCJHIjowLCJCIjowfX0sIklzVmlzaWJsZSI6dHJ1ZSwiV2lkdGgiOjAuMCwiSGVpZ2h0IjowLjAsIkJvcmRlclN0eWxlIjp7IiRpZCI6IjI5OCIsIkxpbmVDb2xvciI6bnVsbCwiTGluZVdlaWdodCI6MC4wLCJMaW5lVHlwZSI6MCwiUGFyZW50U3R5bGUiOm51bGx9LCJQYXJlbnRTdHlsZSI6bnVsbH0sIkhvcml6b250YWxDb25uZWN0b3JTdHlsZSI6eyIkaWQiOiIyOTkiLCJMaW5lQ29sb3IiOnsiJHJlZiI6IjI3In0sIkxpbmVXZWlnaHQiOjEuMCwiTGluZVR5cGUiOjAsIlBhcmVudFN0eWxlIjpudWxsfSwiVmVydGljYWxDb25uZWN0b3JTdHlsZSI6eyIkaWQiOiIzMDA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zAxIiwiTWFyZ2luIjp7IiRpZCI6IjMwMiIsIlRvcCI6MC4wLCJMZWZ0Ijo0LjAsIlJpZ2h0Ijo0LjAsIkJvdHRvbSI6MC4wfSwiUGFkZGluZyI6eyIkaWQiOiIzMDMiLCJUb3AiOjAuMCwiTGVmdCI6MC4wLCJSaWdodCI6MC4wLCJCb3R0b20iOjAuMH0sIkJhY2tncm91bmQiOnsiJGlkIjoiMzA0IiwiQ29sb3IiOnsiJGlkIjoiMzA1IiwiQSI6MjU1LCJSIjoyNTQsIkciOjE4NiwiQiI6MTB9fSwiSXNWaXNpYmxlIjp0cnVlLCJXaWR0aCI6OTQuMCwiSGVpZ2h0IjoxNi4wLCJCb3JkZXJTdHlsZSI6eyIkaWQiOiIzMDYiLCJMaW5lQ29sb3IiOnsiJHJlZiI6IjM4In0sIkxpbmVXZWlnaHQiOjAuMCwiTGluZVR5cGUiOjAsIlBhcmVudFN0eWxlIjpudWxsfSwiUGFyZW50U3R5bGUiOm51bGx9LCJUaXRsZVN0eWxlIjp7IiRpZCI6IjMwNyIsIkZvbnRTZXR0aW5ncyI6eyIkaWQiOiIzMDgiLCJGb250U2l6ZSI6MTEsIkZvbnROYW1lIjoiQ2FsaWJyaSIsIklzQm9sZCI6ZmFsc2UsIklzSXRhbGljIjpmYWxzZSwiSXNVbmRlcmxpbmVkIjpmYWxzZSwiUGFyZW50U3R5bGUiOm51bGx9LCJBdXRvU2l6ZSI6MiwiRm9yZWdyb3VuZCI6eyIkaWQiOiIzMDkiLCJDb2xvciI6eyIkaWQiOiIzMTA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zMTEiLCJUb3AiOjAuMCwiTGVmdCI6MC4wLCJSaWdodCI6MC4wLCJCb3R0b20iOjAuMH0sIlBhZGRpbmciOnsiJGlkIjoiMzEyIiwiVG9wIjowLjAsIkxlZnQiOjAuMCwiUmlnaHQiOjAuMCwiQm90dG9tIjowLjB9LCJCYWNrZ3JvdW5kIjp7IiRpZCI6IjMxMyIsIkNvbG9yIjp7IiRpZCI6IjMxNCIsIkEiOjg5LCJSIjowLCJHIjowLCJCIjowfX0sIklzVmlzaWJsZSI6dHJ1ZSwiV2lkdGgiOjAuMCwiSGVpZ2h0IjowLjAsIkJvcmRlclN0eWxlIjp7IiRpZCI6IjMxNSIsIkxpbmVDb2xvciI6bnVsbCwiTGluZVdlaWdodCI6MC4wLCJMaW5lVHlwZSI6MCwiUGFyZW50U3R5bGUiOm51bGx9LCJQYXJlbnRTdHlsZSI6bnVsbH0sIkRhdGVTdHlsZSI6eyIkaWQiOiIzMTYiLCJGb250U2V0dGluZ3MiOnsiJGlkIjoiMzE3IiwiRm9udFNpemUiOjEwLCJGb250TmFtZSI6IkNhbGlicmkiLCJJc0JvbGQiOmZhbHNlLCJJc0l0YWxpYyI6ZmFsc2UsIklzVW5kZXJsaW5lZCI6ZmFsc2UsIlBhcmVudFN0eWxlIjpudWxsfSwiQXV0b1NpemUiOjAsIkZvcmVncm91bmQiOnsiJGlkIjoiMzE4IiwiQ29sb3IiOnsiJGlkIjoiMzE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AiLCJUb3AiOjAuMCwiTGVmdCI6MC4wLCJSaWdodCI6MC4wLCJCb3R0b20iOjAuMH0sIlBhZGRpbmciOnsiJGlkIjoiMzIxIiwiVG9wIjowLjAsIkxlZnQiOjAuMCwiUmlnaHQiOjAuMCwiQm90dG9tIjowLjB9LCJCYWNrZ3JvdW5kIjp7IiRpZCI6IjMyMiIsIkNvbG9yIjp7IiRpZCI6IjMyMyIsIkEiOjg5LCJSIjowLCJHIjowLCJCIjowfX0sIklzVmlzaWJsZSI6dHJ1ZSwiV2lkdGgiOjAuMCwiSGVpZ2h0IjowLjAsIkJvcmRlclN0eWxlIjp7IiRpZCI6IjMyNCIsIkxpbmVDb2xvciI6bnVsbCwiTGluZVdlaWdodCI6MC4wLCJMaW5lVHlwZSI6MCwiUGFyZW50U3R5bGUiOm51bGx9LCJQYXJlbnRTdHlsZSI6bnVsbH0sIkRhdGVGb3JtYXQiOnsiJGlkIjoiMzI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NiIsIkZvcm1hdCI6MCwiSXNWaXNpYmxlIjpmYWxzZSwiTGFzdEtub3duVmlzaWJpbGl0eVN0YXRlIjpmYWxzZX0sIklzVmlzaWJsZSI6dHJ1ZSwiUGFyZW50U3R5bGUiOm51bGx9LCJJbmRleCI6MiwiU21hcnREdXJhdGlvbkFjdGl2YXRlZCI6ZmFsc2UsIkRhdGVGb3JtYXQiOnsiJHJlZiI6IjMyNSJ9LCJXZWVrTnVtYmVyaW5nIjp7IiRpZCI6IjMyNyIsIkZvcm1hdCI6MCwiSXNWaXNpYmxlIjpmYWxzZSwiTGFzdEtub3duVmlzaWJpbGl0eVN0YXRlIjpmYWxzZX0sIklkIjoiN2UxMmQwZWYtYWViNy00MDE0LTljMWYtYjQyM2JiMWE2MzY0IiwiSW1wb3J0SWQiOiIxMyIsIlRpdGxlIjoiV2F2ZSAzIiwiTm90ZSI6bnVsbCwiSHlwZXJsaW5rIjp7IiRpZCI6IjMyOCIsIkFkZHJlc3MiOm51bGwsIlN1YkFkZHJlc3MiOm51bGx9LCJJc0NoYW5nZWQiOmZhbHNlLCJJc05ldyI6ZmFsc2V9fV0sIl9taWxlc3RvbmVzIjpbXSwiSWQiOiIwMDAwMDAwMC0wMDAwLTAwMDAtMDAwMC0wMDAwMDAwMDAwMDAiLCJJc1NpbmdsZUl0ZW1Sb3ciOnRydWV9LHsiJGlkIjoiMzI5IiwiX3Rhc2tzIjpbeyIkaWQiOiIzMzAiLCJfYXR0YWNoZWRNaWxlc3RvbmVzIjpbXSwiVGFza0RlZmluaXRpb24iOnsiJGlkIjoiMzMxIiwiR3JvdXBOYW1lIjpudWxsLCJTdGFydERhdGUiOiIyMDI0LTA3LTAxVDAwOjAwOjAwIiwiRW5kRGF0ZSI6IjIwMjQtMDgtMDFUMjM6NTk6MDAiLCJQZXJjZW50YWdlQ29tcGxldGUiOm51bGwsIlN0eWxlIjp7IiRpZCI6IjMzMiIsIlNoYXBlIjo2LCJTaGFwZVRoaWNrbmVzcyI6MSwiRHVyYXRpb25Gb3JtYXQiOjAsIkluY2x1ZGVOb25Xb3JraW5nRGF5c0luRHVyYXRpb24iOmZhbHNlLCJQZXJjZW50YWdlQ29tcGxldGVTdHlsZSI6eyIkaWQiOiIzMzMiLCJGb250U2V0dGluZ3MiOnsiJGlkIjoiMzM0IiwiRm9udFNpemUiOjEwLCJGb250TmFtZSI6IkNhbGlicmkiLCJJc0JvbGQiOmZhbHNlLCJJc0l0YWxpYyI6ZmFsc2UsIklzVW5kZXJsaW5lZCI6ZmFsc2UsIlBhcmVudFN0eWxlIjpudWxsfSwiQXV0b1NpemUiOjAsIkZvcmVncm91bmQiOnsiJGlkIjoiMzM1IiwiQ29sb3IiOnsiJGlkIjoiMzM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M3IiwiVG9wIjowLjAsIkxlZnQiOjAuMCwiUmlnaHQiOjAuMCwiQm90dG9tIjowLjB9LCJQYWRkaW5nIjp7IiRpZCI6IjMzOCIsIlRvcCI6MC4wLCJMZWZ0IjowLjAsIlJpZ2h0IjowLjAsIkJvdHRvbSI6MC4wfSwiQmFja2dyb3VuZCI6eyIkaWQiOiIzMzkiLCJDb2xvciI6eyIkaWQiOiIzNDAiLCJBIjo4OSwiUiI6MCwiRyI6MCwiQiI6MH19LCJJc1Zpc2libGUiOnRydWUsIldpZHRoIjowLjAsIkhlaWdodCI6MC4wLCJCb3JkZXJTdHlsZSI6eyIkaWQiOiIzNDEiLCJMaW5lQ29sb3IiOm51bGwsIkxpbmVXZWlnaHQiOjAuMCwiTGluZVR5cGUiOjAsIlBhcmVudFN0eWxlIjpudWxsfSwiUGFyZW50U3R5bGUiOm51bGx9LCJEdXJhdGlvblN0eWxlIjp7IiRpZCI6IjM0MiIsIkZvbnRTZXR0aW5ncyI6eyIkaWQiOiIzNDMiLCJGb250U2l6ZSI6MTAsIkZvbnROYW1lIjoiQ2FsaWJyaSIsIklzQm9sZCI6ZmFsc2UsIklzSXRhbGljIjpmYWxzZSwiSXNVbmRlcmxpbmVkIjpmYWxzZSwiUGFyZW50U3R5bGUiOm51bGx9LCJBdXRvU2l6ZSI6MCwiRm9yZWdyb3VuZCI6eyIkaWQiOiIzNDQiLCJDb2xvciI6eyIkaWQiOiIz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DYiLCJUb3AiOjAuMCwiTGVmdCI6MC4wLCJSaWdodCI6MC4wLCJCb3R0b20iOjAuMH0sIlBhZGRpbmciOnsiJGlkIjoiMzQ3IiwiVG9wIjowLjAsIkxlZnQiOjAuMCwiUmlnaHQiOjAuMCwiQm90dG9tIjowLjB9LCJCYWNrZ3JvdW5kIjp7IiRpZCI6IjM0OCIsIkNvbG9yIjp7IiRpZCI6IjM0OSIsIkEiOjg5LCJSIjowLCJHIjowLCJCIjowfX0sIklzVmlzaWJsZSI6dHJ1ZSwiV2lkdGgiOjAuMCwiSGVpZ2h0IjowLjAsIkJvcmRlclN0eWxlIjp7IiRpZCI6IjM1MCIsIkxpbmVDb2xvciI6bnVsbCwiTGluZVdlaWdodCI6MC4wLCJMaW5lVHlwZSI6MCwiUGFyZW50U3R5bGUiOm51bGx9LCJQYXJlbnRTdHlsZSI6bnVsbH0sIkhvcml6b250YWxDb25uZWN0b3JTdHlsZSI6eyIkaWQiOiIzNTEiLCJMaW5lQ29sb3IiOnsiJHJlZiI6IjI3In0sIkxpbmVXZWlnaHQiOjEuMCwiTGluZVR5cGUiOjAsIlBhcmVudFN0eWxlIjpudWxsfSwiVmVydGljYWxDb25uZWN0b3JTdHlsZSI6eyIkaWQiOiIzNTI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zUzIiwiTWFyZ2luIjp7IiRpZCI6IjM1NCIsIlRvcCI6MC4wLCJMZWZ0Ijo0LjAsIlJpZ2h0Ijo0LjAsIkJvdHRvbSI6MC4wfSwiUGFkZGluZyI6eyIkaWQiOiIzNTUiLCJUb3AiOjAuMCwiTGVmdCI6MC4wLCJSaWdodCI6MC4wLCJCb3R0b20iOjAuMH0sIkJhY2tncm91bmQiOnsiJGlkIjoiMzU2IiwiQ29sb3IiOnsiJGlkIjoiMzU3IiwiQSI6MjU1LCJSIjoyNTQsIkciOjE4NiwiQiI6MTB9fSwiSXNWaXNpYmxlIjp0cnVlLCJXaWR0aCI6OTcuMCwiSGVpZ2h0IjoxNi4wLCJCb3JkZXJTdHlsZSI6eyIkaWQiOiIzNTgiLCJMaW5lQ29sb3IiOnsiJHJlZiI6IjM4In0sIkxpbmVXZWlnaHQiOjAuMCwiTGluZVR5cGUiOjAsIlBhcmVudFN0eWxlIjpudWxsfSwiUGFyZW50U3R5bGUiOm51bGx9LCJUaXRsZVN0eWxlIjp7IiRpZCI6IjM1OSIsIkZvbnRTZXR0aW5ncyI6eyIkaWQiOiIzNjAiLCJGb250U2l6ZSI6MTEsIkZvbnROYW1lIjoiQ2FsaWJyaSIsIklzQm9sZCI6ZmFsc2UsIklzSXRhbGljIjpmYWxzZSwiSXNVbmRlcmxpbmVkIjpmYWxzZSwiUGFyZW50U3R5bGUiOm51bGx9LCJBdXRvU2l6ZSI6MiwiRm9yZWdyb3VuZCI6eyIkaWQiOiIzNjEiLCJDb2xvciI6eyIkaWQiOiIzNjI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zNjMiLCJUb3AiOjAuMCwiTGVmdCI6MC4wLCJSaWdodCI6MC4wLCJCb3R0b20iOjAuMH0sIlBhZGRpbmciOnsiJGlkIjoiMzY0IiwiVG9wIjowLjAsIkxlZnQiOjAuMCwiUmlnaHQiOjAuMCwiQm90dG9tIjowLjB9LCJCYWNrZ3JvdW5kIjp7IiRpZCI6IjM2NSIsIkNvbG9yIjp7IiRpZCI6IjM2NiIsIkEiOjg5LCJSIjowLCJHIjowLCJCIjowfX0sIklzVmlzaWJsZSI6dHJ1ZSwiV2lkdGgiOjAuMCwiSGVpZ2h0IjowLjAsIkJvcmRlclN0eWxlIjp7IiRpZCI6IjM2NyIsIkxpbmVDb2xvciI6bnVsbCwiTGluZVdlaWdodCI6MC4wLCJMaW5lVHlwZSI6MCwiUGFyZW50U3R5bGUiOm51bGx9LCJQYXJlbnRTdHlsZSI6bnVsbH0sIkRhdGVTdHlsZSI6eyIkaWQiOiIzNjgiLCJGb250U2V0dGluZ3MiOnsiJGlkIjoiMzY5IiwiRm9udFNpemUiOjEwLCJGb250TmFtZSI6IkNhbGlicmkiLCJJc0JvbGQiOmZhbHNlLCJJc0l0YWxpYyI6ZmFsc2UsIklzVW5kZXJsaW5lZCI6ZmFsc2UsIlBhcmVudFN0eWxlIjpudWxsfSwiQXV0b1NpemUiOjAsIkZvcmVncm91bmQiOnsiJGlkIjoiMzcwIiwiQ29sb3IiOnsiJGlkIjoiMzc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zIiLCJUb3AiOjAuMCwiTGVmdCI6MC4wLCJSaWdodCI6MC4wLCJCb3R0b20iOjAuMH0sIlBhZGRpbmciOnsiJGlkIjoiMzczIiwiVG9wIjowLjAsIkxlZnQiOjAuMCwiUmlnaHQiOjAuMCwiQm90dG9tIjowLjB9LCJCYWNrZ3JvdW5kIjp7IiRpZCI6IjM3NCIsIkNvbG9yIjp7IiRpZCI6IjM3NSIsIkEiOjg5LCJSIjowLCJHIjowLCJCIjowfX0sIklzVmlzaWJsZSI6dHJ1ZSwiV2lkdGgiOjAuMCwiSGVpZ2h0IjowLjAsIkJvcmRlclN0eWxlIjp7IiRpZCI6IjM3NiIsIkxpbmVDb2xvciI6bnVsbCwiTGluZVdlaWdodCI6MC4wLCJMaW5lVHlwZSI6MCwiUGFyZW50U3R5bGUiOm51bGx9LCJQYXJlbnRTdHlsZSI6bnVsbH0sIkRhdGVGb3JtYXQiOnsiJGlkIjoiMz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OCIsIkZvcm1hdCI6MCwiSXNWaXNpYmxlIjpmYWxzZSwiTGFzdEtub3duVmlzaWJpbGl0eVN0YXRlIjpmYWxzZX0sIklzVmlzaWJsZSI6dHJ1ZSwiUGFyZW50U3R5bGUiOm51bGx9LCJJbmRleCI6MywiU21hcnREdXJhdGlvbkFjdGl2YXRlZCI6ZmFsc2UsIkRhdGVGb3JtYXQiOnsiJHJlZiI6IjM3NyJ9LCJXZWVrTnVtYmVyaW5nIjp7IiRpZCI6IjM3OSIsIkZvcm1hdCI6MCwiSXNWaXNpYmxlIjpmYWxzZSwiTGFzdEtub3duVmlzaWJpbGl0eVN0YXRlIjpmYWxzZX0sIklkIjoiOGRkODE2MGYtYjE2NC00YTYzLTgxMTgtOTQwN2JlMTBjNDM0IiwiSW1wb3J0SWQiOiIxNCIsIlRpdGxlIjoiV2F2ZSA0IiwiTm90ZSI6bnVsbCwiSHlwZXJsaW5rIjp7IiRpZCI6IjM4MCIsIkFkZHJlc3MiOm51bGwsIlN1YkFkZHJlc3MiOm51bGx9LCJJc0NoYW5nZWQiOmZhbHNlLCJJc05ldyI6ZmFsc2V9fV0sIl9taWxlc3RvbmVzIjpbXSwiSWQiOiIwMDAwMDAwMC0wMDAwLTAwMDAtMDAwMC0wMDAwMDAwMDAwMDAiLCJJc1NpbmdsZUl0ZW1Sb3ciOnRydWV9LHsiJGlkIjoiMzgxIiwiX3Rhc2tzIjpbeyIkaWQiOiIzODIiLCJfYXR0YWNoZWRNaWxlc3RvbmVzIjpbXSwiVGFza0RlZmluaXRpb24iOnsiJGlkIjoiMzgzIiwiR3JvdXBOYW1lIjpudWxsLCJTdGFydERhdGUiOiIyMDI0LTA4LTAxVDAwOjAwOjAwIiwiRW5kRGF0ZSI6IjIwMjQtMDktMDFUMjM6NTk6MDAiLCJQZXJjZW50YWdlQ29tcGxldGUiOm51bGwsIlN0eWxlIjp7IiRpZCI6IjM4NCIsIlNoYXBlIjo2LCJTaGFwZVRoaWNrbmVzcyI6MSwiRHVyYXRpb25Gb3JtYXQiOjAsIkluY2x1ZGVOb25Xb3JraW5nRGF5c0luRHVyYXRpb24iOmZhbHNlLCJQZXJjZW50YWdlQ29tcGxldGVTdHlsZSI6eyIkaWQiOiIzODUiLCJGb250U2V0dGluZ3MiOnsiJGlkIjoiMzg2IiwiRm9udFNpemUiOjEwLCJGb250TmFtZSI6IkNhbGlicmkiLCJJc0JvbGQiOmZhbHNlLCJJc0l0YWxpYyI6ZmFsc2UsIklzVW5kZXJsaW5lZCI6ZmFsc2UsIlBhcmVudFN0eWxlIjpudWxsfSwiQXV0b1NpemUiOjAsIkZvcmVncm91bmQiOnsiJGlkIjoiMzg3IiwiQ29sb3IiOnsiJGlkIjoiMzg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g5IiwiVG9wIjowLjAsIkxlZnQiOjAuMCwiUmlnaHQiOjAuMCwiQm90dG9tIjowLjB9LCJQYWRkaW5nIjp7IiRpZCI6IjM5MCIsIlRvcCI6MC4wLCJMZWZ0IjowLjAsIlJpZ2h0IjowLjAsIkJvdHRvbSI6MC4wfSwiQmFja2dyb3VuZCI6eyIkaWQiOiIzOTEiLCJDb2xvciI6eyIkaWQiOiIzOTIiLCJBIjo4OSwiUiI6MCwiRyI6MCwiQiI6MH19LCJJc1Zpc2libGUiOnRydWUsIldpZHRoIjowLjAsIkhlaWdodCI6MC4wLCJCb3JkZXJTdHlsZSI6eyIkaWQiOiIzOTMiLCJMaW5lQ29sb3IiOm51bGwsIkxpbmVXZWlnaHQiOjAuMCwiTGluZVR5cGUiOjAsIlBhcmVudFN0eWxlIjpudWxsfSwiUGFyZW50U3R5bGUiOm51bGx9LCJEdXJhdGlvblN0eWxlIjp7IiRpZCI6IjM5NCIsIkZvbnRTZXR0aW5ncyI6eyIkaWQiOiIzOTUiLCJGb250U2l6ZSI6MTAsIkZvbnROYW1lIjoiQ2FsaWJyaSIsIklzQm9sZCI6ZmFsc2UsIklzSXRhbGljIjpmYWxzZSwiSXNVbmRlcmxpbmVkIjpmYWxzZSwiUGFyZW50U3R5bGUiOm51bGx9LCJBdXRvU2l6ZSI6MCwiRm9yZWdyb3VuZCI6eyIkaWQiOiIzOTYiLCJDb2xvciI6eyIkaWQiOiIzOT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TgiLCJUb3AiOjAuMCwiTGVmdCI6MC4wLCJSaWdodCI6MC4wLCJCb3R0b20iOjAuMH0sIlBhZGRpbmciOnsiJGlkIjoiMzk5IiwiVG9wIjowLjAsIkxlZnQiOjAuMCwiUmlnaHQiOjAuMCwiQm90dG9tIjowLjB9LCJCYWNrZ3JvdW5kIjp7IiRpZCI6IjQwMCIsIkNvbG9yIjp7IiRpZCI6IjQwMSIsIkEiOjg5LCJSIjowLCJHIjowLCJCIjowfX0sIklzVmlzaWJsZSI6dHJ1ZSwiV2lkdGgiOjAuMCwiSGVpZ2h0IjowLjAsIkJvcmRlclN0eWxlIjp7IiRpZCI6IjQwMiIsIkxpbmVDb2xvciI6bnVsbCwiTGluZVdlaWdodCI6MC4wLCJMaW5lVHlwZSI6MCwiUGFyZW50U3R5bGUiOm51bGx9LCJQYXJlbnRTdHlsZSI6bnVsbH0sIkhvcml6b250YWxDb25uZWN0b3JTdHlsZSI6eyIkaWQiOiI0MDMiLCJMaW5lQ29sb3IiOnsiJHJlZiI6IjI3In0sIkxpbmVXZWlnaHQiOjEuMCwiTGluZVR5cGUiOjAsIlBhcmVudFN0eWxlIjpudWxsfSwiVmVydGljYWxDb25uZWN0b3JTdHlsZSI6eyIkaWQiOiI0MDQ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A1IiwiTWFyZ2luIjp7IiRpZCI6IjQwNiIsIlRvcCI6MC4wLCJMZWZ0Ijo0LjAsIlJpZ2h0Ijo0LjAsIkJvdHRvbSI6MC4wfSwiUGFkZGluZyI6eyIkaWQiOiI0MDciLCJUb3AiOjAuMCwiTGVmdCI6MC4wLCJSaWdodCI6MC4wLCJCb3R0b20iOjAuMH0sIkJhY2tncm91bmQiOnsiJGlkIjoiNDA4IiwiQ29sb3IiOnsiJGlkIjoiNDA5IiwiQSI6MjU1LCJSIjoyNTQsIkciOjE4NiwiQiI6MTB9fSwiSXNWaXNpYmxlIjp0cnVlLCJXaWR0aCI6OTcuMCwiSGVpZ2h0IjoxNi4wLCJCb3JkZXJTdHlsZSI6eyIkaWQiOiI0MTAiLCJMaW5lQ29sb3IiOnsiJHJlZiI6IjM4In0sIkxpbmVXZWlnaHQiOjAuMCwiTGluZVR5cGUiOjAsIlBhcmVudFN0eWxlIjpudWxsfSwiUGFyZW50U3R5bGUiOm51bGx9LCJUaXRsZVN0eWxlIjp7IiRpZCI6IjQxMSIsIkZvbnRTZXR0aW5ncyI6eyIkaWQiOiI0MTIiLCJGb250U2l6ZSI6MTEsIkZvbnROYW1lIjoiQ2FsaWJyaSIsIklzQm9sZCI6ZmFsc2UsIklzSXRhbGljIjpmYWxzZSwiSXNVbmRlcmxpbmVkIjpmYWxzZSwiUGFyZW50U3R5bGUiOm51bGx9LCJBdXRvU2l6ZSI6MiwiRm9yZWdyb3VuZCI6eyIkaWQiOiI0MTMiLCJDb2xvciI6eyIkaWQiOiI0MTQ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0MTUiLCJUb3AiOjAuMCwiTGVmdCI6MC4wLCJSaWdodCI6MC4wLCJCb3R0b20iOjAuMH0sIlBhZGRpbmciOnsiJGlkIjoiNDE2IiwiVG9wIjowLjAsIkxlZnQiOjAuMCwiUmlnaHQiOjAuMCwiQm90dG9tIjowLjB9LCJCYWNrZ3JvdW5kIjp7IiRpZCI6IjQxNyIsIkNvbG9yIjp7IiRpZCI6IjQxOCIsIkEiOjg5LCJSIjowLCJHIjowLCJCIjowfX0sIklzVmlzaWJsZSI6dHJ1ZSwiV2lkdGgiOjAuMCwiSGVpZ2h0IjowLjAsIkJvcmRlclN0eWxlIjp7IiRpZCI6IjQxOSIsIkxpbmVDb2xvciI6bnVsbCwiTGluZVdlaWdodCI6MC4wLCJMaW5lVHlwZSI6MCwiUGFyZW50U3R5bGUiOm51bGx9LCJQYXJlbnRTdHlsZSI6bnVsbH0sIkRhdGVTdHlsZSI6eyIkaWQiOiI0MjAiLCJGb250U2V0dGluZ3MiOnsiJGlkIjoiNDIxIiwiRm9udFNpemUiOjEwLCJGb250TmFtZSI6IkNhbGlicmkiLCJJc0JvbGQiOmZhbHNlLCJJc0l0YWxpYyI6ZmFsc2UsIklzVW5kZXJsaW5lZCI6ZmFsc2UsIlBhcmVudFN0eWxlIjpudWxsfSwiQXV0b1NpemUiOjAsIkZvcmVncm91bmQiOnsiJGlkIjoiNDIyIiwiQ29sb3IiOnsiJGlkIjoiNDI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jQiLCJUb3AiOjAuMCwiTGVmdCI6MC4wLCJSaWdodCI6MC4wLCJCb3R0b20iOjAuMH0sIlBhZGRpbmciOnsiJGlkIjoiNDI1IiwiVG9wIjowLjAsIkxlZnQiOjAuMCwiUmlnaHQiOjAuMCwiQm90dG9tIjowLjB9LCJCYWNrZ3JvdW5kIjp7IiRpZCI6IjQyNiIsIkNvbG9yIjp7IiRpZCI6IjQyNyIsIkEiOjg5LCJSIjowLCJHIjowLCJCIjowfX0sIklzVmlzaWJsZSI6dHJ1ZSwiV2lkdGgiOjAuMCwiSGVpZ2h0IjowLjAsIkJvcmRlclN0eWxlIjp7IiRpZCI6IjQyOCIsIkxpbmVDb2xvciI6bnVsbCwiTGluZVdlaWdodCI6MC4wLCJMaW5lVHlwZSI6MCwiUGFyZW50U3R5bGUiOm51bGx9LCJQYXJlbnRTdHlsZSI6bnVsbH0sIkRhdGVGb3JtYXQiOnsiJGlkIjoiN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MCIsIkZvcm1hdCI6MCwiSXNWaXNpYmxlIjpmYWxzZSwiTGFzdEtub3duVmlzaWJpbGl0eVN0YXRlIjpmYWxzZX0sIklzVmlzaWJsZSI6dHJ1ZSwiUGFyZW50U3R5bGUiOm51bGx9LCJJbmRleCI6NCwiU21hcnREdXJhdGlvbkFjdGl2YXRlZCI6ZmFsc2UsIkRhdGVGb3JtYXQiOnsiJHJlZiI6IjQyOSJ9LCJXZWVrTnVtYmVyaW5nIjp7IiRpZCI6IjQzMSIsIkZvcm1hdCI6MCwiSXNWaXNpYmxlIjpmYWxzZSwiTGFzdEtub3duVmlzaWJpbGl0eVN0YXRlIjpmYWxzZX0sIklkIjoiMTE1N2Y2OGQtMzM1Yi00MDdjLWEwNzQtNDNkNDcwZmY4ZWJjIiwiSW1wb3J0SWQiOiIxNSIsIlRpdGxlIjoiV2F2ZSA1IiwiTm90ZSI6bnVsbCwiSHlwZXJsaW5rIjp7IiRpZCI6IjQzMiIsIkFkZHJlc3MiOm51bGwsIlN1YkFkZHJlc3MiOm51bGx9LCJJc0NoYW5nZWQiOmZhbHNlLCJJc05ldyI6ZmFsc2V9fV0sIl9taWxlc3RvbmVzIjpbXSwiSWQiOiIwMDAwMDAwMC0wMDAwLTAwMDAtMDAwMC0wMDAwMDAwMDAwMDAiLCJJc1NpbmdsZUl0ZW1Sb3ciOnRydWV9LHsiJGlkIjoiNDMzIiwiX3Rhc2tzIjpbeyIkaWQiOiI0MzQiLCJfYXR0YWNoZWRNaWxlc3RvbmVzIjpbXSwiVGFza0RlZmluaXRpb24iOnsiJGlkIjoiNDM1IiwiR3JvdXBOYW1lIjpudWxsLCJTdGFydERhdGUiOiIyMDI0LTA5LTAxVDAwOjAwOjAwIiwiRW5kRGF0ZSI6IjIwMjQtMTAtMDFUMjM6NTk6MDAiLCJQZXJjZW50YWdlQ29tcGxldGUiOm51bGwsIlN0eWxlIjp7IiRpZCI6IjQzNiIsIlNoYXBlIjoxLCJTaGFwZVRoaWNrbmVzcyI6MSwiRHVyYXRpb25Gb3JtYXQiOjAsIkluY2x1ZGVOb25Xb3JraW5nRGF5c0luRHVyYXRpb24iOmZhbHNlLCJQZXJjZW50YWdlQ29tcGxldGVTdHlsZSI6eyIkaWQiOiI0MzciLCJGb250U2V0dGluZ3MiOnsiJGlkIjoiNDM4IiwiRm9udFNpemUiOjEwLCJGb250TmFtZSI6IkNhbGlicmkiLCJJc0JvbGQiOmZhbHNlLCJJc0l0YWxpYyI6ZmFsc2UsIklzVW5kZXJsaW5lZCI6ZmFsc2UsIlBhcmVudFN0eWxlIjpudWxsfSwiQXV0b1NpemUiOjAsIkZvcmVncm91bmQiOnsiJGlkIjoiNDM5IiwiQ29sb3IiOnsiJGlkIjoiNDQ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QxIiwiVG9wIjowLjAsIkxlZnQiOjAuMCwiUmlnaHQiOjAuMCwiQm90dG9tIjowLjB9LCJQYWRkaW5nIjp7IiRpZCI6IjQ0MiIsIlRvcCI6MC4wLCJMZWZ0IjowLjAsIlJpZ2h0IjowLjAsIkJvdHRvbSI6MC4wfSwiQmFja2dyb3VuZCI6eyIkaWQiOiI0NDMiLCJDb2xvciI6eyIkaWQiOiI0NDQiLCJBIjo4OSwiUiI6MCwiRyI6MCwiQiI6MH19LCJJc1Zpc2libGUiOnRydWUsIldpZHRoIjowLjAsIkhlaWdodCI6MC4wLCJCb3JkZXJTdHlsZSI6eyIkaWQiOiI0NDUiLCJMaW5lQ29sb3IiOm51bGwsIkxpbmVXZWlnaHQiOjAuMCwiTGluZVR5cGUiOjAsIlBhcmVudFN0eWxlIjpudWxsfSwiUGFyZW50U3R5bGUiOm51bGx9LCJEdXJhdGlvblN0eWxlIjp7IiRpZCI6IjQ0NiIsIkZvbnRTZXR0aW5ncyI6eyIkaWQiOiI0NDciLCJGb250U2l6ZSI6MTAsIkZvbnROYW1lIjoiQ2FsaWJyaSIsIklzQm9sZCI6ZmFsc2UsIklzSXRhbGljIjpmYWxzZSwiSXNVbmRlcmxpbmVkIjpmYWxzZSwiUGFyZW50U3R5bGUiOm51bGx9LCJBdXRvU2l6ZSI6MCwiRm9yZWdyb3VuZCI6eyIkaWQiOiI0NDgiLCJDb2xvciI6eyIkaWQiOiI0N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NTAiLCJUb3AiOjAuMCwiTGVmdCI6MC4wLCJSaWdodCI6MC4wLCJCb3R0b20iOjAuMH0sIlBhZGRpbmciOnsiJGlkIjoiNDUxIiwiVG9wIjowLjAsIkxlZnQiOjAuMCwiUmlnaHQiOjAuMCwiQm90dG9tIjowLjB9LCJCYWNrZ3JvdW5kIjp7IiRpZCI6IjQ1MiIsIkNvbG9yIjp7IiRpZCI6IjQ1MyIsIkEiOjg5LCJSIjowLCJHIjowLCJCIjowfX0sIklzVmlzaWJsZSI6dHJ1ZSwiV2lkdGgiOjAuMCwiSGVpZ2h0IjowLjAsIkJvcmRlclN0eWxlIjp7IiRpZCI6IjQ1NCIsIkxpbmVDb2xvciI6bnVsbCwiTGluZVdlaWdodCI6MC4wLCJMaW5lVHlwZSI6MCwiUGFyZW50U3R5bGUiOm51bGx9LCJQYXJlbnRTdHlsZSI6bnVsbH0sIkhvcml6b250YWxDb25uZWN0b3JTdHlsZSI6eyIkaWQiOiI0NTUiLCJMaW5lQ29sb3IiOnsiJHJlZiI6IjI3In0sIkxpbmVXZWlnaHQiOjEuMCwiTGluZVR5cGUiOjAsIlBhcmVudFN0eWxlIjpudWxsfSwiVmVydGljYWxDb25uZWN0b3JTdHlsZSI6eyIkaWQiOiI0NTY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U3IiwiTWFyZ2luIjp7IiRpZCI6IjQ1OCIsIlRvcCI6MC4wLCJMZWZ0Ijo0LjAsIlJpZ2h0Ijo0LjAsIkJvdHRvbSI6MC4wfSwiUGFkZGluZyI6eyIkaWQiOiI0NTkiLCJUb3AiOjAuMCwiTGVmdCI6MC4wLCJSaWdodCI6MC4wLCJCb3R0b20iOjAuMH0sIkJhY2tncm91bmQiOnsiJGlkIjoiNDYwIiwiQ29sb3IiOnsiJGlkIjoiNDYxIiwiQSI6MjU1LCJSIjoyNTQsIkciOjE4NiwiQiI6MTB9fSwiSXNWaXNpYmxlIjp0cnVlLCJXaWR0aCI6OTQuMCwiSGVpZ2h0IjoxNi4wLCJCb3JkZXJTdHlsZSI6eyIkaWQiOiI0NjIiLCJMaW5lQ29sb3IiOnsiJHJlZiI6IjM4In0sIkxpbmVXZWlnaHQiOjAuMCwiTGluZVR5cGUiOjAsIlBhcmVudFN0eWxlIjpudWxsfSwiUGFyZW50U3R5bGUiOm51bGx9LCJUaXRsZVN0eWxlIjp7IiRpZCI6IjQ2MyIsIkZvbnRTZXR0aW5ncyI6eyIkaWQiOiI0NjQiLCJGb250U2l6ZSI6MTEsIkZvbnROYW1lIjoiQ2FsaWJyaSIsIklzQm9sZCI6ZmFsc2UsIklzSXRhbGljIjpmYWxzZSwiSXNVbmRlcmxpbmVkIjpmYWxzZSwiUGFyZW50U3R5bGUiOm51bGx9LCJBdXRvU2l6ZSI6MiwiRm9yZWdyb3VuZCI6eyIkaWQiOiI0NjUiLCJDb2xvciI6eyIkaWQiOiI0NjYiLCJBIjoyNTUsIlIiOjcyLCJHIjo3MiwiQiI6NzJ9fSwiTWF4V2lkdGgiOjMzLjAsIk1heEhlaWdodCI6IkluZmluaXR5IiwiU21hcnRGb3JlZ3JvdW5kSXNBY3RpdmUiOmZhbHNlLCJIb3Jpem9udGFsQWxpZ25tZW50IjoxLCJWZXJ0aWNhbEFsaWdubWVudCI6MCwiU21hcnRGb3JlZ3JvdW5kIjpudWxsLCJCYWNrZ3JvdW5kRmlsbFR5cGUiOjAsIk1hcmdpbiI6eyIkaWQiOiI0NjciLCJUb3AiOjAuMCwiTGVmdCI6MC4wLCJSaWdodCI6MC4wLCJCb3R0b20iOjAuMH0sIlBhZGRpbmciOnsiJGlkIjoiNDY4IiwiVG9wIjowLjAsIkxlZnQiOjAuMCwiUmlnaHQiOjAuMCwiQm90dG9tIjowLjB9LCJCYWNrZ3JvdW5kIjp7IiRpZCI6IjQ2OSIsIkNvbG9yIjp7IiRpZCI6IjQ3MCIsIkEiOjg5LCJSIjowLCJHIjowLCJCIjowfX0sIklzVmlzaWJsZSI6dHJ1ZSwiV2lkdGgiOjAuMCwiSGVpZ2h0IjowLjAsIkJvcmRlclN0eWxlIjp7IiRpZCI6IjQ3MSIsIkxpbmVDb2xvciI6bnVsbCwiTGluZVdlaWdodCI6MC4wLCJMaW5lVHlwZSI6MCwiUGFyZW50U3R5bGUiOm51bGx9LCJQYXJlbnRTdHlsZSI6bnVsbH0sIkRhdGVTdHlsZSI6eyIkaWQiOiI0NzIiLCJGb250U2V0dGluZ3MiOnsiJGlkIjoiNDczIiwiRm9udFNpemUiOjEwLCJGb250TmFtZSI6IkNhbGlicmkiLCJJc0JvbGQiOmZhbHNlLCJJc0l0YWxpYyI6ZmFsc2UsIklzVW5kZXJsaW5lZCI6ZmFsc2UsIlBhcmVudFN0eWxlIjpudWxsfSwiQXV0b1NpemUiOjAsIkZvcmVncm91bmQiOnsiJGlkIjoiNDc0IiwiQ29sb3IiOnsiJGlkIjoiNDc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NzYiLCJUb3AiOjAuMCwiTGVmdCI6MC4wLCJSaWdodCI6MC4wLCJCb3R0b20iOjAuMH0sIlBhZGRpbmciOnsiJGlkIjoiNDc3IiwiVG9wIjowLjAsIkxlZnQiOjAuMCwiUmlnaHQiOjAuMCwiQm90dG9tIjowLjB9LCJCYWNrZ3JvdW5kIjp7IiRpZCI6IjQ3OCIsIkNvbG9yIjp7IiRpZCI6IjQ3OSIsIkEiOjg5LCJSIjowLCJHIjowLCJCIjowfX0sIklzVmlzaWJsZSI6dHJ1ZSwiV2lkdGgiOjAuMCwiSGVpZ2h0IjowLjAsIkJvcmRlclN0eWxlIjp7IiRpZCI6IjQ4MCIsIkxpbmVDb2xvciI6bnVsbCwiTGluZVdlaWdodCI6MC4wLCJMaW5lVHlwZSI6MCwiUGFyZW50U3R5bGUiOm51bGx9LCJQYXJlbnRTdHlsZSI6bnVsbH0sIkRhdGVGb3JtYXQiOnsiJGlkIjoiND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iIsIkZvcm1hdCI6MCwiSXNWaXNpYmxlIjpmYWxzZSwiTGFzdEtub3duVmlzaWJpbGl0eVN0YXRlIjpmYWxzZX0sIklzVmlzaWJsZSI6dHJ1ZSwiUGFyZW50U3R5bGUiOm51bGx9LCJJbmRleCI6NSwiU21hcnREdXJhdGlvbkFjdGl2YXRlZCI6ZmFsc2UsIkRhdGVGb3JtYXQiOnsiJHJlZiI6IjQ4MSJ9LCJXZWVrTnVtYmVyaW5nIjp7IiRpZCI6IjQ4MyIsIkZvcm1hdCI6MCwiSXNWaXNpYmxlIjpmYWxzZSwiTGFzdEtub3duVmlzaWJpbGl0eVN0YXRlIjpmYWxzZX0sIklkIjoiZTRjYTFkNGUtMmNjNy00MDUxLThkYzgtZmYyMWU4Mjc0NjM3IiwiSW1wb3J0SWQiOiIxNiIsIlRpdGxlIjoiV2F2ZSA2IiwiTm90ZSI6bnVsbCwiSHlwZXJsaW5rIjp7IiRpZCI6IjQ4NCIsIkFkZHJlc3MiOm51bGwsIlN1YkFkZHJlc3MiOm51bGx9LCJJc0NoYW5nZWQiOmZhbHNlLCJJc05ldyI6ZmFsc2V9fV0sIl9taWxlc3RvbmVzIjpbXSwiSWQiOiIwMDAwMDAwMC0wMDAwLTAwMDAtMDAwMC0wMDAwMDAwMDAwMDAiLCJJc1NpbmdsZUl0ZW1Sb3ciOnRydWV9XSwiSW5kZXgiOjAsIklkIjoiMGM0MTVkYzAtNjk2Ni00ZTg0LTg2OGMtNzcyYTdhYjM5MjVhIiwiSGVhZGVyVGV4dCI6bnVsbCwiSXNEZWZhdWx0Ijp0cnVlLCJTdHlsZSI6eyIkaWQiOiI0ODUiLCJIZWFkZXJTdHlsZSI6eyIkaWQiOiI0ODYiLCJUZXh0U3R5bGUiOnsiJGlkIjoiNDg3IiwiRm9udFNldHRpbmdzIjp7IiRpZCI6IjQ4OCIsIkZvbnRTaXplIjoxMiwiRm9udE5hbWUiOiJDYWxpYnJpIiwiSXNCb2xkIjpmYWxzZSwiSXNJdGFsaWMiOmZhbHNlLCJJc1VuZGVybGluZWQiOmZhbHNlLCJQYXJlbnRTdHlsZSI6bnVsbH0sIkF1dG9TaXplIjowLCJGb3JlZ3JvdW5kIjp7IiRpZCI6IjQ4OSIsIkNvbG9yIjp7IiRpZCI6IjQ5MCIsIkEiOjI1NSwiUiI6MCwiRyI6MCwiQiI6MH19LCJNYXhXaWR0aCI6MC4wLCJNYXhIZWlnaHQiOjAuMCwiU21hcnRGb3JlZ3JvdW5kSXNBY3RpdmUiOmZhbHNlLCJIb3Jpem9udGFsQWxpZ25tZW50IjowLCJWZXJ0aWNhbEFsaWdubWVudCI6MCwiU21hcnRGb3JlZ3JvdW5kIjpudWxsLCJCYWNrZ3JvdW5kRmlsbFR5cGUiOjAsIk1hcmdpbiI6eyIkaWQiOiI0OTEiLCJUb3AiOjAuMCwiTGVmdCI6MC4wLCJSaWdodCI6MC4wLCJCb3R0b20iOjAuMH0sIlBhZGRpbmciOnsiJGlkIjoiNDkyIiwiVG9wIjowLjAsIkxlZnQiOjAuMCwiUmlnaHQiOjAuMCwiQm90dG9tIjowLjB9LCJCYWNrZ3JvdW5kIjpudWxsLCJJc1Zpc2libGUiOmZhbHNlLCJXaWR0aCI6MC4wLCJIZWlnaHQiOjAuMCwiQm9yZGVyU3R5bGUiOm51bGwsIlBhcmVudFN0eWxlIjpudWxsfSwiUmVjdGFuZ2xlU3R5bGUiOnsiJGlkIjoiNDkzIiwiTWFyZ2luIjp7IiRpZCI6IjQ5NCIsIlRvcCI6MC4wLCJMZWZ0IjowLjAsIlJpZ2h0IjowLjAsIkJvdHRvbSI6MC4wfSwiUGFkZGluZyI6eyIkaWQiOiI0OTUiLCJUb3AiOjAuMCwiTGVmdCI6MC4wLCJSaWdodCI6MC4wLCJCb3R0b20iOjAuMH0sIkJhY2tncm91bmQiOnsiJGlkIjoiNDk2IiwiQ29sb3IiOnsiJGlkIjoiNDk3IiwiQSI6NjMsIlIiOjI1NSwiRyI6MTkyLCJCIjowfX0sIklzVmlzaWJsZSI6ZmFsc2UsIldpZHRoIjowLjAsIkhlaWdodCI6MC4wLCJCb3JkZXJTdHlsZSI6eyIkaWQiOiI0OTgiLCJMaW5lQ29sb3IiOnsiJGlkIjoiNDk5IiwiJHR5cGUiOiJOTFJFLkNvbW1vbi5Eb20uU29saWRDb2xvckJydXNoLCBOTFJFLkNvbW1vbiIsIkNvbG9yIjp7IiRpZCI6IjUwMCIsIkEiOjI1NSwiUiI6MjU1LCJHIjowLCJCIjowfX0sIkxpbmVXZWlnaHQiOjAuMCwiTGluZVR5cGUiOjAsIlBhcmVudFN0eWxlIjpudWxsfSwiUGFyZW50U3R5bGUiOm51bGx9LCJNYXJnaW4iOnsiJGlkIjoiNTAxIiwiVG9wIjowLjAsIkxlZnQiOjAuMCwiUmlnaHQiOjAuMCwiQm90dG9tIjowLjB9LCJQYWRkaW5nIjp7IiRpZCI6IjUwMiIsIlRvcCI6MC4wLCJMZWZ0IjowLjAsIlJpZ2h0IjowLjAsIkJvdHRvbSI6MC4wfSwiQmFja2dyb3VuZCI6bnVsbCwiSXNWaXNpYmxlIjp0cnVlLCJXaWR0aCI6MC4wLCJIZWlnaHQiOjAuMCwiQm9yZGVyU3R5bGUiOm51bGwsIlBhcmVudFN0eWxlIjpudWxsfSwiQmFja2dyb3VuZFN0eWxlIjp7IiRpZCI6IjUwMyIsIk1hcmdpbiI6eyIkaWQiOiI1MDQiLCJUb3AiOjAuMCwiTGVmdCI6MC4wLCJSaWdodCI6MC4wLCJCb3R0b20iOjAuMH0sIlBhZGRpbmciOnsiJGlkIjoiNTA1IiwiVG9wIjowLjAsIkxlZnQiOjAuMCwiUmlnaHQiOjAuMCwiQm90dG9tIjowLjB9LCJCYWNrZ3JvdW5kIjp7IiRpZCI6IjUwNiIsIkNvbG9yIjp7IiRpZCI6IjUwNyIsIkEiOjUxLCJSIjoxNjUsIkciOjE2NSwiQiI6MTY1fX0sIklzVmlzaWJsZSI6dHJ1ZSwiV2lkdGgiOjAuMCwiSGVpZ2h0IjowLjAsIkJvcmRlclN0eWxlIjp7IiRpZCI6IjUwOCIsIkxpbmVDb2xvciI6eyIkaWQiOiI1MDkiLCIkdHlwZSI6Ik5MUkUuQ29tbW9uLkRvbS5Tb2xpZENvbG9yQnJ1c2gsIE5MUkUuQ29tbW9uIiwiQ29sb3IiOnsiJGlkIjoiNTEwIiwiQSI6MjU1LCJSIjoyNTUsIkciOjAsIkIiOjB9fSwiTGluZVdlaWdodCI6MC4wLCJMaW5lVHlwZSI6MCwiUGFyZW50U3R5bGUiOm51bGx9LCJQYXJlbnRTdHlsZSI6bnVsbH0sIk1hcmdpbiI6eyIkaWQiOiI1MTEiLCJUb3AiOjAuMCwiTGVmdCI6MC4wLCJSaWdodCI6MC4wLCJCb3R0b20iOjAuMH0sIlBhZGRpbmciOnsiJGlkIjoiNTEyIiwiVG9wIjowLjAsIkxlZnQiOjAuMCwiUmlnaHQiOjAuMCwiQm90dG9tIjowLjB9LCJJc1Zpc2libGUiOnRydWUsIldpZHRoIjowLjAsIkhlaWdodCI6MC4wLCJCb3JkZXJTdHlsZSI6bnVsbCwiUGFyZW50U3R5bGUiOm51bGx9fV0sIklkIjoiMDMxZGQ0YjMtZTg0Ni00NzdkLWI3YzktMmJhZDE2MGNmY2JlIiwiSW5kZXgiOjEsIkhlYWRlclRleHQiOiJNaWdyYXRpb24gIiwiU3R5bGUiOnsiJGlkIjoiNTEzIiwiSGVhZGVyU3R5bGUiOnsiJGlkIjoiNTE0IiwiVGV4dElzVmVydGljYWwiOmZhbHNlLCJUZXh0U3R5bGUiOnsiJGlkIjoiNTE1IiwiRm9udFNldHRpbmdzIjp7IiRpZCI6IjUxNiIsIkZvbnRTaXplIjoxMCwiRm9udE5hbWUiOiJGcmFua2xpbiBHb3RoaWMgTWVkaXVtIiwiSXNCb2xkIjpmYWxzZSwiSXNJdGFsaWMiOmZhbHNlLCJJc1VuZGVybGluZWQiOmZhbHNlLCJQYXJlbnRTdHlsZSI6bnVsbH0sIkF1dG9TaXplIjowLCJGb3JlZ3JvdW5kIjp7IiRpZCI6IjUxNyIsIkNvbG9yIjp7IiRpZCI6IjUxOCIsIkEiOjI1NSwiUiI6MTE4LCJHIjo5MCwiQiI6MH19LCJNYXhXaWR0aCI6MC4wLCJNYXhIZWlnaHQiOjAuMCwiU21hcnRGb3JlZ3JvdW5kSXNBY3RpdmUiOmZhbHNlLCJIb3Jpem9udGFsQWxpZ25tZW50IjowLCJWZXJ0aWNhbEFsaWdubWVudCI6MCwiU21hcnRGb3JlZ3JvdW5kIjpudWxsLCJCYWNrZ3JvdW5kRmlsbFR5cGUiOjAsIk1hcmdpbiI6eyIkaWQiOiI1MTkiLCJUb3AiOjAuMCwiTGVmdCI6MC4wLCJSaWdodCI6MC4wLCJCb3R0b20iOjAuMH0sIlBhZGRpbmciOnsiJGlkIjoiNTIwIiwiVG9wIjowLjAsIkxlZnQiOjAuMCwiUmlnaHQiOjAuMCwiQm90dG9tIjowLjB9LCJCYWNrZ3JvdW5kIjpudWxsLCJJc1Zpc2libGUiOnRydWUsIldpZHRoIjowLjAsIkhlaWdodCI6MC4wLCJCb3JkZXJTdHlsZSI6bnVsbCwiUGFyZW50U3R5bGUiOm51bGx9LCJSZWN0YW5nbGVTdHlsZSI6eyIkaWQiOiI1MjEiLCJNYXJnaW4iOnsiJGlkIjoiNTIyIiwiVG9wIjowLjAsIkxlZnQiOjAuMCwiUmlnaHQiOjAuMCwiQm90dG9tIjowLjB9LCJQYWRkaW5nIjp7IiRpZCI6IjUyMyIsIlRvcCI6MC4wLCJMZWZ0IjowLjAsIlJpZ2h0IjowLjAsIkJvdHRvbSI6MC4wfSwiQmFja2dyb3VuZCI6eyIkaWQiOiI1MjQiLCJDb2xvciI6eyIkaWQiOiI1MjUiLCJBIjoxMjcsIlIiOjI1NSwiRyI6MTkyLCJCIjowfX0sIklzVmlzaWJsZSI6ZmFsc2UsIldpZHRoIjowLjAsIkhlaWdodCI6MC4wLCJCb3JkZXJTdHlsZSI6eyIkaWQiOiI1MjYiLCJMaW5lQ29sb3IiOnsiJHJlZiI6IjE1NiJ9LCJMaW5lV2VpZ2h0IjowLjAsIkxpbmVUeXBlIjowLCJQYXJlbnRTdHlsZSI6bnVsbH0sIlBhcmVudFN0eWxlIjpudWxsfSwiTWFyZ2luIjp7IiRpZCI6IjUyNyIsIlRvcCI6MC4wLCJMZWZ0IjowLjAsIlJpZ2h0IjowLjAsIkJvdHRvbSI6MC4wfSwiUGFkZGluZyI6eyIkaWQiOiI1MjgiLCJUb3AiOjAuMCwiTGVmdCI6MC4wLCJSaWdodCI6MC4wLCJCb3R0b20iOjAuMH0sIkJhY2tncm91bmQiOm51bGwsIklzVmlzaWJsZSI6dHJ1ZSwiV2lkdGgiOjAuMCwiSGVpZ2h0IjowLjAsIkJvcmRlclN0eWxlIjpudWxsLCJQYXJlbnRTdHlsZSI6bnVsbH0sIkJhY2tncm91bmRTdHlsZSI6eyIkaWQiOiI1MjkiLCJNYXJnaW4iOnsiJGlkIjoiNTMwIiwiVG9wIjowLjAsIkxlZnQiOjAuMCwiUmlnaHQiOjAuMCwiQm90dG9tIjowLjB9LCJQYWRkaW5nIjp7IiRpZCI6IjUzMSIsIlRvcCI6MC4wLCJMZWZ0IjowLjAsIlJpZ2h0IjowLjAsIkJvdHRvbSI6MC4wfSwiQmFja2dyb3VuZCI6eyIkaWQiOiI1MzIiLCJDb2xvciI6eyIkaWQiOiI1MzMiLCJBIjozOCwiUiI6MjU1LCJHIjoxOTIsIkIiOjB9fSwiSXNWaXNpYmxlIjp0cnVlLCJXaWR0aCI6MC4wLCJIZWlnaHQiOjAuMCwiQm9yZGVyU3R5bGUiOnsiJGlkIjoiNTM0IiwiTGluZUNvbG9yIjp7IiRyZWYiOiIxNjYifSwiTGluZVdlaWdodCI6MC4wLCJMaW5lVHlwZSI6MCwiUGFyZW50U3R5bGUiOm51bGx9LCJQYXJlbnRTdHlsZSI6bnVsbH0sIklzQWJvdmVUaW1lYmFuZCI6ZmFsc2UsIk1hcmdpbiI6eyIkaWQiOiI1MzUiLCJUb3AiOjAuMCwiTGVmdCI6MC4wLCJSaWdodCI6MC4wLCJCb3R0b20iOjAuMH0sIlBhZGRpbmciOnsiJGlkIjoiNTM2IiwiVG9wIjowLjAsIkxlZnQiOjAuMCwiUmlnaHQiOjAuMCwiQm90dG9tIjowLjB9LCJJc1Zpc2libGUiOnRydWUsIldpZHRoIjo4ODkuMCwiSGVpZ2h0IjoxMjcuMCwiQm9yZGVyU3R5bGUiOnsiJGlkIjoiNTM3IiwiTGluZUNvbG9yIjpudWxsLCJMaW5lV2VpZ2h0IjowLjAsIkxpbmVUeXBlIjowLCJQYXJlbnRTdHlsZSI6bnVsbH0sIlBhcmVudFN0eWxlIjpudWxsfX0seyIkaWQiOiI1MzgiLCJfYWN0aXZpdGllcyI6W3siJGlkIjoiNTM5IiwiX3Jvd3MiOlt7IiRpZCI6IjU0MCIsIl90YXNrcyI6W3siJGlkIjoiNTQxIiwiX2F0dGFjaGVkTWlsZXN0b25lcyI6W10sIlRhc2tEZWZpbml0aW9uIjp7IiRpZCI6IjU0MiIsIkdyb3VwTmFtZSI6bnVsbCwiU3RhcnREYXRlIjoiMjAyNC0wNS0wMVQwMDowMDowMCIsIkVuZERhdGUiOiIyMDI0LTExLTAxVDIzOjU5OjAwIiwiUGVyY2VudGFnZUNvbXBsZXRlIjpudWxsLCJTdHlsZSI6eyIkaWQiOiI1NDMiLCJTaGFwZSI6MywiU2hhcGVUaGlja25lc3MiOjAsIkR1cmF0aW9uRm9ybWF0IjowLCJJbmNsdWRlTm9uV29ya2luZ0RheXNJbkR1cmF0aW9uIjpmYWxzZSwiUGVyY2VudGFnZUNvbXBsZXRlU3R5bGUiOnsiJGlkIjoiNTQ0IiwiRm9udFNldHRpbmdzIjp7IiRpZCI6IjU0NSIsIkZvbnRTaXplIjoxMCwiRm9udE5hbWUiOiJDYWxpYnJpIiwiSXNCb2xkIjpmYWxzZSwiSXNJdGFsaWMiOmZhbHNlLCJJc1VuZGVybGluZWQiOmZhbHNlLCJQYXJlbnRTdHlsZSI6bnVsbH0sIkF1dG9TaXplIjowLCJGb3JlZ3JvdW5kIjp7IiRpZCI6IjU0NiIsIkNvbG9yIjp7IiRpZCI6IjU0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0OCIsIlRvcCI6MC4wLCJMZWZ0IjowLjAsIlJpZ2h0IjowLjAsIkJvdHRvbSI6MC4wfSwiUGFkZGluZyI6eyIkaWQiOiI1NDkiLCJUb3AiOjAuMCwiTGVmdCI6MC4wLCJSaWdodCI6MC4wLCJCb3R0b20iOjAuMH0sIkJhY2tncm91bmQiOnsiJGlkIjoiNTUwIiwiQ29sb3IiOnsiJGlkIjoiNTUxIiwiQSI6ODksIlIiOjAsIkciOjAsIkIiOjB9fSwiSXNWaXNpYmxlIjp0cnVlLCJXaWR0aCI6MC4wLCJIZWlnaHQiOjAuMCwiQm9yZGVyU3R5bGUiOnsiJGlkIjoiNTUyIiwiTGluZUNvbG9yIjpudWxsLCJMaW5lV2VpZ2h0IjowLjAsIkxpbmVUeXBlIjowLCJQYXJlbnRTdHlsZSI6bnVsbH0sIlBhcmVudFN0eWxlIjpudWxsfSwiRHVyYXRpb25TdHlsZSI6eyIkaWQiOiI1NTMiLCJGb250U2V0dGluZ3MiOnsiJGlkIjoiNTU0IiwiRm9udFNpemUiOjEwLCJGb250TmFtZSI6IkNhbGlicmkiLCJJc0JvbGQiOmZhbHNlLCJJc0l0YWxpYyI6ZmFsc2UsIklzVW5kZXJsaW5lZCI6ZmFsc2UsIlBhcmVudFN0eWxlIjpudWxsfSwiQXV0b1NpemUiOjAsIkZvcmVncm91bmQiOnsiJGlkIjoiNTU1IiwiQ29sb3IiOnsiJGlkIjoiNTU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eyIkaWQiOiI1NTkiLCJDb2xvciI6eyIkaWQiOiI1NjAiLCJBIjo4OSwiUiI6MCwiRyI6MCwiQiI6MH19LCJJc1Zpc2libGUiOnRydWUsIldpZHRoIjowLjAsIkhlaWdodCI6MC4wLCJCb3JkZXJTdHlsZSI6eyIkaWQiOiI1NjEiLCJMaW5lQ29sb3IiOm51bGwsIkxpbmVXZWlnaHQiOjAuMCwiTGluZVR5cGUiOjAsIlBhcmVudFN0eWxlIjpudWxsfSwiUGFyZW50U3R5bGUiOm51bGx9LCJIb3Jpem9udGFsQ29ubmVjdG9yU3R5bGUiOnsiJGlkIjoiNTYyIiwiTGluZUNvbG9yIjp7IiRyZWYiOiIyNyJ9LCJMaW5lV2VpZ2h0IjoxLjAsIkxpbmVUeXBlIjowLCJQYXJlbnRTdHlsZSI6bnVsbH0sIlZlcnRpY2FsQ29ubmVjdG9yU3R5bGUiOnsiJGlkIjoiNTYz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U2NCIsIk1hcmdpbiI6eyIkaWQiOiI1NjUiLCJUb3AiOjAuMCwiTGVmdCI6NC4wLCJSaWdodCI6NC4wLCJCb3R0b20iOjAuMH0sIlBhZGRpbmciOnsiJGlkIjoiNTY2IiwiVG9wIjowLjAsIkxlZnQiOjAuMCwiUmlnaHQiOjAuMCwiQm90dG9tIjowLjB9LCJCYWNrZ3JvdW5kIjp7IiRpZCI6IjU2NyIsIkNvbG9yIjp7IiRpZCI6IjU2OCIsIkEiOjI1NSwiUiI6MTE2LCJHIjoxNzMsIkIiOjczfX0sIklzVmlzaWJsZSI6dHJ1ZSwiV2lkdGgiOjU1Ny4wLCJIZWlnaHQiOjEzLjQyNjY5Mjk2MjY0NjQ4NCwiQm9yZGVyU3R5bGUiOnsiJGlkIjoiNTY5IiwiTGluZUNvbG9yIjp7IiRyZWYiOiIzOCJ9LCJMaW5lV2VpZ2h0IjowLjAsIkxpbmVUeXBlIjowLCJQYXJlbnRTdHlsZSI6bnVsbH0sIlBhcmVudFN0eWxlIjpudWxsfSwiVGl0bGVTdHlsZSI6eyIkaWQiOiI1NzAiLCJGb250U2V0dGluZ3MiOnsiJGlkIjoiNTcxIiwiRm9udFNpemUiOjExLCJGb250TmFtZSI6IkNhbGlicmkiLCJJc0JvbGQiOmZhbHNlLCJJc0l0YWxpYyI6ZmFsc2UsIklzVW5kZXJsaW5lZCI6ZmFsc2UsIlBhcmVudFN0eWxlIjpudWxsfSwiQXV0b1NpemUiOjIsIkZvcmVncm91bmQiOnsiJGlkIjoiNTcyIiwiQ29sb3IiOnsiJGlkIjoiNTczIiwiQSI6MjU1LCJSIjoyNTUsIkciOjI1NSwiQiI6MjU1fX0sIk1heFdpZHRoIjo5MS4wLCJNYXhIZWlnaHQiOiJJbmZpbml0eSIsIlNtYXJ0Rm9yZWdyb3VuZElzQWN0aXZlIjpmYWxzZSwiSG9yaXpvbnRhbEFsaWdubWVudCI6MS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nRydWUsIldpZHRoIjowLjAsIkhlaWdodCI6MC4wLCJCb3JkZXJTdHlsZSI6eyIkaWQiOiI1NzgiLCJMaW5lQ29sb3IiOm51bGwsIkxpbmVXZWlnaHQiOjAuMCwiTGluZVR5cGUiOjAsIlBhcmVudFN0eWxlIjpudWxsfSwiUGFyZW50U3R5bGUiOm51bGx9LCJEYXRlU3R5bGUiOnsiJGlkIjoiNTc5IiwiRm9udFNldHRpbmdzIjp7IiRpZCI6IjU4MCIsIkZvbnRTaXplIjoxMCwiRm9udE5hbWUiOiJDYWxpYnJpIiwiSXNCb2xkIjpmYWxzZSwiSXNJdGFsaWMiOmZhbHNlLCJJc1VuZGVybGluZWQiOmZhbHNlLCJQYXJlbnRTdHlsZSI6bnVsbH0sIkF1dG9TaXplIjowLCJGb3JlZ3JvdW5kIjp7IiRpZCI6IjU4MSIsIkNvbG9yIjp7IiRpZCI6IjU4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gzIiwiVG9wIjowLjAsIkxlZnQiOjAuMCwiUmlnaHQiOjAuMCwiQm90dG9tIjowLjB9LCJQYWRkaW5nIjp7IiRpZCI6IjU4NCIsIlRvcCI6MC4wLCJMZWZ0IjowLjAsIlJpZ2h0IjowLjAsIkJvdHRvbSI6MC4wfSwiQmFja2dyb3VuZCI6eyIkaWQiOiI1ODUiLCJDb2xvciI6eyIkaWQiOiI1ODYiLCJBIjo4OSwiUiI6MCwiRyI6MCwiQiI6MH19LCJJc1Zpc2libGUiOnRydWUsIldpZHRoIjowLjAsIkhlaWdodCI6MC4wLCJCb3JkZXJTdHlsZSI6eyIkaWQiOiI1ODciLCJMaW5lQ29sb3IiOm51bGwsIkxpbmVXZWlnaHQiOjAuMCwiTGluZVR5cGUiOjAsIlBhcmVudFN0eWxlIjpudWxsfSwiUGFyZW50U3R5bGUiOm51bGx9LCJEYXRlRm9ybWF0Ijp7IiRpZCI6IjU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DkiLCJGb3JtYXQiOjAsIklzVmlzaWJsZSI6ZmFsc2UsIkxhc3RLbm93blZpc2liaWxpdHlTdGF0ZSI6ZmFsc2V9LCJJc1Zpc2libGUiOnRydWUsIlBhcmVudFN0eWxlIjpudWxsfSwiSW5kZXgiOjAsIlNtYXJ0RHVyYXRpb25BY3RpdmF0ZWQiOmZhbHNlLCJEYXRlRm9ybWF0Ijp7IiRyZWYiOiI1ODgifSwiV2Vla051bWJlcmluZyI6eyIkaWQiOiI1OTAiLCJGb3JtYXQiOjAsIklzVmlzaWJsZSI6ZmFsc2UsIkxhc3RLbm93blZpc2liaWxpdHlTdGF0ZSI6ZmFsc2V9LCJJZCI6IjQ1NTMyOGMxLWYxMGUtNDAyZC05YjM5LTIwOTM4NzUxYTRiOSIsIkltcG9ydElkIjoiMTciLCJUaXRsZSI6Ikh5cGVyIENhcmUgU3VwcG9ydCAiLCJOb3RlIjpudWxsLCJIeXBlcmxpbmsiOnsiJGlkIjoiNTkxIiwiQWRkcmVzcyI6bnVsbCwiU3ViQWRkcmVzcyI6bnVsbH0sIklzQ2hhbmdlZCI6ZmFsc2UsIklzTmV3IjpmYWxzZX19XSwiX21pbGVzdG9uZXMiOltdLCJJZCI6IjAwMDAwMDAwLTAwMDAtMDAwMC0wMDAwLTAwMDAwMDAwMDAwMCIsIklzU2luZ2xlSXRlbVJvdyI6dHJ1ZX1dLCJJbmRleCI6MCwiSWQiOiIwZTliMmRjYi1lN2ExLTRkNjAtYWJiMy0zM2IwYjEyZGUxY2YiLCJIZWFkZXJUZXh0IjpudWxsLCJJc0RlZmF1bHQiOnRydWUsIlN0eWxlIjp7IiRpZCI6IjU5MiIsIkhlYWRlclN0eWxlIjp7IiRpZCI6IjU5MyIsIlRleHRTdHlsZSI6eyIkaWQiOiI1OTQiLCJGb250U2V0dGluZ3MiOnsiJGlkIjoiNTk1IiwiRm9udFNpemUiOjEyLCJGb250TmFtZSI6IkNhbGlicmkiLCJJc0JvbGQiOmZhbHNlLCJJc0l0YWxpYyI6ZmFsc2UsIklzVW5kZXJsaW5lZCI6ZmFsc2UsIlBhcmVudFN0eWxlIjpudWxsfSwiQXV0b1NpemUiOjAsIkZvcmVncm91bmQiOnsiJGlkIjoiNTk2IiwiQ29sb3IiOnsiJGlkIjoiNTk3IiwiQSI6MjU1LCJSIjowLCJHIjowLCJCIjowfX0sIk1heFdpZHRoIjowLjAsIk1heEhlaWdodCI6MC4wLCJTbWFydEZvcmVncm91bmRJc0FjdGl2ZSI6ZmFsc2UsIkhvcml6b250YWxBbGlnbm1lbnQiOjAsIlZlcnRpY2FsQWxpZ25tZW50IjowLCJTbWFydEZvcmVncm91bmQiOm51bGwsIkJhY2tncm91bmRGaWxsVHlwZSI6MCwiTWFyZ2luIjp7IiRpZCI6IjU5OCIsIlRvcCI6MC4wLCJMZWZ0IjowLjAsIlJpZ2h0IjowLjAsIkJvdHRvbSI6MC4wfSwiUGFkZGluZyI6eyIkaWQiOiI1OTkiLCJUb3AiOjAuMCwiTGVmdCI6MC4wLCJSaWdodCI6MC4wLCJCb3R0b20iOjAuMH0sIkJhY2tncm91bmQiOm51bGwsIklzVmlzaWJsZSI6ZmFsc2UsIldpZHRoIjowLjAsIkhlaWdodCI6MC4wLCJCb3JkZXJTdHlsZSI6bnVsbCwiUGFyZW50U3R5bGUiOm51bGx9LCJSZWN0YW5nbGVTdHlsZSI6eyIkaWQiOiI2MDAiLCJNYXJnaW4iOnsiJGlkIjoiNjAxIiwiVG9wIjowLjAsIkxlZnQiOjAuMCwiUmlnaHQiOjAuMCwiQm90dG9tIjowLjB9LCJQYWRkaW5nIjp7IiRpZCI6IjYwMiIsIlRvcCI6MC4wLCJMZWZ0IjowLjAsIlJpZ2h0IjowLjAsIkJvdHRvbSI6MC4wfSwiQmFja2dyb3VuZCI6eyIkaWQiOiI2MDMiLCJDb2xvciI6eyIkaWQiOiI2MDQiLCJBIjo2MywiUiI6MTEyLCJHIjoxNzMsIkIiOjcxfX0sIklzVmlzaWJsZSI6ZmFsc2UsIldpZHRoIjowLjAsIkhlaWdodCI6MC4wLCJCb3JkZXJTdHlsZSI6eyIkaWQiOiI2MDUiLCJMaW5lQ29sb3IiOnsiJGlkIjoiNjA2IiwiJHR5cGUiOiJOTFJFLkNvbW1vbi5Eb20uU29saWRDb2xvckJydXNoLCBOTFJFLkNvbW1vbiIsIkNvbG9yIjp7IiRpZCI6IjYwNyIsIkEiOjI1NSwiUiI6MjU1LCJHIjowLCJCIjowfX0sIkxpbmVXZWlnaHQiOjAuMCwiTGluZVR5cGUiOjAsIlBhcmVudFN0eWxlIjpudWxsfSwiUGFyZW50U3R5bGUiOm51bGx9LCJNYXJnaW4iOnsiJGlkIjoiNjA4IiwiVG9wIjowLjAsIkxlZnQiOjAuMCwiUmlnaHQiOjAuMCwiQm90dG9tIjowLjB9LCJQYWRkaW5nIjp7IiRpZCI6IjYwOSIsIlRvcCI6MC4wLCJMZWZ0IjowLjAsIlJpZ2h0IjowLjAsIkJvdHRvbSI6MC4wfSwiQmFja2dyb3VuZCI6bnVsbCwiSXNWaXNpYmxlIjp0cnVlLCJXaWR0aCI6MC4wLCJIZWlnaHQiOjAuMCwiQm9yZGVyU3R5bGUiOm51bGwsIlBhcmVudFN0eWxlIjpudWxsfSwiQmFja2dyb3VuZFN0eWxlIjp7IiRpZCI6IjYxMCIsIk1hcmdpbiI6eyIkaWQiOiI2MTEiLCJUb3AiOjAuMCwiTGVmdCI6MC4wLCJSaWdodCI6MC4wLCJCb3R0b20iOjAuMH0sIlBhZGRpbmciOnsiJGlkIjoiNjEyIiwiVG9wIjowLjAsIkxlZnQiOjAuMCwiUmlnaHQiOjAuMCwiQm90dG9tIjowLjB9LCJCYWNrZ3JvdW5kIjp7IiRpZCI6IjYxMyIsIkNvbG9yIjp7IiRpZCI6IjYxNCIsIkEiOjUxLCJSIjoxNjUsIkciOjE2NSwiQiI6MTY1fX0sIklzVmlzaWJsZSI6dHJ1ZSwiV2lkdGgiOjAuMCwiSGVpZ2h0IjowLjAsIkJvcmRlclN0eWxlIjp7IiRpZCI6IjYxNSIsIkxpbmVDb2xvciI6eyIkaWQiOiI2MTYiLCIkdHlwZSI6Ik5MUkUuQ29tbW9uLkRvbS5Tb2xpZENvbG9yQnJ1c2gsIE5MUkUuQ29tbW9uIiwiQ29sb3IiOnsiJGlkIjoiNjE3IiwiQSI6MjU1LCJSIjoyNTUsIkciOjAsIkIiOjB9fSwiTGluZVdlaWdodCI6MC4wLCJMaW5lVHlwZSI6MCwiUGFyZW50U3R5bGUiOm51bGx9LCJQYXJlbnRTdHlsZSI6bnVsbH0sIk1hcmdpbiI6eyIkaWQiOiI2MTgiLCJUb3AiOjAuMCwiTGVmdCI6MC4wLCJSaWdodCI6MC4wLCJCb3R0b20iOjAuMH0sIlBhZGRpbmciOnsiJGlkIjoiNjE5IiwiVG9wIjowLjAsIkxlZnQiOjAuMCwiUmlnaHQiOjAuMCwiQm90dG9tIjowLjB9LCJJc1Zpc2libGUiOnRydWUsIldpZHRoIjowLjAsIkhlaWdodCI6MC4wLCJCb3JkZXJTdHlsZSI6bnVsbCwiUGFyZW50U3R5bGUiOm51bGx9fV0sIklkIjoiZWJhZmEzZTYtY2Q5Mi00ODdlLWFiYzktYmNjNDBkY2I0MWYwIiwiSW5kZXgiOjIsIkhlYWRlclRleHQiOiJIeXBlckNhcmUgIiwiU3R5bGUiOnsiJGlkIjoiNjIwIiwiSGVhZGVyU3R5bGUiOnsiJGlkIjoiNjIxIiwiVGV4dElzVmVydGljYWwiOmZhbHNlLCJUZXh0U3R5bGUiOnsiJGlkIjoiNjIyIiwiRm9udFNldHRpbmdzIjp7IiRpZCI6IjYyMyIsIkZvbnRTaXplIjoxMCwiRm9udE5hbWUiOiJGcmFua2xpbiBHb3RoaWMgTWVkaXVtIiwiSXNCb2xkIjpmYWxzZSwiSXNJdGFsaWMiOmZhbHNlLCJJc1VuZGVybGluZWQiOmZhbHNlLCJQYXJlbnRTdHlsZSI6bnVsbH0sIkF1dG9TaXplIjowLCJGb3JlZ3JvdW5kIjp7IiRpZCI6IjYyNCIsIkNvbG9yIjp7IiRpZCI6IjYyNSIsIkEiOjI1NSwiUiI6MzksIkciOjEwMywiQiI6MH19LCJNYXhXaWR0aCI6MC4wLCJNYXhIZWlnaHQiOjAuMCwiU21hcnRGb3JlZ3JvdW5kSXNBY3RpdmUiOmZhbHNlLCJIb3Jpem9udGFsQWxpZ25tZW50IjowLCJWZXJ0aWNhbEFsaWdubWVudCI6MCwiU21hcnRGb3JlZ3JvdW5kIjpudWxsLCJCYWNrZ3JvdW5kRmlsbFR5cGUiOjAsIk1hcmdpbiI6eyIkaWQiOiI2MjYiLCJUb3AiOjAuMCwiTGVmdCI6MC4wLCJSaWdodCI6MC4wLCJCb3R0b20iOjAuMH0sIlBhZGRpbmciOnsiJGlkIjoiNjI3IiwiVG9wIjowLjAsIkxlZnQiOjAuMCwiUmlnaHQiOjAuMCwiQm90dG9tIjowLjB9LCJCYWNrZ3JvdW5kIjpudWxsLCJJc1Zpc2libGUiOnRydWUsIldpZHRoIjowLjAsIkhlaWdodCI6MC4wLCJCb3JkZXJTdHlsZSI6bnVsbCwiUGFyZW50U3R5bGUiOm51bGx9LCJSZWN0YW5nbGVTdHlsZSI6eyIkaWQiOiI2MjgiLCJNYXJnaW4iOnsiJGlkIjoiNjI5IiwiVG9wIjowLjAsIkxlZnQiOjAuMCwiUmlnaHQiOjAuMCwiQm90dG9tIjowLjB9LCJQYWRkaW5nIjp7IiRpZCI6IjYzMCIsIlRvcCI6MC4wLCJMZWZ0IjowLjAsIlJpZ2h0IjowLjAsIkJvdHRvbSI6MC4wfSwiQmFja2dyb3VuZCI6eyIkaWQiOiI2MzEiLCJDb2xvciI6eyIkaWQiOiI2MzIiLCJBIjoxMjcsIlIiOjExMiwiRyI6MTczLCJCIjo3MX19LCJJc1Zpc2libGUiOmZhbHNlLCJXaWR0aCI6MC4wLCJIZWlnaHQiOjAuMCwiQm9yZGVyU3R5bGUiOnsiJGlkIjoiNjMzIiwiTGluZUNvbG9yIjp7IiRyZWYiOiIxNTYifSwiTGluZVdlaWdodCI6MC4wLCJMaW5lVHlwZSI6MCwiUGFyZW50U3R5bGUiOm51bGx9LCJQYXJlbnRTdHlsZSI6bnVsbH0sIk1hcmdpbiI6eyIkaWQiOiI2MzQiLCJUb3AiOjAuMCwiTGVmdCI6MC4wLCJSaWdodCI6MC4wLCJCb3R0b20iOjAuMH0sIlBhZGRpbmciOnsiJGlkIjoiNjM1IiwiVG9wIjowLjAsIkxlZnQiOjAuMCwiUmlnaHQiOjAuMCwiQm90dG9tIjowLjB9LCJCYWNrZ3JvdW5kIjpudWxsLCJJc1Zpc2libGUiOnRydWUsIldpZHRoIjowLjAsIkhlaWdodCI6MC4wLCJCb3JkZXJTdHlsZSI6bnVsbCwiUGFyZW50U3R5bGUiOm51bGx9LCJCYWNrZ3JvdW5kU3R5bGUiOnsiJGlkIjoiNjM2IiwiTWFyZ2luIjp7IiRpZCI6IjYzNyIsIlRvcCI6MC4wLCJMZWZ0IjowLjAsIlJpZ2h0IjowLjAsIkJvdHRvbSI6MC4wfSwiUGFkZGluZyI6eyIkaWQiOiI2MzgiLCJUb3AiOjAuMCwiTGVmdCI6MC4wLCJSaWdodCI6MC4wLCJCb3R0b20iOjAuMH0sIkJhY2tncm91bmQiOnsiJGlkIjoiNjM5IiwiQ29sb3IiOnsiJGlkIjoiNjQwIiwiQSI6MzgsIlIiOjExMiwiRyI6MTczLCJCIjo3MX19LCJJc1Zpc2libGUiOnRydWUsIldpZHRoIjowLjAsIkhlaWdodCI6MC4wLCJCb3JkZXJTdHlsZSI6eyIkaWQiOiI2NDEiLCJMaW5lQ29sb3IiOnsiJHJlZiI6IjE2NiJ9LCJMaW5lV2VpZ2h0IjowLjAsIkxpbmVUeXBlIjowLCJQYXJlbnRTdHlsZSI6bnVsbH0sIlBhcmVudFN0eWxlIjpudWxsfSwiSXNBYm92ZVRpbWViYW5kIjpmYWxzZSwiTWFyZ2luIjp7IiRpZCI6IjY0MiIsIlRvcCI6MC4wLCJMZWZ0IjowLjAsIlJpZ2h0IjowLjAsIkJvdHRvbSI6MC4wfSwiUGFkZGluZyI6eyIkaWQiOiI2NDMiLCJUb3AiOjAuMCwiTGVmdCI6MC4wLCJSaWdodCI6MC4wLCJCb3R0b20iOjAuMH0sIklzVmlzaWJsZSI6dHJ1ZSwiV2lkdGgiOjg4OS4wLCJIZWlnaHQiOjIyLjAsIkJvcmRlclN0eWxlIjp7IiRpZCI6IjY0NCIsIkxpbmVDb2xvciI6bnVsbCwiTGluZVdlaWdodCI6MC4wLCJMaW5lVHlwZSI6MCwiUGFyZW50U3R5bGUiOm51bGx9LCJQYXJlbnRTdHlsZSI6bnVsbH19XSwiQ3VsdHVyZUluZm9OYW1lIjoiZW4tVVMiLCJTdHlsZU5hbWUiOm51bGwsIlZlcnNpb24iOnsiJGlkIjoiNjQ1IiwiVmVyc2lvbiI6IjMuNy4zIiwiT3JpZ2luYWxBc3NlbWJseVZlcnNpb24iOm51bGwsIkVkaXRpb24iOm51bGwsIkxhc3RTYXZlZEVkaXRpb24iOjIsIklzUGx1c0VkaXRpb24iOmZhbHNlLCJJc1Byb0VkaXRpb24iOmZhbHNlfSwiRWZmZWN0IjowLCJTdHlsZSI6eyIkaWQiOiI2NDYiLCJEZWZhdWx0RGVwZW5kZW5jeVN0eWxlIjp7IiRpZCI6IjY0NyIsIkxpbmVTdHlsZSI6eyIkaWQiOiI2NDgiLCJMaW5lQ29sb3IiOnsiJGlkIjoiNjQ5IiwiJHR5cGUiOiJOTFJFLkNvbW1vbi5Eb20uU29saWRDb2xvckJydXNoLCBOTFJFLkNvbW1vbiIsIkNvbG9yIjp7IiRpZCI6IjY1MCIsIkEiOjI1NSwiUiI6MCwiRyI6MCwiQiI6MH19LCJMaW5lV2VpZ2h0IjoxLjAsIkxpbmVUeXBlIjowLCJQYXJlbnRTdHlsZSI6bnVsbH0sIkVuZEFycm93aGVhZExpbmVTdHlsZSI6eyIkaWQiOiI2NTEiLCJLaW5kIjoxLCJXaWR0aCI6MSwiTGVuZ3RoIjowLCJQYXJlbnRTdHlsZSI6bnVsbH0sIkJyaW5nVG9Gcm9udCI6dHJ1ZSwiRWxib3dSYWRpdXMiOjAuMCwiTWFyZ2luIjp7IiRpZCI6IjY1MiIsIlRvcCI6MC4wLCJMZWZ0IjowLjAsIlJpZ2h0IjowLjAsIkJvdHRvbSI6MC4wfSwiUGFkZGluZyI6eyIkaWQiOiI2NTMiLCJUb3AiOjAuMCwiTGVmdCI6MC4wLCJSaWdodCI6MC4wLCJCb3R0b20iOjAuMH0sIkJhY2tncm91bmQiOm51bGwsIklzVmlzaWJsZSI6dHJ1ZSwiV2lkdGgiOjAuMCwiSGVpZ2h0IjowLjAsIkJvcmRlclN0eWxlIjpudWxsLCJQYXJlbnRTdHlsZSI6bnVsbH0sIkNyaXRpY2FsUGF0aFN0eWxlIjp7IiRpZCI6IjY1NCIsIkNyaXRpY2FsUGF0aFN0eWxlT3B0aW9ucyI6MTUsIkxpbmVTdHlsZSI6eyIkaWQiOiI2NTUiLCJMaW5lQ29sb3IiOnsiJGlkIjoiNjU2IiwiJHR5cGUiOiJOTFJFLkNvbW1vbi5Eb20uU29saWRDb2xvckJydXNoLCBOTFJFLkNvbW1vbiIsIkNvbG9yIjp7IiRpZCI6IjY1NyIsIkEiOjI1NSwiUiI6MjIyLCJHIjo1MCwiQiI6NTB9fSwiTGluZVdlaWdodCI6MS4wLCJMaW5lVHlwZSI6MCwiUGFyZW50U3R5bGUiOm51bGx9LCJUaXRsZUZvcmVncm91bmQiOnsiJGlkIjoiNjU4IiwiQ29sb3IiOnsiJGlkIjoiNjU5IiwiQSI6MjU1LCJSIjoxNzYsIkciOjE5LCJCIjoyNX19LCJTaGFwZXNCYWNrZ3JvdW5kIjp7IiRpZCI6IjY2MCIsIkNvbG9yIjp7IiRpZCI6IjY2MSIsIkEiOjI1NSwiUiI6MjUzLCJHIjoyMDMsIkIiOjIwOH19LCJTaGFwZXNCb3JkZXJTdHlsZSI6eyIkaWQiOiI2NjIiLCJMaW5lQ29sb3IiOnsiJGlkIjoiNjYzIiwiJHR5cGUiOiJOTFJFLkNvbW1vbi5Eb20uU29saWRDb2xvckJydXNoLCBOTFJFLkNvbW1vbiIsIkNvbG9yIjp7IiRpZCI6IjY2NCIsIkEiOjI1NSwiUiI6MjIyLCJHIjo1MCwiQiI6NTB9fSwiTGluZVdlaWdodCI6MS41LCJMaW5lVHlwZSI6MCwiUGFyZW50U3R5bGUiOm51bGx9LCJNYXJnaW4iOnsiJGlkIjoiNjY1IiwiVG9wIjowLjAsIkxlZnQiOjAuMCwiUmlnaHQiOjAuMCwiQm90dG9tIjowLjB9LCJQYWRkaW5nIjp7IiRpZCI6IjY2NiIsIlRvcCI6MC4wLCJMZWZ0IjowLjAsIlJpZ2h0IjowLjAsIkJvdHRvbSI6MC4wfSwiQmFja2dyb3VuZCI6bnVsbCwiSXNWaXNpYmxlIjpmYWxzZSwiV2lkdGgiOjAuMCwiSGVpZ2h0IjowLjAsIkJvcmRlclN0eWxlIjpudWxsLCJQYXJlbnRTdHlsZSI6bnVsbH0sIlRpbWViYW5kU3R5bGUiOnsiJGlkIjoiNjY3IiwiU2NhbGVNYXJraW5nIjoxLCJTaGFwZSI6MCwiU2hhcGVTdHlsZSI6eyIkaWQiOiI2NjgiLCJNYXJnaW4iOnsiJGlkIjoiNjY5IiwiVG9wIjowLjAsIkxlZnQiOjEwLjAsIlJpZ2h0IjoxMC4wLCJCb3R0b20iOjAuMH0sIlBhZGRpbmciOnsiJGlkIjoiNjcwIiwiVG9wIjozLjAsIkxlZnQiOjAuMCwiUmlnaHQiOjAuMCwiQm90dG9tIjozLjB9LCJCYWNrZ3JvdW5kIjp7IiRpZCI6IjY3MSIsIkNvbG9yIjp7IiRpZCI6IjY3MiIsIkEiOjI1NSwiUiI6NjgsIkciOjg0LCJCIjoxMDZ9fSwiSXNWaXNpYmxlIjp0cnVlLCJXaWR0aCI6ODU4LjAsIkhlaWdodCI6MjAuMCwiQm9yZGVyU3R5bGUiOnsiJGlkIjoiNjczIiwiTGluZUNvbG9yIjp7IiRpZCI6IjY3NCIsIiR0eXBlIjoiTkxSRS5Db21tb24uRG9tLlNvbGlkQ29sb3JCcnVzaCwgTkxSRS5Db21tb24iLCJDb2xvciI6eyIkaWQiOiI2NzUiLCJBIjoyNTUsIlIiOjI1NSwiRyI6MCwiQiI6MH19LCJMaW5lV2VpZ2h0IjowLjAsIkxpbmVUeXBlIjowLCJQYXJlbnRTdHlsZSI6bnVsbH0sIlBhcmVudFN0eWxlIjpudWxsfSwiTWlkZGxlVGllclNoYXBlU3R5bGUiOnsiJGlkIjoiNjc2IiwiTWFyZ2luIjp7IiRpZCI6IjY3NyIsIlRvcCI6MC4wLCJMZWZ0IjoxMC4wLCJSaWdodCI6MTAuMCwiQm90dG9tIjowLjB9LCJQYWRkaW5nIjp7IiRpZCI6IjY3OCIsIlRvcCI6My4wLCJMZWZ0IjowLjAsIlJpZ2h0IjowLjAsIkJvdHRvbSI6My4wfSwiQmFja2dyb3VuZCI6eyIkaWQiOiI2NzkiLCJDb2xvciI6eyIkaWQiOiI2ODAiLCJBIjoyNTUsIlIiOjY4LCJHIjo4NCwiQiI6MTA2fX0sIklzVmlzaWJsZSI6dHJ1ZSwiV2lkdGgiOjg1OC4wLCJIZWlnaHQiOjIwLjAsIkJvcmRlclN0eWxlIjp7IiRpZCI6IjY4MSIsIkxpbmVDb2xvciI6eyIkaWQiOiI2ODIiLCIkdHlwZSI6Ik5MUkUuQ29tbW9uLkRvbS5Tb2xpZENvbG9yQnJ1c2gsIE5MUkUuQ29tbW9uIiwiQ29sb3IiOnsiJGlkIjoiNjgzIiwiQSI6MjU1LCJSIjoyNTUsIkciOjAsIkIiOjB9fSwiTGluZVdlaWdodCI6MC4wLCJMaW5lVHlwZSI6MCwiUGFyZW50U3R5bGUiOm51bGx9LCJQYXJlbnRTdHlsZSI6bnVsbH0sIkJvdHRvbVRpZXJTaGFwZVN0eWxlIjp7IiRpZCI6IjY4NCIsIk1hcmdpbiI6eyIkaWQiOiI2ODUiLCJUb3AiOjAuMCwiTGVmdCI6MTAuMCwiUmlnaHQiOjEwLjAsIkJvdHRvbSI6MC4wfSwiUGFkZGluZyI6eyIkaWQiOiI2ODYiLCJUb3AiOjMuMCwiTGVmdCI6MC4wLCJSaWdodCI6MC4wLCJCb3R0b20iOjMuMH0sIkJhY2tncm91bmQiOnsiJGlkIjoiNjg3IiwiQ29sb3IiOnsiJGlkIjoiNjg4IiwiQSI6MjU1LCJSIjo2OCwiRyI6ODQsIkIiOjEwNn19LCJJc1Zpc2libGUiOnRydWUsIldpZHRoIjo4NTguMCwiSGVpZ2h0IjoyMC4wLCJCb3JkZXJTdHlsZSI6eyIkaWQiOiI2ODkiLCJMaW5lQ29sb3IiOnsiJGlkIjoiNjkwIiwiJHR5cGUiOiJOTFJFLkNvbW1vbi5Eb20uU29saWRDb2xvckJydXNoLCBOTFJFLkNvbW1vbiIsIkNvbG9yIjp7IiRpZCI6IjY5MSIsIkEiOjI1NSwiUiI6MjU1LCJHIjowLCJCIjowfX0sIkxpbmVXZWlnaHQiOjAuMCwiTGluZVR5cGUiOjAsIlBhcmVudFN0eWxlIjpudWxsfSwiUGFyZW50U3R5bGUiOm51bGx9LCJSaWdodEVuZENhcHNTdHlsZSI6eyIkaWQiOiI2OTIiLCJGb250U2V0dGluZ3MiOnsiJGlkIjoiNjkzIiwiRm9udFNpemUiOjE4LCJGb250TmFtZSI6IkNhbGlicmkiLCJJc0JvbGQiOnRydWUsIklzSXRhbGljIjpmYWxzZSwiSXNVbmRlcmxpbmVkIjpmYWxzZSwiUGFyZW50U3R5bGUiOm51bGx9LCJBdXRvU2l6ZSI6MCwiRm9yZWdyb3VuZCI6eyIkaWQiOiI2OTQiLCJDb2xvciI6eyIkaWQiOiI2OTU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Y5NiIsIlRvcCI6MC4wLCJMZWZ0IjowLjAsIlJpZ2h0IjoyMC4wLCJCb3R0b20iOjAuMH0sIlBhZGRpbmciOnsiJGlkIjoiNjk3IiwiVG9wIjowLjAsIkxlZnQiOjAuMCwiUmlnaHQiOjAuMCwiQm90dG9tIjowLjB9LCJCYWNrZ3JvdW5kIjp7IiRpZCI6IjY5OCIsIkNvbG9yIjp7IiRpZCI6IjY5OSIsIkEiOjg5LCJSIjowLCJHIjowLCJCIjowfX0sIklzVmlzaWJsZSI6ZmFsc2UsIldpZHRoIjowLjAsIkhlaWdodCI6MC4wLCJCb3JkZXJTdHlsZSI6bnVsbCwiUGFyZW50U3R5bGUiOm51bGx9LCJMZWZ0RW5kQ2Fwc1N0eWxlIjp7IiRpZCI6IjcwMCIsIkZvbnRTZXR0aW5ncyI6eyIkaWQiOiI3MDEiLCJGb250U2l6ZSI6MTgsIkZvbnROYW1lIjoiQ2FsaWJyaSIsIklzQm9sZCI6dHJ1ZSwiSXNJdGFsaWMiOmZhbHNlLCJJc1VuZGVybGluZWQiOmZhbHNlLCJQYXJlbnRTdHlsZSI6bnVsbH0sIkF1dG9TaXplIjowLCJGb3JlZ3JvdW5kIjp7IiRpZCI6IjcwMiIsIkNvbG9yIjp7IiRpZCI6IjcwMy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zA0IiwiVG9wIjowLjAsIkxlZnQiOjIwLjAsIlJpZ2h0IjowLjAsIkJvdHRvbSI6MC4wfSwiUGFkZGluZyI6eyIkaWQiOiI3MDUiLCJUb3AiOjAuMCwiTGVmdCI6MC4wLCJSaWdodCI6MC4wLCJCb3R0b20iOjAuMH0sIkJhY2tncm91bmQiOnsiJGlkIjoiNzA2IiwiQ29sb3IiOnsiJGlkIjoiNzA3IiwiQSI6ODksIlIiOjAsIkciOjAsIkIiOjB9fSwiSXNWaXNpYmxlIjpmYWxzZSwiV2lkdGgiOjAuMCwiSGVpZ2h0IjowLjAsIkJvcmRlclN0eWxlIjpudWxsLCJQYXJlbnRTdHlsZSI6bnVsbH0sIlRvZGF5VGV4dFN0eWxlIjp7IiRpZCI6IjcwOCIsIkZvbnRTZXR0aW5ncyI6eyIkaWQiOiI3MDkiLCJGb250U2l6ZSI6MTIsIkZvbnROYW1lIjoiQ2FsaWJyaSIsIklzQm9sZCI6ZmFsc2UsIklzSXRhbGljIjpmYWxzZSwiSXNVbmRlcmxpbmVkIjpmYWxzZSwiUGFyZW50U3R5bGUiOm51bGx9LCJBdXRvU2l6ZSI6MCwiRm9yZWdyb3VuZCI6eyIkaWQiOiI3MTAiLCJDb2xvciI6eyIkaWQiOiI3MT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EyIiwiVG9wIjowLjAsIkxlZnQiOjAuMCwiUmlnaHQiOjAuMCwiQm90dG9tIjowLjB9LCJQYWRkaW5nIjp7IiRpZCI6IjcxMyIsIlRvcCI6MC4wLCJMZWZ0IjowLjAsIlJpZ2h0IjowLjAsIkJvdHRvbSI6MC4wfSwiQmFja2dyb3VuZCI6eyIkaWQiOiI3MTQiLCJDb2xvciI6eyIkaWQiOiI3MTUiLCJBIjo4OSwiUiI6MCwiRyI6MCwiQiI6MH19LCJJc1Zpc2libGUiOnRydWUsIldpZHRoIjowLjAsIkhlaWdodCI6MC4wLCJCb3JkZXJTdHlsZSI6bnVsbCwiUGFyZW50U3R5bGUiOm51bGx9LCJUb2RheU1hcmtlclN0eWxlIjp7IiRpZCI6IjcxNiIsIk1hcmdpbiI6eyIkaWQiOiI3MTciLCJUb3AiOjAuMCwiTGVmdCI6MC4wLCJSaWdodCI6MC4wLCJCb3R0b20iOjAuMH0sIlBhZGRpbmciOnsiJGlkIjoiNzE4IiwiVG9wIjowLjAsIkxlZnQiOjAuMCwiUmlnaHQiOjAuMCwiQm90dG9tIjowLjB9LCJCYWNrZ3JvdW5kIjp7IiRpZCI6IjcxOSIsIkNvbG9yIjp7IiRpZCI6IjcyMCIsIkEiOjI1NSwiUiI6MjU1LCJHIjowLCJCIjowfX0sIklzVmlzaWJsZSI6dHJ1ZSwiV2lkdGgiOjAuMCwiSGVpZ2h0IjowLjAsIkJvcmRlclN0eWxlIjpudWxsLCJQYXJlbnRTdHlsZSI6bnVsbH0sIlNjYWxlU3R5bGUiOnsiJGlkIjoiNzIxIiwiU2hhcGUiOjMsIlNob3dTZWdtZW50U2VwYXJhdG9ycyI6dHJ1ZSwiU2VnbWVudFNlcGFyYXRvck9wYWNpdHkiOjMwLCJIYXNCZWVuVmlzaWJsZUJlZm9yZSI6dHJ1ZSwiRm9udFNldHRpbmdzIjp7IiRpZCI6IjcyMiIsIkZvbnRTaXplIjoxMiwiRm9udE5hbWUiOiJDYWxpYnJpIiwiSXNCb2xkIjpmYWxzZSwiSXNJdGFsaWMiOmZhbHNlLCJJc1VuZGVybGluZWQiOmZhbHNlLCJQYXJlbnRTdHlsZSI6bnVsbH0sIkF1dG9TaXplIjowLCJGb3JlZ3JvdW5kIjp7IiRpZCI6IjcyMyIsIkNvbG9yIjp7IiRpZCI6Ijcy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3MjUiLCJUb3AiOjAuMCwiTGVmdCI6NS4wLCJSaWdodCI6MC4wLCJCb3R0b20iOjAuMH0sIlBhZGRpbmciOnsiJGlkIjoiNzI2IiwiVG9wIjowLjAsIkxlZnQiOjAuMCwiUmlnaHQiOjAuMCwiQm90dG9tIjowLjB9LCJCYWNrZ3JvdW5kIjp7IiRpZCI6IjcyNyIsIkNvbG9yIjp7IiRpZCI6IjcyOCIsIkEiOjg5LCJSIjowLCJHIjowLCJCIjowfX0sIklzVmlzaWJsZSI6dHJ1ZSwiV2lkdGgiOjAuMCwiSGVpZ2h0IjowLjAsIkJvcmRlclN0eWxlIjpudWxsLCJQYXJlbnRTdHlsZSI6bnVsbH0sIlNpbmdsZVNjYWxlU2hhcGVTdHlsZSI6eyIkaWQiOiI3MjkiLCJTaGFwZSI6MCwiSGVpZ2h0IjowLjB9LCJNaWRkbGVUaWVyU2NhbGVTdHlsZSI6eyIkaWQiOiI3MzAiLCJTaGFwZSI6MywiU2hvd1NlZ21lbnRTZXBhcmF0b3JzIjp0cnVlLCJTZWdtZW50U2VwYXJhdG9yT3BhY2l0eSI6MzAsIkhhc0JlZW5WaXNpYmxlQmVmb3JlIjpmYWxzZSwiRm9udFNldHRpbmdzIjp7IiRpZCI6IjczMSIsIkZvbnRTaXplIjoxMiwiRm9udE5hbWUiOiJDYWxpYnJpIiwiSXNCb2xkIjpmYWxzZSwiSXNJdGFsaWMiOmZhbHNlLCJJc1VuZGVybGluZWQiOmZhbHNlLCJQYXJlbnRTdHlsZSI6bnVsbH0sIkF1dG9TaXplIjowLCJGb3JlZ3JvdW5kIjp7IiRpZCI6IjczMiIsIkNvbG9yIjp7IiRpZCI6Ijcz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3MzQiLCJUb3AiOjAuMCwiTGVmdCI6NS4wLCJSaWdodCI6MC4wLCJCb3R0b20iOjAuMH0sIlBhZGRpbmciOnsiJGlkIjoiNzM1IiwiVG9wIjowLjAsIkxlZnQiOjAuMCwiUmlnaHQiOjAuMCwiQm90dG9tIjowLjB9LCJCYWNrZ3JvdW5kIjp7IiRpZCI6IjczNiIsIkNvbG9yIjp7IiRpZCI6IjczNyIsIkEiOjg5LCJSIjowLCJHIjowLCJCIjowfX0sIklzVmlzaWJsZSI6ZmFsc2UsIldpZHRoIjowLjAsIkhlaWdodCI6MC4wLCJCb3JkZXJTdHlsZSI6bnVsbCwiUGFyZW50U3R5bGUiOm51bGx9LCJCb3R0b21UaWVyU2NhbGVTdHlsZSI6eyIkaWQiOiI3MzgiLCJTaGFwZSI6MywiU2hvd1NlZ21lbnRTZXBhcmF0b3JzIjp0cnVlLCJTZWdtZW50U2VwYXJhdG9yT3BhY2l0eSI6MzAsIkhhc0JlZW5WaXNpYmxlQmVmb3JlIjpmYWxzZSwiRm9udFNldHRpbmdzIjp7IiRpZCI6IjczOSIsIkZvbnRTaXplIjoxMiwiRm9udE5hbWUiOiJDYWxpYnJpIiwiSXNCb2xkIjpmYWxzZSwiSXNJdGFsaWMiOmZhbHNlLCJJc1VuZGVybGluZWQiOmZhbHNlLCJQYXJlbnRTdHlsZSI6bnVsbH0sIkF1dG9TaXplIjowLCJGb3JlZ3JvdW5kIjp7IiRpZCI6Ijc0MCIsIkNvbG9yIjp7IiRpZCI6Ijc0M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3NDIiLCJUb3AiOjAuMCwiTGVmdCI6NS4wLCJSaWdodCI6MC4wLCJCb3R0b20iOjAuMH0sIlBhZGRpbmciOnsiJGlkIjoiNzQzIiwiVG9wIjowLjAsIkxlZnQiOjAuMCwiUmlnaHQiOjAuMCwiQm90dG9tIjowLjB9LCJCYWNrZ3JvdW5kIjp7IiRpZCI6Ijc0NCIsIkNvbG9yIjp7IiRpZCI6Ijc0NSIsIkEiOjg5LCJSIjowLCJHIjowLCJCIjowfX0sIklzVmlzaWJsZSI6ZmFsc2UsIldpZHRoIjowLjAsIkhlaWdodCI6MC4wLCJCb3JkZXJTdHlsZSI6bnVsbCwiUGFyZW50U3R5bGUiOm51bGx9LCJFbGFwc2VkVGltZUJhY2tncm91bmQiOnsiJGlkIjoiNzQ2IiwiQ29sb3IiOnsiJGlkIjoiNzQ3IiwiQSI6MTkxLCJSIjoyNTUsIkciOjAsIkIiOjB9fSwiQXBwZW5kWWVhck9uWWVhckNoYW5nZSI6ZmFsc2UsIkVsYXBzZWRUaW1lRm9ybWF0IjoyLCJUb2RheU1hcmtlclBvc2l0aW9uIjowLCJRdWlja1Bvc2l0aW9uIjozLCJBYnNvbHV0ZVBvc2l0aW9uIjoyMTAuNzIyMDQ2LCJNYXJnaW4iOnsiJGlkIjoiNzQ4IiwiVG9wIjowLjAsIkxlZnQiOjEwLjAsIlJpZ2h0IjoxMC4wLCJCb3R0b20iOjAuMH0sIlBhZGRpbmciOnsiJGlkIjoiNzQ5IiwiVG9wIjowLjAsIkxlZnQiOjAuMCwiUmlnaHQiOjAuMCwiQm90dG9tIjowLjB9LCJCYWNrZ3JvdW5kIjp7IiRpZCI6Ijc1MCIsIkNvbG9yIjp7IiRpZCI6Ijc1MSIsIkEiOjI1NSwiUiI6NDcsIkciOjU0LCJCIjoxNTN9fSwiSXNWaXNpYmxlIjp0cnVlLCJXaWR0aCI6MC4wLCJIZWlnaHQiOjAuMCwiQm9yZGVyU3R5bGUiOm51bGwsIlBhcmVudFN0eWxlIjpudWxsfSwiRGVmYXVsdE1pbGVzdG9uZVN0eWxlIjp7IiRpZCI6Ijc1MiIsIlNoYXBlIjoyLCJDb25uZWN0b3JNYXJnaW4iOnsiJGlkIjoiNzUzIiwiVG9wIjowLjAsIkxlZnQiOjIuMCwiUmlnaHQiOjIuMCwiQm90dG9tIjowLjB9LCJDb25uZWN0b3JTdHlsZSI6eyIkaWQiOiI3NTQiLCJMaW5lQ29sb3IiOnsiJGlkIjoiNzU1IiwiJHR5cGUiOiJOTFJFLkNvbW1vbi5Eb20uU29saWRDb2xvckJydXNoLCBOTFJFLkNvbW1vbiIsIkNvbG9yIjp7IiRpZCI6Ijc1NiIsIkEiOjEyNywiUiI6NzksIkciOjEyOSwiQiI6MTg5fX0sIkxpbmVXZWlnaHQiOjEuMCwiTGluZVR5cGUiOjAsIlBhcmVudFN0eWxlIjpudWxsfSwiSXNCZWxvd1RpbWViYW5kIjpmYWxzZSwiUG9zaXRpb25PblRhc2siOjAsIkhpZGVEYXRlIjpmYWxzZSwiU2hhcGVTaXplIjoxLCJTcGFjaW5nIjoyLjAsIlBhZGRpbmciOnsiJGlkIjoiNzU3IiwiVG9wIjo3LjAsIkxlZnQiOjMuMCwiUmlnaHQiOjAuMCwiQm90dG9tIjoyLjB9LCJTaGFwZVN0eWxlIjp7IiRpZCI6Ijc1OCIsIk1hcmdpbiI6eyIkaWQiOiI3NTkiLCJUb3AiOjAuMCwiTGVmdCI6MC4wLCJSaWdodCI6MC4wLCJCb3R0b20iOjAuMH0sIlBhZGRpbmciOnsiJGlkIjoiNzYwIiwiVG9wIjowLjAsIkxlZnQiOjAuMCwiUmlnaHQiOjAuMCwiQm90dG9tIjowLjB9LCJCYWNrZ3JvdW5kIjp7IiRpZCI6Ijc2MSIsIkNvbG9yIjp7IiRpZCI6Ijc2MiIsIkEiOjI1NSwiUiI6MCwiRyI6MTE0LCJCIjoxODh9fSwiSXNWaXNpYmxlIjp0cnVlLCJXaWR0aCI6MTMuMCwiSGVpZ2h0IjoxMy4wLCJCb3JkZXJTdHlsZSI6eyIkaWQiOiI3NjMiLCJMaW5lQ29sb3IiOnsiJGlkIjoiNzY0IiwiJHR5cGUiOiJOTFJFLkNvbW1vbi5Eb20uU29saWRDb2xvckJydXNoLCBOTFJFLkNvbW1vbiIsIkNvbG9yIjp7IiRpZCI6Ijc2NSIsIkEiOjI1NSwiUiI6MjU1LCJHIjowLCJCIjowfX0sIkxpbmVXZWlnaHQiOjAuMCwiTGluZVR5cGUiOjAsIlBhcmVudFN0eWxlIjpudWxsfSwiUGFyZW50U3R5bGUiOm51bGx9LCJUaXRsZVN0eWxlIjp7IiRpZCI6Ijc2NiIsIkZvbnRTZXR0aW5ncyI6eyIkaWQiOiI3NjciLCJGb250U2l6ZSI6MTEsIkZvbnROYW1lIjoiQ2FsaWJyaSIsIklzQm9sZCI6dHJ1ZSwiSXNJdGFsaWMiOmZhbHNlLCJJc1VuZGVybGluZWQiOmZhbHNlLCJQYXJlbnRTdHlsZSI6bnVsbH0sIkF1dG9TaXplIjowLCJGb3JlZ3JvdW5kIjp7IiRpZCI6Ijc2OCIsIkNvbG9yIjp7IiRpZCI6Ijc2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3NzAiLCJUb3AiOjAuMCwiTGVmdCI6MC4wLCJSaWdodCI6MC4wLCJCb3R0b20iOjAuMH0sIlBhZGRpbmciOnsiJGlkIjoiNzcxIiwiVG9wIjowLjAsIkxlZnQiOjAuMCwiUmlnaHQiOjAuMCwiQm90dG9tIjowLjB9LCJCYWNrZ3JvdW5kIjp7IiRpZCI6Ijc3MiIsIkNvbG9yIjp7IiRpZCI6Ijc3MyIsIkEiOjg5LCJSIjowLCJHIjowLCJCIjowfX0sIklzVmlzaWJsZSI6dHJ1ZSwiV2lkdGgiOjAuMCwiSGVpZ2h0IjowLjAsIkJvcmRlclN0eWxlIjpudWxsLCJQYXJlbnRTdHlsZSI6bnVsbH0sIkRhdGVTdHlsZSI6eyIkaWQiOiI3NzQiLCJGb250U2V0dGluZ3MiOnsiJGlkIjoiNzc1IiwiRm9udFNpemUiOjEwLCJGb250TmFtZSI6IkNhbGlicmkiLCJJc0JvbGQiOmZhbHNlLCJJc0l0YWxpYyI6ZmFsc2UsIklzVW5kZXJsaW5lZCI6ZmFsc2UsIlBhcmVudFN0eWxlIjpudWxsfSwiQXV0b1NpemUiOjAsIkZvcmVncm91bmQiOnsiJGlkIjoiNzc2IiwiQ29sb3IiOnsiJGlkIjoiNzc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NzgiLCJUb3AiOjAuMCwiTGVmdCI6MC4wLCJSaWdodCI6MC4wLCJCb3R0b20iOjAuMH0sIlBhZGRpbmciOnsiJGlkIjoiNzc5IiwiVG9wIjowLjAsIkxlZnQiOjAuMCwiUmlnaHQiOjAuMCwiQm90dG9tIjowLjB9LCJCYWNrZ3JvdW5kIjp7IiRpZCI6Ijc4MCIsIkNvbG9yIjp7IiRpZCI6Ijc4MSIsIkEiOjg5LCJSIjowLCJHIjowLCJCIjowfX0sIklzVmlzaWJsZSI6dHJ1ZSwiV2lkdGgiOjAuMCwiSGVpZ2h0IjowLjAsIkJvcmRlclN0eWxlIjpudWxsLCJQYXJlbnRTdHlsZSI6bnVsbH0sIkRhdGVGb3JtYXQiOnsiJGlkIjoiNzg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4MyIsIkZvcm1hdCI6MCwiSXNWaXNpYmxlIjpmYWxzZSwiTGFzdEtub3duVmlzaWJpbGl0eVN0YXRlIjpmYWxzZX0sIklzVmlzaWJsZSI6dHJ1ZSwiUGFyZW50U3R5bGUiOm51bGx9LCJEZWZhdWx0VGFza1N0eWxlIjp7IiRpZCI6Ijc4NCIsIlNoYXBlIjoxLCJTaGFwZVRoaWNrbmVzcyI6MCwiRHVyYXRpb25Gb3JtYXQiOjAsIkluY2x1ZGVOb25Xb3JraW5nRGF5c0luRHVyYXRpb24iOmZhbHNlLCJQZXJjZW50YWdlQ29tcGxldGVTdHlsZSI6eyIkaWQiOiI3ODUiLCJGb250U2V0dGluZ3MiOnsiJGlkIjoiNzg2IiwiRm9udFNpemUiOjEwLCJGb250TmFtZSI6IkNhbGlicmkiLCJJc0JvbGQiOmZhbHNlLCJJc0l0YWxpYyI6ZmFsc2UsIklzVW5kZXJsaW5lZCI6ZmFsc2UsIlBhcmVudFN0eWxlIjpudWxsfSwiQXV0b1NpemUiOjAsIkZvcmVncm91bmQiOnsiJGlkIjoiNzg3IiwiQ29sb3IiOnsiJGlkIjoiNzg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g5IiwiVG9wIjowLjAsIkxlZnQiOjAuMCwiUmlnaHQiOjAuMCwiQm90dG9tIjowLjB9LCJQYWRkaW5nIjp7IiRpZCI6Ijc5MCIsIlRvcCI6MC4wLCJMZWZ0IjowLjAsIlJpZ2h0IjowLjAsIkJvdHRvbSI6MC4wfSwiQmFja2dyb3VuZCI6eyIkaWQiOiI3OTEiLCJDb2xvciI6eyIkaWQiOiI3OTIiLCJBIjo4OSwiUiI6MCwiRyI6MCwiQiI6MH19LCJJc1Zpc2libGUiOnRydWUsIldpZHRoIjowLjAsIkhlaWdodCI6MC4wLCJCb3JkZXJTdHlsZSI6bnVsbCwiUGFyZW50U3R5bGUiOm51bGx9LCJEdXJhdGlvblN0eWxlIjp7IiRpZCI6Ijc5MyIsIkZvbnRTZXR0aW5ncyI6eyIkaWQiOiI3OTQiLCJGb250U2l6ZSI6MTAsIkZvbnROYW1lIjoiQ2FsaWJyaSIsIklzQm9sZCI6ZmFsc2UsIklzSXRhbGljIjpmYWxzZSwiSXNVbmRlcmxpbmVkIjpmYWxzZSwiUGFyZW50U3R5bGUiOm51bGx9LCJBdXRvU2l6ZSI6MCwiRm9yZWdyb3VuZCI6eyIkaWQiOiI3OTUiLCJDb2xvciI6eyIkaWQiOiI3O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OTciLCJUb3AiOjAuMCwiTGVmdCI6MC4wLCJSaWdodCI6MC4wLCJCb3R0b20iOjAuMH0sIlBhZGRpbmciOnsiJGlkIjoiNzk4IiwiVG9wIjowLjAsIkxlZnQiOjAuMCwiUmlnaHQiOjAuMCwiQm90dG9tIjowLjB9LCJCYWNrZ3JvdW5kIjp7IiRpZCI6Ijc5OSIsIkNvbG9yIjp7IiRpZCI6IjgwMCIsIkEiOjg5LCJSIjowLCJHIjowLCJCIjowfX0sIklzVmlzaWJsZSI6dHJ1ZSwiV2lkdGgiOjAuMCwiSGVpZ2h0IjowLjAsIkJvcmRlclN0eWxlIjpudWxsLCJQYXJlbnRTdHlsZSI6bnVsbH0sIkhvcml6b250YWxDb25uZWN0b3JTdHlsZSI6eyIkaWQiOiI4MDEiLCJMaW5lQ29sb3IiOnsiJHJlZiI6IjI3In0sIkxpbmVXZWlnaHQiOjEuMCwiTGluZVR5cGUiOjAsIlBhcmVudFN0eWxlIjpudWxsfSwiVmVydGljYWxDb25uZWN0b3JTdHlsZSI6eyIkaWQiOiI4MDIiLCJMaW5lQ29sb3IiOnsiJHJlZiI6IjM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MsIklzQmVsb3dUaW1lYmFuZCI6ZmFsc2UsIlBlcmNlbnRhZ2VDb21wbGV0ZVNoYXBlT3BhY2l0eSI6MzUsIlNoYXBlU3R5bGUiOnsiJGlkIjoiODAzIiwiTWFyZ2luIjp7IiRpZCI6IjgwNCIsIlRvcCI6MC4wLCJMZWZ0Ijo0LjAsIlJpZ2h0Ijo0LjAsIkJvdHRvbSI6MC4wfSwiUGFkZGluZyI6eyIkaWQiOiI4MDUiLCJUb3AiOjAuMCwiTGVmdCI6MC4wLCJSaWdodCI6MC4wLCJCb3R0b20iOjAuMH0sIkJhY2tncm91bmQiOnsiJGlkIjoiODA2IiwiQ29sb3IiOnsiJGlkIjoiODA3IiwiQSI6MjU1LCJSIjowLCJHIjoxMTQsIkIiOjE4OH19LCJJc1Zpc2libGUiOnRydWUsIldpZHRoIjowLjAsIkhlaWdodCI6MTAuMCwiQm9yZGVyU3R5bGUiOnsiJGlkIjoiODA4IiwiTGluZUNvbG9yIjp7IiRyZWYiOiIzOCJ9LCJMaW5lV2VpZ2h0IjowLjAsIkxpbmVUeXBlIjowLCJQYXJlbnRTdHlsZSI6bnVsbH0sIlBhcmVudFN0eWxlIjpudWxsfSwiVGl0bGVTdHlsZSI6eyIkaWQiOiI4MDkiLCJGb250U2V0dGluZ3MiOnsiJGlkIjoiODEwIiwiRm9udFNpemUiOjExLCJGb250TmFtZSI6IkNhbGlicmkiLCJJc0JvbGQiOnRydWUsIklzSXRhbGljIjpmYWxzZSwiSXNVbmRlcmxpbmVkIjpmYWxzZSwiUGFyZW50U3R5bGUiOm51bGx9LCJBdXRvU2l6ZSI6MCwiRm9yZWdyb3VuZCI6eyIkaWQiOiI4MTEiLCJDb2xvciI6eyIkaWQiOiI4MTI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ODEzIiwiVG9wIjowLjAsIkxlZnQiOjAuMCwiUmlnaHQiOjAuMCwiQm90dG9tIjowLjB9LCJQYWRkaW5nIjp7IiRpZCI6IjgxNCIsIlRvcCI6MC4wLCJMZWZ0IjowLjAsIlJpZ2h0IjowLjAsIkJvdHRvbSI6MC4wfSwiQmFja2dyb3VuZCI6eyIkaWQiOiI4MTUiLCJDb2xvciI6eyIkaWQiOiI4MTYiLCJBIjo4OSwiUiI6MCwiRyI6MCwiQiI6MH19LCJJc1Zpc2libGUiOnRydWUsIldpZHRoIjowLjAsIkhlaWdodCI6MC4wLCJCb3JkZXJTdHlsZSI6bnVsbCwiUGFyZW50U3R5bGUiOm51bGx9LCJEYXRlU3R5bGUiOnsiJGlkIjoiODE3IiwiRm9udFNldHRpbmdzIjp7IiRpZCI6IjgxOCIsIkZvbnRTaXplIjoxMCwiRm9udE5hbWUiOiJDYWxpYnJpIiwiSXNCb2xkIjpmYWxzZSwiSXNJdGFsaWMiOmZhbHNlLCJJc1VuZGVybGluZWQiOmZhbHNlLCJQYXJlbnRTdHlsZSI6bnVsbH0sIkF1dG9TaXplIjowLCJGb3JlZ3JvdW5kIjp7IiRpZCI6IjgxOSIsIkNvbG9yIjp7IiRpZCI6Ijgy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IxIiwiVG9wIjowLjAsIkxlZnQiOjAuMCwiUmlnaHQiOjAuMCwiQm90dG9tIjowLjB9LCJQYWRkaW5nIjp7IiRpZCI6IjgyMiIsIlRvcCI6MC4wLCJMZWZ0IjowLjAsIlJpZ2h0IjowLjAsIkJvdHRvbSI6MC4wfSwiQmFja2dyb3VuZCI6eyIkaWQiOiI4MjMiLCJDb2xvciI6eyIkaWQiOiI4MjQiLCJBIjo4OSwiUiI6MCwiRyI6MCwiQiI6MH19LCJJc1Zpc2libGUiOnRydWUsIldpZHRoIjowLjAsIkhlaWdodCI6MC4wLCJCb3JkZXJTdHlsZSI6bnVsbCwiUGFyZW50U3R5bGUiOm51bGx9LCJEYXRlRm9ybWF0Ijp7IiRpZCI6Ijgy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jYiLCJGb3JtYXQiOjAsIklzVmlzaWJsZSI6ZmFsc2UsIkxhc3RLbm93blZpc2liaWxpdHlTdGF0ZSI6ZmFsc2V9LCJJc1Zpc2libGUiOnRydWUsIlBhcmVudFN0eWxlIjpudWxsLCJfZXhwbGljaXRseVNldCI6eyIkaWQiOiI4Mjc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gyOCIsIkdyaWRsaW5lU3R5bGUiOnsiJGlkIjoiODI5IiwiTGluZUNvbG9yIjp7IiRpZCI6IjgzMCIsIiR0eXBlIjoiTkxSRS5Db21tb24uRG9tLlNvbGlkQ29sb3JCcnVzaCwgTkxSRS5Db21tb24iLCJDb2xvciI6eyIkaWQiOiI4MzEiLCJBIjozOCwiUiI6OTEsIkciOjE1NSwiQiI6MjEzfX0sIkxpbmVXZWlnaHQiOjEuMCwiTGluZVR5cGUiOjAsIlBhcmVudFN0eWxlIjpudWxsfSwiTWFyZ2luIjp7IiRpZCI6IjgzMiIsIlRvcCI6MC4wLCJMZWZ0IjowLjAsIlJpZ2h0IjowLjAsIkJvdHRvbSI6MC4wfSwiUGFkZGluZyI6eyIkaWQiOiI4MzMiLCJUb3AiOjAuMCwiTGVmdCI6MC4wLCJSaWdodCI6MC4wLCJCb3R0b20iOjAuMH0sIkJhY2tncm91bmQiOm51bGwsIklzVmlzaWJsZSI6dHJ1ZSwiV2lkdGgiOjAuMCwiSGVpZ2h0IjowLjAsIkJvcmRlclN0eWxlIjp7IiRpZCI6IjgzNCIsIkxpbmVDb2xvciI6bnVsbCwiTGluZVdlaWdodCI6MC4wLCJMaW5lVHlwZSI6MCwiUGFyZW50U3R5bGUiOm51bGx9LCJQYXJlbnRTdHlsZSI6bnVsbH0sIkFjdGl2aXR5TGluZVBhbmVsU3R5bGUiOnsiJGlkIjoiODM1IiwiQWN0aXZpdHlMaW5lU3R5bGUiOnsiJGlkIjoiODM2IiwiTGluZUNvbG9yIjp7IiRpZCI6IjgzNyIsIiR0eXBlIjoiTkxSRS5Db21tb24uRG9tLlNvbGlkQ29sb3JCcnVzaCwgTkxSRS5Db21tb24iLCJDb2xvciI6eyIkaWQiOiI4MzgiLCJBIjozOCwiUiI6NjgsIkciOjExNCwiQiI6MTk2fX0sIkxpbmVXZWlnaHQiOjEuMCwiTGluZVR5cGUiOjAsIlBhcmVudFN0eWxlIjpudWxsfSwiTWFyZ2luIjp7IiRpZCI6IjgzOSIsIlRvcCI6MC4wLCJMZWZ0IjowLjAsIlJpZ2h0IjowLjAsIkJvdHRvbSI6MC4wfSwiUGFkZGluZyI6eyIkaWQiOiI4NDAiLCJUb3AiOjAuMCwiTGVmdCI6MC4wLCJSaWdodCI6MC4wLCJCb3R0b20iOjAuMH0sIkJhY2tncm91bmQiOm51bGwsIklzVmlzaWJsZSI6dHJ1ZSwiV2lkdGgiOjAuMCwiSGVpZ2h0IjowLjAsIkJvcmRlclN0eWxlIjp7IiRpZCI6Ijg0MSIsIkxpbmVDb2xvciI6bnVsbCwiTGluZVdlaWdodCI6MC4wLCJMaW5lVHlwZSI6MCwiUGFyZW50U3R5bGUiOm51bGx9LCJQYXJlbnRTdHlsZSI6bnVsbH0sIlNob3dFbGFwc2VkVGltZUdyYWRpZW50U3R5bGUiOmZhbHNlLCJUaW1lYmFuZFJlc2VydmVkTGVmdEFyZWFTdHlsZSI6eyIkaWQiOiI4NDIiLCJBY3Rpdml0eUhlYWRlcldpZHRoIjowLjAsIklzU2V0IjpmYWxzZX0sIkRlZmF1bHRTd2ltbGFuZVN0eWxlIjpudWxsfSwiU2NhbGUiOm51bGwsIlNjYWxlVjIiOnsiJGlkIjoiODQzIiwiU3RhcnREYXRlIjoiMDAwMS0wMS0wMVQwMDowMDowMCIsIkVuZERhdGUiOiIyMDE5LTEyLTIyVDEyOjU5OjAwIiwiQXV0b0RhdGVSYW5nZSI6dHJ1ZSwiV29ya2luZ0RheXMiOjMxLCJGaXNjYWxZZWFyIjp7IiRpZCI6Ijg0NCIsIlN0YXJ0TW9udGgiOjEsIlVzZVN0YXJ0aW5nWWVhckZvck51bWJlcmluZyI6dHJ1ZSwiU2hvd0Zpc2NhbFllYXJMYWJlbCI6dHJ1ZX0sIlRvZGF5TWFya2VyVGV4dCI6IlRvZGF5IiwiQXV0b1NjYWxlVHlwZSI6dHJ1ZSwiVGltZWJhbmRTY2FsZXMiOnsiJGlkIjoiODQ1IiwiVG9wU2NhbGVMYXllciI6eyIkaWQiOiI4NDYiLCJGb3JtYXQiOiJNTU0iLCJUeXBlIjoyfSwiTWlkZGxlU2NhbGVMYXllciI6eyIkaWQiOiI4NDciLCJGb3JtYXQiOm51bGwsIlR5cGUiOjB9LCJCb3R0b21TY2FsZUxheWVyIjp7IiRpZCI6Ijg0OCIsIkZvcm1hdCI6bnVsbCwiVHlwZSI6MH19fSwiTWlsZXN0b25lcyI6W3siJGlkIjoiODQ5IiwiRGF0ZSI6IjIwMjQtMDMtMDFUMjM6NTk6MDBaIiwiU3R5bGUiOnsiJGlkIjoiODUwIiwiU2hhcGUiOjE5LCJDb25uZWN0b3JNYXJnaW4iOnsiJGlkIjoiODUxIiwiVG9wIjowLjAsIkxlZnQiOjIuMCwiUmlnaHQiOjIuMCwiQm90dG9tIjowLjB9LCJDb25uZWN0b3JTdHlsZSI6eyIkaWQiOiI4NTIiLCJMaW5lQ29sb3IiOnsiJGlkIjoiODUzIiwiJHR5cGUiOiJOTFJFLkNvbW1vbi5Eb20uU29saWRDb2xvckJydXNoLCBOTFJFLkNvbW1vbiIsIkNvbG9yIjp7IiRpZCI6Ijg1NCIsIkEiOjEyNywiUiI6NzksIkciOjEyOSwiQiI6MTg5fX0sIkxpbmVXZWlnaHQiOjEuMCwiTGluZVR5cGUiOjAsIlBhcmVudFN0eWxlIjpudWxsfSwiSXNCZWxvd1RpbWViYW5kIjpmYWxzZSwiUG9zaXRpb25PblRhc2siOjAsIkhpZGVEYXRlIjpmYWxzZSwiU2hhcGVTaXplIjoxLCJTcGFjaW5nIjoyLjAsIlBhZGRpbmciOnsiJGlkIjoiODU1IiwiVG9wIjo3LjAsIkxlZnQiOjMuMCwiUmlnaHQiOjAuMCwiQm90dG9tIjoyLjB9LCJTaGFwZVN0eWxlIjp7IiRpZCI6Ijg1NiIsIk1hcmdpbiI6eyIkaWQiOiI4NTciLCJUb3AiOjAuMCwiTGVmdCI6MC4wLCJSaWdodCI6MC4wLCJCb3R0b20iOjAuMH0sIlBhZGRpbmciOnsiJGlkIjoiODU4IiwiVG9wIjowLjAsIkxlZnQiOjAuMCwiUmlnaHQiOjAuMCwiQm90dG9tIjowLjB9LCJCYWNrZ3JvdW5kIjp7IiRpZCI6Ijg1OSIsIkNvbG9yIjp7IiRpZCI6Ijg2MCIsIkEiOjI1NSwiUiI6MTEyLCJHIjoxNzMsIkIiOjcxfX0sIklzVmlzaWJsZSI6dHJ1ZSwiV2lkdGgiOjEzLjAsIkhlaWdodCI6MTMuMCwiQm9yZGVyU3R5bGUiOnsiJGlkIjoiODYxIiwiTGluZUNvbG9yIjp7IiRyZWYiOiI3NjQifSwiTGluZVdlaWdodCI6MC4wLCJMaW5lVHlwZSI6MCwiUGFyZW50U3R5bGUiOm51bGx9LCJQYXJlbnRTdHlsZSI6bnVsbH0sIlRpdGxlU3R5bGUiOnsiJGlkIjoiODYyIiwiRm9udFNldHRpbmdzIjp7IiRpZCI6Ijg2MyIsIkZvbnRTaXplIjoxMSwiRm9udE5hbWUiOiJDYWxpYnJpIiwiSXNCb2xkIjp0cnVlLCJJc0l0YWxpYyI6ZmFsc2UsIklzVW5kZXJsaW5lZCI6ZmFsc2UsIlBhcmVudFN0eWxlIjpudWxsfSwiQXV0b1NpemUiOjAsIkZvcmVncm91bmQiOnsiJGlkIjoiODY0IiwiQ29sb3IiOnsiJGlkIjoiODY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g2NiIsIlRvcCI6MC4wLCJMZWZ0IjowLjAsIlJpZ2h0IjowLjAsIkJvdHRvbSI6MC4wfSwiUGFkZGluZyI6eyIkaWQiOiI4NjciLCJUb3AiOjAuMCwiTGVmdCI6MC4wLCJSaWdodCI6MC4wLCJCb3R0b20iOjAuMH0sIkJhY2tncm91bmQiOnsiJGlkIjoiODY4IiwiQ29sb3IiOnsiJGlkIjoiODY5IiwiQSI6ODksIlIiOjAsIkciOjAsIkIiOjB9fSwiSXNWaXNpYmxlIjp0cnVlLCJXaWR0aCI6MC4wLCJIZWlnaHQiOjAuMCwiQm9yZGVyU3R5bGUiOnsiJGlkIjoiODcwIiwiTGluZUNvbG9yIjpudWxsLCJMaW5lV2VpZ2h0IjowLjAsIkxpbmVUeXBlIjowLCJQYXJlbnRTdHlsZSI6bnVsbH0sIlBhcmVudFN0eWxlIjpudWxsfSwiRGF0ZVN0eWxlIjp7IiRpZCI6Ijg3MSIsIkZvbnRTZXR0aW5ncyI6eyIkaWQiOiI4NzIiLCJGb250U2l6ZSI6MTAsIkZvbnROYW1lIjoiQ2FsaWJyaSIsIklzQm9sZCI6ZmFsc2UsIklzSXRhbGljIjpmYWxzZSwiSXNVbmRlcmxpbmVkIjpmYWxzZSwiUGFyZW50U3R5bGUiOm51bGx9LCJBdXRvU2l6ZSI6MCwiRm9yZWdyb3VuZCI6eyIkaWQiOiI4NzMiLCJDb2xvciI6eyIkaWQiOiI4Nz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3NSIsIlRvcCI6MC4wLCJMZWZ0IjowLjAsIlJpZ2h0IjowLjAsIkJvdHRvbSI6MC4wfSwiUGFkZGluZyI6eyIkaWQiOiI4NzYiLCJUb3AiOjAuMCwiTGVmdCI6MC4wLCJSaWdodCI6MC4wLCJCb3R0b20iOjAuMH0sIkJhY2tncm91bmQiOnsiJGlkIjoiODc3IiwiQ29sb3IiOnsiJGlkIjoiODc4IiwiQSI6ODksIlIiOjAsIkciOjAsIkIiOjB9fSwiSXNWaXNpYmxlIjp0cnVlLCJXaWR0aCI6MC4wLCJIZWlnaHQiOjAuMCwiQm9yZGVyU3R5bGUiOnsiJGlkIjoiODc5IiwiTGluZUNvbG9yIjpudWxsLCJMaW5lV2VpZ2h0IjowLjAsIkxpbmVUeXBlIjowLCJQYXJlbnRTdHlsZSI6bnVsbH0sIlBhcmVudFN0eWxlIjpudWxsfSwiRGF0ZUZvcm1hdCI6eyIkaWQiOiI4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gxIiwiRm9ybWF0IjowLCJJc1Zpc2libGUiOmZhbHNlLCJMYXN0S25vd25WaXNpYmlsaXR5U3RhdGUiOmZhbHNlfSwiSXNWaXNpYmxlIjp0cnVlLCJQYXJlbnRTdHlsZSI6bnVsbH0sIkluZGV4IjowLCJQZXJjZW50YWdlQ29tcGxldGUiOm51bGwsIlBvc2l0aW9uIjp7IlJhdGlvIjowLjAsIklzQ3VzdG9tIjpmYWxzZX0sIkRhdGVGb3JtYXQiOnsiJHJlZiI6Ijg4MCJ9LCJXZWVrTnVtYmVyaW5nIjp7IiRpZCI6Ijg4MiIsIkZvcm1hdCI6MCwiSXNWaXNpYmxlIjpmYWxzZSwiTGFzdEtub3duVmlzaWJpbGl0eVN0YXRlIjpmYWxzZX0sIlJlbGF0ZWRUYXNrSWQiOiIwMDAwMDAwMC0wMDAwLTAwMDAtMDAwMC0wMDAwMDAwMDAwMDAiLCJJZCI6Ijc5NDFhZGUyLTBiYzktNDcwYy05ZjNkLWI5MzMwNTZhMjdjMCIsIkltcG9ydElkIjoiMSIsIlRpdGxlIjoiUHJvamVjdCBLaWNrb2ZmIiwiTm90ZSI6bnVsbCwiSHlwZXJsaW5rIjp7IiRpZCI6Ijg4MyIsIkFkZHJlc3MiOm51bGwsIlN1YkFkZHJlc3MiOm51bGx9LCJJc0NoYW5nZWQiOmZhbHNlLCJJc05ldyI6ZmFsc2V9LHsiJGlkIjoiODg0IiwiRGF0ZSI6IjIwMjQtMDQtMDFUMjM6NTk6MDBaIiwiU3R5bGUiOnsiJGlkIjoiODg1IiwiU2hhcGUiOjE5LCJDb25uZWN0b3JNYXJnaW4iOnsiJGlkIjoiODg2IiwiVG9wIjowLjAsIkxlZnQiOjIuMCwiUmlnaHQiOjIuMCwiQm90dG9tIjowLjB9LCJDb25uZWN0b3JTdHlsZSI6eyIkaWQiOiI4ODciLCJMaW5lQ29sb3IiOnsiJGlkIjoiODg4IiwiJHR5cGUiOiJOTFJFLkNvbW1vbi5Eb20uU29saWRDb2xvckJydXNoLCBOTFJFLkNvbW1vbiIsIkNvbG9yIjp7IiRpZCI6Ijg4OSIsIkEiOjEyNywiUiI6NzksIkciOjEyOSwiQiI6MTg5fX0sIkxpbmVXZWlnaHQiOjEuMCwiTGluZVR5cGUiOjAsIlBhcmVudFN0eWxlIjpudWxsfSwiSXNCZWxvd1RpbWViYW5kIjpmYWxzZSwiUG9zaXRpb25PblRhc2siOjAsIkhpZGVEYXRlIjpmYWxzZSwiU2hhcGVTaXplIjoxLCJTcGFjaW5nIjowLjAsIlBhZGRpbmciOnsiJGlkIjoiODkwIiwiVG9wIjo3LjAsIkxlZnQiOjMuMCwiUmlnaHQiOjAuMCwiQm90dG9tIjoyLjB9LCJTaGFwZVN0eWxlIjp7IiRpZCI6Ijg5MSIsIk1hcmdpbiI6eyIkaWQiOiI4OTIiLCJUb3AiOjAuMCwiTGVmdCI6MC4wLCJSaWdodCI6MC4wLCJCb3R0b20iOjAuMH0sIlBhZGRpbmciOnsiJGlkIjoiODkzIiwiVG9wIjowLjAsIkxlZnQiOjAuMCwiUmlnaHQiOjAuMCwiQm90dG9tIjowLjB9LCJCYWNrZ3JvdW5kIjp7IiRpZCI6Ijg5NCIsIkNvbG9yIjp7IiRpZCI6Ijg5NSIsIkEiOjI1NSwiUiI6MTc4LCJHIjoxNCwiQiI6MTh9fSwiSXNWaXNpYmxlIjp0cnVlLCJXaWR0aCI6MTMuMCwiSGVpZ2h0IjoxMy4wLCJCb3JkZXJTdHlsZSI6eyIkaWQiOiI4OTYiLCJMaW5lQ29sb3IiOnsiJHJlZiI6Ijc2NCJ9LCJMaW5lV2VpZ2h0IjowLjAsIkxpbmVUeXBlIjowLCJQYXJlbnRTdHlsZSI6bnVsbH0sIlBhcmVudFN0eWxlIjpudWxsfSwiVGl0bGVTdHlsZSI6eyIkaWQiOiI4OTciLCJGb250U2V0dGluZ3MiOnsiJGlkIjoiODk4IiwiRm9udFNpemUiOjExLCJGb250TmFtZSI6IkNhbGlicmkiLCJJc0JvbGQiOnRydWUsIklzSXRhbGljIjpmYWxzZSwiSXNVbmRlcmxpbmVkIjpmYWxzZSwiUGFyZW50U3R5bGUiOm51bGx9LCJBdXRvU2l6ZSI6MiwiRm9yZWdyb3VuZCI6eyIkaWQiOiI4OTkiLCJDb2xvciI6eyIkaWQiOiI5MDAiLCJBIjoyNTUsIlIiOjAsIkciOjAsIkIiOjB9fSwiTWF4V2lkdGgiOjc4Ljg2NjY2NjY2NjY2NjY3NCwiTWF4SGVpZ2h0IjoiSW5maW5pdHkiLCJTbWFydEZvcmVncm91bmRJc0FjdGl2ZSI6ZmFsc2UsIkhvcml6b250YWxBbGlnbm1lbnQiOjAsIlZlcnRpY2FsQWxpZ25tZW50IjowLCJTbWFydEZvcmVncm91bmQiOm51bGwsIkJhY2tncm91bmRGaWxsVHlwZSI6MCwiTWFyZ2luIjp7IiRpZCI6IjkwMSIsIlRvcCI6MC4wLCJMZWZ0IjowLjAsIlJpZ2h0IjowLjAsIkJvdHRvbSI6MC4wfSwiUGFkZGluZyI6eyIkaWQiOiI5MDIiLCJUb3AiOjAuMCwiTGVmdCI6MC4wLCJSaWdodCI6MC4wLCJCb3R0b20iOjAuMH0sIkJhY2tncm91bmQiOnsiJGlkIjoiOTAzIiwiQ29sb3IiOnsiJGlkIjoiOTA0IiwiQSI6ODksIlIiOjAsIkciOjAsIkIiOjB9fSwiSXNWaXNpYmxlIjp0cnVlLCJXaWR0aCI6MC4wLCJIZWlnaHQiOjAuMCwiQm9yZGVyU3R5bGUiOnsiJGlkIjoiOTA1IiwiTGluZUNvbG9yIjpudWxsLCJMaW5lV2VpZ2h0IjowLjAsIkxpbmVUeXBlIjowLCJQYXJlbnRTdHlsZSI6bnVsbH0sIlBhcmVudFN0eWxlIjpudWxsfSwiRGF0ZVN0eWxlIjp7IiRpZCI6IjkwNiIsIkZvbnRTZXR0aW5ncyI6eyIkaWQiOiI5MDciLCJGb250U2l6ZSI6MTAsIkZvbnROYW1lIjoiQ2FsaWJyaSIsIklzQm9sZCI6ZmFsc2UsIklzSXRhbGljIjpmYWxzZSwiSXNVbmRlcmxpbmVkIjpmYWxzZSwiUGFyZW50U3R5bGUiOm51bGx9LCJBdXRvU2l6ZSI6MCwiRm9yZWdyb3VuZCI6eyIkaWQiOiI5MDgiLCJDb2xvciI6eyIkaWQiOiI5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xMCIsIlRvcCI6MC4wLCJMZWZ0IjowLjAsIlJpZ2h0IjowLjAsIkJvdHRvbSI6MC4wfSwiUGFkZGluZyI6eyIkaWQiOiI5MTEiLCJUb3AiOjAuMCwiTGVmdCI6MC4wLCJSaWdodCI6MC4wLCJCb3R0b20iOjAuMH0sIkJhY2tncm91bmQiOnsiJGlkIjoiOTEyIiwiQ29sb3IiOnsiJGlkIjoiOTEzIiwiQSI6ODksIlIiOjAsIkciOjAsIkIiOjB9fSwiSXNWaXNpYmxlIjp0cnVlLCJXaWR0aCI6MC4wLCJIZWlnaHQiOjAuMCwiQm9yZGVyU3R5bGUiOnsiJGlkIjoiOTE0IiwiTGluZUNvbG9yIjpudWxsLCJMaW5lV2VpZ2h0IjowLjAsIkxpbmVUeXBlIjowLCJQYXJlbnRTdHlsZSI6bnVsbH0sIlBhcmVudFN0eWxlIjpudWxsfSwiRGF0ZUZvcm1hdCI6eyIkaWQiOiI5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2IiwiRm9ybWF0IjowLCJJc1Zpc2libGUiOmZhbHNlLCJMYXN0S25vd25WaXNpYmlsaXR5U3RhdGUiOmZhbHNlfSwiSXNWaXNpYmxlIjp0cnVlLCJQYXJlbnRTdHlsZSI6bnVsbH0sIkluZGV4IjoxLCJQZXJjZW50YWdlQ29tcGxldGUiOm51bGwsIlBvc2l0aW9uIjp7IlJhdGlvIjowLjAsIklzQ3VzdG9tIjpmYWxzZX0sIkRhdGVGb3JtYXQiOnsiJHJlZiI6IjkxNSJ9LCJXZWVrTnVtYmVyaW5nIjp7IiRpZCI6IjkxNyIsIkZvcm1hdCI6MCwiSXNWaXNpYmxlIjpmYWxzZSwiTGFzdEtub3duVmlzaWJpbGl0eVN0YXRlIjpmYWxzZX0sIlJlbGF0ZWRUYXNrSWQiOiIwMDAwMDAwMC0wMDAwLTAwMDAtMDAwMC0wMDAwMDAwMDAwMDAiLCJJZCI6ImYwZTExMTU0LTM3MjAtNDBlYy1hNTUzLTY1MjYwMzQzNjc4MSIsIkltcG9ydElkIjoiMiIsIlRpdGxlIjoiTFogQ29tcGVsZXRlICIsIk5vdGUiOm51bGwsIkh5cGVybGluayI6eyIkaWQiOiI5MTgiLCJBZGRyZXNzIjpudWxsLCJTdWJBZGRyZXNzIjpudWxsfSwiSXNDaGFuZ2VkIjpmYWxzZSwiSXNOZXciOmZhbHNlfSx7IiRpZCI6IjkxOSIsIkRhdGUiOiIyMDI0LTA1LTAxVDIzOjU5OjAwWiIsIlN0eWxlIjp7IiRpZCI6IjkyMCIsIlNoYXBlIjoxOSwiQ29ubmVjdG9yTWFyZ2luIjp7IiRpZCI6IjkyMSIsIlRvcCI6MC4wLCJMZWZ0IjoyLjAsIlJpZ2h0IjoyLjAsIkJvdHRvbSI6MC4wfSwiQ29ubmVjdG9yU3R5bGUiOnsiJGlkIjoiOTIyIiwiTGluZUNvbG9yIjp7IiRpZCI6IjkyMyIsIiR0eXBlIjoiTkxSRS5Db21tb24uRG9tLlNvbGlkQ29sb3JCcnVzaCwgTkxSRS5Db21tb24iLCJDb2xvciI6eyIkaWQiOiI5MjQiLCJBIjoxMjcsIlIiOjc5LCJHIjoxMjksIkIiOjE4OX19LCJMaW5lV2VpZ2h0IjoxLjAsIkxpbmVUeXBlIjowLCJQYXJlbnRTdHlsZSI6bnVsbH0sIklzQmVsb3dUaW1lYmFuZCI6ZmFsc2UsIlBvc2l0aW9uT25UYXNrIjowLCJIaWRlRGF0ZSI6ZmFsc2UsIlNoYXBlU2l6ZSI6MSwiU3BhY2luZyI6MC4wLCJQYWRkaW5nIjp7IiRpZCI6IjkyNSIsIlRvcCI6Ny4wLCJMZWZ0IjozLjAsIlJpZ2h0IjowLjAsIkJvdHRvbSI6Mi4wfSwiU2hhcGVTdHlsZSI6eyIkaWQiOiI5MjYiLCJNYXJnaW4iOnsiJGlkIjoiOTI3IiwiVG9wIjowLjAsIkxlZnQiOjAuMCwiUmlnaHQiOjAuMCwiQm90dG9tIjowLjB9LCJQYWRkaW5nIjp7IiRpZCI6IjkyOCIsIlRvcCI6MC4wLCJMZWZ0IjowLjAsIlJpZ2h0IjowLjAsIkJvdHRvbSI6MC4wfSwiQmFja2dyb3VuZCI6eyIkaWQiOiI5MjkiLCJDb2xvciI6eyIkaWQiOiI5MzAiLCJBIjoyNTUsIlIiOjE3OCwiRyI6MTQsIkIiOjE4fX0sIklzVmlzaWJsZSI6dHJ1ZSwiV2lkdGgiOjEzLjAsIkhlaWdodCI6MTMuMCwiQm9yZGVyU3R5bGUiOnsiJGlkIjoiOTMxIiwiTGluZUNvbG9yIjp7IiRyZWYiOiI3NjQifSwiTGluZVdlaWdodCI6MC4wLCJMaW5lVHlwZSI6MCwiUGFyZW50U3R5bGUiOm51bGx9LCJQYXJlbnRTdHlsZSI6bnVsbH0sIlRpdGxlU3R5bGUiOnsiJGlkIjoiOTMyIiwiRm9udFNldHRpbmdzIjp7IiRpZCI6IjkzMyIsIkZvbnRTaXplIjoxMSwiRm9udE5hbWUiOiJDYWxpYnJpIiwiSXNCb2xkIjp0cnVlLCJJc0l0YWxpYyI6ZmFsc2UsIklzVW5kZXJsaW5lZCI6ZmFsc2UsIlBhcmVudFN0eWxlIjpudWxsfSwiQXV0b1NpemUiOjIsIkZvcmVncm91bmQiOnsiJGlkIjoiOTM0IiwiQ29sb3IiOnsiJGlkIjoiOTM1IiwiQSI6MjU1LCJSIjowLCJHIjowLCJCIjowfX0sIk1heFdpZHRoIjo4NC40NDMzMzMzMzMzMzMzNDIsIk1heEhlaWdodCI6IkluZmluaXR5IiwiU21hcnRGb3JlZ3JvdW5kSXNBY3RpdmUiOmZhbHNlLCJIb3Jpem9udGFsQWxpZ25tZW50IjowLCJWZXJ0aWNhbEFsaWdubWVudCI6MCwiU21hcnRGb3JlZ3JvdW5kIjpudWxsLCJCYWNrZ3JvdW5kRmlsbFR5cGUiOjAsIk1hcmdpbiI6eyIkaWQiOiI5MzYiLCJUb3AiOjAuMCwiTGVmdCI6MC4wLCJSaWdodCI6MC4wLCJCb3R0b20iOjAuMH0sIlBhZGRpbmciOnsiJGlkIjoiOTM3IiwiVG9wIjowLjAsIkxlZnQiOjAuMCwiUmlnaHQiOjAuMCwiQm90dG9tIjowLjB9LCJCYWNrZ3JvdW5kIjp7IiRpZCI6IjkzOCIsIkNvbG9yIjp7IiRpZCI6IjkzOSIsIkEiOjg5LCJSIjowLCJHIjowLCJCIjowfX0sIklzVmlzaWJsZSI6dHJ1ZSwiV2lkdGgiOjAuMCwiSGVpZ2h0IjowLjAsIkJvcmRlclN0eWxlIjp7IiRpZCI6Ijk0MCIsIkxpbmVDb2xvciI6bnVsbCwiTGluZVdlaWdodCI6MC4wLCJMaW5lVHlwZSI6MCwiUGFyZW50U3R5bGUiOm51bGx9LCJQYXJlbnRTdHlsZSI6bnVsbH0sIkRhdGVTdHlsZSI6eyIkaWQiOiI5NDEiLCJGb250U2V0dGluZ3MiOnsiJGlkIjoiOTQyIiwiRm9udFNpemUiOjEwLCJGb250TmFtZSI6IkNhbGlicmkiLCJJc0JvbGQiOmZhbHNlLCJJc0l0YWxpYyI6ZmFsc2UsIklzVW5kZXJsaW5lZCI6ZmFsc2UsIlBhcmVudFN0eWxlIjpudWxsfSwiQXV0b1NpemUiOjAsIkZvcmVncm91bmQiOnsiJGlkIjoiOTQzIiwiQ29sb3IiOnsiJGlkIjoiOTQ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5NDUiLCJUb3AiOjAuMCwiTGVmdCI6MC4wLCJSaWdodCI6MC4wLCJCb3R0b20iOjAuMH0sIlBhZGRpbmciOnsiJGlkIjoiOTQ2IiwiVG9wIjowLjAsIkxlZnQiOjAuMCwiUmlnaHQiOjAuMCwiQm90dG9tIjowLjB9LCJCYWNrZ3JvdW5kIjp7IiRpZCI6Ijk0NyIsIkNvbG9yIjp7IiRpZCI6Ijk0OCIsIkEiOjg5LCJSIjowLCJHIjowLCJCIjowfX0sIklzVmlzaWJsZSI6dHJ1ZSwiV2lkdGgiOjAuMCwiSGVpZ2h0IjowLjAsIkJvcmRlclN0eWxlIjp7IiRpZCI6Ijk0OSIsIkxpbmVDb2xvciI6bnVsbCwiTGluZVdlaWdodCI6MC4wLCJMaW5lVHlwZSI6MCwiUGFyZW50U3R5bGUiOm51bGx9LCJQYXJlbnRTdHlsZSI6bnVsbH0sIkRhdGVGb3JtYXQiOnsiJGlkIjoiOTU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1MSIsIkZvcm1hdCI6MCwiSXNWaXNpYmxlIjpmYWxzZSwiTGFzdEtub3duVmlzaWJpbGl0eVN0YXRlIjpmYWxzZX0sIklzVmlzaWJsZSI6dHJ1ZSwiUGFyZW50U3R5bGUiOm51bGx9LCJJbmRleCI6MiwiUGVyY2VudGFnZUNvbXBsZXRlIjpudWxsLCJQb3NpdGlvbiI6eyJSYXRpbyI6MC4wLCJJc0N1c3RvbSI6ZmFsc2V9LCJEYXRlRm9ybWF0Ijp7IiRyZWYiOiI5NTAifSwiV2Vla051bWJlcmluZyI6eyIkaWQiOiI5NTIiLCJGb3JtYXQiOjAsIklzVmlzaWJsZSI6ZmFsc2UsIkxhc3RLbm93blZpc2liaWxpdHlTdGF0ZSI6ZmFsc2V9LCJSZWxhdGVkVGFza0lkIjoiMDAwMDAwMDAtMDAwMC0wMDAwLTAwMDAtMDAwMDAwMDAwMDAwIiwiSWQiOiJlMzcyMmIxNy0zZWQ0LTRmOTItYTg5Ny03NzY0YjRmY2I0YzciLCJJbXBvcnRJZCI6IjMiLCJUaXRsZSI6IldhdmUgMSBDb21wbGV0ZSAiLCJOb3RlIjpudWxsLCJIeXBlcmxpbmsiOnsiJGlkIjoiOTUzIiwiQWRkcmVzcyI6bnVsbCwiU3ViQWRkcmVzcyI6bnVsbH0sIklzQ2hhbmdlZCI6ZmFsc2UsIklzTmV3IjpmYWxzZX0seyIkaWQiOiI5NTQiLCJEYXRlIjoiMjAyNC0wNi0wMVQyMzo1OTowMFoiLCJTdHlsZSI6eyIkaWQiOiI5NTUiLCJTaGFwZSI6MTksIkNvbm5lY3Rvck1hcmdpbiI6eyIkaWQiOiI5NTYiLCJUb3AiOjAuMCwiTGVmdCI6Mi4wLCJSaWdodCI6Mi4wLCJCb3R0b20iOjAuMH0sIkNvbm5lY3RvclN0eWxlIjp7IiRpZCI6Ijk1NyIsIkxpbmVDb2xvciI6eyIkaWQiOiI5NTgiLCIkdHlwZSI6Ik5MUkUuQ29tbW9uLkRvbS5Tb2xpZENvbG9yQnJ1c2gsIE5MUkUuQ29tbW9uIiwiQ29sb3IiOnsiJGlkIjoiOTU5IiwiQSI6MTI3LCJSIjo3OSwiRyI6MTI5LCJCIjoxODl9fSwiTGluZVdlaWdodCI6MS4wLCJMaW5lVHlwZSI6MCwiUGFyZW50U3R5bGUiOm51bGx9LCJJc0JlbG93VGltZWJhbmQiOmZhbHNlLCJQb3NpdGlvbk9uVGFzayI6MCwiSGlkZURhdGUiOmZhbHNlLCJTaGFwZVNpemUiOjEsIlNwYWNpbmciOjAuMCwiUGFkZGluZyI6eyIkaWQiOiI5NjAiLCJUb3AiOjcuMCwiTGVmdCI6My4wLCJSaWdodCI6MC4wLCJCb3R0b20iOjIuMH0sIlNoYXBlU3R5bGUiOnsiJGlkIjoiOTYxIiwiTWFyZ2luIjp7IiRpZCI6Ijk2MiIsIlRvcCI6MC4wLCJMZWZ0IjowLjAsIlJpZ2h0IjowLjAsIkJvdHRvbSI6MC4wfSwiUGFkZGluZyI6eyIkaWQiOiI5NjMiLCJUb3AiOjAuMCwiTGVmdCI6MC4wLCJSaWdodCI6MC4wLCJCb3R0b20iOjAuMH0sIkJhY2tncm91bmQiOnsiJGlkIjoiOTY0IiwiQ29sb3IiOnsiJGlkIjoiOTY1IiwiQSI6MjU1LCJSIjo4MiwiRyI6MTQ3LCJCIjoyMDV9fSwiSXNWaXNpYmxlIjp0cnVlLCJXaWR0aCI6MTMuMCwiSGVpZ2h0IjoxMy4wLCJCb3JkZXJTdHlsZSI6eyIkaWQiOiI5NjYiLCJMaW5lQ29sb3IiOnsiJHJlZiI6Ijc2NCJ9LCJMaW5lV2VpZ2h0IjowLjAsIkxpbmVUeXBlIjowLCJQYXJlbnRTdHlsZSI6bnVsbH0sIlBhcmVudFN0eWxlIjpudWxsfSwiVGl0bGVTdHlsZSI6eyIkaWQiOiI5NjciLCJGb250U2V0dGluZ3MiOnsiJGlkIjoiOTY4IiwiRm9udFNpemUiOjExLCJGb250TmFtZSI6IkNhbGlicmkiLCJJc0JvbGQiOnRydWUsIklzSXRhbGljIjpmYWxzZSwiSXNVbmRlcmxpbmVkIjpmYWxzZSwiUGFyZW50U3R5bGUiOm51bGx9LCJBdXRvU2l6ZSI6MCwiRm9yZWdyb3VuZCI6eyIkaWQiOiI5NjkiLCJDb2xvciI6eyIkaWQiOiI5Nz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TcxIiwiVG9wIjowLjAsIkxlZnQiOjAuMCwiUmlnaHQiOjAuMCwiQm90dG9tIjowLjB9LCJQYWRkaW5nIjp7IiRpZCI6Ijk3MiIsIlRvcCI6MC4wLCJMZWZ0IjowLjAsIlJpZ2h0IjowLjAsIkJvdHRvbSI6MC4wfSwiQmFja2dyb3VuZCI6eyIkaWQiOiI5NzMiLCJDb2xvciI6eyIkaWQiOiI5NzQiLCJBIjo4OSwiUiI6MCwiRyI6MCwiQiI6MH19LCJJc1Zpc2libGUiOnRydWUsIldpZHRoIjowLjAsIkhlaWdodCI6MC4wLCJCb3JkZXJTdHlsZSI6eyIkaWQiOiI5NzUiLCJMaW5lQ29sb3IiOm51bGwsIkxpbmVXZWlnaHQiOjAuMCwiTGluZVR5cGUiOjAsIlBhcmVudFN0eWxlIjpudWxsfSwiUGFyZW50U3R5bGUiOm51bGx9LCJEYXRlU3R5bGUiOnsiJGlkIjoiOTc2IiwiRm9udFNldHRpbmdzIjp7IiRpZCI6Ijk3NyIsIkZvbnRTaXplIjoxMCwiRm9udE5hbWUiOiJDYWxpYnJpIiwiSXNCb2xkIjpmYWxzZSwiSXNJdGFsaWMiOmZhbHNlLCJJc1VuZGVybGluZWQiOmZhbHNlLCJQYXJlbnRTdHlsZSI6bnVsbH0sIkF1dG9TaXplIjowLCJGb3JlZ3JvdW5kIjp7IiRpZCI6Ijk3OCIsIkNvbG9yIjp7IiRpZCI6Ijk3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TgwIiwiVG9wIjowLjAsIkxlZnQiOjAuMCwiUmlnaHQiOjAuMCwiQm90dG9tIjowLjB9LCJQYWRkaW5nIjp7IiRpZCI6Ijk4MSIsIlRvcCI6MC4wLCJMZWZ0IjowLjAsIlJpZ2h0IjowLjAsIkJvdHRvbSI6MC4wfSwiQmFja2dyb3VuZCI6eyIkaWQiOiI5ODIiLCJDb2xvciI6eyIkaWQiOiI5ODMiLCJBIjo4OSwiUiI6MCwiRyI6MCwiQiI6MH19LCJJc1Zpc2libGUiOnRydWUsIldpZHRoIjowLjAsIkhlaWdodCI6MC4wLCJCb3JkZXJTdHlsZSI6eyIkaWQiOiI5ODQiLCJMaW5lQ29sb3IiOm51bGwsIkxpbmVXZWlnaHQiOjAuMCwiTGluZVR5cGUiOjAsIlBhcmVudFN0eWxlIjpudWxsfSwiUGFyZW50U3R5bGUiOm51bGx9LCJEYXRlRm9ybWF0Ijp7IiRpZCI6Ijk4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DYiLCJGb3JtYXQiOjAsIklzVmlzaWJsZSI6ZmFsc2UsIkxhc3RLbm93blZpc2liaWxpdHlTdGF0ZSI6ZmFsc2V9LCJJc1Zpc2libGUiOnRydWUsIlBhcmVudFN0eWxlIjpudWxsfSwiSW5kZXgiOjMsIlBlcmNlbnRhZ2VDb21wbGV0ZSI6bnVsbCwiUG9zaXRpb24iOnsiUmF0aW8iOjAuMCwiSXNDdXN0b20iOmZhbHNlfSwiRGF0ZUZvcm1hdCI6eyIkcmVmIjoiOTg1In0sIldlZWtOdW1iZXJpbmciOnsiJGlkIjoiOTg3IiwiRm9ybWF0IjowLCJJc1Zpc2libGUiOmZhbHNlLCJMYXN0S25vd25WaXNpYmlsaXR5U3RhdGUiOmZhbHNlfSwiUmVsYXRlZFRhc2tJZCI6IjAwMDAwMDAwLTAwMDAtMDAwMC0wMDAwLTAwMDAwMDAwMDAwMCIsIklkIjoiZmI4OTU4ODItZWY1OC00NTU1LWFmNTYtYThhODBiNjFlZmViIiwiSW1wb3J0SWQiOiI0IiwiVGl0bGUiOiJXYXZlIDIgQ29tcGxldGUgIiwiTm90ZSI6bnVsbCwiSHlwZXJsaW5rIjp7IiRpZCI6Ijk4OCIsIkFkZHJlc3MiOm51bGwsIlN1YkFkZHJlc3MiOm51bGx9LCJJc0NoYW5nZWQiOmZhbHNlLCJJc05ldyI6ZmFsc2V9LHsiJGlkIjoiOTg5IiwiRGF0ZSI6IjIwMjQtMDctMDFUMjM6NTk6MDBaIiwiU3R5bGUiOnsiJGlkIjoiOTkwIiwiU2hhcGUiOjE5LCJDb25uZWN0b3JNYXJnaW4iOnsiJGlkIjoiOTkxIiwiVG9wIjowLjAsIkxlZnQiOjIuMCwiUmlnaHQiOjIuMCwiQm90dG9tIjowLjB9LCJDb25uZWN0b3JTdHlsZSI6eyIkaWQiOiI5OTIiLCJMaW5lQ29sb3IiOnsiJGlkIjoiOTkzIiwiJHR5cGUiOiJOTFJFLkNvbW1vbi5Eb20uU29saWRDb2xvckJydXNoLCBOTFJFLkNvbW1vbiIsIkNvbG9yIjp7IiRpZCI6Ijk5NCIsIkEiOjEyNywiUiI6NzksIkciOjEyOSwiQiI6MTg5fX0sIkxpbmVXZWlnaHQiOjEuMCwiTGluZVR5cGUiOjAsIlBhcmVudFN0eWxlIjpudWxsfSwiSXNCZWxvd1RpbWViYW5kIjpmYWxzZSwiUG9zaXRpb25PblRhc2siOjAsIkhpZGVEYXRlIjpmYWxzZSwiU2hhcGVTaXplIjoxLCJTcGFjaW5nIjowLjAsIlBhZGRpbmciOnsiJGlkIjoiOTk1IiwiVG9wIjo3LjAsIkxlZnQiOjMuMCwiUmlnaHQiOjAuMCwiQm90dG9tIjoyLjB9LCJTaGFwZVN0eWxlIjp7IiRpZCI6Ijk5NiIsIk1hcmdpbiI6eyIkaWQiOiI5OTciLCJUb3AiOjAuMCwiTGVmdCI6MC4wLCJSaWdodCI6MC4wLCJCb3R0b20iOjAuMH0sIlBhZGRpbmciOnsiJGlkIjoiOTk4IiwiVG9wIjowLjAsIkxlZnQiOjAuMCwiUmlnaHQiOjAuMCwiQm90dG9tIjowLjB9LCJCYWNrZ3JvdW5kIjp7IiRpZCI6Ijk5OSIsIkNvbG9yIjp7IiRpZCI6IjEwMDAiLCJBIjoyNTUsIlIiOjgyLCJHIjoxNDcsIkIiOjIwNX19LCJJc1Zpc2libGUiOnRydWUsIldpZHRoIjoxMy4wLCJIZWlnaHQiOjEzLjAsIkJvcmRlclN0eWxlIjp7IiRpZCI6IjEwMDEiLCJMaW5lQ29sb3IiOnsiJHJlZiI6Ijc2NCJ9LCJMaW5lV2VpZ2h0IjowLjAsIkxpbmVUeXBlIjowLCJQYXJlbnRTdHlsZSI6bnVsbH0sIlBhcmVudFN0eWxlIjpudWxsfSwiVGl0bGVTdHlsZSI6eyIkaWQiOiIxMDAyIiwiRm9udFNldHRpbmdzIjp7IiRpZCI6IjEwMDMiLCJGb250U2l6ZSI6MTEsIkZvbnROYW1lIjoiQ2FsaWJyaSIsIklzQm9sZCI6dHJ1ZSwiSXNJdGFsaWMiOmZhbHNlLCJJc1VuZGVybGluZWQiOmZhbHNlLCJQYXJlbnRTdHlsZSI6bnVsbH0sIkF1dG9TaXplIjowLCJGb3JlZ3JvdW5kIjp7IiRpZCI6IjEwMDQiLCJDb2xvciI6eyIkaWQiOiIxMDA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wMDYiLCJUb3AiOjAuMCwiTGVmdCI6MC4wLCJSaWdodCI6MC4wLCJCb3R0b20iOjAuMH0sIlBhZGRpbmciOnsiJGlkIjoiMTAwNyIsIlRvcCI6MC4wLCJMZWZ0IjowLjAsIlJpZ2h0IjowLjAsIkJvdHRvbSI6MC4wfSwiQmFja2dyb3VuZCI6eyIkaWQiOiIxMDA4IiwiQ29sb3IiOnsiJGlkIjoiMTAwOSIsIkEiOjg5LCJSIjowLCJHIjowLCJCIjowfX0sIklzVmlzaWJsZSI6dHJ1ZSwiV2lkdGgiOjAuMCwiSGVpZ2h0IjowLjAsIkJvcmRlclN0eWxlIjp7IiRpZCI6IjEwMTAiLCJMaW5lQ29sb3IiOm51bGwsIkxpbmVXZWlnaHQiOjAuMCwiTGluZVR5cGUiOjAsIlBhcmVudFN0eWxlIjpudWxsfSwiUGFyZW50U3R5bGUiOm51bGx9LCJEYXRlU3R5bGUiOnsiJGlkIjoiMTAxMSIsIkZvbnRTZXR0aW5ncyI6eyIkaWQiOiIxMDEyIiwiRm9udFNpemUiOjEwLCJGb250TmFtZSI6IkNhbGlicmkiLCJJc0JvbGQiOmZhbHNlLCJJc0l0YWxpYyI6ZmFsc2UsIklzVW5kZXJsaW5lZCI6ZmFsc2UsIlBhcmVudFN0eWxlIjpudWxsfSwiQXV0b1NpemUiOjAsIkZvcmVncm91bmQiOnsiJGlkIjoiMTAxMyIsIkNvbG9yIjp7IiRpZCI6IjEwMTQ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GlkIjoiMTAxNSIsIlRvcCI6MC4wLCJMZWZ0IjowLjAsIlJpZ2h0IjowLjAsIkJvdHRvbSI6MC4wfSwiUGFkZGluZyI6eyIkaWQiOiIxMDE2IiwiVG9wIjowLjAsIkxlZnQiOjAuMCwiUmlnaHQiOjAuMCwiQm90dG9tIjowLjB9LCJCYWNrZ3JvdW5kIjp7IiRpZCI6IjEwMTciLCJDb2xvciI6eyIkaWQiOiIxMDE4IiwiQSI6ODksIlIiOjAsIkciOjAsIkIiOjB9fSwiSXNWaXNpYmxlIjp0cnVlLCJXaWR0aCI6MC4wLCJIZWlnaHQiOjAuMCwiQm9yZGVyU3R5bGUiOnsiJGlkIjoiMTAxOSIsIkxpbmVDb2xvciI6bnVsbCwiTGluZVdlaWdodCI6MC4wLCJMaW5lVHlwZSI6MCwiUGFyZW50U3R5bGUiOm51bGx9LCJQYXJlbnRTdHlsZSI6bnVsbH0sIkRhdGVGb3JtYXQiOnsiJGlkIjoiMTA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IxIiwiRm9ybWF0IjowLCJJc1Zpc2libGUiOmZhbHNlLCJMYXN0S25vd25WaXNpYmlsaXR5U3RhdGUiOmZhbHNlfSwiSXNWaXNpYmxlIjp0cnVlLCJQYXJlbnRTdHlsZSI6bnVsbH0sIkluZGV4Ijo0LCJQZXJjZW50YWdlQ29tcGxldGUiOm51bGwsIlBvc2l0aW9uIjp7IlJhdGlvIjowLjAsIklzQ3VzdG9tIjpmYWxzZX0sIkRhdGVGb3JtYXQiOnsiJHJlZiI6IjEwMjAifSwiV2Vla051bWJlcmluZyI6eyIkaWQiOiIxMDIyIiwiRm9ybWF0IjowLCJJc1Zpc2libGUiOmZhbHNlLCJMYXN0S25vd25WaXNpYmlsaXR5U3RhdGUiOmZhbHNlfSwiUmVsYXRlZFRhc2tJZCI6IjAwMDAwMDAwLTAwMDAtMDAwMC0wMDAwLTAwMDAwMDAwMDAwMCIsIklkIjoiOGVlYWQxYjAtYzVmYi00Y2MwLWI2ZDAtNmQ3NzhkNjZjOWRjIiwiSW1wb3J0SWQiOiI1IiwiVGl0bGUiOiJXYXZlIDMgQ29tcGxldGUgIiwiTm90ZSI6bnVsbCwiSHlwZXJsaW5rIjp7IiRpZCI6IjEwMjMiLCJBZGRyZXNzIjpudWxsLCJTdWJBZGRyZXNzIjpudWxsfSwiSXNDaGFuZ2VkIjpmYWxzZSwiSXNOZXciOmZhbHNlfSx7IiRpZCI6IjEwMjQiLCJEYXRlIjoiMjAyNC0wOC0wMVQyMzo1OTowMFoiLCJTdHlsZSI6eyIkaWQiOiIxMDI1IiwiU2hhcGUiOjE5LCJDb25uZWN0b3JNYXJnaW4iOnsiJGlkIjoiMTAyNiIsIlRvcCI6MC4wLCJMZWZ0IjoyLjAsIlJpZ2h0IjoyLjAsIkJvdHRvbSI6MC4wfSwiQ29ubmVjdG9yU3R5bGUiOnsiJGlkIjoiMTAyNyIsIkxpbmVDb2xvciI6eyIkaWQiOiIxMDI4IiwiJHR5cGUiOiJOTFJFLkNvbW1vbi5Eb20uU29saWRDb2xvckJydXNoLCBOTFJFLkNvbW1vbiIsIkNvbG9yIjp7IiRpZCI6IjEwMjkiLCJBIjoxMjcsIlIiOjc5LCJHIjoxMjksIkIiOjE4OX19LCJMaW5lV2VpZ2h0IjoxLjAsIkxpbmVUeXBlIjowLCJQYXJlbnRTdHlsZSI6bnVsbH0sIklzQmVsb3dUaW1lYmFuZCI6ZmFsc2UsIlBvc2l0aW9uT25UYXNrIjowLCJIaWRlRGF0ZSI6ZmFsc2UsIlNoYXBlU2l6ZSI6MSwiU3BhY2luZyI6MC4wLCJQYWRkaW5nIjp7IiRpZCI6IjEwMzAiLCJUb3AiOjc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ExMiwiRyI6MTczLCJCIjo3MX19LCJJc1Zpc2libGUiOnRydWUsIldpZHRoIjoxMy4wLCJIZWlnaHQiOjEzLjAsIkJvcmRlclN0eWxlIjp7IiRpZCI6IjEwMzYiLCJMaW5lQ29sb3IiOnsiJHJlZiI6Ijc2NCJ9LCJMaW5lV2VpZ2h0IjowLjAsIkxpbmVUeXBlIjowLCJQYXJlbnRTdHlsZSI6bnVsbH0sIlBhcmVudFN0eWxlIjpudWxsfSwiVGl0bGVTdHlsZSI6eyIkaWQiOiIxMDM3IiwiRm9udFNldHRpbmdzIjp7IiRpZCI6IjEwMzgiLCJGb250U2l6ZSI6MTEsIkZvbnROYW1lIjoiQ2FsaWJyaSIsIklzQm9sZCI6dHJ1ZSwiSXNJdGFsaWMiOmZhbHNlLCJJc1VuZGVybGluZWQiOmZhbHNlLCJQYXJlbnRTdHlsZSI6bnVsbH0sIkF1dG9TaXplIjowLCJGb3JlZ3JvdW5kIjp7IiRpZCI6IjEwMzkiLCJDb2xvciI6eyIkaWQiOiIxMDQwIiwiQSI6MjU1LCJSIjo1OCwiRyI6MTM3LCJCIjowfX0sIk1heFdpZHRoIjoyMDAuMCwiTWF4SGVpZ2h0IjoiSW5maW5pdHkiLCJTbWFydEZvcmVncm91bmRJc0FjdGl2ZSI6ZmFsc2UsIkhvcml6b250YWxBbGlnbm1lbnQiOjAsIlZlcnRpY2FsQWxpZ25tZW50IjowLCJTbWFydEZvcmVncm91bmQiOm51bGwsIkJhY2tncm91bmRGaWxsVHlwZSI6MCwiTWFyZ2luIjp7IiRpZCI6IjEwNDEiLCJUb3AiOjAuMCwiTGVmdCI6MC4wLCJSaWdodCI6MC4wLCJCb3R0b20iOjAuMH0sIlBhZGRpbmciOnsiJGlkIjoiMTA0MiIsIlRvcCI6MC4wLCJMZWZ0IjowLjAsIlJpZ2h0IjowLjAsIkJvdHRvbSI6MC4wfSwiQmFja2dyb3VuZCI6eyIkaWQiOiIxMDQzIiwiQ29sb3IiOnsiJGlkIjoiMTA0NCIsIkEiOjg5LCJSIjowLCJHIjowLCJCIjowfX0sIklzVmlzaWJsZSI6dHJ1ZSwiV2lkdGgiOjAuMCwiSGVpZ2h0IjowLjAsIkJvcmRlclN0eWxlIjp7IiRpZCI6IjEwNDUiLCJMaW5lQ29sb3IiOm51bGwsIkxpbmVXZWlnaHQiOjAuMCwiTGluZVR5cGUiOjAsIlBhcmVudFN0eWxlIjpudWxsfSwiUGFyZW50U3R5bGUiOm51bGx9LCJEYXRlU3R5bGUiOnsiJGlkIjoiMTA0NiIsIkZvbnRTZXR0aW5ncyI6eyIkaWQiOiIxMDQ3IiwiRm9udFNpemUiOjEwLCJGb250TmFtZSI6IkNhbGlicmkiLCJJc0JvbGQiOmZhbHNlLCJJc0l0YWxpYyI6ZmFsc2UsIklzVW5kZXJsaW5lZCI6ZmFsc2UsIlBhcmVudFN0eWxlIjpudWxsfSwiQXV0b1NpemUiOjAsIkZvcmVncm91bmQiOnsiJGlkIjoiMTA0OCIsIkNvbG9yIjp7IiRpZCI6IjEwNDkiLCJBIjoyNTUsIlIiOjU4LCJHIjoxMzcsIkIiOjB9fSwiTWF4V2lkdGgiOjIwMC4wLCJNYXhIZWlnaHQiOiJJbmZpbml0eSIsIlNtYXJ0Rm9yZWdyb3VuZElzQWN0aXZlIjpmYWxzZSwiSG9yaXpvbnRhbEFsaWdubWVudCI6MCwiVmVydGljYWxBbGlnbm1lbnQiOjAsIlNtYXJ0Rm9yZWdyb3VuZCI6bnVsbCwiQmFja2dyb3VuZEZpbGxUeXBlIjowLCJNYXJnaW4iOnsiJGlkIjoiMTA1MCIsIlRvcCI6MC4wLCJMZWZ0IjowLjAsIlJpZ2h0IjowLjAsIkJvdHRvbSI6MC4wfSwiUGFkZGluZyI6eyIkaWQiOiIxMDUxIiwiVG9wIjowLjAsIkxlZnQiOjAuMCwiUmlnaHQiOjAuMCwiQm90dG9tIjowLjB9LCJCYWNrZ3JvdW5kIjp7IiRpZCI6IjEwNTIiLCJDb2xvciI6eyIkaWQiOiIxMDUzIiwiQSI6ODksIlIiOjAsIkciOjAsIkIiOjB9fSwiSXNWaXNpYmxlIjp0cnVlLCJXaWR0aCI6MC4wLCJIZWlnaHQiOjAuMCwiQm9yZGVyU3R5bGUiOnsiJGlkIjoiMTA1NCIsIkxpbmVDb2xvciI6bnVsbCwiTGluZVdlaWdodCI6MC4wLCJMaW5lVHlwZSI6MCwiUGFyZW50U3R5bGUiOm51bGx9LCJQYXJlbnRTdHlsZSI6bnVsbH0sIkRhdGVGb3JtYXQiOnsiJGlkIjoiMTA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2IiwiRm9ybWF0IjowLCJJc1Zpc2libGUiOmZhbHNlLCJMYXN0S25vd25WaXNpYmlsaXR5U3RhdGUiOmZhbHNlfSwiSXNWaXNpYmxlIjp0cnVlLCJQYXJlbnRTdHlsZSI6bnVsbH0sIkluZGV4Ijo1LCJQZXJjZW50YWdlQ29tcGxldGUiOm51bGwsIlBvc2l0aW9uIjp7IlJhdGlvIjowLjAsIklzQ3VzdG9tIjpmYWxzZX0sIkRhdGVGb3JtYXQiOnsiJHJlZiI6IjEwNTUifSwiV2Vla051bWJlcmluZyI6eyIkaWQiOiIxMDU3IiwiRm9ybWF0IjowLCJJc1Zpc2libGUiOmZhbHNlLCJMYXN0S25vd25WaXNpYmlsaXR5U3RhdGUiOmZhbHNlfSwiUmVsYXRlZFRhc2tJZCI6IjAwMDAwMDAwLTAwMDAtMDAwMC0wMDAwLTAwMDAwMDAwMDAwMCIsIklkIjoiMDc0YjViOGEtOWU0OC00NGQxLWJhYmItZGI0ZTg4YThlNTRmIiwiSW1wb3J0SWQiOiI2IiwiVGl0bGUiOiJXYXZlIDQgQ29tcGxldGUgIiwiTm90ZSI6bnVsbCwiSHlwZXJsaW5rIjp7IiRpZCI6IjEwNTgiLCJBZGRyZXNzIjpudWxsLCJTdWJBZGRyZXNzIjpudWxsfSwiSXNDaGFuZ2VkIjpmYWxzZSwiSXNOZXciOmZhbHNlfSx7IiRpZCI6IjEwNTkiLCJEYXRlIjoiMjAyNC0wOS0wMVQyMzo1OTowMFoiLCJTdHlsZSI6eyIkaWQiOiIxMDYwIiwiU2hhcGUiOjIsIkNvbm5lY3Rvck1hcmdpbiI6eyIkaWQiOiIxMDYxIiwiVG9wIjowLjAsIkxlZnQiOjIuMCwiUmlnaHQiOjIuMCwiQm90dG9tIjowLjB9LCJDb25uZWN0b3JTdHlsZSI6eyIkaWQiOiIxMDYyIiwiTGluZUNvbG9yIjp7IiRpZCI6IjEwNjMiLCIkdHlwZSI6Ik5MUkUuQ29tbW9uLkRvbS5Tb2xpZENvbG9yQnJ1c2gsIE5MUkUuQ29tbW9uIiwiQ29sb3IiOnsiJGlkIjoiMTA2NCIsIkEiOjEyNywiUiI6NzksIkciOjEyOSwiQiI6MTg5fX0sIkxpbmVXZWlnaHQiOjEuMCwiTGluZVR5cGUiOjAsIlBhcmVudFN0eWxlIjpudWxsfSwiSXNCZWxvd1RpbWViYW5kIjpmYWxzZSwiUG9zaXRpb25PblRhc2siOjAsIkhpZGVEYXRlIjpmYWxzZSwiU2hhcGVTaXplIjoxLCJTcGFjaW5nIjoyLjAsIlBhZGRpbmciOnsiJGlkIjoiMTA2NSIsIlRvcCI6Ny4wLCJMZWZ0IjozLjAsIlJpZ2h0IjowLjAsIkJvdHRvbSI6Mi4wfSwiU2hhcGVTdHlsZSI6eyIkaWQiOiIxMDY2IiwiTWFyZ2luIjp7IiRpZCI6IjEwNjciLCJUb3AiOjAuMCwiTGVmdCI6MC4wLCJSaWdodCI6MC4wLCJCb3R0b20iOjAuMH0sIlBhZGRpbmciOnsiJGlkIjoiMTA2OCIsIlRvcCI6MC4wLCJMZWZ0IjowLjAsIlJpZ2h0IjowLjAsIkJvdHRvbSI6MC4wfSwiQmFja2dyb3VuZCI6eyIkaWQiOiIxMDY5IiwiQ29sb3IiOnsiJGlkIjoiMTA3MCIsIkEiOjI1NSwiUiI6MCwiRyI6MTE0LCJCIjoxODh9fSwiSXNWaXNpYmxlIjp0cnVlLCJXaWR0aCI6MTMuMCwiSGVpZ2h0IjoxMy4wLCJCb3JkZXJTdHlsZSI6eyIkaWQiOiIxMDcxIiwiTGluZUNvbG9yIjp7IiRpZCI6IjEwNzIiLCIkdHlwZSI6Ik5MUkUuQ29tbW9uLkRvbS5Tb2xpZENvbG9yQnJ1c2gsIE5MUkUuQ29tbW9uIiwiQ29sb3IiOnsiJGlkIjoiMTA3MyIsIkEiOjI1NSwiUiI6MjU1LCJHIjowLCJCIjowfX0sIkxpbmVXZWlnaHQiOjAuMCwiTGluZVR5cGUiOjAsIlBhcmVudFN0eWxlIjpudWxsfSwiUGFyZW50U3R5bGUiOm51bGx9LCJUaXRsZVN0eWxlIjp7IiRpZCI6IjEwNzQiLCJGb250U2V0dGluZ3MiOnsiJGlkIjoiMTA3NSIsIkZvbnRTaXplIjoxMSwiRm9udE5hbWUiOiJDYWxpYnJpIiwiSXNCb2xkIjp0cnVlLCJJc0l0YWxpYyI6ZmFsc2UsIklzVW5kZXJsaW5lZCI6ZmFsc2UsIlBhcmVudFN0eWxlIjpudWxsfSwiQXV0b1NpemUiOjAsIkZvcmVncm91bmQiOnsiJGlkIjoiMTA3NiIsIkNvbG9yIjp7IiRpZCI6IjEwNz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A3OCIsIlRvcCI6MC4wLCJMZWZ0IjowLjAsIlJpZ2h0IjowLjAsIkJvdHRvbSI6MC4wfSwiUGFkZGluZyI6eyIkaWQiOiIxMDc5IiwiVG9wIjowLjAsIkxlZnQiOjAuMCwiUmlnaHQiOjAuMCwiQm90dG9tIjowLjB9LCJCYWNrZ3JvdW5kIjp7IiRpZCI6IjEwODAiLCJDb2xvciI6eyIkaWQiOiIxMDgxIiwiQSI6ODksIlIiOjAsIkciOjAsIkIiOjB9fSwiSXNWaXNpYmxlIjp0cnVlLCJXaWR0aCI6MC4wLCJIZWlnaHQiOjAuMCwiQm9yZGVyU3R5bGUiOnsiJGlkIjoiMTA4MiIsIkxpbmVDb2xvciI6bnVsbCwiTGluZVdlaWdodCI6MC4wLCJMaW5lVHlwZSI6MCwiUGFyZW50U3R5bGUiOm51bGx9LCJQYXJlbnRTdHlsZSI6bnVsbH0sIkRhdGVTdHlsZSI6eyIkaWQiOiIxMDgzIiwiRm9udFNldHRpbmdzIjp7IiRpZCI6IjEwODQiLCJGb250U2l6ZSI6MTAsIkZvbnROYW1lIjoiQ2FsaWJyaSIsIklzQm9sZCI6ZmFsc2UsIklzSXRhbGljIjpmYWxzZSwiSXNVbmRlcmxpbmVkIjpmYWxzZSwiUGFyZW50U3R5bGUiOm51bGx9LCJBdXRvU2l6ZSI6MCwiRm9yZWdyb3VuZCI6eyIkaWQiOiIxMDg1IiwiQ29sb3IiOnsiJGlkIjoiMTA4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4NyIsIlRvcCI6MC4wLCJMZWZ0IjowLjAsIlJpZ2h0IjowLjAsIkJvdHRvbSI6MC4wfSwiUGFkZGluZyI6eyIkaWQiOiIxMDg4IiwiVG9wIjowLjAsIkxlZnQiOjAuMCwiUmlnaHQiOjAuMCwiQm90dG9tIjowLjB9LCJCYWNrZ3JvdW5kIjp7IiRpZCI6IjEwODkiLCJDb2xvciI6eyIkaWQiOiIxMDkwIiwiQSI6ODksIlIiOjAsIkciOjAsIkIiOjB9fSwiSXNWaXNpYmxlIjp0cnVlLCJXaWR0aCI6MC4wLCJIZWlnaHQiOjAuMCwiQm9yZGVyU3R5bGUiOnsiJGlkIjoiMTA5MSIsIkxpbmVDb2xvciI6bnVsbCwiTGluZVdlaWdodCI6MC4wLCJMaW5lVHlwZSI6MCwiUGFyZW50U3R5bGUiOm51bGx9LCJQYXJlbnRTdHlsZSI6bnVsbH0sIkRhdGVGb3JtYXQiOnsiJGlkIjoiMTA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kzIiwiRm9ybWF0IjowLCJJc1Zpc2libGUiOmZhbHNlLCJMYXN0S25vd25WaXNpYmlsaXR5U3RhdGUiOmZhbHNlfSwiSXNWaXNpYmxlIjp0cnVlLCJQYXJlbnRTdHlsZSI6bnVsbH0sIkluZGV4Ijo2LCJQZXJjZW50YWdlQ29tcGxldGUiOm51bGwsIlBvc2l0aW9uIjp7IlJhdGlvIjowLjAsIklzQ3VzdG9tIjpmYWxzZX0sIkRhdGVGb3JtYXQiOnsiJHJlZiI6IjEwOTIifSwiV2Vla051bWJlcmluZyI6eyIkaWQiOiIxMDk0IiwiRm9ybWF0IjowLCJJc1Zpc2libGUiOmZhbHNlLCJMYXN0S25vd25WaXNpYmlsaXR5U3RhdGUiOmZhbHNlfSwiUmVsYXRlZFRhc2tJZCI6IjAwMDAwMDAwLTAwMDAtMDAwMC0wMDAwLTAwMDAwMDAwMDAwMCIsIklkIjoiYTk0NzBlYWYtMTQ1OS00ZGU5LTljZWYtMDQ1ZDU0N2IxN2Y2IiwiSW1wb3J0SWQiOiI3IiwiVGl0bGUiOiJXYXZlIDUgQ29tcGxldGUgIiwiTm90ZSI6bnVsbCwiSHlwZXJsaW5rIjp7IiRpZCI6IjEwOTUiLCJBZGRyZXNzIjpudWxsLCJTdWJBZGRyZXNzIjpudWxsfSwiSXNDaGFuZ2VkIjpmYWxzZSwiSXNOZXciOmZhbHNlfSx7IiRpZCI6IjEwOTYiLCJEYXRlIjoiMjAyNC0xMC0wMVQyMzo1OTowMFoiLCJTdHlsZSI6eyIkaWQiOiIxMDk3IiwiU2hhcGUiOjIsIkNvbm5lY3Rvck1hcmdpbiI6eyIkaWQiOiIxMDk4IiwiVG9wIjowLjAsIkxlZnQiOjIuMCwiUmlnaHQiOjIuMCwiQm90dG9tIjowLjB9LCJDb25uZWN0b3JTdHlsZSI6eyIkaWQiOiIxMDk5IiwiTGluZUNvbG9yIjp7IiRpZCI6IjExMDAiLCIkdHlwZSI6Ik5MUkUuQ29tbW9uLkRvbS5Tb2xpZENvbG9yQnJ1c2gsIE5MUkUuQ29tbW9uIiwiQ29sb3IiOnsiJGlkIjoiMTEwMSIsIkEiOjEyNywiUiI6NzksIkciOjEyOSwiQiI6MTg5fX0sIkxpbmVXZWlnaHQiOjEuMCwiTGluZVR5cGUiOjAsIlBhcmVudFN0eWxlIjpudWxsfSwiSXNCZWxvd1RpbWViYW5kIjpmYWxzZSwiUG9zaXRpb25PblRhc2siOjAsIkhpZGVEYXRlIjpmYWxzZSwiU2hhcGVTaXplIjoxLCJTcGFjaW5nIjoyLjAsIlBhZGRpbmciOnsiJGlkIjoiMTEwMiIsIlRvcCI6Ny4wLCJMZWZ0IjozLjAsIlJpZ2h0IjowLjAsIkJvdHRvbSI6Mi4wfSwiU2hhcGVTdHlsZSI6eyIkaWQiOiIxMTAzIiwiTWFyZ2luIjp7IiRpZCI6IjExMDQiLCJUb3AiOjAuMCwiTGVmdCI6MC4wLCJSaWdodCI6MC4wLCJCb3R0b20iOjAuMH0sIlBhZGRpbmciOnsiJGlkIjoiMTEwNSIsIlRvcCI6MC4wLCJMZWZ0IjowLjAsIlJpZ2h0IjowLjAsIkJvdHRvbSI6MC4wfSwiQmFja2dyb3VuZCI6eyIkaWQiOiIxMTA2IiwiQ29sb3IiOnsiJGlkIjoiMTEwNyIsIkEiOjI1NSwiUiI6MCwiRyI6MTE0LCJCIjoxODh9fSwiSXNWaXNpYmxlIjp0cnVlLCJXaWR0aCI6MTMuMCwiSGVpZ2h0IjoxMy4wLCJCb3JkZXJTdHlsZSI6eyIkaWQiOiIxMTA4IiwiTGluZUNvbG9yIjp7IiRpZCI6IjExMDkiLCIkdHlwZSI6Ik5MUkUuQ29tbW9uLkRvbS5Tb2xpZENvbG9yQnJ1c2gsIE5MUkUuQ29tbW9uIiwiQ29sb3IiOnsiJGlkIjoiMTExMCIsIkEiOjI1NSwiUiI6MjU1LCJHIjowLCJCIjowfX0sIkxpbmVXZWlnaHQiOjAuMCwiTGluZVR5cGUiOjAsIlBhcmVudFN0eWxlIjpudWxsfSwiUGFyZW50U3R5bGUiOm51bGx9LCJUaXRsZVN0eWxlIjp7IiRpZCI6IjExMTEiLCJGb250U2V0dGluZ3MiOnsiJGlkIjoiMTExMiIsIkZvbnRTaXplIjoxMSwiRm9udE5hbWUiOiJDYWxpYnJpIiwiSXNCb2xkIjp0cnVlLCJJc0l0YWxpYyI6ZmFsc2UsIklzVW5kZXJsaW5lZCI6ZmFsc2UsIlBhcmVudFN0eWxlIjpudWxsfSwiQXV0b1NpemUiOjAsIkZvcmVncm91bmQiOnsiJGlkIjoiMTExMyIsIkNvbG9yIjp7IiRpZCI6IjExMTQ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ExNSIsIlRvcCI6MC4wLCJMZWZ0IjowLjAsIlJpZ2h0IjowLjAsIkJvdHRvbSI6MC4wfSwiUGFkZGluZyI6eyIkaWQiOiIxMTE2IiwiVG9wIjowLjAsIkxlZnQiOjAuMCwiUmlnaHQiOjAuMCwiQm90dG9tIjowLjB9LCJCYWNrZ3JvdW5kIjp7IiRpZCI6IjExMTciLCJDb2xvciI6eyIkaWQiOiIxMTE4IiwiQSI6ODksIlIiOjAsIkciOjAsIkIiOjB9fSwiSXNWaXNpYmxlIjp0cnVlLCJXaWR0aCI6MC4wLCJIZWlnaHQiOjAuMCwiQm9yZGVyU3R5bGUiOnsiJGlkIjoiMTExOSIsIkxpbmVDb2xvciI6bnVsbCwiTGluZVdlaWdodCI6MC4wLCJMaW5lVHlwZSI6MCwiUGFyZW50U3R5bGUiOm51bGx9LCJQYXJlbnRTdHlsZSI6bnVsbH0sIkRhdGVTdHlsZSI6eyIkaWQiOiIxMTIwIiwiRm9udFNldHRpbmdzIjp7IiRpZCI6IjExMjEiLCJGb250U2l6ZSI6MTAsIkZvbnROYW1lIjoiQ2FsaWJyaSIsIklzQm9sZCI6ZmFsc2UsIklzSXRhbGljIjpmYWxzZSwiSXNVbmRlcmxpbmVkIjpmYWxzZSwiUGFyZW50U3R5bGUiOm51bGx9LCJBdXRvU2l6ZSI6MCwiRm9yZWdyb3VuZCI6eyIkaWQiOiIxMTIyIiwiQ29sb3IiOnsiJGlkIjoiMTEy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yNCIsIlRvcCI6MC4wLCJMZWZ0IjowLjAsIlJpZ2h0IjowLjAsIkJvdHRvbSI6MC4wfSwiUGFkZGluZyI6eyIkaWQiOiIxMTI1IiwiVG9wIjowLjAsIkxlZnQiOjAuMCwiUmlnaHQiOjAuMCwiQm90dG9tIjowLjB9LCJCYWNrZ3JvdW5kIjp7IiRpZCI6IjExMjYiLCJDb2xvciI6eyIkaWQiOiIxMTI3IiwiQSI6ODksIlIiOjAsIkciOjAsIkIiOjB9fSwiSXNWaXNpYmxlIjp0cnVlLCJXaWR0aCI6MC4wLCJIZWlnaHQiOjAuMCwiQm9yZGVyU3R5bGUiOnsiJGlkIjoiMTEyOCIsIkxpbmVDb2xvciI6bnVsbCwiTGluZVdlaWdodCI6MC4wLCJMaW5lVHlwZSI6MCwiUGFyZW50U3R5bGUiOm51bGx9LCJQYXJlbnRTdHlsZSI6bnVsbH0sIkRhdGVGb3JtYXQiOnsiJGlkIjoiMTE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MwIiwiRm9ybWF0IjowLCJJc1Zpc2libGUiOmZhbHNlLCJMYXN0S25vd25WaXNpYmlsaXR5U3RhdGUiOmZhbHNlfSwiSXNWaXNpYmxlIjp0cnVlLCJQYXJlbnRTdHlsZSI6bnVsbH0sIkluZGV4Ijo3LCJQZXJjZW50YWdlQ29tcGxldGUiOm51bGwsIlBvc2l0aW9uIjp7IlJhdGlvIjowLjAsIklzQ3VzdG9tIjpmYWxzZX0sIkRhdGVGb3JtYXQiOnsiJHJlZiI6IjExMjkifSwiV2Vla051bWJlcmluZyI6eyIkaWQiOiIxMTMxIiwiRm9ybWF0IjowLCJJc1Zpc2libGUiOmZhbHNlLCJMYXN0S25vd25WaXNpYmlsaXR5U3RhdGUiOmZhbHNlfSwiUmVsYXRlZFRhc2tJZCI6IjAwMDAwMDAwLTAwMDAtMDAwMC0wMDAwLTAwMDAwMDAwMDAwMCIsIklkIjoiYTRiMDA4ODYtYzdiYi00MDVjLTkyMTQtMmQ2YjhlOTZjMDg1IiwiSW1wb3J0SWQiOiI4IiwiVGl0bGUiOiJXYXZlIDYgQ29tcGxldGUgIiwiTm90ZSI6bnVsbCwiSHlwZXJsaW5rIjp7IiRpZCI6IjExMzIiLCJBZGRyZXNzIjpudWxsLCJTdWJBZGRyZXNzIjpudWxsfSwiSXNDaGFuZ2VkIjpmYWxzZSwiSXNOZXciOmZhbHNlfV0sIlRhc2tzIjpbXSwiU3dpbWxhbmVzIjpbXSwiTXNQcm9qZWN0SXRlbXNUcmVlIjp7IiRpZCI6IjExMzMiLCJSb290Ijp7IkltcG9ydElkIjpudWxsLCJJc0ltcG9ydGVkIjpmYWxzZSwiQ2hpbGRyZW4iOltdfX0sIk1ldGFkYXRhIjp7IiRpZCI6IjExMzQiLCJFeGNlbFNoZWV0TmFtZSI6IlRpbWVsaW5lIERhdGEiLCJJdGVtc1RpdGxlcyI6IltcIlByb2plY3QgS2lja29mZlwiLFwiTFogQ29tcGVsZXRlIFwiLFwiV2F2ZSAxIENvbXBsZXRlIFwiLFwiV2F2ZSAyIENvbXBsZXRlIFwiLFwiV2F2ZSAzIENvbXBsZXRlIFwiLFwiV2F2ZSA0IENvbXBsZXRlIFwiLFwiV2F2ZSA1IENvbXBsZXRlIFwiLFwiV2F2ZSA2IENvbXBsZXRlIFwiLFwiTFogRGVzaWduIFwiLFwiTFogQnVpbGQgXCIsXCJXYXZlIDFcIixcIldhdmUgMlwiLFwiV2F2ZSAzXCIsXCJXYXZlIDRcIixcIldhdmUgNVwiLFwiV2F2ZSA2XCIsXCJIeXBlciBDYXJlIFN1cHBvcnQgXCJdIiwiSXRlbXNTd2ltbGFuZXMiOiJbXCJMYW5kaW5nIFpvbmUgXCIsXCJMYW5kaW5nIFpvbmUgXCIsXCJNaWdyYXRpb24gXCIsXCJNaWdyYXRpb24gXCIsXCJNaWdyYXRpb24gXCIsXCJNaWdyYXRpb24gXCIsXCJNaWdyYXRpb24gXCIsXCJNaWdyYXRpb24gXCIsXCJIeXBlckNhcmUgXCJdIiwiTXNlTGF0ZXN0SW1wb3J0SXRlbXMiOiJ7XCIkaWRcIjpcIjFcIixcIlJvb3RcIjp7XCJJbXBvcnRJZFwiOm51bGwsXCJJc0ltcG9ydGVkXCI6ZmFsc2UsXCJDaGlsZHJlblwiOlt7XCIkaWRcIjpcIjJcIixcIkltcG9ydElkXCI6XCIxXCIsXCJJc0ltcG9ydGVkXCI6dHJ1ZSxcIkNoaWxkcmVuXCI6W119LHtcIiRpZFwiOlwiM1wiLFwiSW1wb3J0SWRcIjpcIjJcIixcIklzSW1wb3J0ZWRcIjp0cnVlLFwiQ2hpbGRyZW5cIjpbXX0se1wiJGlkXCI6XCI0XCIsXCJJbXBvcnRJZFwiOlwiM1wiLFwiSXNJbXBvcnRlZFwiOnRydWUsXCJDaGlsZHJlblwiOltdfSx7XCIkaWRcIjpcIjVcIixcIkltcG9ydElkXCI6XCI0XCIsXCJJc0ltcG9ydGVkXCI6dHJ1ZSxcIkNoaWxkcmVuXCI6W119LHtcIiRpZFwiOlwiNlwiLFwiSW1wb3J0SWRcIjpcIjVcIixcIklzSW1wb3J0ZWRcIjp0cnVlLFwiQ2hpbGRyZW5cIjpbXX0se1wiJGlkXCI6XCI3XCIsXCJJbXBvcnRJZFwiOlwiNlwiLFwiSXNJbXBvcnRlZFwiOnRydWUsXCJDaGlsZHJlblwiOltdfSx7XCIkaWRcIjpcIjhcIixcIkltcG9ydElkXCI6XCI3XCIsXCJJc0ltcG9ydGVkXCI6dHJ1ZSxcIkNoaWxkcmVuXCI6W119LHtcIiRpZFwiOlwiOVwiLFwiSW1wb3J0SWRcIjpcIjhcIixcIklzSW1wb3J0ZWRcIjp0cnVlLFwiQ2hpbGRyZW5cIjpbXX0se1wiJGlkXCI6XCIxMFwiLFwiSW1wb3J0SWRcIjpcIjlcIixcIklzSW1wb3J0ZWRcIjp0cnVlLFwiQ2hpbGRyZW5cIjpbXX0se1wiJGlkXCI6XCIxMVwiLFwiSW1wb3J0SWRcIjpcIjEwXCIsXCJJc0ltcG9ydGVkXCI6dHJ1ZSxcIkNoaWxkcmVuXCI6W119LHtcIiRpZFwiOlwiMTJcIixcIkltcG9ydElkXCI6XCIxMVwiLFwiSXNJbXBvcnRlZFwiOnRydWUsXCJDaGlsZHJlblwiOltdfSx7XCIkaWRcIjpcIjEzXCIsXCJJbXBvcnRJZFwiOlwiMTJcIixcIklzSW1wb3J0ZWRcIjp0cnVlLFwiQ2hpbGRyZW5cIjpbXX0se1wiJGlkXCI6XCIxNFwiLFwiSW1wb3J0SWRcIjpcIjEzXCIsXCJJc0ltcG9ydGVkXCI6dHJ1ZSxcIkNoaWxkcmVuXCI6W119LHtcIiRpZFwiOlwiMTVcIixcIkltcG9ydElkXCI6XCIxNFwiLFwiSXNJbXBvcnRlZFwiOnRydWUsXCJDaGlsZHJlblwiOltdfSx7XCIkaWRcIjpcIjE2XCIsXCJJbXBvcnRJZFwiOlwiMTVcIixcIklzSW1wb3J0ZWRcIjp0cnVlLFwiQ2hpbGRyZW5cIjpbXX0se1wiJGlkXCI6XCIxN1wiLFwiSW1wb3J0SWRcIjpcIjE2XCIsXCJJc0ltcG9ydGVkXCI6dHJ1ZSxcIkNoaWxkcmVuXCI6W119LHtcIiRpZFwiOlwiMThcIixcIkltcG9ydElkXCI6XCIxN1wiLFwiSXNJbXBvcnRlZFwiOnRydWUsXCJDaGlsZHJlblwiOltdfV19fSIsIkNvbHVtbnNNYXBwaW5nIjoiW3tcIiRpZFwiOlwiMVwiLFwiU2VsZWN0ZWRNYXBwaW5nXCI6OCxcIkNvbHVtbkhlYWRlclwiOlwiQ29sdW1uMFwiLFwiQ29sdW1uRnJpZW5kbHlOYW1lXCI6XCJVbmlxdWUgSURcIn0se1wiJGlkXCI6XCIyXCIsXCJTZWxlY3RlZE1hcHBpbmdcIjoxLFwiQ29sdW1uSGVhZGVyXCI6XCJDb2x1bW4xXCIsXCJDb2x1bW5GcmllbmRseU5hbWVcIjpcIlN3aW1sYW5lXCJ9LHtcIiRpZFwiOlwiM1wiLFwiU2VsZWN0ZWRNYXBwaW5nXCI6MixcIkNvbHVtbkhlYWRlclwiOlwiQ29sdW1uMlwiLFwiQ29sdW1uRnJpZW5kbHlOYW1lXCI6XCJUaXRsZVwifSx7XCIkaWRcIjpcIjRcIixcIlNlbGVjdGVkTWFwcGluZ1wiOjMsXCJDb2x1bW5IZWFkZXJcIjpcIkNvbHVtbjNcIixcIkNvbHVtbkZyaWVuZGx5TmFtZVwiOlwiU3RhcnQgZGF0ZVwifSx7XCIkaWRcIjpcIjVcIixcIlNlbGVjdGVkTWFwcGluZ1wiOjQsXCJDb2x1bW5IZWFkZXJcIjpcIkNvbHVtbjRcIixcIkNvbHVtbkZyaWVuZGx5TmFtZVwiOlwiRW5kIGRhdGVcIn0se1wiJGlkXCI6XCI2XCIsXCJTZWxlY3RlZE1hcHBpbmdcIjo1LFwiQ29sdW1uSGVhZGVyXCI6XCJDb2x1bW42XCIsXCJDb2x1bW5GcmllbmRseU5hbWVcIjpcIiUgQ29tcGxldGVkXCJ9LHtcIiRpZFwiOlwiN1wiLFwiU2VsZWN0ZWRNYXBwaW5nXCI6NixcIkNvbHVtbkhlYWRlclwiOlwiQ29sdW1uN1wiLFwiQ29sdW1uRnJpZW5kbHlOYW1lXCI6XCJOb3RlXCJ9XSIsIkhlYWRlclJvd0luZGV4IjoiMCIsIk1zZVN5bmNCeVVpZCI6IlRydWUiLCJTb3VyY2VUZW1wbGF0ZSI6IntcIiRpZFwiOlwiMVwiLFwiSWRcIjpcImYzNzQ2MDYzLTAwNGMtNDQ1ZC05MTg3LWNlZGY3YWNlMTQzYlwiLFwiQ3VsdHVyZUluZm9OYW1lXCI6XCJlbi1VU1wiLFwiVmVyc2lvblwiOntcIiRpZFwiOlwiMlwiLFwiVGVtcGxhdGVEb21WZXJzaW9uXCI6XCIxLjMuMVwifSxcIkVmZmVjdFwiOjA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g5LFwiUlwiOjAsXCJHXCI6MCxcIkJcIjowfX0sXCJJc1Zpc2libGVcIjpmYWxzZSxcIldpZHRoXCI6MC4wLFwiSGVpZ2h0XCI6MC4wLFwiQm9yZGVyU3R5bGVcIjpudWxsfSxcIkxlZnRFbmRDYXBzU3R5bGVcIjp7XCIkaWRcIjpcIjM3XCIsXCJGb250U2V0dGluZ3NcIjp7XCIkaWRcIjpcIjM4XCIsXCJGb250U2l6ZVwiOjE4LFwiRm9udE5hbWVcIjpcIkNhbGlicmlcIixcIklzQm9sZFwiOnRydWUsXCJJc0l0YWxpY1wiOmZhbHNlLFwiSXNVbmRlcmxpbmVkXCI6ZmFsc2V9LFwiQXV0b1NpemVcIjowLFwiRm9yZWdyb3VuZFwiOntcIiRpZFwiOlwiMzlcIixcIkNvbG9yXCI6e1wiJGlkXCI6XCI0MF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0MVwiLFwiVG9wXCI6MC4wLFwiTGVmdFwiOjIwLjAsXCJSaWdodFwiOjAuMCxcIkJvdHRvbVwiOjAuMH0sXCJQYWRkaW5nXCI6e1wiJGlkXCI6XCI0MlwiLFwiVG9wXCI6MC4wLFwiTGVmdFwiOjAuMCxcIlJpZ2h0XCI6MC4wLFwiQm90dG9tXCI6MC4wfSxcIkJhY2tncm91bmRcIjp7XCIkaWRcIjpcIjQzXCIsXCJDb2xvclwiOntcIiRyZWZcIjpcIjM2XCJ9fSxcIklzVmlzaWJsZVwiOmZhbHNlLFwiV2lkdGhcIjowLjAsXCJIZWlnaHRcIjowLjAsXCJCb3JkZXJTdHlsZVwiOm51bGx9LFwiVG9kYXlUZXh0U3R5bGVcIjp7XCIkaWRcIjpcIjQ0XCIsXCJGb250U2V0dGluZ3NcIjp7XCIkaWRcIjpcIjQ1XCIsXCJGb250U2l6ZVwiOjEyLFwiRm9udE5hbWVcIjpcIkNhbGlicmlcIixcIklzQm9sZFwiOmZhbHNlLFwiSXNJdGFsaWNcIjpmYWxzZSxcIklzVW5kZXJsaW5lZFwiOmZhbHNlfSxcIkF1dG9TaXplXCI6MCxcIkZvcmVncm91bmRcIjp7XCIkaWRcIjpcIjQ2XCIsXCJDb2xvclwiOntcIiRpZFwiOlwiNDd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DhcIixcIlRvcFwiOjAuMCxcIkxlZnRcIjowLjAsXCJSaWdodFwiOjAuMCxcIkJvdHRvbVwiOjAuMH0sXCJQYWRkaW5nXCI6e1wiJGlkXCI6XCI0OVwiLFwiVG9wXCI6MC4wLFwiTGVmdFwiOjAuMCxcIlJpZ2h0XCI6MC4wLFwiQm90dG9tXCI6MC4wfSxcIkJhY2tncm91bmRcIjp7XCIkaWRcIjpcIjUwXCIsXCJDb2xvclwiOntcIiRyZWZcIjpcIjM2XCJ9fSxcIklzVmlzaWJsZVwiOnRydWUsXCJXaWR0aFwiOjAuMCxcIkhlaWdodFwiOjAuMCxcIkJvcmRlclN0eWxlXCI6bnVsbH0sXCJUb2RheU1hcmtlclN0eWxlXCI6e1wiJGlkXCI6XCI1MVwiLFwiTWFyZ2luXCI6e1wiJGlkXCI6XCI1MlwiLFwiVG9wXCI6MC4wLFwiTGVmdFwiOjAuMCxcIlJpZ2h0XCI6MC4wLFwiQm90dG9tXCI6MC4wfSxcIlBhZGRpbmdcIjp7XCIkaWRcIjpcIjUzXCIsXCJUb3BcIjowLjAsXCJMZWZ0XCI6MC4wLFwiUmlnaHRcIjowLjAsXCJCb3R0b21cIjowLjB9LFwiQmFja2dyb3VuZFwiOntcIiRpZFwiOlwiNTRcIixcIkNvbG9yXCI6e1wiJGlkXCI6XCI1NVwiLFwiQVwiOjI1NSxcIlJcIjoyNTUsXCJHXCI6MCxcIkJcIjowfX0sXCJJc1Zpc2libGVcIjp0cnVlLFwiV2lkdGhcIjowLjAsXCJIZWlnaHRcIjowLjAsXCJCb3JkZXJTdHlsZVwiOm51bGx9LFwiU2NhbGVTdHlsZVwiOntcIiRpZFwiOlwiNTZcIixcIlNob3dTZWdtZW50U2VwYXJhdG9yc1wiOnRydWUsXCJTZWdtZW50U2VwYXJhdG9yT3BhY2l0eVwiOjMwLFwiU2hhcGVcIjozLFwiSGFzQmVlblZpc2libGVCZWZvcmVcIjp0cnVlLFwiRm9udFNldHRpbmdzXCI6e1wiJGlkXCI6XCI1N1wiLFwiRm9udFNpemVcIjoxMixcIkZvbnROYW1lXCI6XCJDYWxpYnJpXCIsXCJJc0JvbGRcIjpmYWxzZSxcIklzSXRhbGljXCI6ZmFsc2UsXCJJc1VuZGVybGluZWRcIjpmYWxzZX0sXCJBdXRvU2l6ZVwiOjAsXCJGb3JlZ3JvdW5kXCI6e1wiJGlkXCI6XCI1OFwiLFwiQ29sb3JcIjp7XCIkaWRcIjpcIjU5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wXCIsXCJUb3BcIjowLjAsXCJMZWZ0XCI6NS4wLFwiUmlnaHRcIjowLjAsXCJCb3R0b21cIjowLjB9LFwiUGFkZGluZ1wiOntcIiRpZFwiOlwiNjFcIixcIlRvcFwiOjAuMCxcIkxlZnRcIjowLjAsXCJSaWdodFwiOjAuMCxcIkJvdHRvbVwiOjAuMH0sXCJCYWNrZ3JvdW5kXCI6e1wiJGlkXCI6XCI2MlwiLFwiQ29sb3JcIjp7XCIkcmVmXCI6XCIzNlwifX0sXCJJc1Zpc2libGVcIjp0cnVlLFwiV2lkdGhcIjowLjAsXCJIZWlnaHRcIjowLjAsXCJCb3JkZXJTdHlsZVwiOm51bGx9LFwiTWlkZGxlVGllclNjYWxlU3R5bGVcIjp7XCIkaWRcIjpcIjYzXCIsXCJTaG93U2VnbWVudFNlcGFyYXRvcnNcIjp0cnVlLFwiU2VnbWVudFNlcGFyYXRvck9wYWNpdHlcIjozMCxcIlNoYXBlXCI6MyxcIkhhc0JlZW5WaXNpYmxlQmVmb3JlXCI6ZmFsc2UsXCJGb250U2V0dGluZ3NcIjp7XCIkaWRcIjpcIjY0XCIsXCJGb250U2l6ZVwiOjEyLFwiRm9udE5hbWVcIjpcIkNhbGlicmlcIixcIklzQm9sZFwiOmZhbHNlLFwiSXNJdGFsaWNcIjpmYWxzZSxcIklzVW5kZXJsaW5lZFwiOmZhbHNlfSxcIkF1dG9TaXplXCI6MCxcIkZvcmVncm91bmRcIjp7XCIkaWRcIjpcIjY1XCIsXCJDb2xvclwiOntcIiRpZFwiOlwiNjZ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dcIixcIlRvcFwiOjAuMCxcIkxlZnRcIjo1LjAsXCJSaWdodFwiOjAuMCxcIkJvdHRvbVwiOjAuMH0sXCJQYWRkaW5nXCI6e1wiJGlkXCI6XCI2OFwiLFwiVG9wXCI6MC4wLFwiTGVmdFwiOjAuMCxcIlJpZ2h0XCI6MC4wLFwiQm90dG9tXCI6MC4wfSxcIkJhY2tncm91bmRcIjp7XCIkaWRcIjpcIjY5XCIsXCJDb2xvclwiOntcIiRpZFwiOlwiNzBcIixcIkFcIjo4OS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g5LFwiUlwiOjAsXCJHXCI6MCxcIkJcIjowfX0sXCJJc1Zpc2libGVcIjpmYWxzZSxcIldpZHRoXCI6MC4wLFwiSGVpZ2h0XCI6MC4wLFwiQm9yZGVyU3R5bGVcIjpudWxsfSxcIlNpbmdsZVNjYWxlU2hhcGVTdHlsZVwiOm51bGwsXCJFbGFwc2VkVGltZUJhY2tncm91bmRcIjp7XCIkaWRcIjpcIjc5XCIsXCJDb2xvclwiOntcIiRpZFwiOlwiODBcIixcIkFcIjoxOTEsXCJSXCI6MjU1LFwiR1wiOjAsXCJCXCI6MH19LFwiQXBwZW5kWWVhck9uWWVhckNoYW5nZVwiOmZhbHNlLFwiRWxhcHNlZFRpbWVGb3JtYXRcIjoyLFwiVG9kYXlNYXJrZXJQb3NpdGlvblwiOjAsXCJRdWlja1Bvc2l0aW9uXCI6MyxcIkFic29sdXRlUG9zaXRpb25cIjoxODMuNixcIk1hcmdpblwiOntcIiRpZFwiOlwiODFcIixcIlRvcFwiOjAuMCxcIkxlZnRcIjoxMC4wLFwiUmlnaHRcIjoxMC4wLFwiQm90dG9tXCI6MC4wfSxcIlBhZGRpbmdcIjp7XCIkaWRcIjpcIjgyXCIsXCJUb3BcIjowLjAsXCJMZWZ0XCI6MC4wLFwiUmlnaHRcIjowLjAsXCJCb3R0b21cIjowLjB9LFwiQmFja2dyb3VuZFwiOntcIiRpZFwiOlwiODNcIixcIkNvbG9yXCI6e1wiJGlkXCI6XCI4NFwiLFwiQVwiOjI1NSxcIlJcIjo0NyxcIkdcIjo1NCxcIkJcIjoxNTN9fSxcIklzVmlzaWJsZVwiOnRydWUsXCJXaWR0aFwiOjAuMCxcIkhlaWdodFwiOjAuMCxcIkJvcmRlclN0eWxlXCI6bnVsbH0sXCJEZWZhdWx0TWlsZXN0b25lU3R5bGVcIjp7XCIkaWRcIjpcIjg1XCIsXCJTaGFwZVwiOjIsXCJDb25uZWN0b3JNYXJnaW5cIjp7XCIkaWRcIjpcIjg2XCIsXCJUb3BcIjowLjAsXCJMZWZ0XCI6Mi4wLFwiUmlnaHRcIjoyLjAsXCJCb3R0b21cIjowLjB9LFwiQ29ubmVjdG9yU3R5bGVcIjp7XCIkaWRcIjpcIjg3XCIsXCJMaW5lQ29sb3JcIjp7XCIkaWRcIjpcIjg4XCIsXCIkdHlwZVwiOlwiTkxSRS5Db21tb24uRG9tLlNvbGlkQ29sb3JCcnVzaCwgTkxSRS5Db21tb25cIixcIkNvbG9yXCI6e1wiJGlkXCI6XCI4OVwiLFwiQVwiOjEyNyxcIlJcIjo3OSxcIkdcIjoxMjksXCJCXCI6MTg5fX0sXCJMaW5lV2VpZ2h0XCI6MS4wLFwiTGluZVR5cGVcIjowfSxcIklzQmVsb3dUaW1lYmFuZFwiOmZhbHNlLFwiSGlkZURhdGVcIjpmYWxzZSxcIlNoYXBlU2l6ZVwiOjEsXCJTcGFjaW5nXCI6Mi4wLFwiUGFkZGluZ1wiOntcIiRpZFwiOlwiOTBcIixcIlRvcFwiOjcuMCxcIkxlZnRcIjozLjAsXCJSaWdodFwiOjAuMCxcIkJvdHRvbVwiOjIuMH0sXCJQb3NpdGlvblwiOm51bGwsXCJQb3NpdGlvbk9uVGFza1wiOjAsXCJTaGFwZVN0eWxlXCI6e1wiJGlkXCI6XCI5MVwiLFwiTWFyZ2luXCI6e1wiJGlkXCI6XCI5MlwiLFwiVG9wXCI6MC4wLFwiTGVmdFwiOjAuMCxcIlJpZ2h0XCI6MC4wLFwiQm90dG9tXCI6MC4wfSxcIlBhZGRpbmdcIjp7XCIkaWRcIjpcIjkzXCIsXCJUb3BcIjowLjAsXCJMZWZ0XCI6MC4wLFwiUmlnaHRcIjowLjAsXCJCb3R0b21cIjowLjB9LFwiQmFja2dyb3VuZFwiOntcIiRpZFwiOlwiOTRcIixcIkNvbG9yXCI6e1wiJGlkXCI6XCI5NVwiLFwiQVwiOjI1NSxcIlJcIjowLFwiR1wiOjExNCxcIkJcIjoxODh9fSxcIklzVmlzaWJsZVwiOnRydWUsXCJXaWR0aFwiOjEzLjAsXCJIZWlnaHRcIjoxMy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VGFza1N0eWxlXCI6e1wiJGlkXCI6XCIxMTRcIixcIlNoYXBlXCI6MSxcIlNoYXBlVGhpY2tuZXNzXCI6MCxcIkR1cmF0aW9uRm9ybWF0XCI6MCxcIlBlcmNlbnRhZ2VDb21wbGV0ZVN0eWxlXCI6e1wiJGlkXCI6XCIxMTVcIixcIkZvbnRTZXR0aW5nc1wiOntcIiRpZFwiOlwiMTE2XCIsXCJGb250U2l6ZVwiOjEwLFwiRm9udE5hbWVcIjpcIkNhbGlicmlcIixcIklzQm9sZFwiOmZhbHNlLFwiSXNJdGFsaWNcIjpmYWxzZSxcIklzVW5kZXJsaW5lZFwiOmZhbHNlfSxcIkF1dG9TaXplXCI6MCxcIkZvcmVncm91bmRcIjp7XCIkaWRcIjpcIjExN1wiLFwiQ29sb3JcIjp7XCIkaWRcIjpcIjEx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cmVmXCI6XCIzNlwifX0sXCJJc1Zpc2libGVcIjp0cnVlLFwiV2lkdGhcIjowLjAsXCJIZWlnaHRcIjowLjAsXCJCb3JkZXJTdHlsZVwiOm51bGx9LFwiRHVyYXRpb25TdHlsZVwiOntcIiRpZFwiOlwiMTIyXCIsXCJGb250U2V0dGluZ3NcIjp7XCIkaWRcIjpcIjEyM1wiLFwiRm9udFNpemVcIjoxMCxcIkZvbnROYW1lXCI6XCJDYWxpYnJpXCIsXCJJc0JvbGRcIjpmYWxzZSxcIklzSXRhbGljXCI6ZmFsc2UsXCJJc1VuZGVybGluZWRcIjpmYWxzZX0sXCJBdXRvU2l6ZVwiOjAsXCJGb3JlZ3JvdW5kXCI6e1wiJGlkXCI6XCIxMjRcIixcIkNvbG9yXCI6e1wiJGlkXCI6XCIxMjV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jZcIixcIlRvcFwiOjAuMCxcIkxlZnRcIjowLjAsXCJSaWdodFwiOjAuMCxcIkJvdHRvbVwiOjAuMH0sXCJQYWRkaW5nXCI6e1wiJGlkXCI6XCIxMjdcIixcIlRvcFwiOjAuMCxcIkxlZnRcIjowLjAsXCJSaWdodFwiOjAuMCxcIkJvdHRvbVwiOjAuMH0sXCJCYWNrZ3JvdW5kXCI6e1wiJGlkXCI6XCIxMjhcIixcIkNvbG9yXCI6e1wiJHJlZlwiOlwiMzZcIn19LFwiSXNWaXNpYmxlXCI6dHJ1ZSxcIldpZHRoXCI6MC4wLFwiSGVpZ2h0XCI6MC4wLFwiQm9yZGVyU3R5bGVcIjpudWxsfSxcIkhvcml6b250YWxDb25uZWN0b3JTdHlsZVwiOntcIiRpZFwiOlwiMTI5XCIsXCJMaW5lQ29sb3JcIjp7XCIkaWRcIjpcIjEzMFwiLFwiJHR5cGVcIjpcIk5MUkUuQ29tbW9uLkRvbS5Tb2xpZENvbG9yQnJ1c2gsIE5MUkUuQ29tbW9uXCIsXCJDb2xvclwiOntcIiRpZFwiOlwiMTMxXCIsXCJBXCI6MjU1LFwiUlwiOjIwNCxcIkdcIjoyMDQsXCJCXCI6MjA0fX0sXCJMaW5lV2VpZ2h0XCI6MS4wLFwiTGluZVR5cGVcIjowfSxcIlZlcnRpY2FsQ29ubmVjdG9yU3R5bGVcIjp7XCIkaWRcIjpcIjEzMlwiLFwiTGluZUNvbG9yXCI6e1wiJGlkXCI6XCIxMzNcIixcIiR0eXBlXCI6XCJOTFJFLkNvbW1vbi5Eb20uU29saWRDb2xvckJydXNoLCBOTFJFLkNvbW1vblwiLFwiQ29sb3JcIjp7XCIkaWRcIjpcIjEzNF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MsXCJJc0JlbG93VGltZWJhbmRcIjpmYWxzZSxcIlBlcmNlbnRhZ2VDb21wbGV0ZVNoYXBlT3BhY2l0eVwiOjM1LFwiR3JvdXBOYW1lXCI6bnVsbCxcIkF0dGFjaGVkTWlsZXN0b25lc1N0eWxlc1wiOm51bGwsXCJTaGFwZVN0eWxlXCI6e1wiJGlkXCI6XCIxMzVcIixcIk1hcmdpblwiOntcIiRpZFwiOlwiMTM2XCIsXCJUb3BcIjowLjAsXCJMZWZ0XCI6NC4wLFwiUmlnaHRcIjo0LjAsXCJCb3R0b21cIjowLjB9LFwiUGFkZGluZ1wiOntcIiRpZFwiOlwiMTM3XCIsXCJUb3BcIjowLjAsXCJMZWZ0XCI6MC4wLFwiUmlnaHRcIjowLjAsXCJCb3R0b21cIjowLjB9LFwiQmFja2dyb3VuZFwiOntcIiRpZFwiOlwiMTM4XCIsXCJDb2xvclwiOntcIiRpZFwiOlwiMTM5XCIsXCJBXCI6MjU1LFwiUlwiOjAsXCJHXCI6MTE0LFwiQlwiOjE4OH19LFwiSXNWaXNpYmxlXCI6dHJ1ZSxcIldpZHRoXCI6MC4wLFwiSGVpZ2h0XCI6MTAuMCxcIkJvcmRlclN0eWxlXCI6e1wiJGlkXCI6XCIxNDBcIixcIkxpbmVDb2xvclwiOntcIiRpZFwiOlwiMTQxXCIsXCIkdHlwZVwiOlwiTkxSRS5Db21tb24uRG9tLlNvbGlkQ29sb3JCcnVzaCwgTkxSRS5Db21tb25cIixcIkNvbG9yXCI6e1wiJGlkXCI6XCIxNDJcIixcIkFcIjoyNTUsXCJSXCI6MjU1LFwiR1wiOjAsXCJCXCI6MH19LFwiTGluZVdlaWdodFwiOjAuMCxcIkxpbmVUeXBlXCI6MH19LFwiVGl0bGVTdHlsZVwiOntcIiRpZFwiOlwiMTQzXCIsXCJGb250U2V0dGluZ3NcIjp7XCIkaWRcIjpcIjE0NFwiLFwiRm9udFNpemVcIjoxMSxcIkZvbnROYW1lXCI6XCJDYWxpYnJpXCIsXCJJc0JvbGRcIjp0cnVlLFwiSXNJdGFsaWNcIjpmYWxzZSxcIklzVW5kZXJsaW5lZFwiOmZhbHNlfSxcIkF1dG9TaXplXCI6MCxcIkZvcmVncm91bmRcIjp7XCIkaWRcIjpcIjE0NVwiLFwiQ29sb3JcIjp7XCIkaWRcIjpcIjE0Nl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DdcIixcIlRvcFwiOjAuMCxcIkxlZnRcIjowLjAsXCJSaWdodFwiOjAuMCxcIkJvdHRvbVwiOjAuMH0sXCJQYWRkaW5nXCI6e1wiJGlkXCI6XCIxNDhcIixcIlRvcFwiOjAuMCxcIkxlZnRcIjowLjAsXCJSaWdodFwiOjAuMCxcIkJvdHRvbVwiOjAuMH0sXCJCYWNrZ3JvdW5kXCI6e1wiJGlkXCI6XCIxNDlcIixcIkNvbG9yXCI6e1wiJHJlZlwiOlwiMzZcIn19LFwiSXNWaXNpYmxlXCI6dHJ1ZSxcIldpZHRoXCI6MC4wLFwiSGVpZ2h0XCI6MC4wLFwiQm9yZGVyU3R5bGVcIjpudWxsfSxcIkRhdGVTdHlsZVwiOntcIiRpZFwiOlwiMTUwXCIsXCJGb250U2V0dGluZ3NcIjp7XCIkaWRcIjpcIjE1MVwiLFwiRm9udFNpemVcIjoxMCxcIkZvbnROYW1lXCI6XCJDYWxpYnJpXCIsXCJJc0JvbGRcIjpmYWxzZSxcIklzSXRhbGljXCI6ZmFsc2UsXCJJc1VuZGVybGluZWRcIjpmYWxzZX0sXCJBdXRvU2l6ZVwiOjAsXCJGb3JlZ3JvdW5kXCI6e1wiJGlkXCI6XCIxNTJcIixcIkNvbG9yXCI6e1wiJGlkXCI6XCIxNTN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1NFwiLFwiVG9wXCI6MC4wLFwiTGVmdFwiOjAuMCxcIlJpZ2h0XCI6MC4wLFwiQm90dG9tXCI6MC4wfSxcIlBhZGRpbmdcIjp7XCIkaWRcIjpcIjE1NVwiLFwiVG9wXCI6MC4wLFwiTGVmdFwiOjAuMCxcIlJpZ2h0XCI6MC4wLFwiQm90dG9tXCI6MC4wfSxcIkJhY2tncm91bmRcIjp7XCIkaWRcIjpcIjE1NlwiLFwiQ29sb3JcIjp7XCIkcmVmXCI6XCIzNlwifX0sXCJJc1Zpc2libGVcIjp0cnVlLFwiV2lkdGhcIjowLjAsXCJIZWlnaHRcIjowLjAsXCJCb3JkZXJTdHlsZVwiOm51bGx9LFwiRGF0ZUZvcm1hdFwiOntcIiRpZFwiOlwiMTU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NThcIixcIkhlYWRlclN0eWxlXCI6e1wiJGlkXCI6XCIxNTlcIixcIlRleHRTdHlsZVwiOntcIiRpZFwiOlwiMTYwXCIsXCJGb250U2V0dGluZ3NcIjp7XCIkaWRcIjpcIjE2MVwiLFwiRm9udFNpemVcIjoxMixcIkZvbnROYW1lXCI6XCJDYWxpYnJpXCIsXCJJc0JvbGRcIjpmYWxzZSxcIklzSXRhbGljXCI6ZmFsc2UsXCJJc1VuZGVybGluZWRcIjpmYWxzZX0sXCJBdXRvU2l6ZVwiOjAsXCJGb3JlZ3JvdW5kXCI6e1wiJGlkXCI6XCIxNjJcIixcIkNvbG9yXCI6e1wiJGlkXCI6XCIxNjN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NjRcIixcIlRvcFwiOjAuMCxcIkxlZnRcIjowLjAsXCJSaWdodFwiOjAuMCxcIkJvdHRvbVwiOjAuMH0sXCJQYWRkaW5nXCI6e1wiJGlkXCI6XCIxNjVcIixcIlRvcFwiOjAuMCxcIkxlZnRcIjowLjAsXCJSaWdodFwiOjAuMCxcIkJvdHRvbVwiOjAuMH0sXCJCYWNrZ3JvdW5kXCI6bnVsbCxcIklzVmlzaWJsZVwiOmZhbHNlLFwiV2lkdGhcIjowLjAsXCJIZWlnaHRcIjowLjAsXCJCb3JkZXJTdHlsZVwiOm51bGx9LFwiUmVjdGFuZ2xl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xMjcsXCJSXCI6OTEsXCJHXCI6MTU1LFwiQlwiOjIxM319LFwiSXNWaXNpYmxlXCI6ZmFsc2UsXCJXaWR0aFwiOjAuMCxcIkhlaWdodFwiOjAuMCxcIkJvcmRlclN0eWxlXCI6e1wiJGlkXCI6XCIxNzFcIixcIkxpbmVDb2xvclwiOntcIiRpZFwiOlwiMTcyXCIsXCIkdHlwZVwiOlwiTkxSRS5Db21tb24uRG9tLlNvbGlkQ29sb3JCcnVzaCwgTkxSRS5Db21tb25cIixcIkNvbG9yXCI6e1wiJGlkXCI6XCIxNzNcIixcIkFcIjoyNTUsXCJSXCI6MjU1LFwiR1wiOjAsXCJCXCI6MH19LFwiTGluZVdlaWdodFwiOjAuMCxcIkxpbmVUeXBlXCI6MH19LFwiVGV4dElzVmVydGljYWxcIjpmYWxzZX0sXCJCYWNrZ3JvdW5kU3R5bGVcIjp7XCIkaWRcIjpcIjE3NFwiLFwiTWFyZ2luXCI6e1wiJGlkXCI6XCIxNzVcIixcIlRvcFwiOjAuMCxcIkxlZnRcIjowLjAsXCJSaWdodFwiOjAuMCxcIkJvdHRvbVwiOjAuMH0sXCJQYWRkaW5nXCI6e1wiJGlkXCI6XCIxNzZcIixcIlRvcFwiOjAuMCxcIkxlZnRcIjowLjAsXCJSaWdodFwiOjAuMCxcIkJvdHRvbVwiOjAuMH0sXCJCYWNrZ3JvdW5kXCI6e1wiJGlkXCI6XCIxNzdcIixcIkNvbG9yXCI6e1wiJGlkXCI6XCIxNzhcIixcIkFcIjozOCxcIlJcIjo5MSxcIkdcIjoxNTUsXCJCXCI6MjEzfX0sXCJJc1Zpc2libGVcIjp0cnVlLFwiV2lkdGhcIjowLjAsXCJIZWlnaHRcIjowLjAsXCJCb3JkZXJTdHlsZVwiOntcIiRpZFwiOlwiMTc5XCIsXCJMaW5lQ29sb3JcIjp7XCIkaWRcIjpcIjE4MFwiLFwiJHR5cGVcIjpcIk5MUkUuQ29tbW9uLkRvbS5Tb2xpZENvbG9yQnJ1c2gsIE5MUkUuQ29tbW9uXCIsXCJDb2xvclwiOntcIiRpZFwiOlwiMTgxXCIsXCJBXCI6MjU1LFwiUlwiOjI1NSxcIkdcIjowLFwiQlwiOjB9fSxcIkxpbmVXZWlnaHRcIjowLjAsXCJMaW5lVHlwZVwiOjB9fSxcIklzQWJvdmVUaW1lYmFuZFwiOmZhbHNlfSxcIkN1c3RvbU1pbGVzdG9uZVN0eWxlTGlzdFwiOlt7XCIkaWRcIjpcIjE4MlwiLFwiU2hhcGVcIjoxOSxcIkNvbm5lY3Rvck1hcmdpblwiOntcIiRpZFwiOlwiMTgzXCIsXCJUb3BcIjowLjAsXCJMZWZ0XCI6Mi4wLFwiUmlnaHRcIjoyLjAsXCJCb3R0b21cIjowLjB9LFwiQ29ubmVjdG9yU3R5bGVcIjp7XCIkaWRcIjpcIjE4NFwiLFwiTGluZUNvbG9yXCI6e1wiJGlkXCI6XCIxODVcIixcIiR0eXBlXCI6XCJOTFJFLkNvbW1vbi5Eb20uU29saWRDb2xvckJydXNoLCBOTFJFLkNvbW1vblwiLFwiQ29sb3JcIjp7XCIkaWRcIjpcIjE4NlwiLFwiQVwiOjEyNyxcIlJcIjo3OSxcIkdcIjoxMjksXCJCXCI6MTg5fX0sXCJMaW5lV2VpZ2h0XCI6MS4wLFwiTGluZVR5cGVcIjowfSxcIklzQmVsb3dUaW1lYmFuZFwiOmZhbHNlLFwiSGlkZURhdGVcIjpmYWxzZSxcIlNoYXBlU2l6ZVwiOjEsXCJTcGFjaW5nXCI6Mi4wLFwiUGFkZGluZ1wiOntcIiRpZFwiOlwiMTg3XCIsXCJUb3BcIjo3LjAsXCJMZWZ0XCI6My4wLFwiUmlnaHRcIjowLjAsXCJCb3R0b21cIjoyLjB9LFwiUG9zaXRpb25cIjp7XCIkaWRcIjpcIjE4OFwiLFwiUmF0aW9cIjowLjEyNzg1MTgyMDI3NzIyNTI4LFwiSXNDdXN0b21cIjpmYWxzZX0sXCJQb3NpdGlvbk9uVGFza1wiOjAsXCJTaGFwZVN0eWxlXCI6e1wiJGlkXCI6XCIxODlcIixcIk1hcmdpblwiOntcIiRpZFwiOlwiMTkwXCIsXCJUb3BcIjowLjAsXCJMZWZ0XCI6MC4wLFwiUmlnaHRcIjowLjAsXCJCb3R0b21cIjowLjB9LFwiUGFkZGluZ1wiOntcIiRpZFwiOlwiMTkxXCIsXCJUb3BcIjowLjAsXCJMZWZ0XCI6MC4wLFwiUmlnaHRcIjowLjAsXCJCb3R0b21cIjowLjB9LFwiQmFja2dyb3VuZFwiOntcIiRpZFwiOlwiMTkyXCIsXCJDb2xvclwiOntcIiRpZFwiOlwiMTkzXCIsXCJBXCI6MjU1LFwiUlwiOjExMixcIkdcIjoxNzMsXCJCXCI6NzF9fSxcIklzVmlzaWJsZVwiOnRydWUsXCJXaWR0aFwiOjEzLjAsXCJIZWlnaHRcIjoxMy4wLFwiQm9yZGVyU3R5bGVcIjp7XCIkaWRcIjpcIjE5NFwiLFwiTGluZUNvbG9yXCI6e1wiJHJlZlwiOlwiOTdcIn0sXCJMaW5lV2VpZ2h0XCI6MC4wLFwiTGluZVR5cGVcIjowfX0sXCJUaXRsZVN0eWxlXCI6e1wiJGlkXCI6XCIxOTVcIixcIkZvbnRTZXR0aW5nc1wiOntcIiRpZFwiOlwiMTk2XCIsXCJGb250U2l6ZVwiOjExLFwiRm9udE5hbWVcIjpcIkNhbGlicmlcIixcIklzQm9sZFwiOnRydWUsXCJJc0l0YWxpY1wiOmZhbHNlLFwiSXNVbmRlcmxpbmVkXCI6ZmFsc2V9LFwiQXV0b1NpemVcIjowLFwiRm9yZWdyb3VuZFwiOntcIiRpZFwiOlwiMTk3XCIsXCJDb2xvclwiOntcIiRpZFwiOlwiMTk4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E5OVwiLFwiVG9wXCI6MC4wLFwiTGVmdFwiOjAuMCxcIlJpZ2h0XCI6MC4wLFwiQm90dG9tXCI6MC4wfSxcIlBhZGRpbmdcIjp7XCIkaWRcIjpcIjIwMFwiLFwiVG9wXCI6MC4wLFwiTGVmdFwiOjAuMCxcIlJpZ2h0XCI6MC4wLFwiQm90dG9tXCI6MC4wfSxcIkJhY2tncm91bmRcIjp7XCIkcmVmXCI6XCIxMDVcIn0sXCJJc1Zpc2libGVcIjp0cnVlLFwiV2lkdGhcIjowLjAsXCJIZWlnaHRcIjowLjAsXCJCb3JkZXJTdHlsZVwiOntcIiRpZFwiOlwiMjAxXCIsXCJMaW5lQ29sb3JcIjpudWxsLFwiTGluZVdlaWdodFwiOjAuMCxcIkxpbmVUeXBlXCI6MH19LFwiRGF0ZVN0eWxlXCI6e1wiJGlkXCI6XCIyMDJcIixcIkZvbnRTZXR0aW5nc1wiOntcIiRpZFwiOlwiMjAzXCIsXCJGb250U2l6ZVwiOjEwLFwiRm9udE5hbWVcIjpcIkNhbGlicmlcIixcIklzQm9sZFwiOmZhbHNlLFwiSXNJdGFsaWNcIjpmYWxzZSxcIklzVW5kZXJsaW5lZFwiOmZhbHNlfSxcIkF1dG9TaXplXCI6MCxcIkZvcmVncm91bmRcIjp7XCIkaWRcIjpcIjIwNFwiLFwiQ29sb3JcIjp7XCIkaWRcIjpcIjIwNV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jA2XCIsXCJUb3BcIjowLjAsXCJMZWZ0XCI6MC4wLFwiUmlnaHRcIjowLjAsXCJCb3R0b21cIjowLjB9LFwiUGFkZGluZ1wiOntcIiRpZFwiOlwiMjA3XCIsXCJUb3BcIjowLjAsXCJMZWZ0XCI6MC4wLFwiUmlnaHRcIjowLjAsXCJCb3R0b21cIjowLjB9LFwiQmFja2dyb3VuZFwiOntcIiRyZWZcIjpcIjExMlwifSxcIklzVmlzaWJsZVwiOnRydWUsXCJXaWR0aFwiOjAuMCxcIkhlaWdodFwiOjAuMCxcIkJvcmRlclN0eWxlXCI6e1wiJGlkXCI6XCIyMDhcIixcIkxpbmVDb2xvclwiOm51bGwsXCJMaW5lV2VpZ2h0XCI6MC4wLFwiTGluZVR5cGVcIjowfX0sXCJEYXRlRm9ybWF0XCI6e1wiJGlkXCI6XCIyM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HtcIiRpZFwiOlwiMjEwXCIsXCJTaGFwZVwiOjE5LFwiQ29ubmVjdG9yTWFyZ2luXCI6e1wiJGlkXCI6XCIyMTFcIixcIlRvcFwiOjAuMCxcIkxlZnRcIjoyLjAsXCJSaWdodFwiOjIuMCxcIkJvdHRvbVwiOjAuMH0sXCJDb25uZWN0b3JTdHlsZVwiOntcIiRpZFwiOlwiMjEyXCIsXCJMaW5lQ29sb3JcIjp7XCIkcmVmXCI6XCI4OFwifSxcIkxpbmVXZWlnaHRcIjoxLjAsXCJMaW5lVHlwZVwiOjB9LFwiSXNCZWxvd1RpbWViYW5kXCI6ZmFsc2UsXCJIaWRlRGF0ZVwiOmZhbHNlLFwiU2hhcGVTaXplXCI6MSxcIlNwYWNpbmdcIjowLjAsXCJQYWRkaW5nXCI6e1wiJGlkXCI6XCIyMTNcIixcIlRvcFwiOjcuMCxcIkxlZnRcIjozLjAsXCJSaWdodFwiOjAuMCxcIkJvdHRvbVwiOjIuMH0sXCJQb3NpdGlvblwiOntcIiRpZFwiOlwiMjE0XCIsXCJSYXRpb1wiOjAuMTQ0NTU0MTI2OTQ1ODI4NzgsXCJJc0N1c3RvbVwiOmZhbHNlfSxcIlBvc2l0aW9uT25UYXNrXCI6MCxcIlNoYXBlU3R5bGVcIjp7XCIkaWRcIjpcIjIxNVwiLFwiTWFyZ2luXCI6e1wiJGlkXCI6XCIyMTZcIixcIlRvcFwiOjAuMCxcIkxlZnRcIjowLjAsXCJSaWdodFwiOjAuMCxcIkJvdHRvbVwiOjAuMH0sXCJQYWRkaW5nXCI6e1wiJGlkXCI6XCIyMTdcIixcIlRvcFwiOjAuMCxcIkxlZnRcIjowLjAsXCJSaWdodFwiOjAuMCxcIkJvdHRvbVwiOjAuMH0sXCJCYWNrZ3JvdW5kXCI6e1wiJGlkXCI6XCIyMThcIixcIkNvbG9yXCI6e1wiJGlkXCI6XCIyMTlcIixcIkFcIjoyNTUsXCJSXCI6MTc4LFwiR1wiOjE0LFwiQlwiOjE4fX0sXCJJc1Zpc2libGVcIjp0cnVlLFwiV2lkdGhcIjoxMy4wLFwiSGVpZ2h0XCI6MTMuMCxcIkJvcmRlclN0eWxlXCI6e1wiJGlkXCI6XCIyMjBcIixcIkxpbmVDb2xvclwiOntcIiRyZWZcIjpcIjk3XCJ9LFwiTGluZVdlaWdodFwiOjAuMCxcIkxpbmVUeXBlXCI6MH19LFwiVGl0bGVTdHlsZVwiOntcIiRpZFwiOlwiMjIxXCIsXCJGb250U2V0dGluZ3NcIjp7XCIkaWRcIjpcIjIyMlwiLFwiRm9udFNpemVcIjoxMSxcIkZvbnROYW1lXCI6XCJDYWxpYnJpXCIsXCJJc0JvbGRcIjp0cnVlLFwiSXNJdGFsaWNcIjpmYWxzZSxcIklzVW5kZXJsaW5lZFwiOmZhbHNlfSxcIkF1dG9TaXplXCI6MixcIkZvcmVncm91bmRcIjp7XCIkaWRcIjpcIjIyM1wiLFwiQ29sb3JcIjp7XCIkaWRcIjpcIjIyNFwiLFwiQVwiOjI1NSxcIlJcIjowLFwiR1wiOjAsXCJCXCI6MH19LFwiQmFja2dyb3VuZEZpbGxUeXBlXCI6MCxcIk1heFdpZHRoXCI6NzguODY2NjY2NjY2NjY2Njc0LFwiTWF4SGVpZ2h0XCI6XCJJbmZpbml0eVwiLFwiU21hcnRGb3JlZ3JvdW5kSXNBY3RpdmVcIjpmYWxzZSxcIkhvcml6b250YWxBbGlnbm1lbnRcIjowLFwiVmVydGljYWxBbGlnbm1lbnRcIjowLFwiU21hcnRGb3JlZ3JvdW5kXCI6bnVsbCxcIk1hcmdpblwiOntcIiRpZFwiOlwiMjI1XCIsXCJUb3BcIjowLjAsXCJMZWZ0XCI6MC4wLFwiUmlnaHRcIjowLjAsXCJCb3R0b21cIjowLjB9LFwiUGFkZGluZ1wiOntcIiRpZFwiOlwiMjI2XCIsXCJUb3BcIjowLjAsXCJMZWZ0XCI6MC4wLFwiUmlnaHRcIjowLjAsXCJCb3R0b21cIjowLjB9LFwiQmFja2dyb3VuZFwiOntcIiRyZWZcIjpcIjEwNVwifSxcIklzVmlzaWJsZVwiOnRydWUsXCJXaWR0aFwiOjAuMCxcIkhlaWdodFwiOjAuMCxcIkJvcmRlclN0eWxlXCI6e1wiJGlkXCI6XCIyMjdcIixcIkxpbmVDb2xvclwiOm51bGwsXCJMaW5lV2VpZ2h0XCI6MC4wLFwiTGluZVR5cGVcIjowfX0sXCJEYXRlU3R5bGVcIjp7XCIkaWRcIjpcIjIyOFwiLFwiRm9udFNldHRpbmdzXCI6e1wiJGlkXCI6XCIyMjlcIixcIkZvbnRTaXplXCI6MTAsXCJGb250TmFtZVwiOlwiQ2FsaWJyaVwiLFwiSXNCb2xkXCI6ZmFsc2UsXCJJc0l0YWxpY1wiOmZhbHNlLFwiSXNVbmRlcmxpbmVkXCI6ZmFsc2V9LFwiQXV0b1NpemVcIjowLFwiRm9yZWdyb3VuZFwiOntcIiRpZFwiOlwiMjMwXCIsXCJDb2xvclwiOntcIiRpZFwiOlwiMjMx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yMzJcIixcIlRvcFwiOjAuMCxcIkxlZnRcIjowLjAsXCJSaWdodFwiOjAuMCxcIkJvdHRvbVwiOjAuMH0sXCJQYWRkaW5nXCI6e1wiJGlkXCI6XCIyMzNcIixcIlRvcFwiOjAuMCxcIkxlZnRcIjowLjAsXCJSaWdodFwiOjAuMCxcIkJvdHRvbVwiOjAuMH0sXCJCYWNrZ3JvdW5kXCI6e1wiJHJlZlwiOlwiMTEyXCJ9LFwiSXNWaXNpYmxlXCI6dHJ1ZSxcIldpZHRoXCI6MC4wLFwiSGVpZ2h0XCI6MC4wLFwiQm9yZGVyU3R5bGVcIjp7XCIkaWRcIjpcIjIzNFwiLFwiTGluZUNvbG9yXCI6bnVsbCxcIkxpbmVXZWlnaHRcIjowLjAsXCJMaW5lVHlwZVwiOjB9fSxcIkRhdGVGb3JtYXRcIjp7XCIkaWRcIjpcIjIzN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e1wiJGlkXCI6XCIyMzZcIixcIlNoYXBlXCI6MTksXCJDb25uZWN0b3JNYXJnaW5cIjp7XCIkaWRcIjpcIjIzN1wiLFwiVG9wXCI6MC4wLFwiTGVmdFwiOjIuMCxcIlJpZ2h0XCI6Mi4wLFwiQm90dG9tXCI6MC4wfSxcIkNvbm5lY3RvclN0eWxlXCI6e1wiJGlkXCI6XCIyMzhcIixcIkxpbmVDb2xvclwiOntcIiRyZWZcIjpcIjg4XCJ9LFwiTGluZVdlaWdodFwiOjEuMCxcIkxpbmVUeXBlXCI6MH0sXCJJc0JlbG93VGltZWJhbmRcIjpmYWxzZSxcIkhpZGVEYXRlXCI6ZmFsc2UsXCJTaGFwZVNpemVcIjoxLFwiU3BhY2luZ1wiOjAuMCxcIlBhZGRpbmdcIjp7XCIkaWRcIjpcIjIzOVwiLFwiVG9wXCI6Ny4wLFwiTGVmdFwiOjMuMCxcIlJpZ2h0XCI6MC4wLFwiQm90dG9tXCI6Mi4wfSxcIlBvc2l0aW9uXCI6e1wiJGlkXCI6XCIyNDBcIixcIlJhdGlvXCI6MC4wODA1MDg4MjUxMDgxNDMxNjcsXCJJc0N1c3RvbVwiOmZhbHNlfSxcIlBvc2l0aW9uT25UYXNrXCI6MCxcIlNoYXBlU3R5bGVcIjp7XCIkaWRcIjpcIjI0MVwiLFwiTWFyZ2luXCI6e1wiJGlkXCI6XCIyNDJcIixcIlRvcFwiOjAuMCxcIkxlZnRcIjowLjAsXCJSaWdodFwiOjAuMCxcIkJvdHRvbVwiOjAuMH0sXCJQYWRkaW5nXCI6e1wiJGlkXCI6XCIyNDNcIixcIlRvcFwiOjAuMCxcIkxlZnRcIjowLjAsXCJSaWdodFwiOjAuMCxcIkJvdHRvbVwiOjAuMH0sXCJCYWNrZ3JvdW5kXCI6e1wiJGlkXCI6XCIyNDRcIixcIkNvbG9yXCI6e1wiJGlkXCI6XCIyNDVcIixcIkFcIjoyNTUsXCJSXCI6MTc4LFwiR1wiOjE0LFwiQlwiOjE4fX0sXCJJc1Zpc2libGVcIjp0cnVlLFwiV2lkdGhcIjoxMy4wLFwiSGVpZ2h0XCI6MTMuMCxcIkJvcmRlclN0eWxlXCI6e1wiJGlkXCI6XCIyNDZcIixcIkxpbmVDb2xvclwiOntcIiRyZWZcIjpcIjk3XCJ9LFwiTGluZVdlaWdodFwiOjAuMCxcIkxpbmVUeXBlXCI6MH19LFwiVGl0bGVTdHlsZVwiOntcIiRpZFwiOlwiMjQ3XCIsXCJGb250U2V0dGluZ3NcIjp7XCIkaWRcIjpcIjI0OFwiLFwiRm9udFNpemVcIjoxMSxcIkZvbnROYW1lXCI6XCJDYWxpYnJpXCIsXCJJc0JvbGRcIjp0cnVlLFwiSXNJdGFsaWNcIjpmYWxzZSxcIklzVW5kZXJsaW5lZFwiOmZhbHNlfSxcIkF1dG9TaXplXCI6MixcIkZvcmVncm91bmRcIjp7XCIkaWRcIjpcIjI0OVwiLFwiQ29sb3JcIjp7XCIkaWRcIjpcIjI1MFwiLFwiQVwiOjI1NSxcIlJcIjowLFwiR1wiOjAsXCJCXCI6MH19LFwiQmFja2dyb3VuZEZpbGxUeXBlXCI6MCxcIk1heFdpZHRoXCI6ODQuNDQzMzMzMzMzMzMzMzQyLFwiTWF4SGVpZ2h0XCI6XCJJbmZpbml0eVwiLFwiU21hcnRGb3JlZ3JvdW5kSXNBY3RpdmVcIjpmYWxzZSxcIkhvcml6b250YWxBbGlnbm1lbnRcIjowLFwiVmVydGljYWxBbGlnbm1lbnRcIjowLFwiU21hcnRGb3JlZ3JvdW5kXCI6bnVsbCxcIk1hcmdpblwiOntcIiRpZFwiOlwiMjUxXCIsXCJUb3BcIjowLjAsXCJMZWZ0XCI6MC4wLFwiUmlnaHRcIjowLjAsXCJCb3R0b21cIjowLjB9LFwiUGFkZGluZ1wiOntcIiRpZFwiOlwiMjUyXCIsXCJUb3BcIjowLjAsXCJMZWZ0XCI6MC4wLFwiUmlnaHRcIjowLjAsXCJCb3R0b21cIjowLjB9LFwiQmFja2dyb3VuZFwiOntcIiRyZWZcIjpcIjEwNVwifSxcIklzVmlzaWJsZVwiOnRydWUsXCJXaWR0aFwiOjAuMCxcIkhlaWdodFwiOjAuMCxcIkJvcmRlclN0eWxlXCI6e1wiJGlkXCI6XCIyNTNcIixcIkxpbmVDb2xvclwiOm51bGwsXCJMaW5lV2VpZ2h0XCI6MC4wLFwiTGluZVR5cGVcIjowfX0sXCJEYXRlU3R5bGVcIjp7XCIkaWRcIjpcIjI1NFwiLFwiRm9udFNldHRpbmdzXCI6e1wiJGlkXCI6XCIyNTVcIixcIkZvbnRTaXplXCI6MTAsXCJGb250TmFtZVwiOlwiQ2FsaWJyaVwiLFwiSXNCb2xkXCI6ZmFsc2UsXCJJc0l0YWxpY1wiOmZhbHNlLFwiSXNVbmRlcmxpbmVkXCI6ZmFsc2V9LFwiQXV0b1NpemVcIjowLFwiRm9yZWdyb3VuZFwiOntcIiRpZFwiOlwiMjU2XCIsXCJDb2xvclwiOntcIiRpZFwiOlwiMjU3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yNThcIixcIlRvcFwiOjAuMCxcIkxlZnRcIjowLjAsXCJSaWdodFwiOjAuMCxcIkJvdHRvbVwiOjAuMH0sXCJQYWRkaW5nXCI6e1wiJGlkXCI6XCIyNTlcIixcIlRvcFwiOjAuMCxcIkxlZnRcIjowLjAsXCJSaWdodFwiOjAuMCxcIkJvdHRvbVwiOjAuMH0sXCJCYWNrZ3JvdW5kXCI6e1wiJHJlZlwiOlwiMTEyXCJ9LFwiSXNWaXNpYmxlXCI6dHJ1ZSxcIldpZHRoXCI6MC4wLFwiSGVpZ2h0XCI6MC4wLFwiQm9yZGVyU3R5bGVcIjp7XCIkaWRcIjpcIjI2MFwiLFwiTGluZUNvbG9yXCI6bnVsbCxcIkxpbmVXZWlnaHRcIjowLjAsXCJMaW5lVHlwZVwiOjB9fSxcIkRhdGVGb3JtYXRcIjp7XCIkaWRcIjpcIjI2M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e1wiJGlkXCI6XCIyNjJcIixcIlNoYXBlXCI6MTksXCJDb25uZWN0b3JNYXJnaW5cIjp7XCIkaWRcIjpcIjI2M1wiLFwiVG9wXCI6MC4wLFwiTGVmdFwiOjIuMCxcIlJpZ2h0XCI6Mi4wLFwiQm90dG9tXCI6MC4wfSxcIkNvbm5lY3RvclN0eWxlXCI6e1wiJGlkXCI6XCIyNjRcIixcIkxpbmVDb2xvclwiOntcIiRyZWZcIjpcIjg4XCJ9LFwiTGluZVdlaWdodFwiOjEuMCxcIkxpbmVUeXBlXCI6MH0sXCJJc0JlbG93VGltZWJhbmRcIjpmYWxzZSxcIkhpZGVEYXRlXCI6ZmFsc2UsXCJTaGFwZVNpemVcIjoxLFwiU3BhY2luZ1wiOjAuMCxcIlBhZGRpbmdcIjp7XCIkaWRcIjpcIjI2NVwiLFwiVG9wXCI6Ny4wLFwiTGVmdFwiOjMuMCxcIlJpZ2h0XCI6MC4wLFwiQm90dG9tXCI6Mi4wfSxcIlBvc2l0aW9uXCI6e1wiJGlkXCI6XCIyNjZcIixcIlJhdGlvXCI6MC4wLFwiSXNDdXN0b21cIjpmYWxzZX0sXCJQb3NpdGlvbk9uVGFza1wiOjAsXCJTaGFwZVN0eWxlXCI6e1wiJGlkXCI6XCIyNjdcIixcIk1hcmdpblwiOntcIiRpZFwiOlwiMjY4XCIsXCJUb3BcIjowLjAsXCJMZWZ0XCI6MC4wLFwiUmlnaHRcIjowLjAsXCJCb3R0b21cIjowLjB9LFwiUGFkZGluZ1wiOntcIiRpZFwiOlwiMjY5XCIsXCJUb3BcIjowLjAsXCJMZWZ0XCI6MC4wLFwiUmlnaHRcIjowLjAsXCJCb3R0b21cIjowLjB9LFwiQmFja2dyb3VuZFwiOntcIiRpZFwiOlwiMjcwXCIsXCJDb2xvclwiOntcIiRpZFwiOlwiMjcxXCIsXCJBXCI6MjU1LFwiUlwiOjgyLFwiR1wiOjE0NyxcIkJcIjoyMDV9fSxcIklzVmlzaWJsZVwiOnRydWUsXCJXaWR0aFwiOjEzLjAsXCJIZWlnaHRcIjoxMy4wLFwiQm9yZGVyU3R5bGVcIjp7XCIkaWRcIjpcIjI3MlwiLFwiTGluZUNvbG9yXCI6e1wiJHJlZlwiOlwiOTdcIn0sXCJMaW5lV2VpZ2h0XCI6MC4wLFwiTGluZVR5cGVcIjowfX0sXCJUaXRsZVN0eWxlXCI6e1wiJGlkXCI6XCIyNzNcIixcIkZvbnRTZXR0aW5nc1wiOntcIiRpZFwiOlwiMjc0XCIsXCJGb250U2l6ZVwiOjExLFwiRm9udE5hbWVcIjpcIkNhbGlicmlcIixcIklzQm9sZFwiOnRydWUsXCJJc0l0YWxpY1wiOmZhbHNlLFwiSXNVbmRlcmxpbmVkXCI6ZmFsc2V9LFwiQXV0b1NpemVcIjowLFwiRm9yZWdyb3VuZFwiOntcIiRpZFwiOlwiMjc1XCIsXCJDb2xvclwiOntcIiRpZFwiOlwiMjc2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I3N1wiLFwiVG9wXCI6MC4wLFwiTGVmdFwiOjAuMCxcIlJpZ2h0XCI6MC4wLFwiQm90dG9tXCI6MC4wfSxcIlBhZGRpbmdcIjp7XCIkaWRcIjpcIjI3OFwiLFwiVG9wXCI6MC4wLFwiTGVmdFwiOjAuMCxcIlJpZ2h0XCI6MC4wLFwiQm90dG9tXCI6MC4wfSxcIkJhY2tncm91bmRcIjp7XCIkcmVmXCI6XCIxMDVcIn0sXCJJc1Zpc2libGVcIjp0cnVlLFwiV2lkdGhcIjowLjAsXCJIZWlnaHRcIjowLjAsXCJCb3JkZXJTdHlsZVwiOntcIiRpZFwiOlwiMjc5XCIsXCJMaW5lQ29sb3JcIjpudWxsLFwiTGluZVdlaWdodFwiOjAuMCxcIkxpbmVUeXBlXCI6MH19LFwiRGF0ZVN0eWxlXCI6e1wiJGlkXCI6XCIyODBcIixcIkZvbnRTZXR0aW5nc1wiOntcIiRpZFwiOlwiMjgxXCIsXCJGb250U2l6ZVwiOjEwLFwiRm9udE5hbWVcIjpcIkNhbGlicmlcIixcIklzQm9sZFwiOmZhbHNlLFwiSXNJdGFsaWNcIjpmYWxzZSxcIklzVW5kZXJsaW5lZFwiOmZhbHNlfSxcIkF1dG9TaXplXCI6MCxcIkZvcmVncm91bmRcIjp7XCIkaWRcIjpcIjI4MlwiLFwiQ29sb3JcIjp7XCIkaWRcIjpcIjI4M1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jg0XCIsXCJUb3BcIjowLjAsXCJMZWZ0XCI6MC4wLFwiUmlnaHRcIjowLjAsXCJCb3R0b21cIjowLjB9LFwiUGFkZGluZ1wiOntcIiRpZFwiOlwiMjg1XCIsXCJUb3BcIjowLjAsXCJMZWZ0XCI6MC4wLFwiUmlnaHRcIjowLjAsXCJCb3R0b21cIjowLjB9LFwiQmFja2dyb3VuZFwiOntcIiRyZWZcIjpcIjExMlwifSxcIklzVmlzaWJsZVwiOnRydWUsXCJXaWR0aFwiOjAuMCxcIkhlaWdodFwiOjAuMCxcIkJvcmRlclN0eWxlXCI6e1wiJGlkXCI6XCIyODZcIixcIkxpbmVDb2xvclwiOm51bGwsXCJMaW5lV2VpZ2h0XCI6MC4wLFwiTGluZVR5cGVcIjowfX0sXCJEYXRlRm9ybWF0XCI6e1wiJGlkXCI6XCIyOD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HtcIiRpZFwiOlwiMjg4XCIsXCJTaGFwZVwiOjE5LFwiQ29ubmVjdG9yTWFyZ2luXCI6e1wiJGlkXCI6XCIyODlcIixcIlRvcFwiOjAuMCxcIkxlZnRcIjoyLjAsXCJSaWdodFwiOjIuMCxcIkJvdHRvbVwiOjAuMH0sXCJDb25uZWN0b3JTdHlsZVwiOntcIiRpZFwiOlwiMjkwXCIsXCJMaW5lQ29sb3JcIjp7XCIkcmVmXCI6XCI4OFwifSxcIkxpbmVXZWlnaHRcIjoxLjAsXCJMaW5lVHlwZVwiOjB9LFwiSXNCZWxvd1RpbWViYW5kXCI6ZmFsc2UsXCJIaWRlRGF0ZVwiOmZhbHNlLFwiU2hhcGVTaXplXCI6MSxcIlNwYWNpbmdcIjowLjAsXCJQYWRkaW5nXCI6e1wiJGlkXCI6XCIyOTFcIixcIlRvcFwiOjcuMCxcIkxlZnRcIjozLjAsXCJSaWdodFwiOjAuMCxcIkJvdHRvbVwiOjIuMH0sXCJQb3NpdGlvblwiOntcIiRpZFwiOlwiMjkyXCIsXCJSYXRpb1wiOjAuMDkyMTYwNDkzODI3MTYwNDYxLFwiSXNDdXN0b21cIjpmYWxzZX0sXCJQb3NpdGlvbk9uVGFza1wiOjAsXCJTaGFwZVN0eWxlXCI6e1wiJGlkXCI6XCIyOTNcIixcIk1hcmdpblwiOntcIiRpZFwiOlwiMjk0XCIsXCJUb3BcIjowLjAsXCJMZWZ0XCI6MC4wLFwiUmlnaHRcIjowLjAsXCJCb3R0b21cIjowLjB9LFwiUGFkZGluZ1wiOntcIiRpZFwiOlwiMjk1XCIsXCJUb3BcIjowLjAsXCJMZWZ0XCI6MC4wLFwiUmlnaHRcIjowLjAsXCJCb3R0b21cIjowLjB9LFwiQmFja2dyb3VuZFwiOntcIiRpZFwiOlwiMjk2XCIsXCJDb2xvclwiOntcIiRpZFwiOlwiMjk3XCIsXCJBXCI6MjU1LFwiUlwiOjgyLFwiR1wiOjE0NyxcIkJcIjoyMDV9fSxcIklzVmlzaWJsZVwiOnRydWUsXCJXaWR0aFwiOjEzLjAsXCJIZWlnaHRcIjoxMy4wLFwiQm9yZGVyU3R5bGVcIjp7XCIkaWRcIjpcIjI5OFwiLFwiTGluZUNvbG9yXCI6e1wiJHJlZlwiOlwiOTdcIn0sXCJMaW5lV2VpZ2h0XCI6MC4wLFwiTGluZVR5cGVcIjowfX0sXCJUaXRsZVN0eWxlXCI6e1wiJGlkXCI6XCIyOTlcIixcIkZvbnRTZXR0aW5nc1wiOntcIiRpZFwiOlwiMzAwXCIsXCJGb250U2l6ZVwiOjExLFwiRm9udE5hbWVcIjpcIkNhbGlicmlcIixcIklzQm9sZFwiOnRydWUsXCJJc0l0YWxpY1wiOmZhbHNlLFwiSXNVbmRlcmxpbmVkXCI6ZmFsc2V9LFwiQXV0b1NpemVcIjowLFwiRm9yZWdyb3VuZFwiOntcIiRpZFwiOlwiMzAxXCIsXCJDb2xvclwiOntcIiRpZFwiOlwiMzAy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wM1wiLFwiVG9wXCI6MC4wLFwiTGVmdFwiOjAuMCxcIlJpZ2h0XCI6MC4wLFwiQm90dG9tXCI6MC4wfSxcIlBhZGRpbmdcIjp7XCIkaWRcIjpcIjMwNFwiLFwiVG9wXCI6MC4wLFwiTGVmdFwiOjAuMCxcIlJpZ2h0XCI6MC4wLFwiQm90dG9tXCI6MC4wfSxcIkJhY2tncm91bmRcIjp7XCIkcmVmXCI6XCIxMDVcIn0sXCJJc1Zpc2libGVcIjp0cnVlLFwiV2lkdGhcIjowLjAsXCJIZWlnaHRcIjowLjAsXCJCb3JkZXJTdHlsZVwiOntcIiRpZFwiOlwiMzA1XCIsXCJMaW5lQ29sb3JcIjpudWxsLFwiTGluZVdlaWdodFwiOjAuMCxcIkxpbmVUeXBlXCI6MH19LFwiRGF0ZVN0eWxlXCI6e1wiJGlkXCI6XCIzMDZcIixcIkZvbnRTZXR0aW5nc1wiOntcIiRpZFwiOlwiMzA3XCIsXCJGb250U2l6ZVwiOjEwLFwiRm9udE5hbWVcIjpcIkNhbGlicmlcIixcIklzQm9sZFwiOmZhbHNlLFwiSXNJdGFsaWNcIjpmYWxzZSxcIklzVW5kZXJsaW5lZFwiOmZhbHNlfSxcIkF1dG9TaXplXCI6MCxcIkZvcmVncm91bmRcIjp7XCIkaWRcIjpcIjMwOFwiLFwiQ29sb3JcIjp7XCIkaWRcIjpcIjMwOVwiLFwiQVwiOjI1NSxcIlJcIjoxMTUsXCJHXCI6MTE1LFwiQlwiOjExNX19LFwiQmFja2dyb3VuZEZpbGxUeXBlXCI6MCxcIk1heFdpZHRoXCI6MjAwLjAsXCJNYXhIZWlnaHRcIjpcIkluZmluaXR5XCIsXCJTbWFydEZvcmVncm91bmRJc0FjdGl2ZVwiOmZhbHNlLFwiSG9yaXpvbnRhbEFsaWdubWVudFwiOjAsXCJWZXJ0aWNhbEFsaWdubWVudFwiOjAsXCJTbWFydEZvcmVncm91bmRcIjpudWxsLFwiTWFyZ2luXCI6e1wiJGlkXCI6XCIzMTBcIixcIlRvcFwiOjAuMCxcIkxlZnRcIjowLjAsXCJSaWdodFwiOjAuMCxcIkJvdHRvbVwiOjAuMH0sXCJQYWRkaW5nXCI6e1wiJGlkXCI6XCIzMTFcIixcIlRvcFwiOjAuMCxcIkxlZnRcIjowLjAsXCJSaWdodFwiOjAuMCxcIkJvdHRvbVwiOjAuMH0sXCJCYWNrZ3JvdW5kXCI6e1wiJHJlZlwiOlwiMTEyXCJ9LFwiSXNWaXNpYmxlXCI6dHJ1ZSxcIldpZHRoXCI6MC4wLFwiSGVpZ2h0XCI6MC4wLFwiQm9yZGVyU3R5bGVcIjp7XCIkaWRcIjpcIjMxMlwiLFwiTGluZUNvbG9yXCI6bnVsbCxcIkxpbmVXZWlnaHRcIjowLjAsXCJMaW5lVHlwZVwiOjB9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e1wiJGlkXCI6XCIzMTRcIixcIlNoYXBlXCI6MTksXCJDb25uZWN0b3JNYXJnaW5cIjp7XCIkaWRcIjpcIjMxNVwiLFwiVG9wXCI6MC4wLFwiTGVmdFwiOjIuMCxcIlJpZ2h0XCI6Mi4wLFwiQm90dG9tXCI6MC4wfSxcIkNvbm5lY3RvclN0eWxlXCI6e1wiJGlkXCI6XCIzMTZcIixcIkxpbmVDb2xvclwiOntcIiRyZWZcIjpcIjg4XCJ9LFwiTGluZVdlaWdodFwiOjEuMCxcIkxpbmVUeXBlXCI6MH0sXCJJc0JlbG93VGltZWJhbmRcIjpmYWxzZSxcIkhpZGVEYXRlXCI6ZmFsc2UsXCJTaGFwZVNpemVcIjoxLFwiU3BhY2luZ1wiOjAuMCxcIlBhZGRpbmdcIjp7XCIkaWRcIjpcIjMxN1wiLFwiVG9wXCI6Ny4wLFwiTGVmdFwiOjMuMCxcIlJpZ2h0XCI6MC4wLFwiQm90dG9tXCI6Mi4wfSxcIlBvc2l0aW9uXCI6e1wiJGlkXCI6XCIzMThcIixcIlJhdGlvXCI6MC4yMDAyNDY5MTM1ODAyNDY5LFwiSXNDdXN0b21cIjpmYWxzZX0sXCJQb3NpdGlvbk9uVGFza1wiOjAsXCJTaGFwZVN0eWxlXCI6e1wiJGlkXCI6XCIzMTlcIixcIk1hcmdpblwiOntcIiRpZFwiOlwiMzIwXCIsXCJUb3BcIjowLjAsXCJMZWZ0XCI6MC4wLFwiUmlnaHRcIjowLjAsXCJCb3R0b21cIjowLjB9LFwiUGFkZGluZ1wiOntcIiRpZFwiOlwiMzIxXCIsXCJUb3BcIjowLjAsXCJMZWZ0XCI6MC4wLFwiUmlnaHRcIjowLjAsXCJCb3R0b21cIjowLjB9LFwiQmFja2dyb3VuZFwiOntcIiRpZFwiOlwiMzIyXCIsXCJDb2xvclwiOntcIiRpZFwiOlwiMzIzXCIsXCJBXCI6MjU1LFwiUlwiOjExMixcIkdcIjoxNzMsXCJCXCI6NzF9fSxcIklzVmlzaWJsZVwiOnRydWUsXCJXaWR0aFwiOjEzLjAsXCJIZWlnaHRcIjoxMy4wLFwiQm9yZGVyU3R5bGVcIjp7XCIkaWRcIjpcIjMyNFwiLFwiTGluZUNvbG9yXCI6e1wiJHJlZlwiOlwiOTdcIn0sXCJMaW5lV2VpZ2h0XCI6MC4wLFwiTGluZVR5cGVcIjowfX0sXCJUaXRsZVN0eWxlXCI6e1wiJGlkXCI6XCIzMjVcIixcIkZvbnRTZXR0aW5nc1wiOntcIiRpZFwiOlwiMzI2XCIsXCJGb250U2l6ZVwiOjExLFwiRm9udE5hbWVcIjpcIkNhbGlicmlcIixcIklzQm9sZFwiOnRydWUsXCJJc0l0YWxpY1wiOmZhbHNlLFwiSXNVbmRlcmxpbmVkXCI6ZmFsc2V9LFwiQXV0b1NpemVcIjowLFwiRm9yZWdyb3VuZFwiOntcIiRpZFwiOlwiMzI3XCIsXCJDb2xvclwiOntcIiRpZFwiOlwiMzI4XCIsXCJBXCI6MjU1LFwiUlwiOjU4LFwiR1wiOjEzNy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yOVwiLFwiVG9wXCI6MC4wLFwiTGVmdFwiOjAuMCxcIlJpZ2h0XCI6MC4wLFwiQm90dG9tXCI6MC4wfSxcIlBhZGRpbmdcIjp7XCIkaWRcIjpcIjMzMFwiLFwiVG9wXCI6MC4wLFwiTGVmdFwiOjAuMCxcIlJpZ2h0XCI6MC4wLFwiQm90dG9tXCI6MC4wfSxcIkJhY2tncm91bmRcIjp7XCIkcmVmXCI6XCIxMDVcIn0sXCJJc1Zpc2libGVcIjp0cnVlLFwiV2lkdGhcIjowLjAsXCJIZWlnaHRcIjowLjAsXCJCb3JkZXJTdHlsZVwiOntcIiRpZFwiOlwiMzMxXCIsXCJMaW5lQ29sb3JcIjpudWxsLFwiTGluZVdlaWdodFwiOjAuMCxcIkxpbmVUeXBlXCI6MH19LFwiRGF0ZVN0eWxlXCI6e1wiJGlkXCI6XCIzMzJcIixcIkZvbnRTZXR0aW5nc1wiOntcIiRpZFwiOlwiMzMzXCIsXCJGb250U2l6ZVwiOjEwLFwiRm9udE5hbWVcIjpcIkNhbGlicmlcIixcIklzQm9sZFwiOmZhbHNlLFwiSXNJdGFsaWNcIjpmYWxzZSxcIklzVW5kZXJsaW5lZFwiOmZhbHNlfSxcIkF1dG9TaXplXCI6MCxcIkZvcmVncm91bmRcIjp7XCIkaWRcIjpcIjMzNFwiLFwiQ29sb3JcIjp7XCIkaWRcIjpcIjMzNVwiLFwiQVwiOjI1NSxcIlJcIjo1OCxcIkdcIjoxMzc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zMzZcIixcIlRvcFwiOjAuMCxcIkxlZnRcIjowLjAsXCJSaWdodFwiOjAuMCxcIkJvdHRvbVwiOjAuMH0sXCJQYWRkaW5nXCI6e1wiJGlkXCI6XCIzMzdcIixcIlRvcFwiOjAuMCxcIkxlZnRcIjowLjAsXCJSaWdodFwiOjAuMCxcIkJvdHRvbVwiOjAuMH0sXCJCYWNrZ3JvdW5kXCI6e1wiJHJlZlwiOlwiMTEyXCJ9LFwiSXNWaXNpYmxlXCI6dHJ1ZSxcIldpZHRoXCI6MC4wLFwiSGVpZ2h0XCI6MC4wLFwiQm9yZGVyU3R5bGVcIjp7XCIkaWRcIjpcIjMzOFwiLFwiTGluZUNvbG9yXCI6bnVsbCxcIkxpbmVXZWlnaHRcIjowLjAsXCJMaW5lVHlwZVwiOjB9fSxcIkRhdGVGb3JtYXRcIjp7XCIkaWRcIjpcIjMzO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1dLFwiQ3VzdG9tVGFza1N0eWxlTGlzdFwiOltdLFwiQ3VzdG9tU3dpbWxhbmVEZWZpbml0aW9uU3R5bGVMaXN0XCI6W3tcIiRpZFwiOlwiMzQwXCIsXCJTdHlsZVwiOntcIiRpZFwiOlwiMzQxXCIsXCJIZWFkZXJTdHlsZVwiOntcIiRpZFwiOlwiMzQyXCIsXCJUZXh0U3R5bGVcIjp7XCIkaWRcIjpcIjM0M1wiLFwiRm9udFNldHRpbmdzXCI6e1wiJGlkXCI6XCIzNDRcIixcIkZvbnRTaXplXCI6MTAsXCJGb250TmFtZVwiOlwiRnJhbmtsaW4gR290aGljIE1lZGl1bVwiLFwiSXNCb2xkXCI6ZmFsc2UsXCJJc0l0YWxpY1wiOmZhbHNlLFwiSXNVbmRlcmxpbmVkXCI6ZmFsc2V9LFwiQXV0b1NpemVcIjowLFwiRm9yZWdyb3VuZFwiOntcIiRpZFwiOlwiMzQ1XCIsXCJDb2xvclwiOntcIiRpZFwiOlwiMzQ2XCIsXCJBXCI6MjU1LFwiUlwiOjMyLFwiR1wiOjU2LFwiQlwiOjEwMH19LFwiQmFja2dyb3VuZEZpbGxUeXBlXCI6MCxcIk1heFdpZHRoXCI6MC4wLFwiTWF4SGVpZ2h0XCI6MC4wLFwiU21hcnRGb3JlZ3JvdW5kSXNBY3RpdmVcIjpmYWxzZSxcIkhvcml6b250YWxBbGlnbm1lbnRcIjowLFwiVmVydGljYWxBbGlnbm1lbnRcIjowLFwiU21hcnRGb3JlZ3JvdW5kXCI6bnVsbCxcIk1hcmdpblwiOntcIiRpZFwiOlwiMzQ3XCIsXCJUb3BcIjowLjAsXCJMZWZ0XCI6MC4wLFwiUmlnaHRcIjowLjAsXCJCb3R0b21cIjowLjB9LFwiUGFkZGluZ1wiOntcIiRpZFwiOlwiMzQ4XCIsXCJUb3BcIjowLjAsXCJMZWZ0XCI6MC4wLFwiUmlnaHRcIjowLjAsXCJCb3R0b21cIjowLjB9LFwiQmFja2dyb3VuZFwiOm51bGwsXCJJc1Zpc2libGVcIjpmYWxzZSxcIldpZHRoXCI6MC4wLFwiSGVpZ2h0XCI6MC4wLFwiQm9yZGVyU3R5bGVcIjpudWxsfSxcIlJlY3RhbmdsZVN0eWxlXCI6e1wiJGlkXCI6XCIzNDlcIixcIk1hcmdpblwiOntcIiRpZFwiOlwiMzUwXCIsXCJUb3BcIjowLjAsXCJMZWZ0XCI6MC4wLFwiUmlnaHRcIjowLjAsXCJCb3R0b21cIjowLjB9LFwiUGFkZGluZ1wiOntcIiRpZFwiOlwiMzUxXCIsXCJUb3BcIjowLjAsXCJMZWZ0XCI6MC4wLFwiUmlnaHRcIjowLjAsXCJCb3R0b21cIjowLjB9LFwiQmFja2dyb3VuZFwiOntcIiRpZFwiOlwiMzUyXCIsXCJDb2xvclwiOntcIiRpZFwiOlwiMzUzXCIsXCJBXCI6MTI3LFwiUlwiOjkxLFwiR1wiOjE1NSxcIkJcIjoyMTN9fSxcIklzVmlzaWJsZVwiOmZhbHNlLFwiV2lkdGhcIjowLjAsXCJIZWlnaHRcIjowLjAsXCJCb3JkZXJTdHlsZVwiOntcIiRpZFwiOlwiMzU0XCIsXCJMaW5lQ29sb3JcIjp7XCIkcmVmXCI6XCIxNzJcIn0sXCJMaW5lV2VpZ2h0XCI6MC4wLFwiTGluZVR5cGVcIjowfX0sXCJUZXh0SXNWZXJ0aWNhbFwiOmZhbHNlfSxcIkJhY2tncm91bmRTdHlsZVwiOntcIiRpZFwiOlwiMzU1XCIsXCJNYXJnaW5cIjp7XCIkaWRcIjpcIjM1NlwiLFwiVG9wXCI6MC4wLFwiTGVmdFwiOjAuMCxcIlJpZ2h0XCI6MC4wLFwiQm90dG9tXCI6MC4wfSxcIlBhZGRpbmdcIjp7XCIkaWRcIjpcIjM1N1wiLFwiVG9wXCI6MC4wLFwiTGVmdFwiOjAuMCxcIlJpZ2h0XCI6MC4wLFwiQm90dG9tXCI6MC4wfSxcIkJhY2tncm91bmRcIjp7XCIkaWRcIjpcIjM1OFwiLFwiQ29sb3JcIjp7XCIkaWRcIjpcIjM1OVwiLFwiQVwiOjM4LFwiUlwiOjkxLFwiR1wiOjE1NSxcIkJcIjoyMTN9fSxcIklzVmlzaWJsZVwiOnRydWUsXCJXaWR0aFwiOjAuMCxcIkhlaWdodFwiOjAuMCxcIkJvcmRlclN0eWxlXCI6e1wiJGlkXCI6XCIzNjBcIixcIkxpbmVDb2xvclwiOntcIiRyZWZcIjpcIjE4MFwifSxcIkxpbmVXZWlnaHRcIjowLjAsXCJMaW5lVHlwZVwiOjB9fSxcIklzQWJvdmVUaW1lYmFuZFwiOmZhbHNlfSxcIkN1c3RvbVN3aW1sYW5lTWlsZXN0b25lU3R5bGVMaXN0XCI6W3tcIiRpZFwiOlwiMzYxXCIsXCJUaXRsZVN0eWxlXCI6e1wiJGlkXCI6XCIzNjJcIixcIkZvbnRTZXR0aW5nc1wiOntcIiRpZFwiOlwiMzYzXCIsXCJGb250U2l6ZVwiOjExLFwiRm9udE5hbWVcIjpcIkNhbGlicmlcIixcIklzQm9sZFwiOnRydWUsXCJJc0l0YWxpY1wiOmZhbHNlLFwiSXNVbmRlcmxpbmVkXCI6ZmFsc2V9LFwiQXV0b1NpemVcIjowLFwiRm9yZWdyb3VuZFwiOntcIiRpZFwiOlwiMzY0XCIsXCJDb2xvclwiOntcIiRpZFwiOlwiMzY1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2NlwiLFwiVG9wXCI6MC4wLFwiTGVmdFwiOjAuMCxcIlJpZ2h0XCI6MC4wLFwiQm90dG9tXCI6MC4wfSxcIlBhZGRpbmdcIjp7XCIkaWRcIjpcIjM2N1wiLFwiVG9wXCI6MC4wLFwiTGVmdFwiOjAuMCxcIlJpZ2h0XCI6MC4wLFwiQm90dG9tXCI6MC4wfSxcIkJhY2tncm91bmRcIjp7XCIkcmVmXCI6XCIxMDVcIn0sXCJJc1Zpc2libGVcIjp0cnVlLFwiV2lkdGhcIjowLjAsXCJIZWlnaHRcIjowLjAsXCJCb3JkZXJTdHlsZVwiOm51bGx9LFwiRGF0ZVN0eWxlXCI6e1wiJGlkXCI6XCIzNjhcIixcIkZvbnRTZXR0aW5nc1wiOntcIiRpZFwiOlwiMzY5XCIsXCJGb250U2l6ZVwiOjEwLFwiRm9udE5hbWVcIjpcIkNhbGlicmlcIixcIklzQm9sZFwiOmZhbHNlLFwiSXNJdGFsaWNcIjpmYWxzZSxcIklzVW5kZXJsaW5lZFwiOmZhbHNlfSxcIkF1dG9TaXplXCI6MCxcIkZvcmVncm91bmRcIjp7XCIkaWRcIjpcIjM3MFwiLFwiQ29sb3JcIjp7XCIkaWRcIjpcIjM3M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zcyXCIsXCJUb3BcIjowLjAsXCJMZWZ0XCI6MC4wLFwiUmlnaHRcIjowLjAsXCJCb3R0b21cIjowLjB9LFwiUGFkZGluZ1wiOntcIiRpZFwiOlwiMzc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wLFwiU2hhcGVTdHlsZVwiOntcIiRpZFwiOlwiMzc0XCIsXCJNYXJnaW5cIjp7XCIkaWRcIjpcIjM3NVwiLFwiVG9wXCI6MC4wLFwiTGVmdFwiOjAuMCxcIlJpZ2h0XCI6MC4wLFwiQm90dG9tXCI6MC4wfSxcIlBhZGRpbmdcIjp7XCIkaWRcIjpcIjM3NlwiLFwiVG9wXCI6MC4wLFwiTGVmdFwiOjAuMCxcIlJpZ2h0XCI6MC4wLFwiQm90dG9tXCI6MC4wfSxcIkJhY2tncm91bmRcIjp7XCIkaWRcIjpcIjM3N1wiLFwiQ29sb3JcIjp7XCIkaWRcIjpcIjM3OFwiLFwiQVwiOjI1NSxcIlJcIjo2OCxcIkdcIjo4NCxcIkJcIjoxMDZ9fSxcIklzVmlzaWJsZVwiOnRydWUsXCJXaWR0aFwiOjEyLjAsXCJIZWlnaHRcIjoxNC4wLFwiQm9yZGVyU3R5bGVcIjp7XCIkaWRcIjpcIjM3OVwiLFwiTGluZUNvbG9yXCI6e1wiJHJlZlwiOlwiOTdcIn0sXCJMaW5lV2VpZ2h0XCI6MC4wLFwiTGluZVR5cGVcIjowfX0sXCJEYXRlRm9ybWF0XCI6e1wiJGlkXCI6XCIzOD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xYjk5MjVjOS1jNGEwLTRjNzktYTExYi1hOGI5MWM5N2UwYjFcIn1dLFwiQ3VzdG9tU3dpbWxhbmVUYXNrU3R5bGVMaXN0XCI6W3tcIiRpZFwiOlwiMzgxXCIsXCJUYXNrU3R5bGVcIjp7XCIkaWRcIjpcIjM4MlwiLFwiU2hhcGVcIjoxLFwiU2hhcGVUaGlja25lc3NcIjowLFwiRHVyYXRpb25Gb3JtYXRcIjowLFwiUGVyY2VudGFnZUNvbXBsZXRlU3R5bGVcIjp7XCIkaWRcIjpcIjM4M1wiLFwiRm9udFNldHRpbmdzXCI6e1wiJGlkXCI6XCIzODRcIixcIkZvbnRTaXplXCI6MTAsXCJGb250TmFtZVwiOlwiQ2FsaWJyaVwiLFwiSXNCb2xkXCI6ZmFsc2UsXCJJc0l0YWxpY1wiOmZhbHNlLFwiSXNVbmRlcmxpbmVkXCI6ZmFsc2V9LFwiQXV0b1NpemVcIjowLFwiRm9yZWdyb3VuZFwiOntcIiRpZFwiOlwiMzg1XCIsXCJDb2xvclwiOntcIiRpZFwiOlwiMzg2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zg3XCIsXCJUb3BcIjowLjAsXCJMZWZ0XCI6MC4wLFwiUmlnaHRcIjowLjAsXCJCb3R0b21cIjowLjB9LFwiUGFkZGluZ1wiOntcIiRpZFwiOlwiMzg4XCIsXCJUb3BcIjowLjAsXCJMZWZ0XCI6MC4wLFwiUmlnaHRcIjowLjAsXCJCb3R0b21cIjowLjB9LFwiQmFja2dyb3VuZFwiOntcIiRyZWZcIjpcIjEyMVwifSxcIklzVmlzaWJsZVwiOnRydWUsXCJXaWR0aFwiOjAuMCxcIkhlaWdodFwiOjAuMCxcIkJvcmRlclN0eWxlXCI6e1wiJGlkXCI6XCIzODlcIixcIkxpbmVDb2xvclwiOm51bGwsXCJMaW5lV2VpZ2h0XCI6MC4wLFwiTGluZVR5cGVcIjowfX0sXCJEdXJhdGlvblN0eWxlXCI6e1wiJGlkXCI6XCIzOTBcIixcIkZvbnRTZXR0aW5nc1wiOntcIiRpZFwiOlwiMzkxXCIsXCJGb250U2l6ZVwiOjEwLFwiRm9udE5hbWVcIjpcIkNhbGlicmlcIixcIklzQm9sZFwiOmZhbHNlLFwiSXNJdGFsaWNcIjpmYWxzZSxcIklzVW5kZXJsaW5lZFwiOmZhbHNlfSxcIkF1dG9TaXplXCI6MCxcIkZvcmVncm91bmRcIjp7XCIkaWRcIjpcIjM5MlwiLFwiQ29sb3JcIjp7XCIkcmVmXCI6XCIxMjVcIn19LFwiQmFja2dyb3VuZEZpbGxUeXBlXCI6MCxcIk1heFdpZHRoXCI6MjAwLjAsXCJNYXhIZWlnaHRcIjpcIkluZmluaXR5XCIsXCJTbWFydEZvcmVncm91bmRJc0FjdGl2ZVwiOmZhbHNlLFwiSG9yaXpvbnRhbEFsaWdubWVudFwiOjAsXCJWZXJ0aWNhbEFsaWdubWVudFwiOjAsXCJTbWFydEZvcmVncm91bmRcIjpudWxsLFwiTWFyZ2luXCI6e1wiJGlkXCI6XCIzOTNcIixcIlRvcFwiOjAuMCxcIkxlZnRcIjowLjAsXCJSaWdodFwiOjAuMCxcIkJvdHRvbVwiOjAuMH0sXCJQYWRkaW5nXCI6e1wiJGlkXCI6XCIzOTRcIixcIlRvcFwiOjAuMCxcIkxlZnRcIjowLjAsXCJSaWdodFwiOjAuMCxcIkJvdHRvbVwiOjAuMH0sXCJCYWNrZ3JvdW5kXCI6e1wiJHJlZlwiOlwiMTI4XCJ9LFwiSXNWaXNpYmxlXCI6dHJ1ZSxcIldpZHRoXCI6MC4wLFwiSGVpZ2h0XCI6MC4wLFwiQm9yZGVyU3R5bGVcIjp7XCIkaWRcIjpcIjM5NVwiLFwiTGluZUNvbG9yXCI6bnVsbCxcIkxpbmVXZWlnaHRcIjowLjAsXCJMaW5lVHlwZVwiOjB9fSxcIkhvcml6b250YWxDb25uZWN0b3JTdHlsZVwiOntcIiRpZFwiOlwiMzk2XCIsXCJMaW5lQ29sb3JcIjp7XCIkcmVmXCI6XCIxMzBcIn0sXCJMaW5lV2VpZ2h0XCI6MS4wLFwiTGluZVR5cGVcIjowfSxcIlZlcnRpY2FsQ29ubmVjdG9yU3R5bGVcIjp7XCIkaWRcIjpcIjM5N1wiLFwiTGluZUNvbG9yXCI6e1wiJHJlZlwiOlwiMTMzXCJ9LFwiTGluZVdlaWdodFwiOjAuMCxcIkxpbmVUeXBlXCI6MH0sXCJNYXJnaW5cIjpudWxsLFwiU3RhcnREYXRlUG9zaXRpb25cIjo2LFwiRW5kRGF0ZVBvc2l0aW9uXCI6NixcIlRpdGxlUG9zaXRpb25cIjoyLFwiRHVyYXRpb25Qb3NpdGlvblwiOjYsXCJQZXJjZW50YWdlQ29tcGxldGVkUG9zaXRpb25cIjo2LFwiU3BhY2luZ1wiOjMsXCJJc0JlbG93VGltZWJhbmRcIjp0cnVlLFwiUGVyY2VudGFnZUNvbXBsZXRlU2hhcGVPcGFjaXR5XCI6MzUsXCJHcm91cE5hbWVcIjpudWxsLFwiQXR0YWNoZWRNaWxlc3RvbmVzU3R5bGVzXCI6bnVsbCxcIlNoYXBlU3R5bGVcIjp7XCIkaWRcIjpcIjM5OFwiLFwiTWFyZ2luXCI6e1wiJGlkXCI6XCIzOTlcIixcIlRvcFwiOjAuMCxcIkxlZnRcIjo0LjAsXCJSaWdodFwiOjQuMCxcIkJvdHRvbVwiOjAuMH0sXCJQYWRkaW5nXCI6e1wiJGlkXCI6XCI0MDBcIixcIlRvcFwiOjAuMCxcIkxlZnRcIjowLjAsXCJSaWdodFwiOjAuMCxcIkJvdHRvbVwiOjAuMH0sXCJCYWNrZ3JvdW5kXCI6e1wiJGlkXCI6XCI0MDFcIixcIkNvbG9yXCI6e1wiJGlkXCI6XCI0MDJcIixcIkFcIjoyNTUsXCJSXCI6ODIsXCJHXCI6MTQ3LFwiQlwiOjIwNX19LFwiSXNWaXNpYmxlXCI6dHJ1ZSxcIldpZHRoXCI6MC4wLFwiSGVpZ2h0XCI6MTMuNDI2NjY2NjY2NjY2Njc3LFwiQm9yZGVyU3R5bGVcIjp7XCIkaWRcIjpcIjQwM1wiLFwiTGluZUNvbG9yXCI6e1wiJHJlZlwiOlwiMTQxXCJ9LFwiTGluZVdlaWdodFwiOjAuMCxcIkxpbmVUeXBlXCI6MH19LFwiVGl0bGVTdHlsZVwiOntcIiRpZFwiOlwiNDA0XCIsXCJGb250U2V0dGluZ3NcIjp7XCIkaWRcIjpcIjQwNVwiLFwiRm9udFNpemVcIjoxMSxcIkZvbnROYW1lXCI6XCJDYWxpYnJpXCIsXCJJc0JvbGRcIjpmYWxzZSxcIklzSXRhbGljXCI6ZmFsc2UsXCJJc1VuZGVybGluZWRcIjpmYWxzZX0sXCJBdXRvU2l6ZVwiOjIsXCJGb3JlZ3JvdW5kXCI6e1wiJGlkXCI6XCI0MDZcIixcIkNvbG9yXCI6e1wiJGlkXCI6XCI0MDdcIixcIkFcIjoyNTUsXCJSXCI6MjU1LFwiR1wiOjI1NSxcIkJcIjoyNTV9fSxcIkJhY2tncm91bmRGaWxsVHlwZVwiOjAsXCJNYXhXaWR0aFwiOjkwLjczLFwiTWF4SGVpZ2h0XCI6XCJJbmZpbml0eVwiLFwiU21hcnRGb3JlZ3JvdW5kSXNBY3RpdmVcIjpmYWxzZSxcIkhvcml6b250YWxBbGlnbm1lbnRcIjoxLFwiVmVydGljYWxBbGlnbm1lbnRcIjowLFwiU21hcnRGb3JlZ3JvdW5kXCI6bnVsbCxcIk1hcmdpblwiOntcIiRpZFwiOlwiNDA4XCIsXCJUb3BcIjowLjAsXCJMZWZ0XCI6MC4wLFwiUmlnaHRcIjowLjAsXCJCb3R0b21cIjowLjB9LFwiUGFkZGluZ1wiOntcIiRpZFwiOlwiNDA5XCIsXCJUb3BcIjowLjAsXCJMZWZ0XCI6MC4wLFwiUmlnaHRcIjowLjAsXCJCb3R0b21cIjowLjB9LFwiQmFja2dyb3VuZFwiOntcIiRyZWZcIjpcIjE0OVwifSxcIklzVmlzaWJsZVwiOnRydWUsXCJXaWR0aFwiOjAuMCxcIkhlaWdodFwiOjAuMCxcIkJvcmRlclN0eWxlXCI6e1wiJGlkXCI6XCI0MTBcIixcIkxpbmVDb2xvclwiOm51bGwsXCJMaW5lV2VpZ2h0XCI6MC4wLFwiTGluZVR5cGVcIjowfX0sXCJEYXRlU3R5bGVcIjp7XCIkaWRcIjpcIjQxMVwiLFwiRm9udFNldHRpbmdzXCI6e1wiJGlkXCI6XCI0MTJcIixcIkZvbnRTaXplXCI6MTAsXCJGb250TmFtZVwiOlwiQ2FsaWJyaVwiLFwiSXNCb2xkXCI6ZmFsc2UsXCJJc0l0YWxpY1wiOmZhbHNlLFwiSXNVbmRlcmxpbmVkXCI6ZmFsc2V9LFwiQXV0b1NpemVcIjowLFwiRm9yZWdyb3VuZFwiOntcIiRpZFwiOlwiNDEzXCIsXCJDb2xvclwiOntcIiRpZFwiOlwiNDE0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0MTVcIixcIlRvcFwiOjAuMCxcIkxlZnRcIjowLjAsXCJSaWdodFwiOjAuMCxcIkJvdHRvbVwiOjAuMH0sXCJQYWRkaW5nXCI6e1wiJGlkXCI6XCI0MTZcIixcIlRvcFwiOjAuMCxcIkxlZnRcIjowLjAsXCJSaWdodFwiOjAuMCxcIkJvdHRvbVwiOjAuMH0sXCJCYWNrZ3JvdW5kXCI6e1wiJHJlZlwiOlwiMTU2XCJ9LFwiSXNWaXNpYmxlXCI6dHJ1ZSxcIldpZHRoXCI6MC4wLFwiSGVpZ2h0XCI6MC4wLFwiQm9yZGVyU3R5bGVcIjp7XCIkaWRcIjpcIjQxN1wiLFwiTGluZUNvbG9yXCI6bnVsbCxcIkxpbmVXZWlnaHRcIjowLjAsXCJMaW5lVHlwZVwiOjB9fSxcIkRhdGVGb3JtYXRcIjp7XCIkaWRcIjpcIjQx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Sx7XCIkaWRcIjpcIjQxOVwiLFwiVGFza1N0eWxlXCI6e1wiJGlkXCI6XCI0MjBcIixcIlNoYXBlXCI6MSxcIlNoYXBlVGhpY2tuZXNzXCI6MCxcIkR1cmF0aW9uRm9ybWF0XCI6MCxcIlBlcmNlbnRhZ2VDb21wbGV0ZVN0eWxlXCI6e1wiJGlkXCI6XCI0MjFcIixcIkZvbnRTZXR0aW5nc1wiOntcIiRpZFwiOlwiNDIyXCIsXCJGb250U2l6ZVwiOjEwLFwiRm9udE5hbWVcIjpcIkNhbGlicmlcIixcIklzQm9sZFwiOmZhbHNlLFwiSXNJdGFsaWNcIjpmYWxzZSxcIklzVW5kZXJsaW5lZFwiOmZhbHNlfSxcIkF1dG9TaXplXCI6MCxcIkZvcmVncm91bmRcIjp7XCIkaWRcIjpcIjQyM1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0MjRcIixcIlRvcFwiOjAuMCxcIkxlZnRcIjowLjAsXCJSaWdodFwiOjAuMCxcIkJvdHRvbVwiOjAuMH0sXCJQYWRkaW5nXCI6e1wiJGlkXCI6XCI0MjVcIixcIlRvcFwiOjAuMCxcIkxlZnRcIjowLjAsXCJSaWdodFwiOjAuMCxcIkJvdHRvbVwiOjAuMH0sXCJCYWNrZ3JvdW5kXCI6e1wiJHJlZlwiOlwiMTIxXCJ9LFwiSXNWaXNpYmxlXCI6dHJ1ZSxcIldpZHRoXCI6MC4wLFwiSGVpZ2h0XCI6MC4wLFwiQm9yZGVyU3R5bGVcIjp7XCIkaWRcIjpcIjQyNlwiLFwiTGluZUNvbG9yXCI6bnVsbCxcIkxpbmVXZWlnaHRcIjowLjAsXCJMaW5lVHlwZVwiOjB9fSxcIkR1cmF0aW9uU3R5bGVcIjp7XCIkaWRcIjpcIjQyN1wiLFwiRm9udFNldHRpbmdzXCI6e1wiJGlkXCI6XCI0MjhcIixcIkZvbnRTaXplXCI6MTAsXCJGb250TmFtZVwiOlwiQ2FsaWJyaVwiLFwiSXNCb2xkXCI6ZmFsc2UsXCJJc0l0YWxpY1wiOmZhbHNlLFwiSXNVbmRlcmxpbmVkXCI6ZmFsc2V9LFwiQXV0b1NpemVcIjowLFwiRm9yZWdyb3VuZFwiOntcIiRpZFwiOlwiNDI5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QzMFwiLFwiVG9wXCI6MC4wLFwiTGVmdFwiOjAuMCxcIlJpZ2h0XCI6MC4wLFwiQm90dG9tXCI6MC4wfSxcIlBhZGRpbmdcIjp7XCIkaWRcIjpcIjQzMVwiLFwiVG9wXCI6MC4wLFwiTGVmdFwiOjAuMCxcIlJpZ2h0XCI6MC4wLFwiQm90dG9tXCI6MC4wfSxcIkJhY2tncm91bmRcIjp7XCIkcmVmXCI6XCIxMjhcIn0sXCJJc1Zpc2libGVcIjp0cnVlLFwiV2lkdGhcIjowLjAsXCJIZWlnaHRcIjowLjAsXCJCb3JkZXJTdHlsZVwiOntcIiRpZFwiOlwiNDMyXCIsXCJMaW5lQ29sb3JcIjpudWxsLFwiTGluZVdlaWdodFwiOjAuMCxcIkxpbmVUeXBlXCI6MH19LFwiSG9yaXpvbnRhbENvbm5lY3RvclN0eWxlXCI6e1wiJGlkXCI6XCI0MzNcIixcIkxpbmVDb2xvclwiOntcIiRyZWZcIjpcIjEzMFwifSxcIkxpbmVXZWlnaHRcIjoxLjAsXCJMaW5lVHlwZVwiOjB9LFwiVmVydGljYWxDb25uZWN0b3JTdHlsZVwiOntcIiRpZFwiOlwiNDM0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m51bGwsXCJBdHRhY2hlZE1pbGVzdG9uZXNTdHlsZXNcIjpudWxsLFwiU2hhcGVTdHlsZVwiOntcIiRpZFwiOlwiNDM1XCIsXCJNYXJnaW5cIjp7XCIkaWRcIjpcIjQzNlwiLFwiVG9wXCI6MC4wLFwiTGVmdFwiOjQuMCxcIlJpZ2h0XCI6NC4wLFwiQm90dG9tXCI6MC4wfSxcIlBhZGRpbmdcIjp7XCIkaWRcIjpcIjQzN1wiLFwiVG9wXCI6MC4wLFwiTGVmdFwiOjAuMCxcIlJpZ2h0XCI6MC4wLFwiQm90dG9tXCI6MC4wfSxcIkJhY2tncm91bmRcIjp7XCIkaWRcIjpcIjQzOFwiLFwiQ29sb3JcIjp7XCIkaWRcIjpcIjQzOVwiLFwiQVwiOjI1NSxcIlJcIjo4MixcIkdcIjoxNDcsXCJCXCI6MjA1fX0sXCJJc1Zpc2libGVcIjp0cnVlLFwiV2lkdGhcIjowLjAsXCJIZWlnaHRcIjoxMy40MjY2NjY2NjY2NjY2NzcsXCJCb3JkZXJTdHlsZVwiOntcIiRpZFwiOlwiNDQwXCIsXCJMaW5lQ29sb3JcIjp7XCIkcmVmXCI6XCIxNDFcIn0sXCJMaW5lV2VpZ2h0XCI6MC4wLFwiTGluZVR5cGVcIjowfX0sXCJUaXRsZVN0eWxlXCI6e1wiJGlkXCI6XCI0NDFcIixcIkZvbnRTZXR0aW5nc1wiOntcIiRpZFwiOlwiNDQyXCIsXCJGb250U2l6ZVwiOjExLFwiRm9udE5hbWVcIjpcIkNhbGlicmlcIixcIklzQm9sZFwiOmZhbHNlLFwiSXNJdGFsaWNcIjpmYWxzZSxcIklzVW5kZXJsaW5lZFwiOmZhbHNlfSxcIkF1dG9TaXplXCI6MixcIkZvcmVncm91bmRcIjp7XCIkaWRcIjpcIjQ0M1wiLFwiQ29sb3JcIjp7XCIkaWRcIjpcIjQ0NFwiLFwiQVwiOjI1NSxcIlJcIjoyNTUsXCJHXCI6MjU1LFwiQlwiOjI1NX19LFwiQmFja2dyb3VuZEZpbGxUeXBlXCI6MCxcIk1heFdpZHRoXCI6NjMuNDgzMzMzMzMzMzMzMzM0LFwiTWF4SGVpZ2h0XCI6XCJJbmZpbml0eVwiLFwiU21hcnRGb3JlZ3JvdW5kSXNBY3RpdmVcIjpmYWxzZSxcIkhvcml6b250YWxBbGlnbm1lbnRcIjoxLFwiVmVydGljYWxBbGlnbm1lbnRcIjowLFwiU21hcnRGb3JlZ3JvdW5kXCI6bnVsbCxcIk1hcmdpblwiOntcIiRpZFwiOlwiNDQ1XCIsXCJUb3BcIjowLjAsXCJMZWZ0XCI6MC4wLFwiUmlnaHRcIjowLjAsXCJCb3R0b21cIjowLjB9LFwiUGFkZGluZ1wiOntcIiRpZFwiOlwiNDQ2XCIsXCJUb3BcIjowLjAsXCJMZWZ0XCI6MC4wLFwiUmlnaHRcIjowLjAsXCJCb3R0b21cIjowLjB9LFwiQmFja2dyb3VuZFwiOntcIiRyZWZcIjpcIjE0OVwifSxcIklzVmlzaWJsZVwiOnRydWUsXCJXaWR0aFwiOjAuMCxcIkhlaWdodFwiOjAuMCxcIkJvcmRlclN0eWxlXCI6e1wiJGlkXCI6XCI0NDdcIixcIkxpbmVDb2xvclwiOm51bGwsXCJMaW5lV2VpZ2h0XCI6MC4wLFwiTGluZVR5cGVcIjowfX0sXCJEYXRlU3R5bGVcIjp7XCIkaWRcIjpcIjQ0OFwiLFwiRm9udFNldHRpbmdzXCI6e1wiJGlkXCI6XCI0NDlcIixcIkZvbnRTaXplXCI6MTAsXCJGb250TmFtZVwiOlwiQ2FsaWJyaVwiLFwiSXNCb2xkXCI6ZmFsc2UsXCJJc0l0YWxpY1wiOmZhbHNlLFwiSXNVbmRlcmxpbmVkXCI6ZmFsc2V9LFwiQXV0b1NpemVcIjowLFwiRm9yZWdyb3VuZFwiOntcIiRpZFwiOlwiNDUwXCIsXCJDb2xvclwiOntcIiRpZFwiOlwiNDUx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0NTJcIixcIlRvcFwiOjAuMCxcIkxlZnRcIjowLjAsXCJSaWdodFwiOjAuMCxcIkJvdHRvbVwiOjAuMH0sXCJQYWRkaW5nXCI6e1wiJGlkXCI6XCI0NTNcIixcIlRvcFwiOjAuMCxcIkxlZnRcIjowLjAsXCJSaWdodFwiOjAuMCxcIkJvdHRvbVwiOjAuMH0sXCJCYWNrZ3JvdW5kXCI6e1wiJHJlZlwiOlwiMTU2XCJ9LFwiSXNWaXNpYmxlXCI6dHJ1ZSxcIldpZHRoXCI6MC4wLFwiSGVpZ2h0XCI6MC4wLFwiQm9yZGVyU3R5bGVcIjp7XCIkaWRcIjpcIjQ1NFwiLFwiTGluZUNvbG9yXCI6bnVsbCxcIkxpbmVXZWlnaHRcIjowLjAsXCJMaW5lVHlwZVwiOjB9fSxcIkRhdGVGb3JtYXRcIjp7XCIkaWRcIjpcIjQ1N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Sx7XCIkaWRcIjpcIjQ1NlwiLFwiVGFza1N0eWxlXCI6e1wiJGlkXCI6XCI0NTdcIixcIlNoYXBlXCI6MSxcIlNoYXBlVGhpY2tuZXNzXCI6MCxcIkR1cmF0aW9uRm9ybWF0XCI6MCxcIlBlcmNlbnRhZ2VDb21wbGV0ZVN0eWxlXCI6e1wiJGlkXCI6XCI0NThcIixcIkZvbnRTZXR0aW5nc1wiOntcIiRpZFwiOlwiNDU5XCIsXCJGb250U2l6ZVwiOjEwLFwiRm9udE5hbWVcIjpcIkNhbGlicmlcIixcIklzQm9sZFwiOmZhbHNlLFwiSXNJdGFsaWNcIjpmYWxzZSxcIklzVW5kZXJsaW5lZFwiOmZhbHNlfSxcIkF1dG9TaXplXCI6MCxcIkZvcmVncm91bmRcIjp7XCIkaWRcIjpcIjQ2MF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0NjFcIixcIlRvcFwiOjAuMCxcIkxlZnRcIjowLjAsXCJSaWdodFwiOjAuMCxcIkJvdHRvbVwiOjAuMH0sXCJQYWRkaW5nXCI6e1wiJGlkXCI6XCI0NjJcIixcIlRvcFwiOjAuMCxcIkxlZnRcIjowLjAsXCJSaWdodFwiOjAuMCxcIkJvdHRvbVwiOjAuMH0sXCJCYWNrZ3JvdW5kXCI6e1wiJHJlZlwiOlwiMTIxXCJ9LFwiSXNWaXNpYmxlXCI6dHJ1ZSxcIldpZHRoXCI6MC4wLFwiSGVpZ2h0XCI6MC4wLFwiQm9yZGVyU3R5bGVcIjp7XCIkaWRcIjpcIjQ2M1wiLFwiTGluZUNvbG9yXCI6bnVsbCxcIkxpbmVXZWlnaHRcIjowLjAsXCJMaW5lVHlwZVwiOjB9fSxcIkR1cmF0aW9uU3R5bGVcIjp7XCIkaWRcIjpcIjQ2NFwiLFwiRm9udFNldHRpbmdzXCI6e1wiJGlkXCI6XCI0NjVcIixcIkZvbnRTaXplXCI6MTAsXCJGb250TmFtZVwiOlwiQ2FsaWJyaVwiLFwiSXNCb2xkXCI6ZmFsc2UsXCJJc0l0YWxpY1wiOmZhbHNlLFwiSXNVbmRlcmxpbmVkXCI6ZmFsc2V9LFwiQXV0b1NpemVcIjowLFwiRm9yZWdyb3VuZFwiOntcIiRpZFwiOlwiNDY2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Q2N1wiLFwiVG9wXCI6MC4wLFwiTGVmdFwiOjAuMCxcIlJpZ2h0XCI6MC4wLFwiQm90dG9tXCI6MC4wfSxcIlBhZGRpbmdcIjp7XCIkaWRcIjpcIjQ2OFwiLFwiVG9wXCI6MC4wLFwiTGVmdFwiOjAuMCxcIlJpZ2h0XCI6MC4wLFwiQm90dG9tXCI6MC4wfSxcIkJhY2tncm91bmRcIjp7XCIkcmVmXCI6XCIxMjhcIn0sXCJJc1Zpc2libGVcIjp0cnVlLFwiV2lkdGhcIjowLjAsXCJIZWlnaHRcIjowLjAsXCJCb3JkZXJTdHlsZVwiOntcIiRpZFwiOlwiNDY5XCIsXCJMaW5lQ29sb3JcIjpudWxsLFwiTGluZVdlaWdodFwiOjAuMCxcIkxpbmVUeXBlXCI6MH19LFwiSG9yaXpvbnRhbENvbm5lY3RvclN0eWxlXCI6e1wiJGlkXCI6XCI0NzBcIixcIkxpbmVDb2xvclwiOntcIiRyZWZcIjpcIjEzMFwifSxcIkxpbmVXZWlnaHRcIjoxLjAsXCJMaW5lVHlwZVwiOjB9LFwiVmVydGljYWxDb25uZWN0b3JTdHlsZVwiOntcIiRpZFwiOlwiNDcx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m51bGwsXCJBdHRhY2hlZE1pbGVzdG9uZXNTdHlsZXNcIjpudWxsLFwiU2hhcGVTdHlsZVwiOntcIiRpZFwiOlwiNDcyXCIsXCJNYXJnaW5cIjp7XCIkaWRcIjpcIjQ3M1wiLFwiVG9wXCI6MC4wLFwiTGVmdFwiOjQuMCxcIlJpZ2h0XCI6NC4wLFwiQm90dG9tXCI6MC4wfSxcIlBhZGRpbmdcIjp7XCIkaWRcIjpcIjQ3NFwiLFwiVG9wXCI6MC4wLFwiTGVmdFwiOjAuMCxcIlJpZ2h0XCI6MC4wLFwiQm90dG9tXCI6MC4wfSxcIkJhY2tncm91bmRcIjp7XCIkaWRcIjpcIjQ3NVwiLFwiQ29sb3JcIjp7XCIkaWRcIjpcIjQ3NlwiLFwiQVwiOjI1NSxcIlJcIjo4MixcIkdcIjoxNDcsXCJCXCI6MjA1fX0sXCJJc1Zpc2libGVcIjp0cnVlLFwiV2lkdGhcIjowLjAsXCJIZWlnaHRcIjoxMy40MjY2NjY2NjY2NjY2NzcsXCJCb3JkZXJTdHlsZVwiOntcIiRpZFwiOlwiNDc3XCIsXCJMaW5lQ29sb3JcIjp7XCIkcmVmXCI6XCIxNDFcIn0sXCJMaW5lV2VpZ2h0XCI6MC4wLFwiTGluZVR5cGVcIjowfX0sXCJUaXRsZVN0eWxlXCI6e1wiJGlkXCI6XCI0NzhcIixcIkZvbnRTZXR0aW5nc1wiOntcIiRpZFwiOlwiNDc5XCIsXCJGb250U2l6ZVwiOjExLFwiRm9udE5hbWVcIjpcIkNhbGlicmlcIixcIklzQm9sZFwiOmZhbHNlLFwiSXNJdGFsaWNcIjpmYWxzZSxcIklzVW5kZXJsaW5lZFwiOmZhbHNlfSxcIkF1dG9TaXplXCI6MixcIkZvcmVncm91bmRcIjp7XCIkaWRcIjpcIjQ4MFwiLFwiQ29sb3JcIjp7XCIkaWRcIjpcIjQ4MVwiLFwiQVwiOjI1NSxcIlJcIjoyNTUsXCJHXCI6MjU1LFwiQlwiOjI1NX19LFwiQmFja2dyb3VuZEZpbGxUeXBlXCI6MCxcIk1heFdpZHRoXCI6MTA2LjQ0MzMzMzMzMzMzMzM0LFwiTWF4SGVpZ2h0XCI6XCJJbmZpbml0eVwiLFwiU21hcnRGb3JlZ3JvdW5kSXNBY3RpdmVcIjpmYWxzZSxcIkhvcml6b250YWxBbGlnbm1lbnRcIjoxLFwiVmVydGljYWxBbGlnbm1lbnRcIjowLFwiU21hcnRGb3JlZ3JvdW5kXCI6bnVsbCxcIk1hcmdpblwiOntcIiRpZFwiOlwiNDgyXCIsXCJUb3BcIjowLjAsXCJMZWZ0XCI6MC4wLFwiUmlnaHRcIjowLjAsXCJCb3R0b21cIjowLjB9LFwiUGFkZGluZ1wiOntcIiRpZFwiOlwiNDgzXCIsXCJUb3BcIjowLjAsXCJMZWZ0XCI6MC4wLFwiUmlnaHRcIjowLjAsXCJCb3R0b21cIjowLjB9LFwiQmFja2dyb3VuZFwiOntcIiRyZWZcIjpcIjE0OVwifSxcIklzVmlzaWJsZVwiOnRydWUsXCJXaWR0aFwiOjAuMCxcIkhlaWdodFwiOjAuMCxcIkJvcmRlclN0eWxlXCI6e1wiJGlkXCI6XCI0ODRcIixcIkxpbmVDb2xvclwiOm51bGwsXCJMaW5lV2VpZ2h0XCI6MC4wLFwiTGluZVR5cGVcIjowfX0sXCJEYXRlU3R5bGVcIjp7XCIkaWRcIjpcIjQ4NVwiLFwiRm9udFNldHRpbmdzXCI6e1wiJGlkXCI6XCI0ODZcIixcIkZvbnRTaXplXCI6MTAsXCJGb250TmFtZVwiOlwiQ2FsaWJyaVwiLFwiSXNCb2xkXCI6ZmFsc2UsXCJJc0l0YWxpY1wiOmZhbHNlLFwiSXNVbmRlcmxpbmVkXCI6ZmFsc2V9LFwiQXV0b1NpemVcIjowLFwiRm9yZWdyb3VuZFwiOntcIiRpZFwiOlwiNDg3XCIsXCJDb2xvclwiOntcIiRpZFwiOlwiNDg4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0ODlcIixcIlRvcFwiOjAuMCxcIkxlZnRcIjowLjAsXCJSaWdodFwiOjAuMCxcIkJvdHRvbVwiOjAuMH0sXCJQYWRkaW5nXCI6e1wiJGlkXCI6XCI0OTBcIixcIlRvcFwiOjAuMCxcIkxlZnRcIjowLjAsXCJSaWdodFwiOjAuMCxcIkJvdHRvbVwiOjAuMH0sXCJCYWNrZ3JvdW5kXCI6e1wiJHJlZlwiOlwiMTU2XCJ9LFwiSXNWaXNpYmxlXCI6dHJ1ZSxcIldpZHRoXCI6MC4wLFwiSGVpZ2h0XCI6MC4wLFwiQm9yZGVyU3R5bGVcIjp7XCIkaWRcIjpcIjQ5MVwiLFwiTGluZUNvbG9yXCI6bnVsbCxcIkxpbmVXZWlnaHRcIjowLjAsXCJMaW5lVHlwZVwiOjB9fSxcIkRhdGVGb3JtYXRcIjp7XCIkaWRcIjpcIjQ5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Sx7XCIkaWRcIjpcIjQ5M1wiLFwiVGFza1N0eWxlXCI6e1wiJGlkXCI6XCI0OTRcIixcIlNoYXBlXCI6MSxcIlNoYXBlVGhpY2tuZXNzXCI6MyxcIkR1cmF0aW9uRm9ybWF0XCI6MCxcIlBlcmNlbnRhZ2VDb21wbGV0ZVN0eWxlXCI6e1wiJGlkXCI6XCI0OTVcIixcIkZvbnRTZXR0aW5nc1wiOntcIiRpZFwiOlwiNDk2XCIsXCJGb250U2l6ZVwiOjEwLFwiRm9udE5hbWVcIjpcIkNhbGlicmlcIixcIklzQm9sZFwiOmZhbHNlLFwiSXNJdGFsaWNcIjpmYWxzZSxcIklzVW5kZXJsaW5lZFwiOmZhbHNlfSxcIkF1dG9TaXplXCI6MCxcIkZvcmVncm91bmRcIjp7XCIkaWRcIjpcIjQ5N1wiLFwiQ29sb3JcIjp7XCIkaWRcIjpcIjQ5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Q5OVwiLFwiVG9wXCI6MC4wLFwiTGVmdFwiOjAuMCxcIlJpZ2h0XCI6MC4wLFwiQm90dG9tXCI6MC4wfSxcIlBhZGRpbmdcIjp7XCIkaWRcIjpcIjUwMFwiLFwiVG9wXCI6MC4wLFwiTGVmdFwiOjAuMCxcIlJpZ2h0XCI6MC4wLFwiQm90dG9tXCI6MC4wfSxcIkJhY2tncm91bmRcIjp7XCIkcmVmXCI6XCIxMjFcIn0sXCJJc1Zpc2libGVcIjp0cnVlLFwiV2lkdGhcIjowLjAsXCJIZWlnaHRcIjowLjAsXCJCb3JkZXJTdHlsZVwiOntcIiRpZFwiOlwiNTAxXCIsXCJMaW5lQ29sb3JcIjpudWxsLFwiTGluZVdlaWdodFwiOjAuMCxcIkxpbmVUeXBlXCI6MH19LFwiRHVyYXRpb25TdHlsZVwiOntcIiRpZFwiOlwiNTAyXCIsXCJGb250U2V0dGluZ3NcIjp7XCIkaWRcIjpcIjUwM1wiLFwiRm9udFNpemVcIjoxMCxcIkZvbnROYW1lXCI6XCJDYWxpYnJpXCIsXCJJc0JvbGRcIjpmYWxzZSxcIklzSXRhbGljXCI6ZmFsc2UsXCJJc1VuZGVybGluZWRcIjpmYWxzZX0sXCJBdXRvU2l6ZVwiOjAsXCJGb3JlZ3JvdW5kXCI6e1wiJGlkXCI6XCI1MDRcIixcIkNvbG9yXCI6e1wiJHJlZlwiOlwiMTI1XCJ9fSxcIkJhY2tncm91bmRGaWxsVHlwZVwiOjAsXCJNYXhXaWR0aFwiOjIwMC4wLFwiTWF4SGVpZ2h0XCI6XCJJbmZpbml0eVwiLFwiU21hcnRGb3JlZ3JvdW5kSXNBY3RpdmVcIjpmYWxzZSxcIkhvcml6b250YWxBbGlnbm1lbnRcIjowLFwiVmVydGljYWxBbGlnbm1lbnRcIjowLFwiU21hcnRGb3JlZ3JvdW5kXCI6bnVsbCxcIk1hcmdpblwiOntcIiRpZFwiOlwiNTA1XCIsXCJUb3BcIjowLjAsXCJMZWZ0XCI6MC4wLFwiUmlnaHRcIjowLjAsXCJCb3R0b21cIjowLjB9LFwiUGFkZGluZ1wiOntcIiRpZFwiOlwiNTA2XCIsXCJUb3BcIjowLjAsXCJMZWZ0XCI6MC4wLFwiUmlnaHRcIjowLjAsXCJCb3R0b21cIjowLjB9LFwiQmFja2dyb3VuZFwiOntcIiRyZWZcIjpcIjEyOFwifSxcIklzVmlzaWJsZVwiOnRydWUsXCJXaWR0aFwiOjAuMCxcIkhlaWdodFwiOjAuMCxcIkJvcmRlclN0eWxlXCI6e1wiJGlkXCI6XCI1MDdcIixcIkxpbmVDb2xvclwiOm51bGwsXCJMaW5lV2VpZ2h0XCI6MC4wLFwiTGluZVR5cGVcIjowfX0sXCJIb3Jpem9udGFsQ29ubmVjdG9yU3R5bGVcIjp7XCIkaWRcIjpcIjUwOFwiLFwiTGluZUNvbG9yXCI6e1wiJHJlZlwiOlwiMTMwXCJ9LFwiTGluZVdlaWdodFwiOjEuMCxcIkxpbmVUeXBlXCI6MH0sXCJWZXJ0aWNhbENvbm5lY3RvclN0eWxlXCI6e1wiJGlkXCI6XCI1MDlcIixcIkxpbmVDb2xvclwiOntcIiRyZWZcIjpcIjEzM1wifSxcIkxpbmVXZWlnaHRcIjowLjAsXCJMaW5lVHlwZVwiOjB9LFwiTWFyZ2luXCI6bnVsbCxcIlN0YXJ0RGF0ZVBvc2l0aW9uXCI6NixcIkVuZERhdGVQb3NpdGlvblwiOjYsXCJUaXRsZVBvc2l0aW9uXCI6MyxcIkR1cmF0aW9uUG9zaXRpb25cIjo2LFwiUGVyY2VudGFnZUNvbXBsZXRlZFBvc2l0aW9uXCI6NixcIlNwYWNpbmdcIjo1LFwiSXNCZWxvd1RpbWViYW5kXCI6dHJ1ZSxcIlBlcmNlbnRhZ2VDb21wbGV0ZVNoYXBlT3BhY2l0eVwiOjM1LFwiR3JvdXBOYW1lXCI6XCIxYjk5MjVjOS1jNGEwLTRjNzktYTExYi1hOGI5MWM5N2UwYjFcIixcIkF0dGFjaGVkTWlsZXN0b25lc1N0eWxlc1wiOm51bGwsXCJTaGFwZVN0eWxlXCI6e1wiJGlkXCI6XCI1MTBcIixcIk1hcmdpblwiOntcIiRpZFwiOlwiNTExXCIsXCJUb3BcIjowLjAsXCJMZWZ0XCI6NC4wLFwiUmlnaHRcIjo0LjAsXCJCb3R0b21cIjowLjB9LFwiUGFkZGluZ1wiOntcIiRpZFwiOlwiNTEyXCIsXCJUb3BcIjowLjAsXCJMZWZ0XCI6MC4wLFwiUmlnaHRcIjowLjAsXCJCb3R0b21cIjowLjB9LFwiQmFja2dyb3VuZFwiOntcIiRpZFwiOlwiNTEzXCIsXCJDb2xvclwiOntcIiRpZFwiOlwiNTE0XCIsXCJBXCI6MjU1LFwiUlwiOjgyLFwiR1wiOjE0NyxcIkJcIjoyMDV9fSxcIklzVmlzaWJsZVwiOnRydWUsXCJXaWR0aFwiOjAuMCxcIkhlaWdodFwiOjEzLjQyNjY2NjY2NjY2NjY3NyxcIkJvcmRlclN0eWxlXCI6e1wiJGlkXCI6XCI1MTVcIixcIkxpbmVDb2xvclwiOntcIiRyZWZcIjpcIjE0MVwifSxcIkxpbmVXZWlnaHRcIjowLjAsXCJMaW5lVHlwZVwiOjB9fSxcIlRpdGxlU3R5bGVcIjp7XCIkaWRcIjpcIjUxNlwiLFwiRm9udFNldHRpbmdzXCI6e1wiJGlkXCI6XCI1MTdcIixcIkZvbnRTaXplXCI6MTEsXCJGb250TmFtZVwiOlwiQ2FsaWJyaVwiLFwiSXNCb2xkXCI6dHJ1ZSxcIklzSXRhbGljXCI6ZmFsc2UsXCJJc1VuZGVybGluZWRcIjpmYWxzZX0sXCJBdXRvU2l6ZVwiOjAsXCJGb3JlZ3JvdW5kXCI6e1wiJGlkXCI6XCI1MThcIixcIkNvbG9yXCI6e1wiJGlkXCI6XCI1MTlcIixcIkFcIjoyNTUsXCJSXCI6MCxcIkdcIjowLFwiQlwiOjB9fSxcIkJhY2tncm91bmRGaWxsVHlwZVwiOjAsXCJNYXhXaWR0aFwiOjk2MC4wLFwiTWF4SGVpZ2h0XCI6XCJJbmZpbml0eVwiLFwiU21hcnRGb3JlZ3JvdW5kSXNBY3RpdmVcIjpmYWxzZSxcIkhvcml6b250YWxBbGlnbm1lbnRcIjoyLFwiVmVydGljYWxBbGlnbm1lbnRcIjowLFwiU21hcnRGb3JlZ3JvdW5kXCI6bnVsbCxcIk1hcmdpblwiOntcIiRpZFwiOlwiNTIwXCIsXCJUb3BcIjowLjAsXCJMZWZ0XCI6MC4wLFwiUmlnaHRcIjowLjAsXCJCb3R0b21cIjowLjB9LFwiUGFkZGluZ1wiOntcIiRpZFwiOlwiNTIxXCIsXCJUb3BcIjowLjAsXCJMZWZ0XCI6MC4wLFwiUmlnaHRcIjowLjAsXCJCb3R0b21cIjowLjB9LFwiQmFja2dyb3VuZFwiOntcIiRyZWZcIjpcIjE0OVwifSxcIklzVmlzaWJsZVwiOnRydWUsXCJXaWR0aFwiOjAuMCxcIkhlaWdodFwiOjAuMCxcIkJvcmRlclN0eWxlXCI6e1wiJGlkXCI6XCI1MjJcIixcIkxpbmVDb2xvclwiOm51bGwsXCJMaW5lV2VpZ2h0XCI6MC4wLFwiTGluZVR5cGVcIjowfX0sXCJEYXRlU3R5bGVcIjp7XCIkaWRcIjpcIjUyM1wiLFwiRm9udFNldHRpbmdzXCI6e1wiJGlkXCI6XCI1MjRcIixcIkZvbnRTaXplXCI6MTAsXCJGb250TmFtZVwiOlwiQ2FsaWJyaVwiLFwiSXNCb2xkXCI6ZmFsc2UsXCJJc0l0YWxpY1wiOmZhbHNlLFwiSXNVbmRlcmxpbmVkXCI6ZmFsc2V9LFwiQXV0b1NpemVcIjowLFwiRm9yZWdyb3VuZFwiOntcIiRpZFwiOlwiNTI1XCIsXCJDb2xvclwiOntcIiRpZFwiOlwiNTI2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1MjdcIixcIlRvcFwiOjAuMCxcIkxlZnRcIjowLjAsXCJSaWdodFwiOjAuMCxcIkJvdHRvbVwiOjAuMH0sXCJQYWRkaW5nXCI6e1wiJGlkXCI6XCI1MjhcIixcIlRvcFwiOjAuMCxcIkxlZnRcIjowLjAsXCJSaWdodFwiOjAuMCxcIkJvdHRvbVwiOjAuMH0sXCJCYWNrZ3JvdW5kXCI6e1wiJHJlZlwiOlwiMTU2XCJ9LFwiSXNWaXNpYmxlXCI6dHJ1ZSxcIldpZHRoXCI6MC4wLFwiSGVpZ2h0XCI6MC4wLFwiQm9yZGVyU3R5bGVcIjp7XCIkaWRcIjpcIjUyOVwiLFwiTGluZUNvbG9yXCI6bnVsbCxcIkxpbmVXZWlnaHRcIjowLjAsXCJMaW5lVHlwZVwiOjB9fSxcIkRhdGVGb3JtYXRcIjp7XCIkaWRcIjpcIjUzMFwiLFwiRm9ybWF0U3RyaW5nXCI6XCJNL2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QXR0YWNoZWRNaWxlc3RvbmVzU3R5bGVcIjpbe1wiJGlkXCI6XCI1MzFcIixcIlNoYXBlXCI6MSxcIkNvbm5lY3Rvck1hcmdpblwiOntcIiRpZFwiOlwiNTMyXCIsXCJUb3BcIjowLjAsXCJMZWZ0XCI6Mi4wLFwiUmlnaHRcIjoyLjAsXCJCb3R0b21cIjowLjB9LFwiQ29ubmVjdG9yU3R5bGVcIjp7XCIkaWRcIjpcIjUzM1wiLFwiTGluZUNvbG9yXCI6e1wiJGlkXCI6XCI1MzRcIixcIiR0eXBlXCI6XCJOTFJFLkNvbW1vbi5Eb20uU29saWRDb2xvckJydXNoLCBOTFJFLkNvbW1vblwiLFwiQ29sb3JcIjp7XCIkaWRcIjpcIjUzNVwiLFwiQVwiOjEyNyxcIlJcIjo3OSxcIkdcIjoxMjksXCJCXCI6MTg5fX0sXCJMaW5lV2VpZ2h0XCI6MS4wLFwiTGluZVR5cGVcIjowfSxcIklzQmVsb3dUaW1lYmFuZFwiOnRydWUsXCJIaWRlRGF0ZVwiOmZhbHNlLFwiU2hhcGVTaXplXCI6MCxcIlNwYWNpbmdcIjowLjAsXCJQYWRkaW5nXCI6e1wiJGlkXCI6XCI1MzZcIixcIlRvcFwiOjcuMCxcIkxlZnRcIjozLjAsXCJSaWdodFwiOjAuMCxcIkJvdHRvbVwiOjIuMH0sXCJQb3NpdGlvblwiOm51bGwsXCJQb3NpdGlvbk9uVGFza1wiOjMsXCJTaGFwZVN0eWxlXCI6e1wiJGlkXCI6XCI1MzdcIixcIk1hcmdpblwiOntcIiRpZFwiOlwiNTM4XCIsXCJUb3BcIjowLjAsXCJMZWZ0XCI6MC4wLFwiUmlnaHRcIjowLjAsXCJCb3R0b21cIjowLjB9LFwiUGFkZGluZ1wiOntcIiRpZFwiOlwiNTM5XCIsXCJUb3BcIjowLjAsXCJMZWZ0XCI6MC4wLFwiUmlnaHRcIjowLjAsXCJCb3R0b21cIjowLjB9LFwiQmFja2dyb3VuZFwiOntcIiRpZFwiOlwiNTQwXCIsXCJDb2xvclwiOntcIiRpZFwiOlwiNTQxXCIsXCJBXCI6MjU1LFwiUlwiOjY4LFwiR1wiOjg0LFwiQlwiOjEwNn19LFwiSXNWaXNpYmxlXCI6dHJ1ZSxcIldpZHRoXCI6MTIuMCxcIkhlaWdodFwiOjE0LjAsXCJCb3JkZXJTdHlsZVwiOntcIiRpZFwiOlwiNTQyXCIsXCJMaW5lQ29sb3JcIjpudWxsLFwiTGluZVdlaWdodFwiOjAuMCxcIkxpbmVUeXBlXCI6MH19LFwiVGl0bGVTdHlsZVwiOntcIiRpZFwiOlwiNTQzXCIsXCJGb250U2V0dGluZ3NcIjp7XCIkaWRcIjpcIjU0NFwiLFwiRm9udFNpemVcIjoxMSxcIkZvbnROYW1lXCI6XCJDYWxpYnJpXCIsXCJJc0JvbGRcIjp0cnVlLFwiSXNJdGFsaWNcIjpmYWxzZSxcIklzVW5kZXJsaW5lZFwiOmZhbHNlfSxcIkF1dG9TaXplXCI6MCxcIkZvcmVncm91bmRcIjp7XCIkaWRcIjpcIjU0NVwiLFwiQ29sb3JcIjp7XCIkaWRcIjpcIjU0NlwiLFwiQVwiOjI1NSxcIlJcIjowLFwiR1wiOjAsXCJCXCI6MH19LFwiQmFja2dyb3VuZEZpbGxUeXBlXCI6MCxcIk1heFdpZHRoXCI6MjAwLjAsXCJNYXhIZWlnaHRcIjpcIkluZmluaXR5XCIsXCJTbWFydEZvcmVncm91bmRJc0FjdGl2ZVwiOmZhbHNlLFwiSG9yaXpvbnRhbEFsaWdubWVudFwiOjEsXCJWZXJ0aWNhbEFsaWdubWVudFwiOjAsXCJTbWFydEZvcmVncm91bmRcIjpudWxsLFwiTWFyZ2luXCI6e1wiJGlkXCI6XCI1NDdcIixcIlRvcFwiOjAuMCxcIkxlZnRcIjowLjAsXCJSaWdodFwiOjAuMCxcIkJvdHRvbVwiOjAuMH0sXCJQYWRkaW5nXCI6e1wiJGlkXCI6XCI1NDhcIixcIlRvcFwiOjAuMCxcIkxlZnRcIjowLjAsXCJSaWdodFwiOjAuMCxcIkJvdHRvbVwiOjAuMH0sXCJCYWNrZ3JvdW5kXCI6e1wiJHJlZlwiOlwiMTA1XCJ9LFwiSXNWaXNpYmxlXCI6ZmFsc2UsXCJXaWR0aFwiOjAuMCxcIkhlaWdodFwiOjAuMCxcIkJvcmRlclN0eWxlXCI6e1wiJGlkXCI6XCI1NDlcIixcIkxpbmVDb2xvclwiOm51bGwsXCJMaW5lV2VpZ2h0XCI6MC4wLFwiTGluZVR5cGVcIjowfX0sXCJEYXRlU3R5bGVcIjp7XCIkaWRcIjpcIjU1MFwiLFwiRm9udFNldHRpbmdzXCI6e1wiJGlkXCI6XCI1NTFcIixcIkZvbnRTaXplXCI6MTAsXCJGb250TmFtZVwiOlwiQ2FsaWJyaVwiLFwiSXNCb2xkXCI6ZmFsc2UsXCJJc0l0YWxpY1wiOmZhbHNlLFwiSXNVbmRlcmxpbmVkXCI6ZmFsc2V9LFwiQXV0b1NpemVcIjowLFwiRm9yZWdyb3VuZFwiOntcIiRpZFwiOlwiNTUyXCIsXCJDb2xvclwiOntcIiRpZFwiOlwiNTUzXCIsXCJBXCI6MjU1LFwiUlwiOjY4LFwiR1wiOjg0LFwiQlwiOjEwNn19LFwiQmFja2dyb3VuZEZpbGxUeXBlXCI6MCxcIk1heFdpZHRoXCI6MjAwLjAsXCJNYXhIZWlnaHRcIjpcIkluZmluaXR5XCIsXCJTbWFydEZvcmVncm91bmRJc0FjdGl2ZVwiOmZhbHNlLFwiSG9yaXpvbnRhbEFsaWdubWVudFwiOjEsXCJWZXJ0aWNhbEFsaWdubWVudFwiOjAsXCJTbWFydEZvcmVncm91bmRcIjpudWxsLFwiTWFyZ2luXCI6e1wiJGlkXCI6XCI1NTRcIixcIlRvcFwiOjAuMCxcIkxlZnRcIjowLjAsXCJSaWdodFwiOjAuMCxcIkJvdHRvbVwiOjAuMH0sXCJQYWRkaW5nXCI6e1wiJGlkXCI6XCI1NTVcIixcIlRvcFwiOjAuMCxcIkxlZnRcIjowLjAsXCJSaWdodFwiOjAuMCxcIkJvdHRvbVwiOjAuMH0sXCJCYWNrZ3JvdW5kXCI6e1wiJHJlZlwiOlwiMTEyXCJ9LFwiSXNWaXNpYmxlXCI6ZmFsc2UsXCJXaWR0aFwiOjAuMCxcIkhlaWdodFwiOjAuMCxcIkJvcmRlclN0eWxlXCI6e1wiJGlkXCI6XCI1NTZcIixcIkxpbmVDb2xvclwiOm51bGwsXCJMaW5lV2VpZ2h0XCI6MC4wLFwiTGluZVR5cGVcIjowfX0sXCJEYXRlRm9ybWF0XCI6e1wiJGlkXCI6XCI1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HtcIiRpZFwiOlwiNTU4XCIsXCJTaGFwZVwiOjEsXCJDb25uZWN0b3JNYXJnaW5cIjp7XCIkaWRcIjpcIjU1OVwiLFwiVG9wXCI6MC4wLFwiTGVmdFwiOjIuMCxcIlJpZ2h0XCI6Mi4wLFwiQm90dG9tXCI6MC4wfSxcIkNvbm5lY3RvclN0eWxlXCI6e1wiJGlkXCI6XCI1NjBcIixcIkxpbmVDb2xvclwiOntcIiRyZWZcIjpcIjUzNFwifSxcIkxpbmVXZWlnaHRcIjoxLjAsXCJMaW5lVHlwZVwiOjB9LFwiSXNCZWxvd1RpbWViYW5kXCI6dHJ1ZSxcIkhpZGVEYXRlXCI6ZmFsc2UsXCJTaGFwZVNpemVcIjowLFwiU3BhY2luZ1wiOjAuMCxcIlBhZGRpbmdcIjp7XCIkaWRcIjpcIjU2MVwiLFwiVG9wXCI6Ny4wLFwiTGVmdFwiOjMuMCxcIlJpZ2h0XCI6MC4wLFwiQm90dG9tXCI6Mi4wfSxcIlBvc2l0aW9uXCI6bnVsbCxcIlBvc2l0aW9uT25UYXNrXCI6MyxcIlNoYXBlU3R5bGVcIjp7XCIkaWRcIjpcIjU2MlwiLFwiTWFyZ2luXCI6e1wiJGlkXCI6XCI1NjNcIixcIlRvcFwiOjAuMCxcIkxlZnRcIjowLjAsXCJSaWdodFwiOjAuMCxcIkJvdHRvbVwiOjAuMH0sXCJQYWRkaW5nXCI6e1wiJGlkXCI6XCI1NjRcIixcIlRvcFwiOjAuMCxcIkxlZnRcIjowLjAsXCJSaWdodFwiOjAuMCxcIkJvdHRvbVwiOjAuMH0sXCJCYWNrZ3JvdW5kXCI6e1wiJGlkXCI6XCI1NjVcIixcIkNvbG9yXCI6e1wiJGlkXCI6XCI1NjZcIixcIkFcIjoyNTUsXCJSXCI6NjgsXCJHXCI6ODQsXCJCXCI6MTA2fX0sXCJJc1Zpc2libGVcIjp0cnVlLFwiV2lkdGhcIjoxMi4wLFwiSGVpZ2h0XCI6MTQuMCxcIkJvcmRlclN0eWxlXCI6e1wiJGlkXCI6XCI1NjdcIixcIkxpbmVDb2xvclwiOm51bGwsXCJMaW5lV2VpZ2h0XCI6MC4wLFwiTGluZVR5cGVcIjowfX0sXCJUaXRsZVN0eWxlXCI6e1wiJGlkXCI6XCI1NjhcIixcIkZvbnRTZXR0aW5nc1wiOntcIiRpZFwiOlwiNTY5XCIsXCJGb250U2l6ZVwiOjExLFwiRm9udE5hbWVcIjpcIkNhbGlicmlcIixcIklzQm9sZFwiOnRydWUsXCJJc0l0YWxpY1wiOmZhbHNlLFwiSXNVbmRlcmxpbmVkXCI6ZmFsc2V9LFwiQXV0b1NpemVcIjowLFwiRm9yZWdyb3VuZFwiOntcIiRpZFwiOlwiNTcwXCIsXCJDb2xvclwiOntcIiRpZFwiOlwiNTcxXCIsXCJBXCI6MjU1LFwiUlwiOjAsXCJHXCI6MCxcIkJcIjowfX0sXCJCYWNrZ3JvdW5kRmlsbFR5cGVcIjowLFwiTWF4V2lkdGhcIjoyMDAuMCxcIk1heEhlaWdodFwiOlwiSW5maW5pdHlcIixcIlNtYXJ0Rm9yZWdyb3VuZElzQWN0aXZlXCI6ZmFsc2UsXCJIb3Jpem9udGFsQWxpZ25tZW50XCI6MSxcIlZlcnRpY2FsQWxpZ25tZW50XCI6MCxcIlNtYXJ0Rm9yZWdyb3VuZFwiOm51bGwsXCJNYXJnaW5cIjp7XCIkaWRcIjpcIjU3MlwiLFwiVG9wXCI6MC4wLFwiTGVmdFwiOjAuMCxcIlJpZ2h0XCI6MC4wLFwiQm90dG9tXCI6MC4wfSxcIlBhZGRpbmdcIjp7XCIkaWRcIjpcIjU3M1wiLFwiVG9wXCI6MC4wLFwiTGVmdFwiOjAuMCxcIlJpZ2h0XCI6MC4wLFwiQm90dG9tXCI6MC4wfSxcIkJhY2tncm91bmRcIjp7XCIkcmVmXCI6XCIxMDVcIn0sXCJJc1Zpc2libGVcIjpmYWxzZSxcIldpZHRoXCI6MC4wLFwiSGVpZ2h0XCI6MC4wLFwiQm9yZGVyU3R5bGVcIjp7XCIkaWRcIjpcIjU3NFwiLFwiTGluZUNvbG9yXCI6bnVsbCxcIkxpbmVXZWlnaHRcIjowLjAsXCJMaW5lVHlwZVwiOjB9fSxcIkRhdGVTdHlsZVwiOntcIiRpZFwiOlwiNTc1XCIsXCJGb250U2V0dGluZ3NcIjp7XCIkaWRcIjpcIjU3NlwiLFwiRm9udFNpemVcIjoxMCxcIkZvbnROYW1lXCI6XCJDYWxpYnJpXCIsXCJJc0JvbGRcIjpmYWxzZSxcIklzSXRhbGljXCI6ZmFsc2UsXCJJc1VuZGVybGluZWRcIjpmYWxzZX0sXCJBdXRvU2l6ZVwiOjAsXCJGb3JlZ3JvdW5kXCI6e1wiJGlkXCI6XCI1NzdcIixcIkNvbG9yXCI6e1wiJGlkXCI6XCI1NzhcIixcIkFcIjoyNTUsXCJSXCI6NjgsXCJHXCI6ODQsXCJCXCI6MTA2fX0sXCJCYWNrZ3JvdW5kRmlsbFR5cGVcIjowLFwiTWF4V2lkdGhcIjoyMDAuMCxcIk1heEhlaWdodFwiOlwiSW5maW5pdHlcIixcIlNtYXJ0Rm9yZWdyb3VuZElzQWN0aXZlXCI6ZmFsc2UsXCJIb3Jpem9udGFsQWxpZ25tZW50XCI6MSxcIlZlcnRpY2FsQWxpZ25tZW50XCI6MCxcIlNtYXJ0Rm9yZWdyb3VuZFwiOm51bGwsXCJNYXJnaW5cIjp7XCIkaWRcIjpcIjU3OVwiLFwiVG9wXCI6MC4wLFwiTGVmdFwiOjAuMCxcIlJpZ2h0XCI6MC4wLFwiQm90dG9tXCI6MC4wfSxcIlBhZGRpbmdcIjp7XCIkaWRcIjpcIjU4MFwiLFwiVG9wXCI6MC4wLFwiTGVmdFwiOjAuMCxcIlJpZ2h0XCI6MC4wLFwiQm90dG9tXCI6MC4wfSxcIkJhY2tncm91bmRcIjp7XCIkcmVmXCI6XCIxMTJcIn0sXCJJc1Zpc2libGVcIjpmYWxzZSxcIldpZHRoXCI6MC4wLFwiSGVpZ2h0XCI6MC4wLFwiQm9yZGVyU3R5bGVcIjp7XCIkaWRcIjpcIjU4MVwiLFwiTGluZUNvbG9yXCI6bnVsbCxcIkxpbmVXZWlnaHRcIjowLjAsXCJMaW5lVHlwZVwiOjB9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e1wiJGlkXCI6XCI1ODNcIixcIlNoYXBlXCI6MSxcIkNvbm5lY3Rvck1hcmdpblwiOntcIiRpZFwiOlwiNTg0XCIsXCJUb3BcIjowLjAsXCJMZWZ0XCI6Mi4wLFwiUmlnaHRcIjoyLjAsXCJCb3R0b21cIjowLjB9LFwiQ29ubmVjdG9yU3R5bGVcIjp7XCIkaWRcIjpcIjU4NVwiLFwiTGluZUNvbG9yXCI6e1wiJHJlZlwiOlwiNTM0XCJ9LFwiTGluZVdlaWdodFwiOjEuMCxcIkxpbmVUeXBlXCI6MH0sXCJJc0JlbG93VGltZWJhbmRcIjp0cnVlLFwiSGlkZURhdGVcIjpmYWxzZSxcIlNoYXBlU2l6ZVwiOjAsXCJTcGFjaW5nXCI6MC4wLFwiUGFkZGluZ1wiOntcIiRpZFwiOlwiNTg2XCIsXCJUb3BcIjo3LjAsXCJMZWZ0XCI6My4wLFwiUmlnaHRcIjowLjAsXCJCb3R0b21cIjoyLjB9LFwiUG9zaXRpb25cIjpudWxsLFwiUG9zaXRpb25PblRhc2tcIjozLFwiU2hhcGVTdHlsZVwiOntcIiRpZFwiOlwiNTg3XCIsXCJNYXJnaW5cIjp7XCIkaWRcIjpcIjU4OFwiLFwiVG9wXCI6MC4wLFwiTGVmdFwiOjAuMCxcIlJpZ2h0XCI6MC4wLFwiQm90dG9tXCI6MC4wfSxcIlBhZGRpbmdcIjp7XCIkaWRcIjpcIjU4OVwiLFwiVG9wXCI6MC4wLFwiTGVmdFwiOjAuMCxcIlJpZ2h0XCI6MC4wLFwiQm90dG9tXCI6MC4wfSxcIkJhY2tncm91bmRcIjp7XCIkaWRcIjpcIjU5MFwiLFwiQ29sb3JcIjp7XCIkaWRcIjpcIjU5MVwiLFwiQVwiOjI1NSxcIlJcIjo2OCxcIkdcIjo4NCxcIkJcIjoxMDZ9fSxcIklzVmlzaWJsZVwiOnRydWUsXCJXaWR0aFwiOjEyLjAsXCJIZWlnaHRcIjoxNC4wLFwiQm9yZGVyU3R5bGVcIjp7XCIkaWRcIjpcIjU5MlwiLFwiTGluZUNvbG9yXCI6bnVsbCxcIkxpbmVXZWlnaHRcIjowLjAsXCJMaW5lVHlwZVwiOjB9fSxcIlRpdGxlU3R5bGVcIjp7XCIkaWRcIjpcIjU5M1wiLFwiRm9udFNldHRpbmdzXCI6e1wiJGlkXCI6XCI1OTRcIixcIkZvbnRTaXplXCI6MTEsXCJGb250TmFtZVwiOlwiQ2FsaWJyaVwiLFwiSXNCb2xkXCI6dHJ1ZSxcIklzSXRhbGljXCI6ZmFsc2UsXCJJc1VuZGVybGluZWRcIjpmYWxzZX0sXCJBdXRvU2l6ZVwiOjAsXCJGb3JlZ3JvdW5kXCI6e1wiJGlkXCI6XCI1OTVcIixcIkNvbG9yXCI6e1wiJGlkXCI6XCI1OTZcIixcIkFcIjoyNTUsXCJSXCI6MCxcIkdcIjowLFwiQlwiOjB9fSxcIkJhY2tncm91bmRGaWxsVHlwZVwiOjAsXCJNYXhXaWR0aFwiOjIwMC4wLFwiTWF4SGVpZ2h0XCI6XCJJbmZpbml0eVwiLFwiU21hcnRGb3JlZ3JvdW5kSXNBY3RpdmVcIjpmYWxzZSxcIkhvcml6b250YWxBbGlnbm1lbnRcIjoxLFwiVmVydGljYWxBbGlnbm1lbnRcIjowLFwiU21hcnRGb3JlZ3JvdW5kXCI6bnVsbCxcIk1hcmdpblwiOntcIiRpZFwiOlwiNTk3XCIsXCJUb3BcIjowLjAsXCJMZWZ0XCI6MC4wLFwiUmlnaHRcIjowLjAsXCJCb3R0b21cIjowLjB9LFwiUGFkZGluZ1wiOntcIiRpZFwiOlwiNTk4XCIsXCJUb3BcIjowLjAsXCJMZWZ0XCI6MC4wLFwiUmlnaHRcIjowLjAsXCJCb3R0b21cIjowLjB9LFwiQmFja2dyb3VuZFwiOntcIiRyZWZcIjpcIjEwNVwifSxcIklzVmlzaWJsZVwiOmZhbHNlLFwiV2lkdGhcIjowLjAsXCJIZWlnaHRcIjowLjAsXCJCb3JkZXJTdHlsZVwiOntcIiRpZFwiOlwiNTk5XCIsXCJMaW5lQ29sb3JcIjpudWxsLFwiTGluZVdlaWdodFwiOjAuMCxcIkxpbmVUeXBlXCI6MH19LFwiRGF0ZVN0eWxlXCI6e1wiJGlkXCI6XCI2MDBcIixcIkZvbnRTZXR0aW5nc1wiOntcIiRpZFwiOlwiNjAxXCIsXCJGb250U2l6ZVwiOjEwLFwiRm9udE5hbWVcIjpcIkNhbGlicmlcIixcIklzQm9sZFwiOmZhbHNlLFwiSXNJdGFsaWNcIjpmYWxzZSxcIklzVW5kZXJsaW5lZFwiOmZhbHNlfSxcIkF1dG9TaXplXCI6MCxcIkZvcmVncm91bmRcIjp7XCIkaWRcIjpcIjYwMlwiLFwiQ29sb3JcIjp7XCIkaWRcIjpcIjYwM1wiLFwiQVwiOjI1NSxcIlJcIjo2OCxcIkdcIjo4NCxcIkJcIjoxMDZ9fSxcIkJhY2tncm91bmRGaWxsVHlwZVwiOjAsXCJNYXhXaWR0aFwiOjIwMC4wLFwiTWF4SGVpZ2h0XCI6XCJJbmZpbml0eVwiLFwiU21hcnRGb3JlZ3JvdW5kSXNBY3RpdmVcIjpmYWxzZSxcIkhvcml6b250YWxBbGlnbm1lbnRcIjoxLFwiVmVydGljYWxBbGlnbm1lbnRcIjowLFwiU21hcnRGb3JlZ3JvdW5kXCI6bnVsbCxcIk1hcmdpblwiOntcIiRpZFwiOlwiNjA0XCIsXCJUb3BcIjowLjAsXCJMZWZ0XCI6MC4wLFwiUmlnaHRcIjowLjAsXCJCb3R0b21cIjowLjB9LFwiUGFkZGluZ1wiOntcIiRpZFwiOlwiNjA1XCIsXCJUb3BcIjowLjAsXCJMZWZ0XCI6MC4wLFwiUmlnaHRcIjowLjAsXCJCb3R0b21cIjowLjB9LFwiQmFja2dyb3VuZFwiOntcIiRyZWZcIjpcIjExMlwifSxcIklzVmlzaWJsZVwiOmZhbHNlLFwiV2lkdGhcIjowLjAsXCJIZWlnaHRcIjowLjAsXCJCb3JkZXJTdHlsZVwiOntcIiRpZFwiOlwiNjA2XCIsXCJMaW5lQ29sb3JcIjpudWxsLFwiTGluZVdlaWdodFwiOjAuMCxcIkxpbmVUeXBlXCI6MH19LFwiRGF0ZUZvcm1hdFwiOntcIiRpZFwiOlwiNjA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V19XX0se1wiJGlkXCI6XCI2MDhcIixcIlN0eWxlXCI6e1wiJGlkXCI6XCI2MDlcIixcIkhlYWRlclN0eWxlXCI6e1wiJGlkXCI6XCI2MTBcIixcIlRleHRTdHlsZVwiOntcIiRpZFwiOlwiNjExXCIsXCJGb250U2V0dGluZ3NcIjp7XCIkaWRcIjpcIjYxMlwiLFwiRm9udFNpemVcIjoxMCxcIkZvbnROYW1lXCI6XCJGcmFua2xpbiBHb3RoaWMgTWVkaXVtXCIsXCJJc0JvbGRcIjpmYWxzZSxcIklzSXRhbGljXCI6ZmFsc2UsXCJJc1VuZGVybGluZWRcIjpmYWxzZX0sXCJBdXRvU2l6ZVwiOjAsXCJGb3JlZ3JvdW5kXCI6e1wiJGlkXCI6XCI2MTNcIixcIkNvbG9yXCI6e1wiJGlkXCI6XCI2MTRcIixcIkFcIjoyNTUsXCJSXCI6MTE4LFwiR1wiOjkwLFwiQlwiOjB9fSxcIkJhY2tncm91bmRGaWxsVHlwZVwiOjAsXCJNYXhXaWR0aFwiOjAuMCxcIk1heEhlaWdodFwiOjAuMCxcIlNtYXJ0Rm9yZWdyb3VuZElzQWN0aXZlXCI6ZmFsc2UsXCJIb3Jpem9udGFsQWxpZ25tZW50XCI6MCxcIlZlcnRpY2FsQWxpZ25tZW50XCI6MCxcIlNtYXJ0Rm9yZWdyb3VuZFwiOm51bGwsXCJNYXJnaW5cIjp7XCIkaWRcIjpcIjYxNVwiLFwiVG9wXCI6MC4wLFwiTGVmdFwiOjAuMCxcIlJpZ2h0XCI6MC4wLFwiQm90dG9tXCI6MC4wfSxcIlBhZGRpbmdcIjp7XCIkaWRcIjpcIjYxNlwiLFwiVG9wXCI6MC4wLFwiTGVmdFwiOjAuMCxcIlJpZ2h0XCI6MC4wLFwiQm90dG9tXCI6MC4wfSxcIkJhY2tncm91bmRcIjpudWxsLFwiSXNWaXNpYmxlXCI6ZmFsc2UsXCJXaWR0aFwiOjAuMCxcIkhlaWdodFwiOjAuMCxcIkJvcmRlclN0eWxlXCI6bnVsbH0sXCJSZWN0YW5nbGVTdHlsZVwiOntcIiRpZFwiOlwiNjE3XCIsXCJNYXJnaW5cIjp7XCIkaWRcIjpcIjYxOFwiLFwiVG9wXCI6MC4wLFwiTGVmdFwiOjAuMCxcIlJpZ2h0XCI6MC4wLFwiQm90dG9tXCI6MC4wfSxcIlBhZGRpbmdcIjp7XCIkaWRcIjpcIjYxOVwiLFwiVG9wXCI6MC4wLFwiTGVmdFwiOjAuMCxcIlJpZ2h0XCI6MC4wLFwiQm90dG9tXCI6MC4wfSxcIkJhY2tncm91bmRcIjp7XCIkaWRcIjpcIjYyMFwiLFwiQ29sb3JcIjp7XCIkaWRcIjpcIjYyMVwiLFwiQVwiOjEyNyxcIlJcIjoyNTUsXCJHXCI6MTkyLFwiQlwiOjB9fSxcIklzVmlzaWJsZVwiOmZhbHNlLFwiV2lkdGhcIjowLjAsXCJIZWlnaHRcIjowLjAsXCJCb3JkZXJTdHlsZVwiOntcIiRpZFwiOlwiNjIyXCIsXCJMaW5lQ29sb3JcIjp7XCIkcmVmXCI6XCIxNzJcIn0sXCJMaW5lV2VpZ2h0XCI6MC4wLFwiTGluZVR5cGVcIjowfX0sXCJUZXh0SXNWZXJ0aWNhbFwiOmZhbHNlfSxcIkJhY2tncm91bmRTdHlsZVwiOntcIiRpZFwiOlwiNjIzXCIsXCJNYXJnaW5cIjp7XCIkaWRcIjpcIjYyNFwiLFwiVG9wXCI6MC4wLFwiTGVmdFwiOjAuMCxcIlJpZ2h0XCI6MC4wLFwiQm90dG9tXCI6MC4wfSxcIlBhZGRpbmdcIjp7XCIkaWRcIjpcIjYyNVwiLFwiVG9wXCI6MC4wLFwiTGVmdFwiOjAuMCxcIlJpZ2h0XCI6MC4wLFwiQm90dG9tXCI6MC4wfSxcIkJhY2tncm91bmRcIjp7XCIkaWRcIjpcIjYyNlwiLFwiQ29sb3JcIjp7XCIkaWRcIjpcIjYyN1wiLFwiQVwiOjM4LFwiUlwiOjI1NSxcIkdcIjoxOTIsXCJCXCI6MH19LFwiSXNWaXNpYmxlXCI6dHJ1ZSxcIldpZHRoXCI6MC4wLFwiSGVpZ2h0XCI6MC4wLFwiQm9yZGVyU3R5bGVcIjp7XCIkaWRcIjpcIjYyOFwiLFwiTGluZUNvbG9yXCI6e1wiJHJlZlwiOlwiMTgwXCJ9LFwiTGluZVdlaWdodFwiOjAuMCxcIkxpbmVUeXBlXCI6MH19LFwiSXNBYm92ZVRpbWViYW5kXCI6ZmFsc2V9LFwiQ3VzdG9tU3dpbWxhbmVNaWxlc3RvbmVTdHlsZUxpc3RcIjpbe1wiJGlkXCI6XCI2MjlcIixcIlRpdGxlU3R5bGVcIjp7XCIkaWRcIjpcIjYzMFwiLFwiRm9udFNldHRpbmdzXCI6e1wiJGlkXCI6XCI2MzFcIixcIkZvbnRTaXplXCI6MTEsXCJGb250TmFtZVwiOlwiQ2FsaWJyaVwiLFwiSXNCb2xkXCI6dHJ1ZSxcIklzSXRhbGljXCI6ZmFsc2UsXCJJc1VuZGVybGluZWRcIjpmYWxzZX0sXCJBdXRvU2l6ZVwiOjAsXCJGb3JlZ3JvdW5kXCI6e1wiJGlkXCI6XCI2MzJcIixcIkNvbG9yXCI6e1wiJGlkXCI6XCI2MzNcIixcIkFcIjoyNTUsXCJSXCI6MTI3LFwiR1wiOjk2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jM0XCIsXCJUb3BcIjowLjAsXCJMZWZ0XCI6MC4wLFwiUmlnaHRcIjowLjAsXCJCb3R0b21cIjowLjB9LFwiUGFkZGluZ1wiOntcIiRpZFwiOlwiNjM1XCIsXCJUb3BcIjowLjAsXCJMZWZ0XCI6MC4wLFwiUmlnaHRcIjowLjAsXCJCb3R0b21cIjowLjB9LFwiQmFja2dyb3VuZFwiOntcIiRyZWZcIjpcIjEwNVwifSxcIklzVmlzaWJsZVwiOnRydWUsXCJXaWR0aFwiOjAuMCxcIkhlaWdodFwiOjAuMCxcIkJvcmRlclN0eWxlXCI6bnVsbH0sXCJEYXRlU3R5bGVcIjp7XCIkaWRcIjpcIjYzNlwiLFwiRm9udFNldHRpbmdzXCI6e1wiJGlkXCI6XCI2MzdcIixcIkZvbnRTaXplXCI6MTAsXCJGb250TmFtZVwiOlwiQ2FsaWJyaVwiLFwiSXNCb2xkXCI6ZmFsc2UsXCJJc0l0YWxpY1wiOmZhbHNlLFwiSXNVbmRlcmxpbmVkXCI6ZmFsc2V9LFwiQXV0b1NpemVcIjowLFwiRm9yZWdyb3VuZFwiOntcIiRpZFwiOlwiNjM4XCIsXCJDb2xvclwiOntcIiRpZFwiOlwiNjM5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2NDBcIixcIlRvcFwiOjAuMCxcIkxlZnRcIjowLjAsXCJSaWdodFwiOjAuMCxcIkJvdHRvbVwiOjAuMH0sXCJQYWRkaW5nXCI6e1wiJGlkXCI6XCI2NDF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SxcIlNoYXBlU2l6ZVwiOjAsXCJTaGFwZVN0eWxlXCI6e1wiJGlkXCI6XCI2NDJcIixcIk1hcmdpblwiOntcIiRpZFwiOlwiNjQzXCIsXCJUb3BcIjowLjAsXCJMZWZ0XCI6MC4wLFwiUmlnaHRcIjowLjAsXCJCb3R0b21cIjowLjB9LFwiUGFkZGluZ1wiOntcIiRpZFwiOlwiNjQ0XCIsXCJUb3BcIjowLjAsXCJMZWZ0XCI6MC4wLFwiUmlnaHRcIjowLjAsXCJCb3R0b21cIjowLjB9LFwiQmFja2dyb3VuZFwiOntcIiRpZFwiOlwiNjQ1XCIsXCJDb2xvclwiOntcIiRpZFwiOlwiNjQ2XCIsXCJBXCI6MjU1LFwiUlwiOjIwNixcIkdcIjoxNDYsXCJCXCI6MH19LFwiSXNWaXNpYmxlXCI6dHJ1ZSxcIldpZHRoXCI6MTIuMCxcIkhlaWdodFwiOjE0LjAsXCJCb3JkZXJTdHlsZVwiOntcIiRpZFwiOlwiNjQ3XCIsXCJMaW5lQ29sb3JcIjp7XCIkcmVmXCI6XCI5N1wifSxcIkxpbmVXZWlnaHRcIjowLjAsXCJMaW5lVHlwZVwiOjB9fSxcIkRhdGVGb3JtYXRcIjp7XCIkaWRcIjpcIjY0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2Y2ExZGU1LTc2ZWEtNDMwYy05NzA3LWY5ZWY0Y2IwYTM2NlwifSx7XCIkaWRcIjpcIjY0OVwiLFwiVGl0bGVTdHlsZVwiOntcIiRpZFwiOlwiNjUwXCIsXCJGb250U2V0dGluZ3NcIjp7XCIkaWRcIjpcIjY1MVwiLFwiRm9udFNpemVcIjoxMSxcIkZvbnROYW1lXCI6XCJDYWxpYnJpXCIsXCJJc0JvbGRcIjp0cnVlLFwiSXNJdGFsaWNcIjpmYWxzZSxcIklzVW5kZXJsaW5lZFwiOmZhbHNlfSxcIkF1dG9TaXplXCI6MCxcIkZvcmVncm91bmRcIjp7XCIkaWRcIjpcIjY1MlwiLFwiQ29sb3JcIjp7XCIkaWRcIjpcIjY1M1wiLFwiQVwiOjI1NSxcIlJcIjoxMjcsXCJHXCI6OTY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2NTRcIixcIlRvcFwiOjAuMCxcIkxlZnRcIjowLjAsXCJSaWdodFwiOjAuMCxcIkJvdHRvbVwiOjAuMH0sXCJQYWRkaW5nXCI6e1wiJGlkXCI6XCI2NTVcIixcIlRvcFwiOjAuMCxcIkxlZnRcIjowLjAsXCJSaWdodFwiOjAuMCxcIkJvdHRvbVwiOjAuMH0sXCJCYWNrZ3JvdW5kXCI6e1wiJHJlZlwiOlwiMTA1XCJ9LFwiSXNWaXNpYmxlXCI6dHJ1ZSxcIldpZHRoXCI6MC4wLFwiSGVpZ2h0XCI6MC4wLFwiQm9yZGVyU3R5bGVcIjpudWxsfSxcIkRhdGVTdHlsZVwiOntcIiRpZFwiOlwiNjU2XCIsXCJGb250U2V0dGluZ3NcIjp7XCIkaWRcIjpcIjY1N1wiLFwiRm9udFNpemVcIjoxMCxcIkZvbnROYW1lXCI6XCJDYWxpYnJpXCIsXCJJc0JvbGRcIjpmYWxzZSxcIklzSXRhbGljXCI6ZmFsc2UsXCJJc1VuZGVybGluZWRcIjpmYWxzZX0sXCJBdXRvU2l6ZVwiOjAsXCJGb3JlZ3JvdW5kXCI6e1wiJGlkXCI6XCI2NThcIixcIkNvbG9yXCI6e1wiJGlkXCI6XCI2NTl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Y2MFwiLFwiVG9wXCI6MC4wLFwiTGVmdFwiOjAuMCxcIlJpZ2h0XCI6MC4wLFwiQm90dG9tXCI6MC4wfSxcIlBhZGRpbmdcIjp7XCIkaWRcIjpcIjY2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CxcIlNoYXBlU3R5bGVcIjp7XCIkaWRcIjpcIjY2MlwiLFwiTWFyZ2luXCI6e1wiJGlkXCI6XCI2NjNcIixcIlRvcFwiOjAuMCxcIkxlZnRcIjowLjAsXCJSaWdodFwiOjAuMCxcIkJvdHRvbVwiOjAuMH0sXCJQYWRkaW5nXCI6e1wiJGlkXCI6XCI2NjRcIixcIlRvcFwiOjAuMCxcIkxlZnRcIjowLjAsXCJSaWdodFwiOjAuMCxcIkJvdHRvbVwiOjAuMH0sXCJCYWNrZ3JvdW5kXCI6e1wiJGlkXCI6XCI2NjVcIixcIkNvbG9yXCI6e1wiJGlkXCI6XCI2NjZcIixcIkFcIjoyNTUsXCJSXCI6MjA2LFwiR1wiOjE0NixcIkJcIjowfX0sXCJJc1Zpc2libGVcIjp0cnVlLFwiV2lkdGhcIjoxMi4wLFwiSGVpZ2h0XCI6MTQuMCxcIkJvcmRlclN0eWxlXCI6e1wiJGlkXCI6XCI2NjdcIixcIkxpbmVDb2xvclwiOntcIiRyZWZcIjpcIjk3XCJ9LFwiTGluZVdlaWdodFwiOjAuMCxcIkxpbmVUeXBlXCI6MH19LFwiRGF0ZUZvcm1hdFwiOntcIiRpZFwiOlwiNjY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zZjYTFkZTUtNzZlYS00MzBjLTk3MDctZjllZjRjYjBhMzY2XCJ9LHtcIiRpZFwiOlwiNjY5XCIsXCJUaXRsZVN0eWxlXCI6e1wiJGlkXCI6XCI2NzBcIixcIkZvbnRTZXR0aW5nc1wiOntcIiRpZFwiOlwiNjcxXCIsXCJGb250U2l6ZVwiOjExLFwiRm9udE5hbWVcIjpcIkNhbGlicmlcIixcIklzQm9sZFwiOnRydWUsXCJJc0l0YWxpY1wiOmZhbHNlLFwiSXNVbmRlcmxpbmVkXCI6ZmFsc2V9LFwiQXV0b1NpemVcIjowLFwiRm9yZWdyb3VuZFwiOntcIiRpZFwiOlwiNjcyXCIsXCJDb2xvclwiOntcIiRpZFwiOlwiNjczXCIsXCJBXCI6MjU1LFwiUlwiOjEyNyxcIkdcIjo5Ni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Y3NFwiLFwiVG9wXCI6MC4wLFwiTGVmdFwiOjAuMCxcIlJpZ2h0XCI6MC4wLFwiQm90dG9tXCI6MC4wfSxcIlBhZGRpbmdcIjp7XCIkaWRcIjpcIjY3NVwiLFwiVG9wXCI6MC4wLFwiTGVmdFwiOjAuMCxcIlJpZ2h0XCI6MC4wLFwiQm90dG9tXCI6MC4wfSxcIkJhY2tncm91bmRcIjp7XCIkcmVmXCI6XCIxMDVcIn0sXCJJc1Zpc2libGVcIjp0cnVlLFwiV2lkdGhcIjowLjAsXCJIZWlnaHRcIjowLjAsXCJCb3JkZXJTdHlsZVwiOm51bGx9LFwiRGF0ZVN0eWxlXCI6e1wiJGlkXCI6XCI2NzZcIixcIkZvbnRTZXR0aW5nc1wiOntcIiRpZFwiOlwiNjc3XCIsXCJGb250U2l6ZVwiOjEwLFwiRm9udE5hbWVcIjpcIkNhbGlicmlcIixcIklzQm9sZFwiOmZhbHNlLFwiSXNJdGFsaWNcIjpmYWxzZSxcIklzVW5kZXJsaW5lZFwiOmZhbHNlfSxcIkF1dG9TaXplXCI6MCxcIkZvcmVncm91bmRcIjp7XCIkaWRcIjpcIjY3OFwiLFwiQ29sb3JcIjp7XCIkaWRcIjpcIjY3O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NjgwXCIsXCJUb3BcIjowLjAsXCJMZWZ0XCI6MC4wLFwiUmlnaHRcIjowLjAsXCJCb3R0b21cIjowLjB9LFwiUGFkZGluZ1wiOntcIiRpZFwiOlwiNjg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wLFwiU2hhcGVTdHlsZVwiOntcIiRpZFwiOlwiNjgyXCIsXCJNYXJnaW5cIjp7XCIkaWRcIjpcIjY4M1wiLFwiVG9wXCI6MC4wLFwiTGVmdFwiOjAuMCxcIlJpZ2h0XCI6MC4wLFwiQm90dG9tXCI6MC4wfSxcIlBhZGRpbmdcIjp7XCIkaWRcIjpcIjY4NFwiLFwiVG9wXCI6MC4wLFwiTGVmdFwiOjAuMCxcIlJpZ2h0XCI6MC4wLFwiQm90dG9tXCI6MC4wfSxcIkJhY2tncm91bmRcIjp7XCIkaWRcIjpcIjY4NVwiLFwiQ29sb3JcIjp7XCIkaWRcIjpcIjY4NlwiLFwiQVwiOjI1NSxcIlJcIjoyMDYsXCJHXCI6MTQ2LFwiQlwiOjB9fSxcIklzVmlzaWJsZVwiOnRydWUsXCJXaWR0aFwiOjEyLjAsXCJIZWlnaHRcIjoxNC4wLFwiQm9yZGVyU3R5bGVcIjp7XCIkaWRcIjpcIjY4N1wiLFwiTGluZUNvbG9yXCI6e1wiJHJlZlwiOlwiOTdcIn0sXCJMaW5lV2VpZ2h0XCI6MC4wLFwiTGluZVR5cGVcIjowfX0sXCJEYXRlRm9ybWF0XCI6e1wiJGlkXCI6XCI2ODh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3NmNhMWRlNS03NmVhLTQzMGMtOTcwNy1mOWVmNGNiMGEzNjZcIn0se1wiJGlkXCI6XCI2ODlcIixcIlRpdGxlU3R5bGVcIjp7XCIkaWRcIjpcIjY5MFwiLFwiRm9udFNldHRpbmdzXCI6e1wiJGlkXCI6XCI2OTFcIixcIkZvbnRTaXplXCI6MTEsXCJGb250TmFtZVwiOlwiQ2FsaWJyaVwiLFwiSXNCb2xkXCI6dHJ1ZSxcIklzSXRhbGljXCI6ZmFsc2UsXCJJc1VuZGVybGluZWRcIjpmYWxzZX0sXCJBdXRvU2l6ZVwiOjAsXCJGb3JlZ3JvdW5kXCI6e1wiJGlkXCI6XCI2OTJcIixcIkNvbG9yXCI6e1wiJGlkXCI6XCI2OTNcIixcIkFcIjoyNTUsXCJSXCI6MTI3LFwiR1wiOjk2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jk0XCIsXCJUb3BcIjowLjAsXCJMZWZ0XCI6MC4wLFwiUmlnaHRcIjowLjAsXCJCb3R0b21cIjowLjB9LFwiUGFkZGluZ1wiOntcIiRpZFwiOlwiNjk1XCIsXCJUb3BcIjowLjAsXCJMZWZ0XCI6MC4wLFwiUmlnaHRcIjowLjAsXCJCb3R0b21cIjowLjB9LFwiQmFja2dyb3VuZFwiOntcIiRyZWZcIjpcIjEwNVwifSxcIklzVmlzaWJsZVwiOnRydWUsXCJXaWR0aFwiOjAuMCxcIkhlaWdodFwiOjAuMCxcIkJvcmRlclN0eWxlXCI6bnVsbH0sXCJEYXRlU3R5bGVcIjp7XCIkaWRcIjpcIjY5NlwiLFwiRm9udFNldHRpbmdzXCI6e1wiJGlkXCI6XCI2OTdcIixcIkZvbnRTaXplXCI6MTAsXCJGb250TmFtZVwiOlwiQ2FsaWJyaVwiLFwiSXNCb2xkXCI6ZmFsc2UsXCJJc0l0YWxpY1wiOmZhbHNlLFwiSXNVbmRlcmxpbmVkXCI6ZmFsc2V9LFwiQXV0b1NpemVcIjowLFwiRm9yZWdyb3VuZFwiOntcIiRpZFwiOlwiNjk4XCIsXCJDb2xvclwiOntcIiRpZFwiOlwiNjk5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3MDBcIixcIlRvcFwiOjAuMCxcIkxlZnRcIjowLjAsXCJSaWdodFwiOjAuMCxcIkJvdHRvbVwiOjAuMH0sXCJQYWRkaW5nXCI6e1wiJGlkXCI6XCI3MDF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SxcIlNoYXBlU2l6ZVwiOjAsXCJTaGFwZVN0eWxlXCI6e1wiJGlkXCI6XCI3MDJcIixcIk1hcmdpblwiOntcIiRpZFwiOlwiNzAzXCIsXCJUb3BcIjowLjAsXCJMZWZ0XCI6MC4wLFwiUmlnaHRcIjowLjAsXCJCb3R0b21cIjowLjB9LFwiUGFkZGluZ1wiOntcIiRpZFwiOlwiNzA0XCIsXCJUb3BcIjowLjAsXCJMZWZ0XCI6MC4wLFwiUmlnaHRcIjowLjAsXCJCb3R0b21cIjowLjB9LFwiQmFja2dyb3VuZFwiOntcIiRpZFwiOlwiNzA1XCIsXCJDb2xvclwiOntcIiRpZFwiOlwiNzA2XCIsXCJBXCI6MjU1LFwiUlwiOjIwNixcIkdcIjoxNDYsXCJCXCI6MH19LFwiSXNWaXNpYmxlXCI6dHJ1ZSxcIldpZHRoXCI6MTIuMCxcIkhlaWdodFwiOjE0LjAsXCJCb3JkZXJTdHlsZVwiOntcIiRpZFwiOlwiNzA3XCIsXCJMaW5lQ29sb3JcIjp7XCIkcmVmXCI6XCI5N1wifSxcIkxpbmVXZWlnaHRcIjowLjAsXCJMaW5lVHlwZVwiOjB9fSxcIkRhdGVGb3JtYXRcIjp7XCIkaWRcIjpcIjcw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2Y2ExZGU1LTc2ZWEtNDMwYy05NzA3LWY5ZWY0Y2IwYTM2NlwifSx7XCIkaWRcIjpcIjcwOVwiLFwiVGl0bGVTdHlsZVwiOntcIiRpZFwiOlwiNzEwXCIsXCJGb250U2V0dGluZ3NcIjp7XCIkaWRcIjpcIjcxMVwiLFwiRm9udFNpemVcIjoxMSxcIkZvbnROYW1lXCI6XCJDYWxpYnJpXCIsXCJJc0JvbGRcIjp0cnVlLFwiSXNJdGFsaWNcIjpmYWxzZSxcIklzVW5kZXJsaW5lZFwiOmZhbHNlfSxcIkF1dG9TaXplXCI6MCxcIkZvcmVncm91bmRcIjp7XCIkaWRcIjpcIjcxMlwiLFwiQ29sb3JcIjp7XCIkaWRcIjpcIjcxM1wiLFwiQVwiOjI1NSxcIlJcIjoxMjcsXCJHXCI6OTY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3MTRcIixcIlRvcFwiOjAuMCxcIkxlZnRcIjowLjAsXCJSaWdodFwiOjAuMCxcIkJvdHRvbVwiOjAuMH0sXCJQYWRkaW5nXCI6e1wiJGlkXCI6XCI3MTVcIixcIlRvcFwiOjAuMCxcIkxlZnRcIjowLjAsXCJSaWdodFwiOjAuMCxcIkJvdHRvbVwiOjAuMH0sXCJCYWNrZ3JvdW5kXCI6e1wiJHJlZlwiOlwiMTA1XCJ9LFwiSXNWaXNpYmxlXCI6dHJ1ZSxcIldpZHRoXCI6MC4wLFwiSGVpZ2h0XCI6MC4wLFwiQm9yZGVyU3R5bGVcIjpudWxsfSxcIkRhdGVTdHlsZVwiOntcIiRpZFwiOlwiNzE2XCIsXCJGb250U2V0dGluZ3NcIjp7XCIkaWRcIjpcIjcxN1wiLFwiRm9udFNpemVcIjoxMCxcIkZvbnROYW1lXCI6XCJDYWxpYnJpXCIsXCJJc0JvbGRcIjpmYWxzZSxcIklzSXRhbGljXCI6ZmFsc2UsXCJJc1VuZGVybGluZWRcIjpmYWxzZX0sXCJBdXRvU2l6ZVwiOjAsXCJGb3JlZ3JvdW5kXCI6e1wiJGlkXCI6XCI3MThcIixcIkNvbG9yXCI6e1wiJGlkXCI6XCI3MTl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cyMFwiLFwiVG9wXCI6MC4wLFwiTGVmdFwiOjAuMCxcIlJpZ2h0XCI6MC4wLFwiQm90dG9tXCI6MC4wfSxcIlBhZGRpbmdcIjp7XCIkaWRcIjpcIjcy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CxcIlNoYXBlU3R5bGVcIjp7XCIkaWRcIjpcIjcyMlwiLFwiTWFyZ2luXCI6e1wiJGlkXCI6XCI3MjNcIixcIlRvcFwiOjAuMCxcIkxlZnRcIjowLjAsXCJSaWdodFwiOjAuMCxcIkJvdHRvbVwiOjAuMH0sXCJQYWRkaW5nXCI6e1wiJGlkXCI6XCI3MjRcIixcIlRvcFwiOjAuMCxcIkxlZnRcIjowLjAsXCJSaWdodFwiOjAuMCxcIkJvdHRvbVwiOjAuMH0sXCJCYWNrZ3JvdW5kXCI6e1wiJGlkXCI6XCI3MjVcIixcIkNvbG9yXCI6e1wiJGlkXCI6XCI3MjZcIixcIkFcIjoyNTUsXCJSXCI6MjA2LFwiR1wiOjE0NixcIkJcIjowfX0sXCJJc1Zpc2libGVcIjp0cnVlLFwiV2lkdGhcIjoxMi4wLFwiSGVpZ2h0XCI6MTQuMCxcIkJvcmRlclN0eWxlXCI6e1wiJGlkXCI6XCI3MjdcIixcIkxpbmVDb2xvclwiOntcIiRyZWZcIjpcIjk3XCJ9LFwiTGluZVdlaWdodFwiOjAuMCxcIkxpbmVUeXBlXCI6MH1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zZjYTFkZTUtNzZlYS00MzBjLTk3MDctZjllZjRjYjBhMzY2XCJ9XSxcIkN1c3RvbVN3aW1sYW5lVGFza1N0eWxlTGlzdFwiOlt7XCIkaWRcIjpcIjcyOVwiLFwiVGFza1N0eWxlXCI6e1wiJGlkXCI6XCI3MzBcIixcIlNoYXBlXCI6NixcIlNoYXBlVGhpY2tuZXNzXCI6MSxcIkR1cmF0aW9uRm9ybWF0XCI6MCxcIlBlcmNlbnRhZ2VDb21wbGV0ZVN0eWxlXCI6e1wiJGlkXCI6XCI3MzFcIixcIkZvbnRTZXR0aW5nc1wiOntcIiRpZFwiOlwiNzMyXCIsXCJGb250U2l6ZVwiOjEwLFwiRm9udE5hbWVcIjpcIkNhbGlicmlcIixcIklzQm9sZFwiOmZhbHNlLFwiSXNJdGFsaWNcIjpmYWxzZSxcIklzVW5kZXJsaW5lZFwiOmZhbHNlfSxcIkF1dG9TaXplXCI6MCxcIkZvcmVncm91bmRcIjp7XCIkaWRcIjpcIjczM1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3MzRcIixcIlRvcFwiOjAuMCxcIkxlZnRcIjowLjAsXCJSaWdodFwiOjAuMCxcIkJvdHRvbVwiOjAuMH0sXCJQYWRkaW5nXCI6e1wiJGlkXCI6XCI3MzVcIixcIlRvcFwiOjAuMCxcIkxlZnRcIjowLjAsXCJSaWdodFwiOjAuMCxcIkJvdHRvbVwiOjAuMH0sXCJCYWNrZ3JvdW5kXCI6e1wiJHJlZlwiOlwiMTIxXCJ9LFwiSXNWaXNpYmxlXCI6dHJ1ZSxcIldpZHRoXCI6MC4wLFwiSGVpZ2h0XCI6MC4wLFwiQm9yZGVyU3R5bGVcIjp7XCIkaWRcIjpcIjczNlwiLFwiTGluZUNvbG9yXCI6bnVsbCxcIkxpbmVXZWlnaHRcIjowLjAsXCJMaW5lVHlwZVwiOjB9fSxcIkR1cmF0aW9uU3R5bGVcIjp7XCIkaWRcIjpcIjczN1wiLFwiRm9udFNldHRpbmdzXCI6e1wiJGlkXCI6XCI3MzhcIixcIkZvbnRTaXplXCI6MTAsXCJGb250TmFtZVwiOlwiQ2FsaWJyaVwiLFwiSXNCb2xkXCI6ZmFsc2UsXCJJc0l0YWxpY1wiOmZhbHNlLFwiSXNVbmRlcmxpbmVkXCI6ZmFsc2V9LFwiQXV0b1NpemVcIjowLFwiRm9yZWdyb3VuZFwiOntcIiRpZFwiOlwiNzM5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c0MFwiLFwiVG9wXCI6MC4wLFwiTGVmdFwiOjAuMCxcIlJpZ2h0XCI6MC4wLFwiQm90dG9tXCI6MC4wfSxcIlBhZGRpbmdcIjp7XCIkaWRcIjpcIjc0MVwiLFwiVG9wXCI6MC4wLFwiTGVmdFwiOjAuMCxcIlJpZ2h0XCI6MC4wLFwiQm90dG9tXCI6MC4wfSxcIkJhY2tncm91bmRcIjp7XCIkcmVmXCI6XCIxMjhcIn0sXCJJc1Zpc2libGVcIjp0cnVlLFwiV2lkdGhcIjowLjAsXCJIZWlnaHRcIjowLjAsXCJCb3JkZXJTdHlsZVwiOntcIiRpZFwiOlwiNzQyXCIsXCJMaW5lQ29sb3JcIjpudWxsLFwiTGluZVdlaWdodFwiOjAuMCxcIkxpbmVUeXBlXCI6MH19LFwiSG9yaXpvbnRhbENvbm5lY3RvclN0eWxlXCI6e1wiJGlkXCI6XCI3NDNcIixcIkxpbmVDb2xvclwiOntcIiRyZWZcIjpcIjEzMFwifSxcIkxpbmVXZWlnaHRcIjoxLjAsXCJMaW5lVHlwZVwiOjB9LFwiVmVydGljYWxDb25uZWN0b3JTdHlsZVwiOntcIiRpZFwiOlwiNzQ0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lwiNGQxZjIwNzktMjJlNy00N2I3LThiNmMtNjhjOThjMWI2ODMzXCIsXCJBdHRhY2hlZE1pbGVzdG9uZXNTdHlsZXNcIjpudWxsLFwiU2hhcGVTdHlsZVwiOntcIiRpZFwiOlwiNzQ1XCIsXCJNYXJnaW5cIjp7XCIkaWRcIjpcIjc0NlwiLFwiVG9wXCI6MC4wLFwiTGVmdFwiOjQuMCxcIlJpZ2h0XCI6NC4wLFwiQm90dG9tXCI6MC4wfSxcIlBhZGRpbmdcIjp7XCIkaWRcIjpcIjc0N1wiLFwiVG9wXCI6MC4wLFwiTGVmdFwiOjAuMCxcIlJpZ2h0XCI6MC4wLFwiQm90dG9tXCI6MC4wfSxcIkJhY2tncm91bmRcIjp7XCIkaWRcIjpcIjc0OFwiLFwiQ29sb3JcIjp7XCIkaWRcIjpcIjc0OVwiLFwiQVwiOjI1NSxcIlJcIjoyNTQsXCJHXCI6MTg2LFwiQlwiOjEwfX0sXCJJc1Zpc2libGVcIjp0cnVlLFwiV2lkdGhcIjowLjAsXCJIZWlnaHRcIjoxNi4wLFwiQm9yZGVyU3R5bGVcIjp7XCIkaWRcIjpcIjc1MFwiLFwiTGluZUNvbG9yXCI6e1wiJHJlZlwiOlwiMTQxXCJ9LFwiTGluZVdlaWdodFwiOjAuMCxcIkxpbmVUeXBlXCI6MH19LFwiVGl0bGVTdHlsZVwiOntcIiRpZFwiOlwiNzUxXCIsXCJGb250U2V0dGluZ3NcIjp7XCIkaWRcIjpcIjc1MlwiLFwiRm9udFNpemVcIjoxMSxcIkZvbnROYW1lXCI6XCJDYWxpYnJpXCIsXCJJc0JvbGRcIjpmYWxzZSxcIklzSXRhbGljXCI6ZmFsc2UsXCJJc1VuZGVybGluZWRcIjpmYWxzZX0sXCJBdXRvU2l6ZVwiOjAsXCJGb3JlZ3JvdW5kXCI6e1wiJGlkXCI6XCI3NTNcIixcIkNvbG9yXCI6e1wiJGlkXCI6XCI3NTRcIixcIkFcIjoyNTUsXCJSXCI6NzIsXCJHXCI6NzIsXCJCXCI6NzJ9fSxcIkJhY2tncm91bmRGaWxsVHlwZVwiOjAsXCJNYXhXaWR0aFwiOjk2MC4wLFwiTWF4SGVpZ2h0XCI6XCJJbmZpbml0eVwiLFwiU21hcnRGb3JlZ3JvdW5kSXNBY3RpdmVcIjpmYWxzZSxcIkhvcml6b250YWxBbGlnbm1lbnRcIjoxLFwiVmVydGljYWxBbGlnbm1lbnRcIjowLFwiU21hcnRGb3JlZ3JvdW5kXCI6bnVsbCxcIk1hcmdpblwiOntcIiRpZFwiOlwiNzU1XCIsXCJUb3BcIjowLjAsXCJMZWZ0XCI6MC4wLFwiUmlnaHRcIjowLjAsXCJCb3R0b21cIjowLjB9LFwiUGFkZGluZ1wiOntcIiRpZFwiOlwiNzU2XCIsXCJUb3BcIjowLjAsXCJMZWZ0XCI6MC4wLFwiUmlnaHRcIjowLjAsXCJCb3R0b21cIjowLjB9LFwiQmFja2dyb3VuZFwiOntcIiRyZWZcIjpcIjE0OVwifSxcIklzVmlzaWJsZVwiOnRydWUsXCJXaWR0aFwiOjAuMCxcIkhlaWdodFwiOjAuMCxcIkJvcmRlclN0eWxlXCI6e1wiJGlkXCI6XCI3NTdcIixcIkxpbmVDb2xvclwiOm51bGwsXCJMaW5lV2VpZ2h0XCI6MC4wLFwiTGluZVR5cGVcIjowfX0sXCJEYXRlU3R5bGVcIjp7XCIkaWRcIjpcIjc1OFwiLFwiRm9udFNldHRpbmdzXCI6e1wiJGlkXCI6XCI3NTlcIixcIkZvbnRTaXplXCI6MTAsXCJGb250TmFtZVwiOlwiQ2FsaWJyaVwiLFwiSXNCb2xkXCI6ZmFsc2UsXCJJc0l0YWxpY1wiOmZhbHNlLFwiSXNVbmRlcmxpbmVkXCI6ZmFsc2V9LFwiQXV0b1NpemVcIjowLFwiRm9yZWdyb3VuZFwiOntcIiRpZFwiOlwiNzYwXCIsXCJDb2xvclwiOntcIiRpZFwiOlwiNzYx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3NjJcIixcIlRvcFwiOjAuMCxcIkxlZnRcIjowLjAsXCJSaWdodFwiOjAuMCxcIkJvdHRvbVwiOjAuMH0sXCJQYWRkaW5nXCI6e1wiJGlkXCI6XCI3NjNcIixcIlRvcFwiOjAuMCxcIkxlZnRcIjowLjAsXCJSaWdodFwiOjAuMCxcIkJvdHRvbVwiOjAuMH0sXCJCYWNrZ3JvdW5kXCI6e1wiJHJlZlwiOlwiMTU2XCJ9LFwiSXNWaXNpYmxlXCI6dHJ1ZSxcIldpZHRoXCI6MC4wLFwiSGVpZ2h0XCI6MC4wLFwiQm9yZGVyU3R5bGVcIjp7XCIkaWRcIjpcIjc2NFwiLFwiTGluZUNvbG9yXCI6bnVsbCxcIkxpbmVXZWlnaHRcIjowLjAsXCJMaW5lVHlwZVwiOjB9fSxcIkRhdGVGb3JtYXRcIjp7XCIkaWRcIjpcIjc2N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Sx7XCIkaWRcIjpcIjc2NlwiLFwiVGFza1N0eWxlXCI6e1wiJGlkXCI6XCI3NjdcIixcIlNoYXBlXCI6NixcIlNoYXBlVGhpY2tuZXNzXCI6MSxcIkR1cmF0aW9uRm9ybWF0XCI6MCxcIlBlcmNlbnRhZ2VDb21wbGV0ZVN0eWxlXCI6e1wiJGlkXCI6XCI3NjhcIixcIkZvbnRTZXR0aW5nc1wiOntcIiRpZFwiOlwiNzY5XCIsXCJGb250U2l6ZVwiOjEwLFwiRm9udE5hbWVcIjpcIkNhbGlicmlcIixcIklzQm9sZFwiOmZhbHNlLFwiSXNJdGFsaWNcIjpmYWxzZSxcIklzVW5kZXJsaW5lZFwiOmZhbHNlfSxcIkF1dG9TaXplXCI6MCxcIkZvcmVncm91bmRcIjp7XCIkaWRcIjpcIjc3MF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3NzFcIixcIlRvcFwiOjAuMCxcIkxlZnRcIjowLjAsXCJSaWdodFwiOjAuMCxcIkJvdHRvbVwiOjAuMH0sXCJQYWRkaW5nXCI6e1wiJGlkXCI6XCI3NzJcIixcIlRvcFwiOjAuMCxcIkxlZnRcIjowLjAsXCJSaWdodFwiOjAuMCxcIkJvdHRvbVwiOjAuMH0sXCJCYWNrZ3JvdW5kXCI6e1wiJHJlZlwiOlwiMTIxXCJ9LFwiSXNWaXNpYmxlXCI6dHJ1ZSxcIldpZHRoXCI6MC4wLFwiSGVpZ2h0XCI6MC4wLFwiQm9yZGVyU3R5bGVcIjp7XCIkaWRcIjpcIjc3M1wiLFwiTGluZUNvbG9yXCI6bnVsbCxcIkxpbmVXZWlnaHRcIjowLjAsXCJMaW5lVHlwZVwiOjB9fSxcIkR1cmF0aW9uU3R5bGVcIjp7XCIkaWRcIjpcIjc3NFwiLFwiRm9udFNldHRpbmdzXCI6e1wiJGlkXCI6XCI3NzVcIixcIkZvbnRTaXplXCI6MTAsXCJGb250TmFtZVwiOlwiQ2FsaWJyaVwiLFwiSXNCb2xkXCI6ZmFsc2UsXCJJc0l0YWxpY1wiOmZhbHNlLFwiSXNVbmRlcmxpbmVkXCI6ZmFsc2V9LFwiQXV0b1NpemVcIjowLFwiRm9yZWdyb3VuZFwiOntcIiRpZFwiOlwiNzc2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c3N1wiLFwiVG9wXCI6MC4wLFwiTGVmdFwiOjAuMCxcIlJpZ2h0XCI6MC4wLFwiQm90dG9tXCI6MC4wfSxcIlBhZGRpbmdcIjp7XCIkaWRcIjpcIjc3OFwiLFwiVG9wXCI6MC4wLFwiTGVmdFwiOjAuMCxcIlJpZ2h0XCI6MC4wLFwiQm90dG9tXCI6MC4wfSxcIkJhY2tncm91bmRcIjp7XCIkcmVmXCI6XCIxMjhcIn0sXCJJc1Zpc2libGVcIjp0cnVlLFwiV2lkdGhcIjowLjAsXCJIZWlnaHRcIjowLjAsXCJCb3JkZXJTdHlsZVwiOntcIiRpZFwiOlwiNzc5XCIsXCJMaW5lQ29sb3JcIjpudWxsLFwiTGluZVdlaWdodFwiOjAuMCxcIkxpbmVUeXBlXCI6MH19LFwiSG9yaXpvbnRhbENvbm5lY3RvclN0eWxlXCI6e1wiJGlkXCI6XCI3ODBcIixcIkxpbmVDb2xvclwiOntcIiRyZWZcIjpcIjEzMFwifSxcIkxpbmVXZWlnaHRcIjoxLjAsXCJMaW5lVHlwZVwiOjB9LFwiVmVydGljYWxDb25uZWN0b3JTdHlsZVwiOntcIiRpZFwiOlwiNzgx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lwiNGQxZjIwNzktMjJlNy00N2I3LThiNmMtNjhjOThjMWI2ODMzXCIsXCJBdHRhY2hlZE1pbGVzdG9uZXNTdHlsZXNcIjpudWxsLFwiU2hhcGVTdHlsZVwiOntcIiRpZFwiOlwiNzgyXCIsXCJNYXJnaW5cIjp7XCIkaWRcIjpcIjc4M1wiLFwiVG9wXCI6MC4wLFwiTGVmdFwiOjQuMCxcIlJpZ2h0XCI6NC4wLFwiQm90dG9tXCI6MC4wfSxcIlBhZGRpbmdcIjp7XCIkaWRcIjpcIjc4NFwiLFwiVG9wXCI6MC4wLFwiTGVmdFwiOjAuMCxcIlJpZ2h0XCI6MC4wLFwiQm90dG9tXCI6MC4wfSxcIkJhY2tncm91bmRcIjp7XCIkaWRcIjpcIjc4NVwiLFwiQ29sb3JcIjp7XCIkaWRcIjpcIjc4NlwiLFwiQVwiOjI1NSxcIlJcIjoyNTQsXCJHXCI6MTg2LFwiQlwiOjEwfX0sXCJJc1Zpc2libGVcIjp0cnVlLFwiV2lkdGhcIjowLjAsXCJIZWlnaHRcIjoxNi4wLFwiQm9yZGVyU3R5bGVcIjp7XCIkaWRcIjpcIjc4N1wiLFwiTGluZUNvbG9yXCI6e1wiJHJlZlwiOlwiMTQxXCJ9LFwiTGluZVdlaWdodFwiOjAuMCxcIkxpbmVUeXBlXCI6MH19LFwiVGl0bGVTdHlsZVwiOntcIiRpZFwiOlwiNzg4XCIsXCJGb250U2V0dGluZ3NcIjp7XCIkaWRcIjpcIjc4OVwiLFwiRm9udFNpemVcIjoxMSxcIkZvbnROYW1lXCI6XCJDYWxpYnJpXCIsXCJJc0JvbGRcIjpmYWxzZSxcIklzSXRhbGljXCI6ZmFsc2UsXCJJc1VuZGVybGluZWRcIjpmYWxzZX0sXCJBdXRvU2l6ZVwiOjAsXCJGb3JlZ3JvdW5kXCI6e1wiJGlkXCI6XCI3OTBcIixcIkNvbG9yXCI6e1wiJGlkXCI6XCI3OTFcIixcIkFcIjoyNTUsXCJSXCI6NzIsXCJHXCI6NzIsXCJCXCI6NzJ9fSxcIkJhY2tncm91bmRGaWxsVHlwZVwiOjAsXCJNYXhXaWR0aFwiOjk2MC4wLFwiTWF4SGVpZ2h0XCI6XCJJbmZpbml0eVwiLFwiU21hcnRGb3JlZ3JvdW5kSXNBY3RpdmVcIjpmYWxzZSxcIkhvcml6b250YWxBbGlnbm1lbnRcIjoxLFwiVmVydGljYWxBbGlnbm1lbnRcIjowLFwiU21hcnRGb3JlZ3JvdW5kXCI6bnVsbCxcIk1hcmdpblwiOntcIiRpZFwiOlwiNzkyXCIsXCJUb3BcIjowLjAsXCJMZWZ0XCI6MC4wLFwiUmlnaHRcIjowLjAsXCJCb3R0b21cIjowLjB9LFwiUGFkZGluZ1wiOntcIiRpZFwiOlwiNzkzXCIsXCJUb3BcIjowLjAsXCJMZWZ0XCI6MC4wLFwiUmlnaHRcIjowLjAsXCJCb3R0b21cIjowLjB9LFwiQmFja2dyb3VuZFwiOntcIiRyZWZcIjpcIjE0OVwifSxcIklzVmlzaWJsZVwiOnRydWUsXCJXaWR0aFwiOjAuMCxcIkhlaWdodFwiOjAuMCxcIkJvcmRlclN0eWxlXCI6e1wiJGlkXCI6XCI3OTRcIixcIkxpbmVDb2xvclwiOm51bGwsXCJMaW5lV2VpZ2h0XCI6MC4wLFwiTGluZVR5cGVcIjowfX0sXCJEYXRlU3R5bGVcIjp7XCIkaWRcIjpcIjc5NVwiLFwiRm9udFNldHRpbmdzXCI6e1wiJGlkXCI6XCI3OTZcIixcIkZvbnRTaXplXCI6MTAsXCJGb250TmFtZVwiOlwiQ2FsaWJyaVwiLFwiSXNCb2xkXCI6ZmFsc2UsXCJJc0l0YWxpY1wiOmZhbHNlLFwiSXNVbmRlcmxpbmVkXCI6ZmFsc2V9LFwiQXV0b1NpemVcIjowLFwiRm9yZWdyb3VuZFwiOntcIiRpZFwiOlwiNzk3XCIsXCJDb2xvclwiOntcIiRpZFwiOlwiNzk4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3OTlcIixcIlRvcFwiOjAuMCxcIkxlZnRcIjowLjAsXCJSaWdodFwiOjAuMCxcIkJvdHRvbVwiOjAuMH0sXCJQYWRkaW5nXCI6e1wiJGlkXCI6XCI4MDBcIixcIlRvcFwiOjAuMCxcIkxlZnRcIjowLjAsXCJSaWdodFwiOjAuMCxcIkJvdHRvbVwiOjAuMH0sXCJCYWNrZ3JvdW5kXCI6e1wiJHJlZlwiOlwiMTU2XCJ9LFwiSXNWaXNpYmxlXCI6dHJ1ZSxcIldpZHRoXCI6MC4wLFwiSGVpZ2h0XCI6MC4wLFwiQm9yZGVyU3R5bGVcIjp7XCIkaWRcIjpcIjgwMVwiLFwiTGluZUNvbG9yXCI6bnVsbCxcIkxpbmVXZWlnaHRcIjowLjAsXCJMaW5lVHlwZVwiOjB9fSxcIkRhdGVGb3JtYXRcIjp7XCIkaWRcIjpcIjgw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Sx7XCIkaWRcIjpcIjgwM1wiLFwiVGFza1N0eWxlXCI6e1wiJGlkXCI6XCI4MDRcIixcIlNoYXBlXCI6NixcIlNoYXBlVGhpY2tuZXNzXCI6MSxcIkR1cmF0aW9uRm9ybWF0XCI6MCxcIlBlcmNlbnRhZ2VDb21wbGV0ZVN0eWxlXCI6e1wiJGlkXCI6XCI4MDVcIixcIkZvbnRTZXR0aW5nc1wiOntcIiRpZFwiOlwiODA2XCIsXCJGb250U2l6ZVwiOjEwLFwiRm9udE5hbWVcIjpcIkNhbGlicmlcIixcIklzQm9sZFwiOmZhbHNlLFwiSXNJdGFsaWNcIjpmYWxzZSxcIklzVW5kZXJsaW5lZFwiOmZhbHNlfSxcIkF1dG9TaXplXCI6MCxcIkZvcmVncm91bmRcIjp7XCIkaWRcIjpcIjgwN1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4MDhcIixcIlRvcFwiOjAuMCxcIkxlZnRcIjowLjAsXCJSaWdodFwiOjAuMCxcIkJvdHRvbVwiOjAuMH0sXCJQYWRkaW5nXCI6e1wiJGlkXCI6XCI4MDlcIixcIlRvcFwiOjAuMCxcIkxlZnRcIjowLjAsXCJSaWdodFwiOjAuMCxcIkJvdHRvbVwiOjAuMH0sXCJCYWNrZ3JvdW5kXCI6e1wiJHJlZlwiOlwiMTIxXCJ9LFwiSXNWaXNpYmxlXCI6dHJ1ZSxcIldpZHRoXCI6MC4wLFwiSGVpZ2h0XCI6MC4wLFwiQm9yZGVyU3R5bGVcIjp7XCIkaWRcIjpcIjgxMFwiLFwiTGluZUNvbG9yXCI6bnVsbCxcIkxpbmVXZWlnaHRcIjowLjAsXCJMaW5lVHlwZVwiOjB9fSxcIkR1cmF0aW9uU3R5bGVcIjp7XCIkaWRcIjpcIjgxMVwiLFwiRm9udFNldHRpbmdzXCI6e1wiJGlkXCI6XCI4MTJcIixcIkZvbnRTaXplXCI6MTAsXCJGb250TmFtZVwiOlwiQ2FsaWJyaVwiLFwiSXNCb2xkXCI6ZmFsc2UsXCJJc0l0YWxpY1wiOmZhbHNlLFwiSXNVbmRlcmxpbmVkXCI6ZmFsc2V9LFwiQXV0b1NpemVcIjowLFwiRm9yZWdyb3VuZFwiOntcIiRpZFwiOlwiODEz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gxNFwiLFwiVG9wXCI6MC4wLFwiTGVmdFwiOjAuMCxcIlJpZ2h0XCI6MC4wLFwiQm90dG9tXCI6MC4wfSxcIlBhZGRpbmdcIjp7XCIkaWRcIjpcIjgxNVwiLFwiVG9wXCI6MC4wLFwiTGVmdFwiOjAuMCxcIlJpZ2h0XCI6MC4wLFwiQm90dG9tXCI6MC4wfSxcIkJhY2tncm91bmRcIjp7XCIkcmVmXCI6XCIxMjhcIn0sXCJJc1Zpc2libGVcIjp0cnVlLFwiV2lkdGhcIjowLjAsXCJIZWlnaHRcIjowLjAsXCJCb3JkZXJTdHlsZVwiOntcIiRpZFwiOlwiODE2XCIsXCJMaW5lQ29sb3JcIjpudWxsLFwiTGluZVdlaWdodFwiOjAuMCxcIkxpbmVUeXBlXCI6MH19LFwiSG9yaXpvbnRhbENvbm5lY3RvclN0eWxlXCI6e1wiJGlkXCI6XCI4MTdcIixcIkxpbmVDb2xvclwiOntcIiRyZWZcIjpcIjEzMFwifSxcIkxpbmVXZWlnaHRcIjoxLjAsXCJMaW5lVHlwZVwiOjB9LFwiVmVydGljYWxDb25uZWN0b3JTdHlsZVwiOntcIiRpZFwiOlwiODE4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lwiNGQxZjIwNzktMjJlNy00N2I3LThiNmMtNjhjOThjMWI2ODMzXCIsXCJBdHRhY2hlZE1pbGVzdG9uZXNTdHlsZXNcIjpudWxsLFwiU2hhcGVTdHlsZVwiOntcIiRpZFwiOlwiODE5XCIsXCJNYXJnaW5cIjp7XCIkaWRcIjpcIjgyMFwiLFwiVG9wXCI6MC4wLFwiTGVmdFwiOjQuMCxcIlJpZ2h0XCI6NC4wLFwiQm90dG9tXCI6MC4wfSxcIlBhZGRpbmdcIjp7XCIkaWRcIjpcIjgyMVwiLFwiVG9wXCI6MC4wLFwiTGVmdFwiOjAuMCxcIlJpZ2h0XCI6MC4wLFwiQm90dG9tXCI6MC4wfSxcIkJhY2tncm91bmRcIjp7XCIkaWRcIjpcIjgyMlwiLFwiQ29sb3JcIjp7XCIkaWRcIjpcIjgyM1wiLFwiQVwiOjI1NSxcIlJcIjoyNTQsXCJHXCI6MTg2LFwiQlwiOjEwfX0sXCJJc1Zpc2libGVcIjp0cnVlLFwiV2lkdGhcIjowLjAsXCJIZWlnaHRcIjoxNi4wLFwiQm9yZGVyU3R5bGVcIjp7XCIkaWRcIjpcIjgyNFwiLFwiTGluZUNvbG9yXCI6e1wiJHJlZlwiOlwiMTQxXCJ9LFwiTGluZVdlaWdodFwiOjAuMCxcIkxpbmVUeXBlXCI6MH19LFwiVGl0bGVTdHlsZVwiOntcIiRpZFwiOlwiODI1XCIsXCJGb250U2V0dGluZ3NcIjp7XCIkaWRcIjpcIjgyNlwiLFwiRm9udFNpemVcIjoxMSxcIkZvbnROYW1lXCI6XCJDYWxpYnJpXCIsXCJJc0JvbGRcIjpmYWxzZSxcIklzSXRhbGljXCI6ZmFsc2UsXCJJc1VuZGVybGluZWRcIjpmYWxzZX0sXCJBdXRvU2l6ZVwiOjAsXCJGb3JlZ3JvdW5kXCI6e1wiJGlkXCI6XCI4MjdcIixcIkNvbG9yXCI6e1wiJGlkXCI6XCI4MjhcIixcIkFcIjoyNTUsXCJSXCI6NzIsXCJHXCI6NzIsXCJCXCI6NzJ9fSxcIkJhY2tncm91bmRGaWxsVHlwZVwiOjAsXCJNYXhXaWR0aFwiOjk2MC4wLFwiTWF4SGVpZ2h0XCI6XCJJbmZpbml0eVwiLFwiU21hcnRGb3JlZ3JvdW5kSXNBY3RpdmVcIjpmYWxzZSxcIkhvcml6b250YWxBbGlnbm1lbnRcIjoxLFwiVmVydGljYWxBbGlnbm1lbnRcIjowLFwiU21hcnRGb3JlZ3JvdW5kXCI6bnVsbCxcIk1hcmdpblwiOntcIiRpZFwiOlwiODI5XCIsXCJUb3BcIjowLjAsXCJMZWZ0XCI6MC4wLFwiUmlnaHRcIjowLjAsXCJCb3R0b21cIjowLjB9LFwiUGFkZGluZ1wiOntcIiRpZFwiOlwiODMwXCIsXCJUb3BcIjowLjAsXCJMZWZ0XCI6MC4wLFwiUmlnaHRcIjowLjAsXCJCb3R0b21cIjowLjB9LFwiQmFja2dyb3VuZFwiOntcIiRyZWZcIjpcIjE0OVwifSxcIklzVmlzaWJsZVwiOnRydWUsXCJXaWR0aFwiOjAuMCxcIkhlaWdodFwiOjAuMCxcIkJvcmRlclN0eWxlXCI6e1wiJGlkXCI6XCI4MzFcIixcIkxpbmVDb2xvclwiOm51bGwsXCJMaW5lV2VpZ2h0XCI6MC4wLFwiTGluZVR5cGVcIjowfX0sXCJEYXRlU3R5bGVcIjp7XCIkaWRcIjpcIjgzMlwiLFwiRm9udFNldHRpbmdzXCI6e1wiJGlkXCI6XCI4MzNcIixcIkZvbnRTaXplXCI6MTAsXCJGb250TmFtZVwiOlwiQ2FsaWJyaVwiLFwiSXNCb2xkXCI6ZmFsc2UsXCJJc0l0YWxpY1wiOmZhbHNlLFwiSXNVbmRlcmxpbmVkXCI6ZmFsc2V9LFwiQXV0b1NpemVcIjowLFwiRm9yZWdyb3VuZFwiOntcIiRpZFwiOlwiODM0XCIsXCJDb2xvclwiOntcIiRpZFwiOlwiODM1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4MzZcIixcIlRvcFwiOjAuMCxcIkxlZnRcIjowLjAsXCJSaWdodFwiOjAuMCxcIkJvdHRvbVwiOjAuMH0sXCJQYWRkaW5nXCI6e1wiJGlkXCI6XCI4MzdcIixcIlRvcFwiOjAuMCxcIkxlZnRcIjowLjAsXCJSaWdodFwiOjAuMCxcIkJvdHRvbVwiOjAuMH0sXCJCYWNrZ3JvdW5kXCI6e1wiJHJlZlwiOlwiMTU2XCJ9LFwiSXNWaXNpYmxlXCI6dHJ1ZSxcIldpZHRoXCI6MC4wLFwiSGVpZ2h0XCI6MC4wLFwiQm9yZGVyU3R5bGVcIjp7XCIkaWRcIjpcIjgzOFwiLFwiTGluZUNvbG9yXCI6bnVsbCxcIkxpbmVXZWlnaHRcIjowLjAsXCJMaW5lVHlwZVwiOjB9fSxcIkRhdGVGb3JtYXRcIjp7XCIkaWRcIjpcIjgzO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BdHRhY2hlZE1pbGVzdG9uZXNTdHlsZVwiOltdfV19LHtcIiRpZFwiOlwiODQwXCIsXCJTdHlsZVwiOntcIiRpZFwiOlwiODQxXCIsXCJIZWFkZXJTdHlsZVwiOntcIiRpZFwiOlwiODQyXCIsXCJUZXh0U3R5bGVcIjp7XCIkaWRcIjpcIjg0M1wiLFwiRm9udFNldHRpbmdzXCI6e1wiJGlkXCI6XCI4NDRcIixcIkZvbnRTaXplXCI6MTAsXCJGb250TmFtZVwiOlwiRnJhbmtsaW4gR290aGljIE1lZGl1bVwiLFwiSXNCb2xkXCI6ZmFsc2UsXCJJc0l0YWxpY1wiOmZhbHNlLFwiSXNVbmRlcmxpbmVkXCI6ZmFsc2V9LFwiQXV0b1NpemVcIjowLFwiRm9yZWdyb3VuZFwiOntcIiRpZFwiOlwiODQ1XCIsXCJDb2xvclwiOntcIiRpZFwiOlwiODQ2XCIsXCJBXCI6MjU1LFwiUlwiOjM5LFwiR1wiOjEwMyxcIkJcIjowfX0sXCJCYWNrZ3JvdW5kRmlsbFR5cGVcIjowLFwiTWF4V2lkdGhcIjowLjAsXCJNYXhIZWlnaHRcIjowLjAsXCJTbWFydEZvcmVncm91bmRJc0FjdGl2ZVwiOmZhbHNlLFwiSG9yaXpvbnRhbEFsaWdubWVudFwiOjAsXCJWZXJ0aWNhbEFsaWdubWVudFwiOjAsXCJTbWFydEZvcmVncm91bmRcIjpudWxsLFwiTWFyZ2luXCI6e1wiJGlkXCI6XCI4NDdcIixcIlRvcFwiOjAuMCxcIkxlZnRcIjowLjAsXCJSaWdodFwiOjAuMCxcIkJvdHRvbVwiOjAuMH0sXCJQYWRkaW5nXCI6e1wiJGlkXCI6XCI4NDhcIixcIlRvcFwiOjAuMCxcIkxlZnRcIjowLjAsXCJSaWdodFwiOjAuMCxcIkJvdHRvbVwiOjAuMH0sXCJCYWNrZ3JvdW5kXCI6bnVsbCxcIklzVmlzaWJsZVwiOmZhbHNlLFwiV2lkdGhcIjowLjAsXCJIZWlnaHRcIjowLjAsXCJCb3JkZXJTdHlsZVwiOm51bGx9LFwiUmVjdGFuZ2xlU3R5bGVcIjp7XCIkaWRcIjpcIjg0OVwiLFwiTWFyZ2luXCI6e1wiJGlkXCI6XCI4NTBcIixcIlRvcFwiOjAuMCxcIkxlZnRcIjowLjAsXCJSaWdodFwiOjAuMCxcIkJvdHRvbVwiOjAuMH0sXCJQYWRkaW5nXCI6e1wiJGlkXCI6XCI4NTFcIixcIlRvcFwiOjAuMCxcIkxlZnRcIjowLjAsXCJSaWdodFwiOjAuMCxcIkJvdHRvbVwiOjAuMH0sXCJCYWNrZ3JvdW5kXCI6e1wiJGlkXCI6XCI4NTJcIixcIkNvbG9yXCI6e1wiJGlkXCI6XCI4NTNcIixcIkFcIjoxMjcsXCJSXCI6MTEyLFwiR1wiOjE3MyxcIkJcIjo3MX19LFwiSXNWaXNpYmxlXCI6ZmFsc2UsXCJXaWR0aFwiOjAuMCxcIkhlaWdodFwiOjAuMCxcIkJvcmRlclN0eWxlXCI6e1wiJGlkXCI6XCI4NTRcIixcIkxpbmVDb2xvclwiOntcIiRyZWZcIjpcIjE3MlwifSxcIkxpbmVXZWlnaHRcIjowLjAsXCJMaW5lVHlwZVwiOjB9fSxcIlRleHRJc1ZlcnRpY2FsXCI6ZmFsc2V9LFwiQmFja2dyb3VuZFN0eWxlXCI6e1wiJGlkXCI6XCI4NTVcIixcIk1hcmdpblwiOntcIiRpZFwiOlwiODU2XCIsXCJUb3BcIjowLjAsXCJMZWZ0XCI6MC4wLFwiUmlnaHRcIjowLjAsXCJCb3R0b21cIjowLjB9LFwiUGFkZGluZ1wiOntcIiRpZFwiOlwiODU3XCIsXCJUb3BcIjowLjAsXCJMZWZ0XCI6MC4wLFwiUmlnaHRcIjowLjAsXCJCb3R0b21cIjowLjB9LFwiQmFja2dyb3VuZFwiOntcIiRpZFwiOlwiODU4XCIsXCJDb2xvclwiOntcIiRpZFwiOlwiODU5XCIsXCJBXCI6MzgsXCJSXCI6MTEyLFwiR1wiOjE3MyxcIkJcIjo3MX19LFwiSXNWaXNpYmxlXCI6dHJ1ZSxcIldpZHRoXCI6MC4wLFwiSGVpZ2h0XCI6MC4wLFwiQm9yZGVyU3R5bGVcIjp7XCIkaWRcIjpcIjg2MFwiLFwiTGluZUNvbG9yXCI6e1wiJHJlZlwiOlwiMTgwXCJ9LFwiTGluZVdlaWdodFwiOjAuMCxcIkxpbmVUeXBlXCI6MH19LFwiSXNBYm92ZVRpbWViYW5kXCI6ZmFsc2V9LFwiQ3VzdG9tU3dpbWxhbmVNaWxlc3RvbmVTdHlsZUxpc3RcIjpbe1wiJGlkXCI6XCI4NjFcIixcIlRpdGxlU3R5bGVcIjp7XCIkaWRcIjpcIjg2MlwiLFwiRm9udFNldHRpbmdzXCI6e1wiJGlkXCI6XCI4NjNcIixcIkZvbnRTaXplXCI6MTEsXCJGb250TmFtZVwiOlwiQ2FsaWJyaVwiLFwiSXNCb2xkXCI6dHJ1ZSxcIklzSXRhbGljXCI6ZmFsc2UsXCJJc1VuZGVybGluZWRcIjpmYWxzZX0sXCJBdXRvU2l6ZVwiOjAsXCJGb3JlZ3JvdW5kXCI6e1wiJGlkXCI6XCI4NjRcIixcIkNvbG9yXCI6e1wiJGlkXCI6XCI4NjV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Y2XCIsXCJUb3BcIjowLjAsXCJMZWZ0XCI6MC4wLFwiUmlnaHRcIjowLjAsXCJCb3R0b21cIjowLjB9LFwiUGFkZGluZ1wiOntcIiRpZFwiOlwiODY3XCIsXCJUb3BcIjowLjAsXCJMZWZ0XCI6MC4wLFwiUmlnaHRcIjowLjAsXCJCb3R0b21cIjowLjB9LFwiQmFja2dyb3VuZFwiOntcIiRyZWZcIjpcIjEwNVwifSxcIklzVmlzaWJsZVwiOnRydWUsXCJXaWR0aFwiOjAuMCxcIkhlaWdodFwiOjAuMCxcIkJvcmRlclN0eWxlXCI6bnVsbH0sXCJEYXRlU3R5bGVcIjp7XCIkaWRcIjpcIjg2OFwiLFwiRm9udFNldHRpbmdzXCI6e1wiJGlkXCI6XCI4NjlcIixcIkZvbnRTaXplXCI6MTAsXCJGb250TmFtZVwiOlwiQ2FsaWJyaVwiLFwiSXNCb2xkXCI6ZmFsc2UsXCJJc0l0YWxpY1wiOmZhbHNlLFwiSXNVbmRlcmxpbmVkXCI6ZmFsc2V9LFwiQXV0b1NpemVcIjowLFwiRm9yZWdyb3VuZFwiOntcIiRpZFwiOlwiODcwXCIsXCJDb2xvclwiOntcIiRpZFwiOlwiODcx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4NzJcIixcIlRvcFwiOjAuMCxcIkxlZnRcIjowLjAsXCJSaWdodFwiOjAuMCxcIkJvdHRvbVwiOjAuMH0sXCJQYWRkaW5nXCI6e1wiJGlkXCI6XCI4NzN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SxcIlNoYXBlU2l6ZVwiOjAsXCJTaGFwZVN0eWxlXCI6e1wiJGlkXCI6XCI4NzRcIixcIk1hcmdpblwiOntcIiRpZFwiOlwiODc1XCIsXCJUb3BcIjowLjAsXCJMZWZ0XCI6MC4wLFwiUmlnaHRcIjowLjAsXCJCb3R0b21cIjowLjB9LFwiUGFkZGluZ1wiOntcIiRpZFwiOlwiODc2XCIsXCJUb3BcIjowLjAsXCJMZWZ0XCI6MC4wLFwiUmlnaHRcIjowLjAsXCJCb3R0b21cIjowLjB9LFwiQmFja2dyb3VuZFwiOntcIiRpZFwiOlwiODc3XCIsXCJDb2xvclwiOntcIiRpZFwiOlwiODc4XCIsXCJBXCI6MjU1LFwiUlwiOjU3LFwiR1wiOjExNCxcIkJcIjoxOH19LFwiSXNWaXNpYmxlXCI6dHJ1ZSxcIldpZHRoXCI6MTIuMCxcIkhlaWdodFwiOjE0LjAsXCJCb3JkZXJTdHlsZVwiOntcIiRpZFwiOlwiODc5XCIsXCJMaW5lQ29sb3JcIjp7XCIkcmVmXCI6XCI5N1wifSxcIkxpbmVXZWlnaHRcIjowLjAsXCJMaW5lVHlwZVwiOjB9fSxcIkRhdGVGb3JtYXRcIjp7XCIkaWRcIjpcIjg4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mI5Y2NmYTVmLTdjOWQtNDUzMy1iODk5LTM1MjliMTIzY2QyZlwifSx7XCIkaWRcIjpcIjg4MVwiLFwiVGl0bGVTdHlsZVwiOntcIiRpZFwiOlwiODgyXCIsXCJGb250U2V0dGluZ3NcIjp7XCIkaWRcIjpcIjg4M1wiLFwiRm9udFNpemVcIjoxMSxcIkZvbnROYW1lXCI6XCJDYWxpYnJpXCIsXCJJc0JvbGRcIjp0cnVlLFwiSXNJdGFsaWNcIjpmYWxzZSxcIklzVW5kZXJsaW5lZFwiOmZhbHNlfSxcIkF1dG9TaXplXCI6MCxcIkZvcmVncm91bmRcIjp7XCIkaWRcIjpcIjg4NFwiLFwiQ29sb3JcIjp7XCIkaWRcIjpcIjg4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4ODZcIixcIlRvcFwiOjAuMCxcIkxlZnRcIjowLjAsXCJSaWdodFwiOjAuMCxcIkJvdHRvbVwiOjAuMH0sXCJQYWRkaW5nXCI6e1wiJGlkXCI6XCI4ODdcIixcIlRvcFwiOjAuMCxcIkxlZnRcIjowLjAsXCJSaWdodFwiOjAuMCxcIkJvdHRvbVwiOjAuMH0sXCJCYWNrZ3JvdW5kXCI6e1wiJHJlZlwiOlwiMTA1XCJ9LFwiSXNWaXNpYmxlXCI6dHJ1ZSxcIldpZHRoXCI6MC4wLFwiSGVpZ2h0XCI6MC4wLFwiQm9yZGVyU3R5bGVcIjpudWxsfSxcIkRhdGVTdHlsZVwiOntcIiRpZFwiOlwiODg4XCIsXCJGb250U2V0dGluZ3NcIjp7XCIkaWRcIjpcIjg4OVwiLFwiRm9udFNpemVcIjoxMCxcIkZvbnROYW1lXCI6XCJDYWxpYnJpXCIsXCJJc0JvbGRcIjpmYWxzZSxcIklzSXRhbGljXCI6ZmFsc2UsXCJJc1VuZGVybGluZWRcIjpmYWxzZX0sXCJBdXRvU2l6ZVwiOjAsXCJGb3JlZ3JvdW5kXCI6e1wiJGlkXCI6XCI4OTBcIixcIkNvbG9yXCI6e1wiJGlkXCI6XCI4OTF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g5MlwiLFwiVG9wXCI6MC4wLFwiTGVmdFwiOjAuMCxcIlJpZ2h0XCI6MC4wLFwiQm90dG9tXCI6MC4wfSxcIlBhZGRpbmdcIjp7XCIkaWRcIjpcIjg5M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CxcIlNoYXBlU3R5bGVcIjp7XCIkaWRcIjpcIjg5NFwiLFwiTWFyZ2luXCI6e1wiJGlkXCI6XCI4OTVcIixcIlRvcFwiOjAuMCxcIkxlZnRcIjowLjAsXCJSaWdodFwiOjAuMCxcIkJvdHRvbVwiOjAuMH0sXCJQYWRkaW5nXCI6e1wiJGlkXCI6XCI4OTZcIixcIlRvcFwiOjAuMCxcIkxlZnRcIjowLjAsXCJSaWdodFwiOjAuMCxcIkJvdHRvbVwiOjAuMH0sXCJCYWNrZ3JvdW5kXCI6e1wiJGlkXCI6XCI4OTdcIixcIkNvbG9yXCI6e1wiJGlkXCI6XCI4OThcIixcIkFcIjoyNTUsXCJSXCI6NTcsXCJHXCI6MTE0LFwiQlwiOjE4fX0sXCJJc1Zpc2libGVcIjp0cnVlLFwiV2lkdGhcIjoxMi4wLFwiSGVpZ2h0XCI6MTQuMCxcIkJvcmRlclN0eWxlXCI6e1wiJGlkXCI6XCI4OTlcIixcIkxpbmVDb2xvclwiOntcIiRyZWZcIjpcIjk3XCJ9LFwiTGluZVdlaWdodFwiOjAuMCxcIkxpbmVUeXBlXCI6MH19LFwiRGF0ZUZvcm1hdFwiOntcIiRpZFwiOlwiOTA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YjljY2ZhNWYtN2M5ZC00NTMzLWI4OTktMzUyOWIxMjNjZDJmXCJ9XSxcIkN1c3RvbVN3aW1sYW5lVGFza1N0eWxlTGlzdFwiOlt7XCIkaWRcIjpcIjkwMVwiLFwiVGFza1N0eWxlXCI6e1wiJGlkXCI6XCI5MDJcIixcIlNoYXBlXCI6MyxcIlNoYXBlVGhpY2tuZXNzXCI6MCxcIkR1cmF0aW9uRm9ybWF0XCI6MCxcIlBlcmNlbnRhZ2VDb21wbGV0ZVN0eWxlXCI6e1wiJGlkXCI6XCI5MDNcIixcIkZvbnRTZXR0aW5nc1wiOntcIiRpZFwiOlwiOTA0XCIsXCJGb250U2l6ZVwiOjEwLFwiRm9udE5hbWVcIjpcIkNhbGlicmlcIixcIklzQm9sZFwiOmZhbHNlLFwiSXNJdGFsaWNcIjpmYWxzZSxcIklzVW5kZXJsaW5lZFwiOmZhbHNlfSxcIkF1dG9TaXplXCI6MCxcIkZvcmVncm91bmRcIjp7XCIkaWRcIjpcIjkwNV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5MDZcIixcIlRvcFwiOjAuMCxcIkxlZnRcIjowLjAsXCJSaWdodFwiOjAuMCxcIkJvdHRvbVwiOjAuMH0sXCJQYWRkaW5nXCI6e1wiJGlkXCI6XCI5MDdcIixcIlRvcFwiOjAuMCxcIkxlZnRcIjowLjAsXCJSaWdodFwiOjAuMCxcIkJvdHRvbVwiOjAuMH0sXCJCYWNrZ3JvdW5kXCI6e1wiJHJlZlwiOlwiMTIxXCJ9LFwiSXNWaXNpYmxlXCI6dHJ1ZSxcIldpZHRoXCI6MC4wLFwiSGVpZ2h0XCI6MC4wLFwiQm9yZGVyU3R5bGVcIjp7XCIkaWRcIjpcIjkwOFwiLFwiTGluZUNvbG9yXCI6bnVsbCxcIkxpbmVXZWlnaHRcIjowLjAsXCJMaW5lVHlwZVwiOjB9fSxcIkR1cmF0aW9uU3R5bGVcIjp7XCIkaWRcIjpcIjkwOVwiLFwiRm9udFNldHRpbmdzXCI6e1wiJGlkXCI6XCI5MTBcIixcIkZvbnRTaXplXCI6MTAsXCJGb250TmFtZVwiOlwiQ2FsaWJyaVwiLFwiSXNCb2xkXCI6ZmFsc2UsXCJJc0l0YWxpY1wiOmZhbHNlLFwiSXNVbmRlcmxpbmVkXCI6ZmFsc2V9LFwiQXV0b1NpemVcIjowLFwiRm9yZWdyb3VuZFwiOntcIiRpZFwiOlwiOTEx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kxMlwiLFwiVG9wXCI6MC4wLFwiTGVmdFwiOjAuMCxcIlJpZ2h0XCI6MC4wLFwiQm90dG9tXCI6MC4wfSxcIlBhZGRpbmdcIjp7XCIkaWRcIjpcIjkxM1wiLFwiVG9wXCI6MC4wLFwiTGVmdFwiOjAuMCxcIlJpZ2h0XCI6MC4wLFwiQm90dG9tXCI6MC4wfSxcIkJhY2tncm91bmRcIjp7XCIkcmVmXCI6XCIxMjhcIn0sXCJJc1Zpc2libGVcIjp0cnVlLFwiV2lkdGhcIjowLjAsXCJIZWlnaHRcIjowLjAsXCJCb3JkZXJTdHlsZVwiOntcIiRpZFwiOlwiOTE0XCIsXCJMaW5lQ29sb3JcIjpudWxsLFwiTGluZVdlaWdodFwiOjAuMCxcIkxpbmVUeXBlXCI6MH19LFwiSG9yaXpvbnRhbENvbm5lY3RvclN0eWxlXCI6e1wiJGlkXCI6XCI5MTVcIixcIkxpbmVDb2xvclwiOntcIiRyZWZcIjpcIjEzMFwifSxcIkxpbmVXZWlnaHRcIjoxLjAsXCJMaW5lVHlwZVwiOjB9LFwiVmVydGljYWxDb25uZWN0b3JTdHlsZVwiOntcIiRpZFwiOlwiOTE2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lwiOWUzMjhhNDctODIxMC00MjU1LWFmODYtNDU1YzA5NjY2YWU1XCIsXCJBdHRhY2hlZE1pbGVzdG9uZXNTdHlsZXNcIjpudWxsLFwiU2hhcGVTdHlsZVwiOntcIiRpZFwiOlwiOTE3XCIsXCJNYXJnaW5cIjp7XCIkaWRcIjpcIjkxOFwiLFwiVG9wXCI6MC4wLFwiTGVmdFwiOjQuMCxcIlJpZ2h0XCI6NC4wLFwiQm90dG9tXCI6MC4wfSxcIlBhZGRpbmdcIjp7XCIkaWRcIjpcIjkxOVwiLFwiVG9wXCI6MC4wLFwiTGVmdFwiOjAuMCxcIlJpZ2h0XCI6MC4wLFwiQm90dG9tXCI6MC4wfSxcIkJhY2tncm91bmRcIjp7XCIkaWRcIjpcIjkyMFwiLFwiQ29sb3JcIjp7XCIkaWRcIjpcIjkyMVwiLFwiQVwiOjI1NSxcIlJcIjoxMTYsXCJHXCI6MTczLFwiQlwiOjczfX0sXCJJc1Zpc2libGVcIjp0cnVlLFwiV2lkdGhcIjowLjAsXCJIZWlnaHRcIjoxMy40MjY2NjY2NjY2NjY2NzcsXCJCb3JkZXJTdHlsZVwiOntcIiRpZFwiOlwiOTIyXCIsXCJMaW5lQ29sb3JcIjp7XCIkcmVmXCI6XCIxNDFcIn0sXCJMaW5lV2VpZ2h0XCI6MC4wLFwiTGluZVR5cGVcIjowfX0sXCJUaXRsZVN0eWxlXCI6e1wiJGlkXCI6XCI5MjNcIixcIkZvbnRTZXR0aW5nc1wiOntcIiRpZFwiOlwiOTI0XCIsXCJGb250U2l6ZVwiOjExLFwiRm9udE5hbWVcIjpcIkNhbGlicmlcIixcIklzQm9sZFwiOmZhbHNlLFwiSXNJdGFsaWNcIjpmYWxzZSxcIklzVW5kZXJsaW5lZFwiOmZhbHNlfSxcIkF1dG9TaXplXCI6MCxcIkZvcmVncm91bmRcIjp7XCIkaWRcIjpcIjkyNVwiLFwiQ29sb3JcIjp7XCIkaWRcIjpcIjkyNlwiLFwiQVwiOjI1NSxcIlJcIjoyNTUsXCJHXCI6MjU1LFwiQlwiOjI1NX19LFwiQmFja2dyb3VuZEZpbGxUeXBlXCI6MCxcIk1heFdpZHRoXCI6OTYwLjAsXCJNYXhIZWlnaHRcIjpcIkluZmluaXR5XCIsXCJTbWFydEZvcmVncm91bmRJc0FjdGl2ZVwiOmZhbHNlLFwiSG9yaXpvbnRhbEFsaWdubWVudFwiOjEsXCJWZXJ0aWNhbEFsaWdubWVudFwiOjAsXCJTbWFydEZvcmVncm91bmRcIjpudWxsLFwiTWFyZ2luXCI6e1wiJGlkXCI6XCI5MjdcIixcIlRvcFwiOjAuMCxcIkxlZnRcIjowLjAsXCJSaWdodFwiOjAuMCxcIkJvdHRvbVwiOjAuMH0sXCJQYWRkaW5nXCI6e1wiJGlkXCI6XCI5MjhcIixcIlRvcFwiOjAuMCxcIkxlZnRcIjowLjAsXCJSaWdodFwiOjAuMCxcIkJvdHRvbVwiOjAuMH0sXCJCYWNrZ3JvdW5kXCI6e1wiJHJlZlwiOlwiMTQ5XCJ9LFwiSXNWaXNpYmxlXCI6dHJ1ZSxcIldpZHRoXCI6MC4wLFwiSGVpZ2h0XCI6MC4wLFwiQm9yZGVyU3R5bGVcIjp7XCIkaWRcIjpcIjkyOVwiLFwiTGluZUNvbG9yXCI6bnVsbCxcIkxpbmVXZWlnaHRcIjowLjAsXCJMaW5lVHlwZVwiOjB9fSxcIkRhdGVTdHlsZVwiOntcIiRpZFwiOlwiOTMwXCIsXCJGb250U2V0dGluZ3NcIjp7XCIkaWRcIjpcIjkzMVwiLFwiRm9udFNpemVcIjoxMCxcIkZvbnROYW1lXCI6XCJDYWxpYnJpXCIsXCJJc0JvbGRcIjpmYWxzZSxcIklzSXRhbGljXCI6ZmFsc2UsXCJJc1VuZGVybGluZWRcIjpmYWxzZX0sXCJBdXRvU2l6ZVwiOjAsXCJGb3JlZ3JvdW5kXCI6e1wiJGlkXCI6XCI5MzJcIixcIkNvbG9yXCI6e1wiJGlkXCI6XCI5MzN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kzNFwiLFwiVG9wXCI6MC4wLFwiTGVmdFwiOjAuMCxcIlJpZ2h0XCI6MC4wLFwiQm90dG9tXCI6MC4wfSxcIlBhZGRpbmdcIjp7XCIkaWRcIjpcIjkzNVwiLFwiVG9wXCI6MC4wLFwiTGVmdFwiOjAuMCxcIlJpZ2h0XCI6MC4wLFwiQm90dG9tXCI6MC4wfSxcIkJhY2tncm91bmRcIjp7XCIkcmVmXCI6XCIxNTZcIn0sXCJJc1Zpc2libGVcIjp0cnVlLFwiV2lkdGhcIjowLjAsXCJIZWlnaHRcIjowLjAsXCJCb3JkZXJTdHlsZVwiOntcIiRpZFwiOlwiOTM2XCIsXCJMaW5lQ29sb3JcIjpudWxsLFwiTGluZVdlaWdodFwiOjAuMCxcIkxpbmVUeXBlXCI6MH19LFwiRGF0ZUZvcm1hdFwiOntcIiRpZFwiOlwiOTM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F0dGFjaGVkTWlsZXN0b25lc1N0eWxlXCI6W119LHtcIiRpZFwiOlwiOTM4XCIsXCJUYXNrU3R5bGVcIjp7XCIkaWRcIjpcIjkzOVwiLFwiU2hhcGVcIjoxLFwiU2hhcGVUaGlja25lc3NcIjowLFwiRHVyYXRpb25Gb3JtYXRcIjowLFwiUGVyY2VudGFnZUNvbXBsZXRlU3R5bGVcIjp7XCIkaWRcIjpcIjk0MFwiLFwiRm9udFNldHRpbmdzXCI6e1wiJGlkXCI6XCI5NDFcIixcIkZvbnRTaXplXCI6MTAsXCJGb250TmFtZVwiOlwiQ2FsaWJyaVwiLFwiSXNCb2xkXCI6ZmFsc2UsXCJJc0l0YWxpY1wiOmZhbHNlLFwiSXNVbmRlcmxpbmVkXCI6ZmFsc2V9LFwiQXV0b1NpemVcIjowLFwiRm9yZWdyb3VuZFwiOntcIiRpZFwiOlwiOTQyXCIsXCJDb2xvclwiOntcIiRyZWZcIjpcIjExOFwifX0sXCJCYWNrZ3JvdW5kRmlsbFR5cGVcIjowLFwiTWF4V2lkdGhcIjoyMDAuMCxcIk1heEhlaWdodFwiOlwiSW5maW5pdHlcIixcIlNtYXJ0Rm9yZWdyb3VuZElzQWN0aXZlXCI6ZmFsc2UsXCJIb3Jpem9udGFsQWxpZ25tZW50XCI6MCxcIlZlcnRpY2FsQWxpZ25tZW50XCI6MCxcIlNtYXJ0Rm9yZWdyb3VuZFwiOm51bGwsXCJNYXJnaW5cIjp7XCIkaWRcIjpcIjk0M1wiLFwiVG9wXCI6MC4wLFwiTGVmdFwiOjAuMCxcIlJpZ2h0XCI6MC4wLFwiQm90dG9tXCI6MC4wfSxcIlBhZGRpbmdcIjp7XCIkaWRcIjpcIjk0NFwiLFwiVG9wXCI6MC4wLFwiTGVmdFwiOjAuMCxcIlJpZ2h0XCI6MC4wLFwiQm90dG9tXCI6MC4wfSxcIkJhY2tncm91bmRcIjp7XCIkcmVmXCI6XCIxMjFcIn0sXCJJc1Zpc2libGVcIjp0cnVlLFwiV2lkdGhcIjowLjAsXCJIZWlnaHRcIjowLjAsXCJCb3JkZXJTdHlsZVwiOntcIiRpZFwiOlwiOTQ1XCIsXCJMaW5lQ29sb3JcIjpudWxsLFwiTGluZVdlaWdodFwiOjAuMCxcIkxpbmVUeXBlXCI6MH19LFwiRHVyYXRpb25TdHlsZVwiOntcIiRpZFwiOlwiOTQ2XCIsXCJGb250U2V0dGluZ3NcIjp7XCIkaWRcIjpcIjk0N1wiLFwiRm9udFNpemVcIjoxMCxcIkZvbnROYW1lXCI6XCJDYWxpYnJpXCIsXCJJc0JvbGRcIjpmYWxzZSxcIklzSXRhbGljXCI6ZmFsc2UsXCJJc1VuZGVybGluZWRcIjpmYWxzZX0sXCJBdXRvU2l6ZVwiOjAsXCJGb3JlZ3JvdW5kXCI6e1wiJGlkXCI6XCI5NDhcIixcIkNvbG9yXCI6e1wiJHJlZlwiOlwiMTI1XCJ9fSxcIkJhY2tncm91bmRGaWxsVHlwZVwiOjAsXCJNYXhXaWR0aFwiOjIwMC4wLFwiTWF4SGVpZ2h0XCI6XCJJbmZpbml0eVwiLFwiU21hcnRGb3JlZ3JvdW5kSXNBY3RpdmVcIjpmYWxzZSxcIkhvcml6b250YWxBbGlnbm1lbnRcIjowLFwiVmVydGljYWxBbGlnbm1lbnRcIjowLFwiU21hcnRGb3JlZ3JvdW5kXCI6bnVsbCxcIk1hcmdpblwiOntcIiRpZFwiOlwiOTQ5XCIsXCJUb3BcIjowLjAsXCJMZWZ0XCI6MC4wLFwiUmlnaHRcIjowLjAsXCJCb3R0b21cIjowLjB9LFwiUGFkZGluZ1wiOntcIiRpZFwiOlwiOTUwXCIsXCJUb3BcIjowLjAsXCJMZWZ0XCI6MC4wLFwiUmlnaHRcIjowLjAsXCJCb3R0b21cIjowLjB9LFwiQmFja2dyb3VuZFwiOntcIiRyZWZcIjpcIjEyOFwifSxcIklzVmlzaWJsZVwiOnRydWUsXCJXaWR0aFwiOjAuMCxcIkhlaWdodFwiOjAuMCxcIkJvcmRlclN0eWxlXCI6e1wiJGlkXCI6XCI5NTFcIixcIkxpbmVDb2xvclwiOm51bGwsXCJMaW5lV2VpZ2h0XCI6MC4wLFwiTGluZVR5cGVcIjowfX0sXCJIb3Jpem9udGFsQ29ubmVjdG9yU3R5bGVcIjp7XCIkaWRcIjpcIjk1MlwiLFwiTGluZUNvbG9yXCI6e1wiJHJlZlwiOlwiMTMwXCJ9LFwiTGluZVdlaWdodFwiOjEuMCxcIkxpbmVUeXBlXCI6MH0sXCJWZXJ0aWNhbENvbm5lY3RvclN0eWxlXCI6e1wiJGlkXCI6XCI5NTNcIixcIkxpbmVDb2xvclwiOntcIiRyZWZcIjpcIjEzM1wifSxcIkxpbmVXZWlnaHRcIjowLjAsXCJMaW5lVHlwZVwiOjB9LFwiTWFyZ2luXCI6bnVsbCxcIlN0YXJ0RGF0ZVBvc2l0aW9uXCI6NixcIkVuZERhdGVQb3NpdGlvblwiOjYsXCJUaXRsZVBvc2l0aW9uXCI6MixcIkR1cmF0aW9uUG9zaXRpb25cIjo2LFwiUGVyY2VudGFnZUNvbXBsZXRlZFBvc2l0aW9uXCI6NixcIlNwYWNpbmdcIjo1LFwiSXNCZWxvd1RpbWViYW5kXCI6dHJ1ZSxcIlBlcmNlbnRhZ2VDb21wbGV0ZVNoYXBlT3BhY2l0eVwiOjM1LFwiR3JvdXBOYW1lXCI6XCI5ZTMyOGE0Ny04MjEwLTQyNTUtYWY4Ni00NTVjMDk2NjZhZTVcIixcIkF0dGFjaGVkTWlsZXN0b25lc1N0eWxlc1wiOm51bGwsXCJTaGFwZVN0eWxlXCI6e1wiJGlkXCI6XCI5NTRcIixcIk1hcmdpblwiOntcIiRpZFwiOlwiOTU1XCIsXCJUb3BcIjowLjAsXCJMZWZ0XCI6NC4wLFwiUmlnaHRcIjo0LjAsXCJCb3R0b21cIjowLjB9LFwiUGFkZGluZ1wiOntcIiRpZFwiOlwiOTU2XCIsXCJUb3BcIjowLjAsXCJMZWZ0XCI6MC4wLFwiUmlnaHRcIjowLjAsXCJCb3R0b21cIjowLjB9LFwiQmFja2dyb3VuZFwiOntcIiRpZFwiOlwiOTU3XCIsXCJDb2xvclwiOntcIiRpZFwiOlwiOTU4XCIsXCJBXCI6MjU1LFwiUlwiOjExNixcIkdcIjoxNzMsXCJCXCI6NzN9fSxcIklzVmlzaWJsZVwiOnRydWUsXCJXaWR0aFwiOjAuMCxcIkhlaWdodFwiOjEzLjQyNjY2NjY2NjY2NjY3NyxcIkJvcmRlclN0eWxlXCI6e1wiJGlkXCI6XCI5NTlcIixcIkxpbmVDb2xvclwiOntcIiRyZWZcIjpcIjE0MVwifSxcIkxpbmVXZWlnaHRcIjowLjAsXCJMaW5lVHlwZVwiOjB9fSxcIlRpdGxlU3R5bGVcIjp7XCIkaWRcIjpcIjk2MFwiLFwiRm9udFNldHRpbmdzXCI6e1wiJGlkXCI6XCI5NjFcIixcIkZvbnRTaXplXCI6MTEsXCJGb250TmFtZVwiOlwiQ2FsaWJyaVwiLFwiSXNCb2xkXCI6ZmFsc2UsXCJJc0l0YWxpY1wiOmZhbHNlLFwiSXNVbmRlcmxpbmVkXCI6ZmFsc2V9LFwiQXV0b1NpemVcIjowLFwiRm9yZWdyb3VuZFwiOntcIiRpZFwiOlwiOTYyXCIsXCJDb2xvclwiOntcIiRpZFwiOlwiOTYzXCIsXCJBXCI6MjU1LFwiUlwiOjI1NSxcIkdcIjoyNTUsXCJCXCI6MjU1fX0sXCJCYWNrZ3JvdW5kRmlsbFR5cGVcIjowLFwiTWF4V2lkdGhcIjo5NjAuMCxcIk1heEhlaWdodFwiOlwiSW5maW5pdHlcIixcIlNtYXJ0Rm9yZWdyb3VuZElzQWN0aXZlXCI6ZmFsc2UsXCJIb3Jpem9udGFsQWxpZ25tZW50XCI6MSxcIlZlcnRpY2FsQWxpZ25tZW50XCI6MCxcIlNtYXJ0Rm9yZWdyb3VuZFwiOm51bGwsXCJNYXJnaW5cIjp7XCIkaWRcIjpcIjk2NFwiLFwiVG9wXCI6MC4wLFwiTGVmdFwiOjAuMCxcIlJpZ2h0XCI6MC4wLFwiQm90dG9tXCI6MC4wfSxcIlBhZGRpbmdcIjp7XCIkaWRcIjpcIjk2NVwiLFwiVG9wXCI6MC4wLFwiTGVmdFwiOjAuMCxcIlJpZ2h0XCI6MC4wLFwiQm90dG9tXCI6MC4wfSxcIkJhY2tncm91bmRcIjp7XCIkcmVmXCI6XCIxNDlcIn0sXCJJc1Zpc2libGVcIjp0cnVlLFwiV2lkdGhcIjowLjAsXCJIZWlnaHRcIjowLjAsXCJCb3JkZXJTdHlsZVwiOntcIiRpZFwiOlwiOTY2XCIsXCJMaW5lQ29sb3JcIjpudWxsLFwiTGluZVdlaWdodFwiOjAuMCxcIkxpbmVUeXBlXCI6MH19LFwiRGF0ZVN0eWxlXCI6e1wiJGlkXCI6XCI5NjdcIixcIkZvbnRTZXR0aW5nc1wiOntcIiRpZFwiOlwiOTY4XCIsXCJGb250U2l6ZVwiOjEwLFwiRm9udE5hbWVcIjpcIkNhbGlicmlcIixcIklzQm9sZFwiOmZhbHNlLFwiSXNJdGFsaWNcIjpmYWxzZSxcIklzVW5kZXJsaW5lZFwiOmZhbHNlfSxcIkF1dG9TaXplXCI6MCxcIkZvcmVncm91bmRcIjp7XCIkaWRcIjpcIjk2OVwiLFwiQ29sb3JcIjp7XCIkaWRcIjpcIjk3MF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OTcxXCIsXCJUb3BcIjowLjAsXCJMZWZ0XCI6MC4wLFwiUmlnaHRcIjowLjAsXCJCb3R0b21cIjowLjB9LFwiUGFkZGluZ1wiOntcIiRpZFwiOlwiOTcyXCIsXCJUb3BcIjowLjAsXCJMZWZ0XCI6MC4wLFwiUmlnaHRcIjowLjAsXCJCb3R0b21cIjowLjB9LFwiQmFja2dyb3VuZFwiOntcIiRyZWZcIjpcIjE1NlwifSxcIklzVmlzaWJsZVwiOnRydWUsXCJXaWR0aFwiOjAuMCxcIkhlaWdodFwiOjAuMCxcIkJvcmRlclN0eWxlXCI6e1wiJGlkXCI6XCI5NzNcIixcIkxpbmVDb2xvclwiOm51bGwsXCJMaW5lV2VpZ2h0XCI6MC4wLFwiTGluZVR5cGVcIjowfX0sXCJEYXRlRm9ybWF0XCI6e1wiJGlkXCI6XCI5NzR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QXR0YWNoZWRNaWxlc3RvbmVzU3R5bGVcIjpbXX0se1wiJGlkXCI6XCI5NzVcIixcIlRhc2tTdHlsZVwiOntcIiRpZFwiOlwiOTc2XCIsXCJTaGFwZVwiOjYsXCJTaGFwZVRoaWNrbmVzc1wiOjEsXCJEdXJhdGlvbkZvcm1hdFwiOjAsXCJQZXJjZW50YWdlQ29tcGxldGVTdHlsZVwiOntcIiRpZFwiOlwiOTc3XCIsXCJGb250U2V0dGluZ3NcIjp7XCIkaWRcIjpcIjk3OFwiLFwiRm9udFNpemVcIjoxMCxcIkZvbnROYW1lXCI6XCJDYWxpYnJpXCIsXCJJc0JvbGRcIjpmYWxzZSxcIklzSXRhbGljXCI6ZmFsc2UsXCJJc1VuZGVybGluZWRcIjpmYWxzZX0sXCJBdXRvU2l6ZVwiOjAsXCJGb3JlZ3JvdW5kXCI6e1wiJGlkXCI6XCI5NzlcIixcIkNvbG9yXCI6e1wiJHJlZlwiOlwiMTE4XCJ9fSxcIkJhY2tncm91bmRGaWxsVHlwZVwiOjAsXCJNYXhXaWR0aFwiOjIwMC4wLFwiTWF4SGVpZ2h0XCI6XCJJbmZpbml0eVwiLFwiU21hcnRGb3JlZ3JvdW5kSXNBY3RpdmVcIjpmYWxzZSxcIkhvcml6b250YWxBbGlnbm1lbnRcIjowLFwiVmVydGljYWxBbGlnbm1lbnRcIjowLFwiU21hcnRGb3JlZ3JvdW5kXCI6bnVsbCxcIk1hcmdpblwiOntcIiRpZFwiOlwiOTgwXCIsXCJUb3BcIjowLjAsXCJMZWZ0XCI6MC4wLFwiUmlnaHRcIjowLjAsXCJCb3R0b21cIjowLjB9LFwiUGFkZGluZ1wiOntcIiRpZFwiOlwiOTgxXCIsXCJUb3BcIjowLjAsXCJMZWZ0XCI6MC4wLFwiUmlnaHRcIjowLjAsXCJCb3R0b21cIjowLjB9LFwiQmFja2dyb3VuZFwiOntcIiRyZWZcIjpcIjEyMVwifSxcIklzVmlzaWJsZVwiOnRydWUsXCJXaWR0aFwiOjAuMCxcIkhlaWdodFwiOjAuMCxcIkJvcmRlclN0eWxlXCI6e1wiJGlkXCI6XCI5ODJcIixcIkxpbmVDb2xvclwiOm51bGwsXCJMaW5lV2VpZ2h0XCI6MC4wLFwiTGluZVR5cGVcIjowfX0sXCJEdXJhdGlvblN0eWxlXCI6e1wiJGlkXCI6XCI5ODNcIixcIkZvbnRTZXR0aW5nc1wiOntcIiRpZFwiOlwiOTg0XCIsXCJGb250U2l6ZVwiOjEwLFwiRm9udE5hbWVcIjpcIkNhbGlicmlcIixcIklzQm9sZFwiOmZhbHNlLFwiSXNJdGFsaWNcIjpmYWxzZSxcIklzVW5kZXJsaW5lZFwiOmZhbHNlfSxcIkF1dG9TaXplXCI6MCxcIkZvcmVncm91bmRcIjp7XCIkaWRcIjpcIjk4NVwiLFwiQ29sb3JcIjp7XCIkcmVmXCI6XCIxMjVcIn19LFwiQmFja2dyb3VuZEZpbGxUeXBlXCI6MCxcIk1heFdpZHRoXCI6MjAwLjAsXCJNYXhIZWlnaHRcIjpcIkluZmluaXR5XCIsXCJTbWFydEZvcmVncm91bmRJc0FjdGl2ZVwiOmZhbHNlLFwiSG9yaXpvbnRhbEFsaWdubWVudFwiOjAsXCJWZXJ0aWNhbEFsaWdubWVudFwiOjAsXCJTbWFydEZvcmVncm91bmRcIjpudWxsLFwiTWFyZ2luXCI6e1wiJGlkXCI6XCI5ODZcIixcIlRvcFwiOjAuMCxcIkxlZnRcIjowLjAsXCJSaWdodFwiOjAuMCxcIkJvdHRvbVwiOjAuMH0sXCJQYWRkaW5nXCI6e1wiJGlkXCI6XCI5ODdcIixcIlRvcFwiOjAuMCxcIkxlZnRcIjowLjAsXCJSaWdodFwiOjAuMCxcIkJvdHRvbVwiOjAuMH0sXCJCYWNrZ3JvdW5kXCI6e1wiJHJlZlwiOlwiMTI4XCJ9LFwiSXNWaXNpYmxlXCI6dHJ1ZSxcIldpZHRoXCI6MC4wLFwiSGVpZ2h0XCI6MC4wLFwiQm9yZGVyU3R5bGVcIjp7XCIkaWRcIjpcIjk4OFwiLFwiTGluZUNvbG9yXCI6bnVsbCxcIkxpbmVXZWlnaHRcIjowLjAsXCJMaW5lVHlwZVwiOjB9fSxcIkhvcml6b250YWxDb25uZWN0b3JTdHlsZVwiOntcIiRpZFwiOlwiOTg5XCIsXCJMaW5lQ29sb3JcIjp7XCIkcmVmXCI6XCIxMzBcIn0sXCJMaW5lV2VpZ2h0XCI6MS4wLFwiTGluZVR5cGVcIjowfSxcIlZlcnRpY2FsQ29ubmVjdG9yU3R5bGVcIjp7XCIkaWRcIjpcIjk5MFwiLFwiTGluZUNvbG9yXCI6e1wiJHJlZlwiOlwiMTMzXCJ9LFwiTGluZVdlaWdodFwiOjAuMCxcIkxpbmVUeXBlXCI6MH0sXCJNYXJnaW5cIjpudWxsLFwiU3RhcnREYXRlUG9zaXRpb25cIjo2LFwiRW5kRGF0ZVBvc2l0aW9uXCI6NixcIlRpdGxlUG9zaXRpb25cIjoyLFwiRHVyYXRpb25Qb3NpdGlvblwiOjYsXCJQZXJjZW50YWdlQ29tcGxldGVkUG9zaXRpb25cIjo2LFwiU3BhY2luZ1wiOjUsXCJJc0JlbG93VGltZWJhbmRcIjp0cnVlLFwiUGVyY2VudGFnZUNvbXBsZXRlU2hhcGVPcGFjaXR5XCI6MzUsXCJHcm91cE5hbWVcIjpudWxsLFwiQXR0YWNoZWRNaWxlc3RvbmVzU3R5bGVzXCI6bnVsbCxcIlNoYXBlU3R5bGVcIjp7XCIkaWRcIjpcIjk5MVwiLFwiTWFyZ2luXCI6e1wiJGlkXCI6XCI5OTJcIixcIlRvcFwiOjAuMCxcIkxlZnRcIjo0LjAsXCJSaWdodFwiOjQuMCxcIkJvdHRvbVwiOjAuMH0sXCJQYWRkaW5nXCI6e1wiJGlkXCI6XCI5OTNcIixcIlRvcFwiOjAuMCxcIkxlZnRcIjowLjAsXCJSaWdodFwiOjAuMCxcIkJvdHRvbVwiOjAuMH0sXCJCYWNrZ3JvdW5kXCI6e1wiJGlkXCI6XCI5OTRcIixcIkNvbG9yXCI6e1wiJGlkXCI6XCI5OTVcIixcIkFcIjoyNTUsXCJSXCI6MTE2LFwiR1wiOjE3MyxcIkJcIjo3M319LFwiSXNWaXNpYmxlXCI6dHJ1ZSxcIldpZHRoXCI6MC4wLFwiSGVpZ2h0XCI6MTYuMCxcIkJvcmRlclN0eWxlXCI6e1wiJGlkXCI6XCI5OTZcIixcIkxpbmVDb2xvclwiOntcIiRyZWZcIjpcIjE0MVwifSxcIkxpbmVXZWlnaHRcIjowLjAsXCJMaW5lVHlwZVwiOjB9fSxcIlRpdGxlU3R5bGVcIjp7XCIkaWRcIjpcIjk5N1wiLFwiRm9udFNldHRpbmdzXCI6e1wiJGlkXCI6XCI5OThcIixcIkZvbnRTaXplXCI6MTEsXCJGb250TmFtZVwiOlwiQ2FsaWJyaVwiLFwiSXNCb2xkXCI6ZmFsc2UsXCJJc0l0YWxpY1wiOmZhbHNlLFwiSXNVbmRlcmxpbmVkXCI6ZmFsc2V9LFwiQXV0b1NpemVcIjowLFwiRm9yZWdyb3VuZFwiOntcIiRpZFwiOlwiOTk5XCIsXCJDb2xvclwiOntcIiRpZFwiOlwiMTAwMFwiLFwiQVwiOjI1NSxcIlJcIjoyNTUsXCJHXCI6MjU1LFwiQlwiOjI1NX19LFwiQmFja2dyb3VuZEZpbGxUeXBlXCI6MCxcIk1heFdpZHRoXCI6OTYwLjAsXCJNYXhIZWlnaHRcIjpcIkluZmluaXR5XCIsXCJTbWFydEZvcmVncm91bmRJc0FjdGl2ZVwiOmZhbHNlLFwiSG9yaXpvbnRhbEFsaWdubWVudFwiOjEsXCJWZXJ0aWNhbEFsaWdubWVudFwiOjAsXCJTbWFydEZvcmVncm91bmRcIjpudWxsLFwiTWFyZ2luXCI6e1wiJGlkXCI6XCIxMDAxXCIsXCJUb3BcIjowLjAsXCJMZWZ0XCI6MC4wLFwiUmlnaHRcIjowLjAsXCJCb3R0b21cIjowLjB9LFwiUGFkZGluZ1wiOntcIiRpZFwiOlwiMTAwMlwiLFwiVG9wXCI6MC4wLFwiTGVmdFwiOjAuMCxcIlJpZ2h0XCI6MC4wLFwiQm90dG9tXCI6MC4wfSxcIkJhY2tncm91bmRcIjp7XCIkcmVmXCI6XCIxNDlcIn0sXCJJc1Zpc2libGVcIjp0cnVlLFwiV2lkdGhcIjowLjAsXCJIZWlnaHRcIjowLjAsXCJCb3JkZXJTdHlsZVwiOntcIiRpZFwiOlwiMTAwM1wiLFwiTGluZUNvbG9yXCI6bnVsbCxcIkxpbmVXZWlnaHRcIjowLjAsXCJMaW5lVHlwZVwiOjB9fSxcIkRhdGVTdHlsZVwiOntcIiRpZFwiOlwiMTAwNFwiLFwiRm9udFNldHRpbmdzXCI6e1wiJGlkXCI6XCIxMDA1XCIsXCJGb250U2l6ZVwiOjEwLFwiRm9udE5hbWVcIjpcIkNhbGlicmlcIixcIklzQm9sZFwiOmZhbHNlLFwiSXNJdGFsaWNcIjpmYWxzZSxcIklzVW5kZXJsaW5lZFwiOmZhbHNlfSxcIkF1dG9TaXplXCI6MCxcIkZvcmVncm91bmRcIjp7XCIkaWRcIjpcIjEwMDZcIixcIkNvbG9yXCI6e1wiJGlkXCI6XCIxMDA3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DA4XCIsXCJUb3BcIjowLjAsXCJMZWZ0XCI6MC4wLFwiUmlnaHRcIjowLjAsXCJCb3R0b21cIjowLjB9LFwiUGFkZGluZ1wiOntcIiRpZFwiOlwiMTAwOVwiLFwiVG9wXCI6MC4wLFwiTGVmdFwiOjAuMCxcIlJpZ2h0XCI6MC4wLFwiQm90dG9tXCI6MC4wfSxcIkJhY2tncm91bmRcIjp7XCIkcmVmXCI6XCIxNTZcIn0sXCJJc1Zpc2libGVcIjp0cnVlLFwiV2lkdGhcIjowLjAsXCJIZWlnaHRcIjowLjAsXCJCb3JkZXJTdHlsZVwiOntcIiRpZFwiOlwiMTAxMFwiLFwiTGluZUNvbG9yXCI6bnVsbCxcIkxpbmVXZWlnaHRcIjowLjAsXCJMaW5lVHlwZVwiOjB9fSxcIkRhdGVGb3JtYXRcIjp7XCIkaWRcIjpcIjEwM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QXR0YWNoZWRNaWxlc3RvbmVzU3R5bGVcIjpbXX0se1wiJGlkXCI6XCIxMDEyXCIsXCJUYXNrU3R5bGVcIjp7XCIkaWRcIjpcIjEwMTNcIixcIlNoYXBlXCI6NixcIlNoYXBlVGhpY2tuZXNzXCI6MSxcIkR1cmF0aW9uRm9ybWF0XCI6MCxcIlBlcmNlbnRhZ2VDb21wbGV0ZVN0eWxlXCI6e1wiJGlkXCI6XCIxMDE0XCIsXCJGb250U2V0dGluZ3NcIjp7XCIkaWRcIjpcIjEwMTVcIixcIkZvbnRTaXplXCI6MTAsXCJGb250TmFtZVwiOlwiQ2FsaWJyaVwiLFwiSXNCb2xkXCI6ZmFsc2UsXCJJc0l0YWxpY1wiOmZhbHNlLFwiSXNVbmRlcmxpbmVkXCI6ZmFsc2V9LFwiQXV0b1NpemVcIjowLFwiRm9yZWdyb3VuZFwiOntcIiRpZFwiOlwiMTAxNlwiLFwiQ29sb3JcIjp7XCIkcmVmXCI6XCIxMThcIn19LFwiQmFja2dyb3VuZEZpbGxUeXBlXCI6MCxcIk1heFdpZHRoXCI6MjAwLjAsXCJNYXhIZWlnaHRcIjpcIkluZmluaXR5XCIsXCJTbWFydEZvcmVncm91bmRJc0FjdGl2ZVwiOmZhbHNlLFwiSG9yaXpvbnRhbEFsaWdubWVudFwiOjAsXCJWZXJ0aWNhbEFsaWdubWVudFwiOjAsXCJTbWFydEZvcmVncm91bmRcIjpudWxsLFwiTWFyZ2luXCI6e1wiJGlkXCI6XCIxMDE3XCIsXCJUb3BcIjowLjAsXCJMZWZ0XCI6MC4wLFwiUmlnaHRcIjowLjAsXCJCb3R0b21cIjowLjB9LFwiUGFkZGluZ1wiOntcIiRpZFwiOlwiMTAxOFwiLFwiVG9wXCI6MC4wLFwiTGVmdFwiOjAuMCxcIlJpZ2h0XCI6MC4wLFwiQm90dG9tXCI6MC4wfSxcIkJhY2tncm91bmRcIjp7XCIkcmVmXCI6XCIxMjFcIn0sXCJJc1Zpc2libGVcIjp0cnVlLFwiV2lkdGhcIjowLjAsXCJIZWlnaHRcIjowLjAsXCJCb3JkZXJTdHlsZVwiOntcIiRpZFwiOlwiMTAxOVwiLFwiTGluZUNvbG9yXCI6bnVsbCxcIkxpbmVXZWlnaHRcIjowLjAsXCJMaW5lVHlwZVwiOjB9fSxcIkR1cmF0aW9uU3R5bGVcIjp7XCIkaWRcIjpcIjEwMjBcIixcIkZvbnRTZXR0aW5nc1wiOntcIiRpZFwiOlwiMTAyMVwiLFwiRm9udFNpemVcIjoxMCxcIkZvbnROYW1lXCI6XCJDYWxpYnJpXCIsXCJJc0JvbGRcIjpmYWxzZSxcIklzSXRhbGljXCI6ZmFsc2UsXCJJc1VuZGVybGluZWRcIjpmYWxzZX0sXCJBdXRvU2l6ZVwiOjAsXCJGb3JlZ3JvdW5kXCI6e1wiJGlkXCI6XCIxMDIyXCIsXCJDb2xvclwiOntcIiRyZWZcIjpcIjEyNVwifX0sXCJCYWNrZ3JvdW5kRmlsbFR5cGVcIjowLFwiTWF4V2lkdGhcIjoyMDAuMCxcIk1heEhlaWdodFwiOlwiSW5maW5pdHlcIixcIlNtYXJ0Rm9yZWdyb3VuZElzQWN0aXZlXCI6ZmFsc2UsXCJIb3Jpem9udGFsQWxpZ25tZW50XCI6MCxcIlZlcnRpY2FsQWxpZ25tZW50XCI6MCxcIlNtYXJ0Rm9yZWdyb3VuZFwiOm51bGwsXCJNYXJnaW5cIjp7XCIkaWRcIjpcIjEwMjNcIixcIlRvcFwiOjAuMCxcIkxlZnRcIjowLjAsXCJSaWdodFwiOjAuMCxcIkJvdHRvbVwiOjAuMH0sXCJQYWRkaW5nXCI6e1wiJGlkXCI6XCIxMDI0XCIsXCJUb3BcIjowLjAsXCJMZWZ0XCI6MC4wLFwiUmlnaHRcIjowLjAsXCJCb3R0b21cIjowLjB9LFwiQmFja2dyb3VuZFwiOntcIiRyZWZcIjpcIjEyOFwifSxcIklzVmlzaWJsZVwiOnRydWUsXCJXaWR0aFwiOjAuMCxcIkhlaWdodFwiOjAuMCxcIkJvcmRlclN0eWxlXCI6e1wiJGlkXCI6XCIxMDI1XCIsXCJMaW5lQ29sb3JcIjpudWxsLFwiTGluZVdlaWdodFwiOjAuMCxcIkxpbmVUeXBlXCI6MH19LFwiSG9yaXpvbnRhbENvbm5lY3RvclN0eWxlXCI6e1wiJGlkXCI6XCIxMDI2XCIsXCJMaW5lQ29sb3JcIjp7XCIkcmVmXCI6XCIxMzBcIn0sXCJMaW5lV2VpZ2h0XCI6MS4wLFwiTGluZVR5cGVcIjowfSxcIlZlcnRpY2FsQ29ubmVjdG9yU3R5bGVcIjp7XCIkaWRcIjpcIjEwMjdcIixcIkxpbmVDb2xvclwiOntcIiRyZWZcIjpcIjEzM1wifSxcIkxpbmVXZWlnaHRcIjowLjAsXCJMaW5lVHlwZVwiOjB9LFwiTWFyZ2luXCI6bnVsbCxcIlN0YXJ0RGF0ZVBvc2l0aW9uXCI6NixcIkVuZERhdGVQb3NpdGlvblwiOjYsXCJUaXRsZVBvc2l0aW9uXCI6MixcIkR1cmF0aW9uUG9zaXRpb25cIjo2LFwiUGVyY2VudGFnZUNvbXBsZXRlZFBvc2l0aW9uXCI6NixcIlNwYWNpbmdcIjo1LFwiSXNCZWxvd1RpbWViYW5kXCI6dHJ1ZSxcIlBlcmNlbnRhZ2VDb21wbGV0ZVNoYXBlT3BhY2l0eVwiOjM1LFwiR3JvdXBOYW1lXCI6bnVsbCxcIkF0dGFjaGVkTWlsZXN0b25lc1N0eWxlc1wiOm51bGwsXCJTaGFwZVN0eWxlXCI6e1wiJGlkXCI6XCIxMDI4XCIsXCJNYXJnaW5cIjp7XCIkaWRcIjpcIjEwMjlcIixcIlRvcFwiOjAuMCxcIkxlZnRcIjo0LjAsXCJSaWdodFwiOjQuMCxcIkJvdHRvbVwiOjAuMH0sXCJQYWRkaW5nXCI6e1wiJGlkXCI6XCIxMDMwXCIsXCJUb3BcIjowLjAsXCJMZWZ0XCI6MC4wLFwiUmlnaHRcIjowLjAsXCJCb3R0b21cIjowLjB9LFwiQmFja2dyb3VuZFwiOntcIiRpZFwiOlwiMTAzMVwiLFwiQ29sb3JcIjp7XCIkaWRcIjpcIjEwMzJcIixcIkFcIjoyNTUsXCJSXCI6MTE2LFwiR1wiOjE3MyxcIkJcIjo3M319LFwiSXNWaXNpYmxlXCI6dHJ1ZSxcIldpZHRoXCI6MC4wLFwiSGVpZ2h0XCI6MTYuMCxcIkJvcmRlclN0eWxlXCI6e1wiJGlkXCI6XCIxMDMzXCIsXCJMaW5lQ29sb3JcIjp7XCIkcmVmXCI6XCIxNDFcIn0sXCJMaW5lV2VpZ2h0XCI6MC4wLFwiTGluZVR5cGVcIjowfX0sXCJUaXRsZVN0eWxlXCI6e1wiJGlkXCI6XCIxMDM0XCIsXCJGb250U2V0dGluZ3NcIjp7XCIkaWRcIjpcIjEwMzVcIixcIkZvbnRTaXplXCI6MTEsXCJGb250TmFtZVwiOlwiQ2FsaWJyaVwiLFwiSXNCb2xkXCI6ZmFsc2UsXCJJc0l0YWxpY1wiOmZhbHNlLFwiSXNVbmRlcmxpbmVkXCI6ZmFsc2V9LFwiQXV0b1NpemVcIjowLFwiRm9yZWdyb3VuZFwiOntcIiRpZFwiOlwiMTAzNlwiLFwiQ29sb3JcIjp7XCIkaWRcIjpcIjEwMzdcIixcIkFcIjoyNTUsXCJSXCI6MjU1LFwiR1wiOjI1NSxcIkJcIjoyNTV9fSxcIkJhY2tncm91bmRGaWxsVHlwZVwiOjAsXCJNYXhXaWR0aFwiOjk2MC4wLFwiTWF4SGVpZ2h0XCI6XCJJbmZpbml0eVwiLFwiU21hcnRGb3JlZ3JvdW5kSXNBY3RpdmVcIjpmYWxzZSxcIkhvcml6b250YWxBbGlnbm1lbnRcIjoxLFwiVmVydGljYWxBbGlnbm1lbnRcIjowLFwiU21hcnRGb3JlZ3JvdW5kXCI6bnVsbCxcIk1hcmdpblwiOntcIiRpZFwiOlwiMTAzOFwiLFwiVG9wXCI6MC4wLFwiTGVmdFwiOjAuMCxcIlJpZ2h0XCI6MC4wLFwiQm90dG9tXCI6MC4wfSxcIlBhZGRpbmdcIjp7XCIkaWRcIjpcIjEwMzlcIixcIlRvcFwiOjAuMCxcIkxlZnRcIjowLjAsXCJSaWdodFwiOjAuMCxcIkJvdHRvbVwiOjAuMH0sXCJCYWNrZ3JvdW5kXCI6e1wiJHJlZlwiOlwiMTQ5XCJ9LFwiSXNWaXNpYmxlXCI6dHJ1ZSxcIldpZHRoXCI6MC4wLFwiSGVpZ2h0XCI6MC4wLFwiQm9yZGVyU3R5bGVcIjp7XCIkaWRcIjpcIjEwNDBcIixcIkxpbmVDb2xvclwiOm51bGwsXCJMaW5lV2VpZ2h0XCI6MC4wLFwiTGluZVR5cGVcIjowfX0sXCJEYXRlU3R5bGVcIjp7XCIkaWRcIjpcIjEwNDFcIixcIkZvbnRTZXR0aW5nc1wiOntcIiRpZFwiOlwiMTA0MlwiLFwiRm9udFNpemVcIjoxMCxcIkZvbnROYW1lXCI6XCJDYWxpYnJpXCIsXCJJc0JvbGRcIjpmYWxzZSxcIklzSXRhbGljXCI6ZmFsc2UsXCJJc1VuZGVybGluZWRcIjpmYWxzZX0sXCJBdXRvU2l6ZVwiOjAsXCJGb3JlZ3JvdW5kXCI6e1wiJGlkXCI6XCIxMDQzXCIsXCJDb2xvclwiOntcIiRpZFwiOlwiMTA0NF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A0NVwiLFwiVG9wXCI6MC4wLFwiTGVmdFwiOjAuMCxcIlJpZ2h0XCI6MC4wLFwiQm90dG9tXCI6MC4wfSxcIlBhZGRpbmdcIjp7XCIkaWRcIjpcIjEwNDZcIixcIlRvcFwiOjAuMCxcIkxlZnRcIjowLjAsXCJSaWdodFwiOjAuMCxcIkJvdHRvbVwiOjAuMH0sXCJCYWNrZ3JvdW5kXCI6e1wiJHJlZlwiOlwiMTU2XCJ9LFwiSXNWaXNpYmxlXCI6dHJ1ZSxcIldpZHRoXCI6MC4wLFwiSGVpZ2h0XCI6MC4wLFwiQm9yZGVyU3R5bGVcIjp7XCIkaWRcIjpcIjEwNDdcIixcIkxpbmVDb2xvclwiOm51bGwsXCJMaW5lV2VpZ2h0XCI6MC4wLFwiTGluZVR5cGVcIjowfX0sXCJEYXRlRm9ybWF0XCI6e1wiJGlkXCI6XCIxMDQ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F0dGFjaGVkTWlsZXN0b25lc1N0eWxlXCI6W119LHtcIiRpZFwiOlwiMTA0OVwiLFwiVGFza1N0eWxlXCI6e1wiJGlkXCI6XCIxMDUwXCIsXCJTaGFwZVwiOjMsXCJTaGFwZVRoaWNrbmVzc1wiOjAsXCJEdXJhdGlvbkZvcm1hdFwiOjAsXCJQZXJjZW50YWdlQ29tcGxldGVTdHlsZVwiOntcIiRpZFwiOlwiMTA1MVwiLFwiRm9udFNldHRpbmdzXCI6e1wiJGlkXCI6XCIxMDUyXCIsXCJGb250U2l6ZVwiOjEwLFwiRm9udE5hbWVcIjpcIkNhbGlicmlcIixcIklzQm9sZFwiOmZhbHNlLFwiSXNJdGFsaWNcIjpmYWxzZSxcIklzVW5kZXJsaW5lZFwiOmZhbHNlfSxcIkF1dG9TaXplXCI6MCxcIkZvcmVncm91bmRcIjp7XCIkaWRcIjpcIjEwNTNcIixcIkNvbG9yXCI6e1wiJHJlZlwiOlwiMTE4XCJ9fSxcIkJhY2tncm91bmRGaWxsVHlwZVwiOjAsXCJNYXhXaWR0aFwiOjIwMC4wLFwiTWF4SGVpZ2h0XCI6XCJJbmZpbml0eVwiLFwiU21hcnRGb3JlZ3JvdW5kSXNBY3RpdmVcIjpmYWxzZSxcIkhvcml6b250YWxBbGlnbm1lbnRcIjowLFwiVmVydGljYWxBbGlnbm1lbnRcIjowLFwiU21hcnRGb3JlZ3JvdW5kXCI6bnVsbCxcIk1hcmdpblwiOntcIiRpZFwiOlwiMTA1NFwiLFwiVG9wXCI6MC4wLFwiTGVmdFwiOjAuMCxcIlJpZ2h0XCI6MC4wLFwiQm90dG9tXCI6MC4wfSxcIlBhZGRpbmdcIjp7XCIkaWRcIjpcIjEwNTVcIixcIlRvcFwiOjAuMCxcIkxlZnRcIjowLjAsXCJSaWdodFwiOjAuMCxcIkJvdHRvbVwiOjAuMH0sXCJCYWNrZ3JvdW5kXCI6e1wiJHJlZlwiOlwiMTIxXCJ9LFwiSXNWaXNpYmxlXCI6dHJ1ZSxcIldpZHRoXCI6MC4wLFwiSGVpZ2h0XCI6MC4wLFwiQm9yZGVyU3R5bGVcIjp7XCIkaWRcIjpcIjEwNTZcIixcIkxpbmVDb2xvclwiOm51bGwsXCJMaW5lV2VpZ2h0XCI6MC4wLFwiTGluZVR5cGVcIjowfX0sXCJEdXJhdGlvblN0eWxlXCI6e1wiJGlkXCI6XCIxMDU3XCIsXCJGb250U2V0dGluZ3NcIjp7XCIkaWRcIjpcIjEwNThcIixcIkZvbnRTaXplXCI6MTAsXCJGb250TmFtZVwiOlwiQ2FsaWJyaVwiLFwiSXNCb2xkXCI6ZmFsc2UsXCJJc0l0YWxpY1wiOmZhbHNlLFwiSXNVbmRlcmxpbmVkXCI6ZmFsc2V9LFwiQXV0b1NpemVcIjowLFwiRm9yZWdyb3VuZFwiOntcIiRpZFwiOlwiMTA1OVwiLFwiQ29sb3JcIjp7XCIkcmVmXCI6XCIxMjVcIn19LFwiQmFja2dyb3VuZEZpbGxUeXBlXCI6MCxcIk1heFdpZHRoXCI6MjAwLjAsXCJNYXhIZWlnaHRcIjpcIkluZmluaXR5XCIsXCJTbWFydEZvcmVncm91bmRJc0FjdGl2ZVwiOmZhbHNlLFwiSG9yaXpvbnRhbEFsaWdubWVudFwiOjAsXCJWZXJ0aWNhbEFsaWdubWVudFwiOjAsXCJTbWFydEZvcmVncm91bmRcIjpudWxsLFwiTWFyZ2luXCI6e1wiJGlkXCI6XCIxMDYwXCIsXCJUb3BcIjowLjAsXCJMZWZ0XCI6MC4wLFwiUmlnaHRcIjowLjAsXCJCb3R0b21cIjowLjB9LFwiUGFkZGluZ1wiOntcIiRpZFwiOlwiMTA2MVwiLFwiVG9wXCI6MC4wLFwiTGVmdFwiOjAuMCxcIlJpZ2h0XCI6MC4wLFwiQm90dG9tXCI6MC4wfSxcIkJhY2tncm91bmRcIjp7XCIkcmVmXCI6XCIxMjhcIn0sXCJJc1Zpc2libGVcIjp0cnVlLFwiV2lkdGhcIjowLjAsXCJIZWlnaHRcIjowLjAsXCJCb3JkZXJTdHlsZVwiOntcIiRpZFwiOlwiMTA2MlwiLFwiTGluZUNvbG9yXCI6bnVsbCxcIkxpbmVXZWlnaHRcIjowLjAsXCJMaW5lVHlwZVwiOjB9fSxcIkhvcml6b250YWxDb25uZWN0b3JTdHlsZVwiOntcIiRpZFwiOlwiMTA2M1wiLFwiTGluZUNvbG9yXCI6e1wiJHJlZlwiOlwiMTMwXCJ9LFwiTGluZVdlaWdodFwiOjEuMCxcIkxpbmVUeXBlXCI6MH0sXCJWZXJ0aWNhbENvbm5lY3RvclN0eWxlXCI6e1wiJGlkXCI6XCIxMDY0XCIsXCJMaW5lQ29sb3JcIjp7XCIkcmVmXCI6XCIxMzNcIn0sXCJMaW5lV2VpZ2h0XCI6MC4wLFwiTGluZVR5cGVcIjowfSxcIk1hcmdpblwiOm51bGwsXCJTdGFydERhdGVQb3NpdGlvblwiOjYsXCJFbmREYXRlUG9zaXRpb25cIjo2LFwiVGl0bGVQb3NpdGlvblwiOjIsXCJEdXJhdGlvblBvc2l0aW9uXCI6NixcIlBlcmNlbnRhZ2VDb21wbGV0ZWRQb3NpdGlvblwiOjYsXCJTcGFjaW5nXCI6NSxcIklzQmVsb3dUaW1lYmFuZFwiOnRydWUsXCJQZXJjZW50YWdlQ29tcGxldGVTaGFwZU9wYWNpdHlcIjozNSxcIkdyb3VwTmFtZVwiOm51bGwsXCJBdHRhY2hlZE1pbGVzdG9uZXNTdHlsZXNcIjpudWxsLFwiU2hhcGVTdHlsZVwiOntcIiRpZFwiOlwiMTA2NVwiLFwiTWFyZ2luXCI6e1wiJGlkXCI6XCIxMDY2XCIsXCJUb3BcIjowLjAsXCJMZWZ0XCI6NC4wLFwiUmlnaHRcIjo0LjAsXCJCb3R0b21cIjowLjB9LFwiUGFkZGluZ1wiOntcIiRpZFwiOlwiMTA2N1wiLFwiVG9wXCI6MC4wLFwiTGVmdFwiOjAuMCxcIlJpZ2h0XCI6MC4wLFwiQm90dG9tXCI6MC4wfSxcIkJhY2tncm91bmRcIjp7XCIkaWRcIjpcIjEwNjhcIixcIkNvbG9yXCI6e1wiJGlkXCI6XCIxMDY5XCIsXCJBXCI6MjU1LFwiUlwiOjExNixcIkdcIjoxNzMsXCJCXCI6NzN9fSxcIklzVmlzaWJsZVwiOnRydWUsXCJXaWR0aFwiOjAuMCxcIkhlaWdodFwiOjEzLjQyNjY2NjY2NjY2NjY3NyxcIkJvcmRlclN0eWxlXCI6e1wiJGlkXCI6XCIxMDcwXCIsXCJMaW5lQ29sb3JcIjp7XCIkcmVmXCI6XCIxNDFcIn0sXCJMaW5lV2VpZ2h0XCI6MC4wLFwiTGluZVR5cGVcIjowfX0sXCJUaXRsZVN0eWxlXCI6e1wiJGlkXCI6XCIxMDcxXCIsXCJGb250U2V0dGluZ3NcIjp7XCIkaWRcIjpcIjEwNzJcIixcIkZvbnRTaXplXCI6MTEsXCJGb250TmFtZVwiOlwiQ2FsaWJyaVwiLFwiSXNCb2xkXCI6ZmFsc2UsXCJJc0l0YWxpY1wiOmZhbHNlLFwiSXNVbmRlcmxpbmVkXCI6ZmFsc2V9LFwiQXV0b1NpemVcIjowLFwiRm9yZWdyb3VuZFwiOntcIiRpZFwiOlwiMTA3M1wiLFwiQ29sb3JcIjp7XCIkaWRcIjpcIjEwNzRcIixcIkFcIjoyNTUsXCJSXCI6MjU1LFwiR1wiOjI1NSxcIkJcIjoyNTV9fSxcIkJhY2tncm91bmRGaWxsVHlwZVwiOjAsXCJNYXhXaWR0aFwiOjcyMC4wLFwiTWF4SGVpZ2h0XCI6XCJJbmZpbml0eVwiLFwiU21hcnRGb3JlZ3JvdW5kSXNBY3RpdmVcIjpmYWxzZSxcIkhvcml6b250YWxBbGlnbm1lbnRcIjoxLFwiVmVydGljYWxBbGlnbm1lbnRcIjowLFwiU21hcnRGb3JlZ3JvdW5kXCI6bnVsbCxcIk1hcmdpblwiOntcIiRpZFwiOlwiMTA3NVwiLFwiVG9wXCI6MC4wLFwiTGVmdFwiOjAuMCxcIlJpZ2h0XCI6MC4wLFwiQm90dG9tXCI6MC4wfSxcIlBhZGRpbmdcIjp7XCIkaWRcIjpcIjEwNzZcIixcIlRvcFwiOjAuMCxcIkxlZnRcIjowLjAsXCJSaWdodFwiOjAuMCxcIkJvdHRvbVwiOjAuMH0sXCJCYWNrZ3JvdW5kXCI6e1wiJHJlZlwiOlwiMTQ5XCJ9LFwiSXNWaXNpYmxlXCI6dHJ1ZSxcIldpZHRoXCI6MC4wLFwiSGVpZ2h0XCI6MC4wLFwiQm9yZGVyU3R5bGVcIjp7XCIkaWRcIjpcIjEwNzdcIixcIkxpbmVDb2xvclwiOm51bGwsXCJMaW5lV2VpZ2h0XCI6MC4wLFwiTGluZVR5cGVcIjowfX0sXCJEYXRlU3R5bGVcIjp7XCIkaWRcIjpcIjEwNzhcIixcIkZvbnRTZXR0aW5nc1wiOntcIiRpZFwiOlwiMTA3OVwiLFwiRm9udFNpemVcIjoxMCxcIkZvbnROYW1lXCI6XCJDYWxpYnJpXCIsXCJJc0JvbGRcIjpmYWxzZSxcIklzSXRhbGljXCI6ZmFsc2UsXCJJc1VuZGVybGluZWRcIjpmYWxzZX0sXCJBdXRvU2l6ZVwiOjAsXCJGb3JlZ3JvdW5kXCI6e1wiJGlkXCI6XCIxMDgwXCIsXCJDb2xvclwiOntcIiRpZFwiOlwiMTA4MV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A4MlwiLFwiVG9wXCI6MC4wLFwiTGVmdFwiOjAuMCxcIlJpZ2h0XCI6MC4wLFwiQm90dG9tXCI6MC4wfSxcIlBhZGRpbmdcIjp7XCIkaWRcIjpcIjEwODNcIixcIlRvcFwiOjAuMCxcIkxlZnRcIjowLjAsXCJSaWdodFwiOjAuMCxcIkJvdHRvbVwiOjAuMH0sXCJCYWNrZ3JvdW5kXCI6e1wiJHJlZlwiOlwiMTU2XCJ9LFwiSXNWaXNpYmxlXCI6dHJ1ZSxcIldpZHRoXCI6MC4wLFwiSGVpZ2h0XCI6MC4wLFwiQm9yZGVyU3R5bGVcIjp7XCIkaWRcIjpcIjEwODRcIixcIkxpbmVDb2xvclwiOm51bGwsXCJMaW5lV2VpZ2h0XCI6MC4wLFwiTGluZVR5cGVcIjowfX0sXCJEYXRlRm9ybWF0XCI6e1wiJGlkXCI6XCIxMDg1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F0dGFjaGVkTWlsZXN0b25lc1N0eWxlXCI6W119XX0se1wiJGlkXCI6XCIxMDg2XCIsXCJTdHlsZVwiOntcIiRpZFwiOlwiMTA4N1wiLFwiSGVhZGVyU3R5bGVcIjp7XCIkaWRcIjpcIjEwODhcIixcIlRleHRTdHlsZVwiOntcIiRpZFwiOlwiMTA4OVwiLFwiRm9udFNldHRpbmdzXCI6e1wiJGlkXCI6XCIxMDkwXCIsXCJGb250U2l6ZVwiOjEwLFwiRm9udE5hbWVcIjpcIkZyYW5rbGluIEdvdGhpYyBNZWRpdW1cIixcIklzQm9sZFwiOmZhbHNlLFwiSXNJdGFsaWNcIjpmYWxzZSxcIklzVW5kZXJsaW5lZFwiOmZhbHNlfSxcIkF1dG9TaXplXCI6MCxcIkZvcmVncm91bmRcIjp7XCIkaWRcIjpcIjEwOTFcIixcIkNvbG9yXCI6e1wiJGlkXCI6XCIxMDkyXCIsXCJBXCI6MjU1LFwiUlwiOjAsXCJHXCI6MCxcIkJcIjowfX0sXCJCYWNrZ3JvdW5kRmlsbFR5cGVcIjowLFwiTWF4V2lkdGhcIjowLjAsXCJNYXhIZWlnaHRcIjowLjAsXCJTbWFydEZvcmVncm91bmRJc0FjdGl2ZVwiOmZhbHNlLFwiSG9yaXpvbnRhbEFsaWdubWVudFwiOjAsXCJWZXJ0aWNhbEFsaWdubWVudFwiOjAsXCJTbWFydEZvcmVncm91bmRcIjpudWxsLFwiTWFyZ2luXCI6e1wiJGlkXCI6XCIxMDkzXCIsXCJUb3BcIjowLjAsXCJMZWZ0XCI6MC4wLFwiUmlnaHRcIjowLjAsXCJCb3R0b21cIjowLjB9LFwiUGFkZGluZ1wiOntcIiRpZFwiOlwiMTA5NFwiLFwiVG9wXCI6MC4wLFwiTGVmdFwiOjAuMCxcIlJpZ2h0XCI6MC4wLFwiQm90dG9tXCI6MC4wfSxcIkJhY2tncm91bmRcIjpudWxsLFwiSXNWaXNpYmxlXCI6ZmFsc2UsXCJXaWR0aFwiOjAuMCxcIkhlaWdodFwiOjAuMCxcIkJvcmRlclN0eWxlXCI6bnVsbH0sXCJSZWN0YW5nbGVTdHlsZVwiOntcIiRpZFwiOlwiMTA5NVwiLFwiTWFyZ2luXCI6e1wiJGlkXCI6XCIxMDk2XCIsXCJUb3BcIjowLjAsXCJMZWZ0XCI6MC4wLFwiUmlnaHRcIjowLjAsXCJCb3R0b21cIjowLjB9LFwiUGFkZGluZ1wiOntcIiRpZFwiOlwiMTA5N1wiLFwiVG9wXCI6MC4wLFwiTGVmdFwiOjAuMCxcIlJpZ2h0XCI6MC4wLFwiQm90dG9tXCI6MC4wfSxcIkJhY2tncm91bmRcIjp7XCIkaWRcIjpcIjEwOThcIixcIkNvbG9yXCI6e1wiJGlkXCI6XCIxMDk5XCIsXCJBXCI6MTI3LFwiUlwiOjE2NSxcIkdcIjoxNjUsXCJCXCI6MTY1fX0sXCJJc1Zpc2libGVcIjpmYWxzZSxcIldpZHRoXCI6MC4wLFwiSGVpZ2h0XCI6MC4wLFwiQm9yZGVyU3R5bGVcIjp7XCIkaWRcIjpcIjExMDBcIixcIkxpbmVDb2xvclwiOntcIiRyZWZcIjpcIjE3MlwifSxcIkxpbmVXZWlnaHRcIjowLjAsXCJMaW5lVHlwZVwiOjB9fSxcIlRleHRJc1ZlcnRpY2FsXCI6ZmFsc2V9LFwiQmFja2dyb3VuZFN0eWxlXCI6e1wiJGlkXCI6XCIxMTAxXCIsXCJNYXJnaW5cIjp7XCIkaWRcIjpcIjExMDJcIixcIlRvcFwiOjAuMCxcIkxlZnRcIjowLjAsXCJSaWdodFwiOjAuMCxcIkJvdHRvbVwiOjAuMH0sXCJQYWRkaW5nXCI6e1wiJGlkXCI6XCIxMTAzXCIsXCJUb3BcIjowLjAsXCJMZWZ0XCI6MC4wLFwiUmlnaHRcIjowLjAsXCJCb3R0b21cIjowLjB9LFwiQmFja2dyb3VuZFwiOntcIiRpZFwiOlwiMTEwNFwiLFwiQ29sb3JcIjp7XCIkaWRcIjpcIjExMDVcIixcIkFcIjozOCxcIlJcIjoxNjUsXCJHXCI6MTY1LFwiQlwiOjE2NX19LFwiSXNWaXNpYmxlXCI6dHJ1ZSxcIldpZHRoXCI6MC4wLFwiSGVpZ2h0XCI6MC4wLFwiQm9yZGVyU3R5bGVcIjp7XCIkaWRcIjpcIjExMDZcIixcIkxpbmVDb2xvclwiOntcIiRyZWZcIjpcIjE4MFwifSxcIkxpbmVXZWlnaHRcIjowLjAsXCJMaW5lVHlwZVwiOjB9fSxcIklzQWJvdmVUaW1lYmFuZFwiOmZhbHNlfSxcIkN1c3RvbVN3aW1sYW5lTWlsZXN0b25lU3R5bGVMaXN0XCI6W3tcIiRpZFwiOlwiMTEwN1wiLFwiVGl0bGVTdHlsZVwiOntcIiRpZFwiOlwiMTEwOFwiLFwiRm9udFNldHRpbmdzXCI6e1wiJGlkXCI6XCIxMTA5XCIsXCJGb250U2l6ZVwiOjExLFwiRm9udE5hbWVcIjpcIkNhbGlicmlcIixcIklzQm9sZFwiOnRydWUsXCJJc0l0YWxpY1wiOmZhbHNlLFwiSXNVbmRlcmxpbmVkXCI6ZmFsc2V9LFwiQXV0b1NpemVcIjowLFwiRm9yZWdyb3VuZFwiOntcIiRpZFwiOlwiMTExMFwiLFwiQ29sb3JcIjp7XCIkaWRcIjpcIjExMTFcIixcIkFcIjoyNTUsXCJSXCI6ODksXCJHXCI6ODksXCJCXCI6ODl9fSxcIkJhY2tncm91bmRGaWxsVHlwZVwiOjAsXCJNYXhXaWR0aFwiOjIwMC4wLFwiTWF4SGVpZ2h0XCI6XCJJbmZpbml0eVwiLFwiU21hcnRGb3JlZ3JvdW5kSXNBY3RpdmVcIjpmYWxzZSxcIkhvcml6b250YWxBbGlnbm1lbnRcIjowLFwiVmVydGljYWxBbGlnbm1lbnRcIjowLFwiU21hcnRGb3JlZ3JvdW5kXCI6bnVsbCxcIk1hcmdpblwiOntcIiRpZFwiOlwiMTExMlwiLFwiVG9wXCI6MC4wLFwiTGVmdFwiOjAuMCxcIlJpZ2h0XCI6MC4wLFwiQm90dG9tXCI6MC4wfSxcIlBhZGRpbmdcIjp7XCIkaWRcIjpcIjExMTNcIixcIlRvcFwiOjAuMCxcIkxlZnRcIjowLjAsXCJSaWdodFwiOjAuMCxcIkJvdHRvbVwiOjAuMH0sXCJCYWNrZ3JvdW5kXCI6e1wiJHJlZlwiOlwiMTA1XCJ9LFwiSXNWaXNpYmxlXCI6dHJ1ZSxcIldpZHRoXCI6MC4wLFwiSGVpZ2h0XCI6MC4wLFwiQm9yZGVyU3R5bGVcIjpudWxsfSxcIkRhdGVTdHlsZVwiOntcIiRpZFwiOlwiMTExNFwiLFwiRm9udFNldHRpbmdzXCI6e1wiJGlkXCI6XCIxMTE1XCIsXCJGb250U2l6ZVwiOjEwLFwiRm9udE5hbWVcIjpcIkNhbGlicmlcIixcIklzQm9sZFwiOmZhbHNlLFwiSXNJdGFsaWNcIjpmYWxzZSxcIklzVW5kZXJsaW5lZFwiOmZhbHNlfSxcIkF1dG9TaXplXCI6MCxcIkZvcmVncm91bmRcIjp7XCIkaWRcIjpcIjExMTZcIixcIkNvbG9yXCI6e1wiJGlkXCI6XCIxMTE3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xMTE4XCIsXCJUb3BcIjowLjAsXCJMZWZ0XCI6MC4wLFwiUmlnaHRcIjowLjAsXCJCb3R0b21cIjowLjB9LFwiUGFkZGluZ1wiOntcIiRpZFwiOlwiMTExOVwiLFwiVG9wXCI6MC4wLFwiTGVmdFwiOjAuMCxcIlJpZ2h0XCI6MC4wLFwiQm90dG9tXCI6MC4wfSxcIkJhY2tncm91bmRcIjp7XCIkcmVmXCI6XCIxMTJcIn0sXCJJc1Zpc2libGVcIjp0cnVlLFwiV2lkdGhcIjowLjAsXCJIZWlnaHRcIjowLjAsXCJCb3JkZXJTdHlsZVwiOm51bGx9LFwiVGl0bGVQb3NpdGlvblwiOjIsXCJEYXRlUG9zaXRpb25cIjpcIkxlZnRcIixcIlNoYXBlVHlwZVwiOjEzLFwiU2hhcGVTaXplXCI6MCxcIlNoYXBlU3R5bGVcIjp7XCIkaWRcIjpcIjExMjBcIixcIk1hcmdpblwiOntcIiRpZFwiOlwiMTEyMVwiLFwiVG9wXCI6MC4wLFwiTGVmdFwiOjAuMCxcIlJpZ2h0XCI6MC4wLFwiQm90dG9tXCI6MC4wfSxcIlBhZGRpbmdcIjp7XCIkaWRcIjpcIjExMjJcIixcIlRvcFwiOjAuMCxcIkxlZnRcIjowLjAsXCJSaWdodFwiOjAuMCxcIkJvdHRvbVwiOjAuMH0sXCJCYWNrZ3JvdW5kXCI6e1wiJGlkXCI6XCIxMTIzXCIsXCJDb2xvclwiOntcIiRpZFwiOlwiMTEyNFwiLFwiQVwiOjI1NSxcIlJcIjoxMTUsXCJHXCI6MTE1LFwiQlwiOjExNX19LFwiSXNWaXNpYmxlXCI6dHJ1ZSxcIldpZHRoXCI6MTIuMCxcIkhlaWdodFwiOjE0LjAsXCJCb3JkZXJTdHlsZVwiOntcIiRpZFwiOlwiMTEyNVwiLFwiTGluZUNvbG9yXCI6e1wiJHJlZlwiOlwiOTdcIn0sXCJMaW5lV2VpZ2h0XCI6MC4wLFwiTGluZVR5cGVcIjowfX0sXCJEYXRlRm9ybWF0XCI6e1wiJGlkXCI6XCIxMTI2XCIsXCJGb3JtYXRTdHJpbmdcIjpcImRkZCwgTU1NIGQsIHl5eXlcIixcIlNlcGFyYXRvclwiOlwiL1wiLFwiVXNlSW50ZXJuYXRpb25hbERhdGVGb3JtYXRcIjpmYWxzZSxcIkRhdGVJc1Zpc2libGVcIjp0cnVlLFwiVGltZUlzVmlzaWJsZVwiOmZhbHNlLFwiSG91ckRpZ2l0c1wiOjEsXCJBbVBtRGVzaWduYXRvclwiOjIsXCJUcmltMDBNaW51dGVzXCI6ZmFsc2UsXCJMYXN0S25vd25WaXNpYmlsaXR5U3RhdGVcIjp7XCIkaWRcIjpcIjExMjdcIixcIkRhdGVQYXJ0SXNWaXNpYmxlXCI6dHJ1ZSxcIlRpbWVQYXJ0SXNWaXNpYmxlXCI6ZmFsc2V9fSxcIklzVmlzaWJsZVwiOnRydWUsXCJHcm91cElkXCI6XCJcIn0se1wiJGlkXCI6XCIxMTI4XCIsXCJUaXRsZVN0eWxlXCI6e1wiJGlkXCI6XCIxMTI5XCIsXCJGb250U2V0dGluZ3NcIjp7XCIkaWRcIjpcIjExMzBcIixcIkZvbnRTaXplXCI6MTEsXCJGb250TmFtZVwiOlwiQ2FsaWJyaVwiLFwiSXNCb2xkXCI6dHJ1ZSxcIklzSXRhbGljXCI6ZmFsc2UsXCJJc1VuZGVybGluZWRcIjpmYWxzZX0sXCJBdXRvU2l6ZVwiOjAsXCJGb3JlZ3JvdW5kXCI6e1wiJGlkXCI6XCIxMTMxXCIsXCJDb2xvclwiOntcIiRpZFwiOlwiMTEzMlwiLFwiQVwiOjI1NSxcIlJcIjo4OSxcIkdcIjo4OSxcIkJcIjo4OX19LFwiQmFja2dyb3VuZEZpbGxUeXBlXCI6MCxcIk1heFdpZHRoXCI6MjAwLjAsXCJNYXhIZWlnaHRcIjpcIkluZmluaXR5XCIsXCJTbWFydEZvcmVncm91bmRJc0FjdGl2ZVwiOmZhbHNlLFwiSG9yaXpvbnRhbEFsaWdubWVudFwiOjAsXCJWZXJ0aWNhbEFsaWdubWVudFwiOjAsXCJTbWFydEZvcmVncm91bmRcIjpudWxsLFwiTWFyZ2luXCI6e1wiJGlkXCI6XCIxMTMzXCIsXCJUb3BcIjowLjAsXCJMZWZ0XCI6MC4wLFwiUmlnaHRcIjowLjAsXCJCb3R0b21cIjowLjB9LFwiUGFkZGluZ1wiOntcIiRpZFwiOlwiMTEzNFwiLFwiVG9wXCI6MC4wLFwiTGVmdFwiOjAuMCxcIlJpZ2h0XCI6MC4wLFwiQm90dG9tXCI6MC4wfSxcIkJhY2tncm91bmRcIjp7XCIkcmVmXCI6XCIxMDVcIn0sXCJJc1Zpc2libGVcIjp0cnVlLFwiV2lkdGhcIjowLjAsXCJIZWlnaHRcIjowLjAsXCJCb3JkZXJTdHlsZVwiOm51bGx9LFwiRGF0ZVN0eWxlXCI6e1wiJGlkXCI6XCIxMTM1XCIsXCJGb250U2V0dGluZ3NcIjp7XCIkaWRcIjpcIjExMzZcIixcIkZvbnRTaXplXCI6OSxcIkZvbnROYW1lXCI6XCJDYWxpYnJpXCIsXCJJc0JvbGRcIjpmYWxzZSxcIklzSXRhbGljXCI6ZmFsc2UsXCJJc1VuZGVybGluZWRcIjpmYWxzZX0sXCJBdXRvU2l6ZVwiOjAsXCJGb3JlZ3JvdW5kXCI6e1wiJGlkXCI6XCIxMTM3XCIsXCJDb2xvclwiOntcIiRpZFwiOlwiMTEzOFwiLFwiQVwiOjI1NSxcIlJcIjoxMTUsXCJHXCI6MTE1LFwiQlwiOjExNX19LFwiQmFja2dyb3VuZEZpbGxUeXBlXCI6MCxcIk1heFdpZHRoXCI6MjAwLjAsXCJNYXhIZWlnaHRcIjpcIkluZmluaXR5XCIsXCJTbWFydEZvcmVncm91bmRJc0FjdGl2ZVwiOmZhbHNlLFwiSG9yaXpvbnRhbEFsaWdubWVudFwiOjIsXCJWZXJ0aWNhbEFsaWdubWVudFwiOjAsXCJTbWFydEZvcmVncm91bmRcIjpudWxsLFwiTWFyZ2luXCI6e1wiJGlkXCI6XCIxMTM5XCIsXCJUb3BcIjowLjAsXCJMZWZ0XCI6MC4wLFwiUmlnaHRcIjowLjAsXCJCb3R0b21cIjowLjB9LFwiUGFkZGluZ1wiOntcIiRpZFwiOlwiMTE0MFwiLFwiVG9wXCI6MC4wLFwiTGVmdFwiOjAuMCxcIlJpZ2h0XCI6MC4wLFwiQm90dG9tXCI6MC4wfSxcIkJhY2tncm91bmRcIjp7XCIkcmVmXCI6XCIxMTJcIn0sXCJJc1Zpc2libGVcIjp0cnVlLFwiV2lkdGhcIjowLjAsXCJIZWlnaHRcIjowLjAsXCJCb3JkZXJTdHlsZVwiOm51bGx9LFwiVGl0bGVQb3NpdGlvblwiOjAsXCJEYXRlUG9zaXRpb25cIjpcIlJpZ2h0XCIsXCJTaGFwZVR5cGVcIjoxMyxcIlNoYXBlU2l6ZVwiOjAsXCJTaGFwZVN0eWxlXCI6e1wiJGlkXCI6XCIxMTQxXCIsXCJNYXJnaW5cIjp7XCIkaWRcIjpcIjExNDJcIixcIlRvcFwiOjAuMCxcIkxlZnRcIjowLjAsXCJSaWdodFwiOjAuMCxcIkJvdHRvbVwiOjAuMH0sXCJQYWRkaW5nXCI6e1wiJGlkXCI6XCIxMTQzXCIsXCJUb3BcIjowLjAsXCJMZWZ0XCI6MC4wLFwiUmlnaHRcIjowLjAsXCJCb3R0b21cIjowLjB9LFwiQmFja2dyb3VuZFwiOntcIiRpZFwiOlwiMTE0NFwiLFwiQ29sb3JcIjp7XCIkaWRcIjpcIjExNDVcIixcIkFcIjoyNTUsXCJSXCI6MTE1LFwiR1wiOjExNSxcIkJcIjoxMTV9fSxcIklzVmlzaWJsZVwiOnRydWUsXCJXaWR0aFwiOjEyLjAsXCJIZWlnaHRcIjoxNC4wLFwiQm9yZGVyU3R5bGVcIjp7XCIkaWRcIjpcIjExNDZcIixcIkxpbmVDb2xvclwiOntcIiRyZWZcIjpcIjk3XCJ9LFwiTGluZVdlaWdodFwiOjAuMCxcIkxpbmVUeXBlXCI6MH19LFwiRGF0ZUZvcm1hdFwiOntcIiRpZFwiOlwiMTE0N1wiLFwiRm9ybWF0U3RyaW5nXCI6XCJNTU1NIGQsIHl5eXlcIixcIlNlcGFyYXRvclwiOlwiL1wiLFwiVXNlSW50ZXJuYXRpb25hbERhdGVGb3JtYXRcIjpmYWxzZSxcIkRhdGVJc1Zpc2libGVcIjp0cnVlLFwiVGltZUlzVmlzaWJsZVwiOmZhbHNlLFwiSG91ckRpZ2l0c1wiOjEsXCJBbVBtRGVzaWduYXRvclwiOjIsXCJUcmltMDBNaW51dGVzXCI6ZmFsc2UsXCJMYXN0S25vd25WaXNpYmlsaXR5U3RhdGVcIjp7XCIkaWRcIjpcIjExNDhcIixcIkRhdGVQYXJ0SXNWaXNpYmxlXCI6dHJ1ZSxcIlRpbWVQYXJ0SXNWaXNpYmxlXCI6ZmFsc2V9fSxcIklzVmlzaWJsZVwiOnRydWUsXCJHcm91cElkXCI6XCI2NGVjZDFkZi0xN2IxLTQ1NjMtYTA0MS0wN2ZiYjI0ODg2ZDJcIn0se1wiJGlkXCI6XCIxMTQ5XCIsXCJUaXRsZVN0eWxlXCI6e1wiJGlkXCI6XCIxMTUwXCIsXCJGb250U2V0dGluZ3NcIjp7XCIkaWRcIjpcIjExNTFcIixcIkZvbnRTaXplXCI6MTEsXCJGb250TmFtZVwiOlwiQ2FsaWJyaVwiLFwiSXNCb2xkXCI6dHJ1ZSxcIklzSXRhbGljXCI6ZmFsc2UsXCJJc1VuZGVybGluZWRcIjpmYWxzZX0sXCJBdXRvU2l6ZVwiOjAsXCJGb3JlZ3JvdW5kXCI6e1wiJGlkXCI6XCIxMTUyXCIsXCJDb2xvclwiOntcIiRpZFwiOlwiMTE1M1wiLFwiQVwiOjI1NSxcIlJcIjo4OSxcIkdcIjo4OSxcIkJcIjo4OX19LFwiQmFja2dyb3VuZEZpbGxUeXBlXCI6MCxcIk1heFdpZHRoXCI6MjAwLjAsXCJNYXhIZWlnaHRcIjpcIkluZmluaXR5XCIsXCJTbWFydEZvcmVncm91bmRJc0FjdGl2ZVwiOmZhbHNlLFwiSG9yaXpvbnRhbEFsaWdubWVudFwiOjAsXCJWZXJ0aWNhbEFsaWdubWVudFwiOjAsXCJTbWFydEZvcmVncm91bmRcIjpudWxsLFwiTWFyZ2luXCI6e1wiJGlkXCI6XCIxMTU0XCIsXCJUb3BcIjowLjAsXCJMZWZ0XCI6MC4wLFwiUmlnaHRcIjowLjAsXCJCb3R0b21cIjowLjB9LFwiUGFkZGluZ1wiOntcIiRpZFwiOlwiMTE1NVwiLFwiVG9wXCI6MC4wLFwiTGVmdFwiOjAuMCxcIlJpZ2h0XCI6MC4wLFwiQm90dG9tXCI6MC4wfSxcIkJhY2tncm91bmRcIjp7XCIkcmVmXCI6XCIxMDVcIn0sXCJJc1Zpc2libGVcIjp0cnVlLFwiV2lkdGhcIjowLjAsXCJIZWlnaHRcIjowLjAsXCJCb3JkZXJTdHlsZVwiOm51bGx9LFwiRGF0ZVN0eWxlXCI6e1wiJGlkXCI6XCIxMTU2XCIsXCJGb250U2V0dGluZ3NcIjp7XCIkaWRcIjpcIjExNTdcIixcIkZvbnRTaXplXCI6OSxcIkZvbnROYW1lXCI6XCJDYWxpYnJpXCIsXCJJc0JvbGRcIjpmYWxzZSxcIklzSXRhbGljXCI6ZmFsc2UsXCJJc1VuZGVybGluZWRcIjpmYWxzZX0sXCJBdXRvU2l6ZVwiOjAsXCJGb3JlZ3JvdW5kXCI6e1wiJGlkXCI6XCIxMTU4XCIsXCJDb2xvclwiOntcIiRpZFwiOlwiMTE1OVwiLFwiQVwiOjI1NSxcIlJcIjoxMTUsXCJHXCI6MTE1LFwiQlwiOjExNX19LFwiQmFja2dyb3VuZEZpbGxUeXBlXCI6MCxcIk1heFdpZHRoXCI6MjAwLjAsXCJNYXhIZWlnaHRcIjpcIkluZmluaXR5XCIsXCJTbWFydEZvcmVncm91bmRJc0FjdGl2ZVwiOmZhbHNlLFwiSG9yaXpvbnRhbEFsaWdubWVudFwiOjIsXCJWZXJ0aWNhbEFsaWdubWVudFwiOjAsXCJTbWFydEZvcmVncm91bmRcIjpudWxsLFwiTWFyZ2luXCI6e1wiJGlkXCI6XCIxMTYwXCIsXCJUb3BcIjowLjAsXCJMZWZ0XCI6MC4wLFwiUmlnaHRcIjowLjAsXCJCb3R0b21cIjowLjB9LFwiUGFkZGluZ1wiOntcIiRpZFwiOlwiMTE2MVwiLFwiVG9wXCI6MC4wLFwiTGVmdFwiOjAuMCxcIlJpZ2h0XCI6MC4wLFwiQm90dG9tXCI6MC4wfSxcIkJhY2tncm91bmRcIjp7XCIkcmVmXCI6XCIxMTJcIn0sXCJJc1Zpc2libGVcIjp0cnVlLFwiV2lkdGhcIjowLjAsXCJIZWlnaHRcIjowLjAsXCJCb3JkZXJTdHlsZVwiOm51bGx9LFwiVGl0bGVQb3NpdGlvblwiOjAsXCJEYXRlUG9zaXRpb25cIjpcIlJpZ2h0XCIsXCJTaGFwZVR5cGVcIjoxMyxcIlNoYXBlU2l6ZVwiOjAsXCJTaGFwZVN0eWxlXCI6e1wiJGlkXCI6XCIxMTYyXCIsXCJNYXJnaW5cIjp7XCIkaWRcIjpcIjExNjNcIixcIlRvcFwiOjAuMCxcIkxlZnRcIjowLjAsXCJSaWdodFwiOjAuMCxcIkJvdHRvbVwiOjAuMH0sXCJQYWRkaW5nXCI6e1wiJGlkXCI6XCIxMTY0XCIsXCJUb3BcIjowLjAsXCJMZWZ0XCI6MC4wLFwiUmlnaHRcIjowLjAsXCJCb3R0b21cIjowLjB9LFwiQmFja2dyb3VuZFwiOntcIiRpZFwiOlwiMTE2NVwiLFwiQ29sb3JcIjp7XCIkaWRcIjpcIjExNjZcIixcIkFcIjoyNTUsXCJSXCI6MTE1LFwiR1wiOjExNSxcIkJcIjoxMTV9fSxcIklzVmlzaWJsZVwiOnRydWUsXCJXaWR0aFwiOjEyLjAsXCJIZWlnaHRcIjoxNC4wLFwiQm9yZGVyU3R5bGVcIjp7XCIkaWRcIjpcIjExNjdcIixcIkxpbmVDb2xvclwiOntcIiRyZWZcIjpcIjk3XCJ9LFwiTGluZVdlaWdodFwiOjAuMCxcIkxpbmVUeXBlXCI6MH19LFwiRGF0ZUZvcm1hdFwiOntcIiRpZFwiOlwiMTE2OFwiLFwiRm9ybWF0U3RyaW5nXCI6XCJNTU1NIGQsIHl5eXlcIixcIlNlcGFyYXRvclwiOlwiL1wiLFwiVXNlSW50ZXJuYXRpb25hbERhdGVGb3JtYXRcIjpmYWxzZSxcIkRhdGVJc1Zpc2libGVcIjp0cnVlLFwiVGltZUlzVmlzaWJsZVwiOmZhbHNlLFwiSG91ckRpZ2l0c1wiOjEsXCJBbVBtRGVzaWduYXRvclwiOjIsXCJUcmltMDBNaW51dGVzXCI6ZmFsc2UsXCJMYXN0S25vd25WaXNpYmlsaXR5U3RhdGVcIjp7XCIkaWRcIjpcIjExNjlcIixcIkRhdGVQYXJ0SXNWaXNpYmxlXCI6dHJ1ZSxcIlRpbWVQYXJ0SXNWaXNpYmxlXCI6ZmFsc2V9fSxcIklzVmlzaWJsZVwiOnRydWUsXCJHcm91cElkXCI6XCI2NGVjZDFkZi0xN2IxLTQ1NjMtYTA0MS0wN2ZiYjI0ODg2ZDJcIn0se1wiJGlkXCI6XCIxMTcwXCIsXCJUaXRsZVN0eWxlXCI6e1wiJGlkXCI6XCIxMTcxXCIsXCJGb250U2V0dGluZ3NcIjp7XCIkaWRcIjpcIjExNzJcIixcIkZvbnRTaXplXCI6MTEsXCJGb250TmFtZVwiOlwiQ2FsaWJyaVwiLFwiSXNCb2xkXCI6dHJ1ZSxcIklzSXRhbGljXCI6ZmFsc2UsXCJJc1VuZGVybGluZWRcIjpmYWxzZX0sXCJBdXRvU2l6ZVwiOjAsXCJGb3JlZ3JvdW5kXCI6e1wiJGlkXCI6XCIxMTczXCIsXCJDb2xvclwiOntcIiRpZFwiOlwiMTE3NFwiLFwiQVwiOjI1NSxcIlJcIjo4OSxcIkdcIjo4OSxcIkJcIjo4OX19LFwiQmFja2dyb3VuZEZpbGxUeXBlXCI6MCxcIk1heFdpZHRoXCI6MjAwLjAsXCJNYXhIZWlnaHRcIjpcIkluZmluaXR5XCIsXCJTbWFydEZvcmVncm91bmRJc0FjdGl2ZVwiOmZhbHNlLFwiSG9yaXpvbnRhbEFsaWdubWVudFwiOjAsXCJWZXJ0aWNhbEFsaWdubWVudFwiOjAsXCJTbWFydEZvcmVncm91bmRcIjpudWxsLFwiTWFyZ2luXCI6e1wiJGlkXCI6XCIxMTc1XCIsXCJUb3BcIjowLjAsXCJMZWZ0XCI6MC4wLFwiUmlnaHRcIjowLjAsXCJCb3R0b21cIjowLjB9LFwiUGFkZGluZ1wiOntcIiRpZFwiOlwiMTE3NlwiLFwiVG9wXCI6MC4wLFwiTGVmdFwiOjAuMCxcIlJpZ2h0XCI6MC4wLFwiQm90dG9tXCI6MC4wfSxcIkJhY2tncm91bmRcIjp7XCIkcmVmXCI6XCIxMDVcIn0sXCJJc1Zpc2libGVcIjp0cnVlLFwiV2lkdGhcIjowLjAsXCJIZWlnaHRcIjowLjAsXCJCb3JkZXJTdHlsZVwiOm51bGx9LFwiRGF0ZVN0eWxlXCI6e1wiJGlkXCI6XCIxMTc3XCIsXCJGb250U2V0dGluZ3NcIjp7XCIkaWRcIjpcIjExNzhcIixcIkZvbnRTaXplXCI6OSxcIkZvbnROYW1lXCI6XCJDYWxpYnJpXCIsXCJJc0JvbGRcIjpmYWxzZSxcIklzSXRhbGljXCI6ZmFsc2UsXCJJc1VuZGVybGluZWRcIjpmYWxzZX0sXCJBdXRvU2l6ZVwiOjAsXCJGb3JlZ3JvdW5kXCI6e1wiJGlkXCI6XCIxMTc5XCIsXCJDb2xvclwiOntcIiRpZFwiOlwiMTE4MFwiLFwiQVwiOjI1NSxcIlJcIjoxMTUsXCJHXCI6MTE1LFwiQlwiOjExNX19LFwiQmFja2dyb3VuZEZpbGxUeXBlXCI6MCxcIk1heFdpZHRoXCI6MjAwLjAsXCJNYXhIZWlnaHRcIjpcIkluZmluaXR5XCIsXCJTbWFydEZvcmVncm91bmRJc0FjdGl2ZVwiOmZhbHNlLFwiSG9yaXpvbnRhbEFsaWdubWVudFwiOjIsXCJWZXJ0aWNhbEFsaWdubWVudFwiOjAsXCJTbWFydEZvcmVncm91bmRcIjpudWxsLFwiTWFyZ2luXCI6e1wiJGlkXCI6XCIxMTgxXCIsXCJUb3BcIjowLjAsXCJMZWZ0XCI6MC4wLFwiUmlnaHRcIjowLjAsXCJCb3R0b21cIjowLjB9LFwiUGFkZGluZ1wiOntcIiRpZFwiOlwiMTE4MlwiLFwiVG9wXCI6MC4wLFwiTGVmdFwiOjAuMCxcIlJpZ2h0XCI6MC4wLFwiQm90dG9tXCI6MC4wfSxcIkJhY2tncm91bmRcIjp7XCIkcmVmXCI6XCIxMTJcIn0sXCJJc1Zpc2libGVcIjp0cnVlLFwiV2lkdGhcIjowLjAsXCJIZWlnaHRcIjowLjAsXCJCb3JkZXJTdHlsZVwiOm51bGx9LFwiVGl0bGVQb3NpdGlvblwiOjAsXCJEYXRlUG9zaXRpb25cIjpcIlJpZ2h0XCIsXCJTaGFwZVR5cGVcIjoxMyxcIlNoYXBlU2l6ZVwiOjAsXCJTaGFwZVN0eWxlXCI6e1wiJGlkXCI6XCIxMTgzXCIsXCJNYXJnaW5cIjp7XCIkaWRcIjpcIjExODRcIixcIlRvcFwiOjAuMCxcIkxlZnRcIjowLjAsXCJSaWdodFwiOjAuMCxcIkJvdHRvbVwiOjAuMH0sXCJQYWRkaW5nXCI6e1wiJGlkXCI6XCIxMTg1XCIsXCJUb3BcIjowLjAsXCJMZWZ0XCI6MC4wLFwiUmlnaHRcIjowLjAsXCJCb3R0b21cIjowLjB9LFwiQmFja2dyb3VuZFwiOntcIiRpZFwiOlwiMTE4NlwiLFwiQ29sb3JcIjp7XCIkaWRcIjpcIjExODdcIixcIkFcIjoyNTUsXCJSXCI6MTE1LFwiR1wiOjExNSxcIkJcIjoxMTV9fSxcIklzVmlzaWJsZVwiOnRydWUsXCJXaWR0aFwiOjEyLjAsXCJIZWlnaHRcIjoxNC4wLFwiQm9yZGVyU3R5bGVcIjp7XCIkaWRcIjpcIjExODhcIixcIkxpbmVDb2xvclwiOntcIiRyZWZcIjpcIjk3XCJ9LFwiTGluZVdlaWdodFwiOjAuMCxcIkxpbmVUeXBlXCI6MH19LFwiRGF0ZUZvcm1hdFwiOntcIiRpZFwiOlwiMTE4OVwiLFwiRm9ybWF0U3RyaW5nXCI6XCJNTU1NIGQsIHl5eXlcIixcIlNlcGFyYXRvclwiOlwiL1wiLFwiVXNlSW50ZXJuYXRpb25hbERhdGVGb3JtYXRcIjpmYWxzZSxcIkRhdGVJc1Zpc2libGVcIjp0cnVlLFwiVGltZUlzVmlzaWJsZVwiOmZhbHNlLFwiSG91ckRpZ2l0c1wiOjEsXCJBbVBtRGVzaWduYXRvclwiOjIsXCJUcmltMDBNaW51dGVzXCI6ZmFsc2UsXCJMYXN0S25vd25WaXNpYmlsaXR5U3RhdGVcIjp7XCIkaWRcIjpcIjExOTBcIixcIkRhdGVQYXJ0SXNWaXNpYmxlXCI6dHJ1ZSxcIlRpbWVQYXJ0SXNWaXNpYmxlXCI6ZmFsc2V9fSxcIklzVmlzaWJsZVwiOnRydWUsXCJHcm91cElkXCI6XCJhMjU3MDg3OS00N2FiLTQwYjctYWIxNS04ZDdmY2ZlMTBmMzRcIn0se1wiJGlkXCI6XCIxMTkxXCIsXCJUaXRsZVN0eWxlXCI6e1wiJGlkXCI6XCIxMTkyXCIsXCJGb250U2V0dGluZ3NcIjp7XCIkaWRcIjpcIjExOTNcIixcIkZvbnRTaXplXCI6MTEsXCJGb250TmFtZVwiOlwiQ2FsaWJyaVwiLFwiSXNCb2xkXCI6dHJ1ZSxcIklzSXRhbGljXCI6ZmFsc2UsXCJJc1VuZGVybGluZWRcIjpmYWxzZX0sXCJBdXRvU2l6ZVwiOjAsXCJGb3JlZ3JvdW5kXCI6e1wiJGlkXCI6XCIxMTk0XCIsXCJDb2xvclwiOntcIiRpZFwiOlwiMTE5NVwiLFwiQVwiOjI1NSxcIlJcIjo4OSxcIkdcIjo4OSxcIkJcIjo4OX19LFwiQmFja2dyb3VuZEZpbGxUeXBlXCI6MCxcIk1heFdpZHRoXCI6MjAwLjAsXCJNYXhIZWlnaHRcIjpcIkluZmluaXR5XCIsXCJTbWFydEZvcmVncm91bmRJc0FjdGl2ZVwiOmZhbHNlLFwiSG9yaXpvbnRhbEFsaWdubWVudFwiOjAsXCJWZXJ0aWNhbEFsaWdubWVudFwiOjAsXCJTbWFydEZvcmVncm91bmRcIjpudWxsLFwiTWFyZ2luXCI6e1wiJGlkXCI6XCIxMTk2XCIsXCJUb3BcIjowLjAsXCJMZWZ0XCI6MC4wLFwiUmlnaHRcIjowLjAsXCJCb3R0b21cIjowLjB9LFwiUGFkZGluZ1wiOntcIiRpZFwiOlwiMTE5N1wiLFwiVG9wXCI6MC4wLFwiTGVmdFwiOjAuMCxcIlJpZ2h0XCI6MC4wLFwiQm90dG9tXCI6MC4wfSxcIkJhY2tncm91bmRcIjp7XCIkcmVmXCI6XCIxMDVcIn0sXCJJc1Zpc2libGVcIjp0cnVlLFwiV2lkdGhcIjowLjAsXCJIZWlnaHRcIjowLjAsXCJCb3JkZXJTdHlsZVwiOm51bGx9LFwiRGF0ZVN0eWxlXCI6e1wiJGlkXCI6XCIxMTk4XCIsXCJGb250U2V0dGluZ3NcIjp7XCIkaWRcIjpcIjExOTlcIixcIkZvbnRTaXplXCI6OSxcIkZvbnROYW1lXCI6XCJDYWxpYnJpXCIsXCJJc0JvbGRcIjpmYWxzZSxcIklzSXRhbGljXCI6ZmFsc2UsXCJJc1VuZGVybGluZWRcIjpmYWxzZX0sXCJBdXRvU2l6ZVwiOjAsXCJGb3JlZ3JvdW5kXCI6e1wiJGlkXCI6XCIxMjAwXCIsXCJDb2xvclwiOntcIiRpZFwiOlwiMTIwMVwiLFwiQVwiOjI1NSxcIlJcIjoxMTUsXCJHXCI6MTE1LFwiQlwiOjExNX19LFwiQmFja2dyb3VuZEZpbGxUeXBlXCI6MCxcIk1heFdpZHRoXCI6MjAwLjAsXCJNYXhIZWlnaHRcIjpcIkluZmluaXR5XCIsXCJTbWFydEZvcmVncm91bmRJc0FjdGl2ZVwiOmZhbHNlLFwiSG9yaXpvbnRhbEFsaWdubWVudFwiOjIsXCJWZXJ0aWNhbEFsaWdubWVudFwiOjAsXCJTbWFydEZvcmVncm91bmRcIjpudWxsLFwiTWFyZ2luXCI6e1wiJGlkXCI6XCIxMjAyXCIsXCJUb3BcIjowLjAsXCJMZWZ0XCI6MC4wLFwiUmlnaHRcIjowLjAsXCJCb3R0b21cIjowLjB9LFwiUGFkZGluZ1wiOntcIiRpZFwiOlwiMTIwM1wiLFwiVG9wXCI6MC4wLFwiTGVmdFwiOjAuMCxcIlJpZ2h0XCI6MC4wLFwiQm90dG9tXCI6MC4wfSxcIkJhY2tncm91bmRcIjp7XCIkcmVmXCI6XCIxMTJcIn0sXCJJc1Zpc2libGVcIjp0cnVlLFwiV2lkdGhcIjowLjAsXCJIZWlnaHRcIjowLjAsXCJCb3JkZXJTdHlsZVwiOm51bGx9LFwiVGl0bGVQb3NpdGlvblwiOjAsXCJEYXRlUG9zaXRpb25cIjpcIlJpZ2h0XCIsXCJTaGFwZVR5cGVcIjoxMyxcIlNoYXBlU2l6ZVwiOjAsXCJTaGFwZVN0eWxlXCI6e1wiJGlkXCI6XCIxMjA0XCIsXCJNYXJnaW5cIjp7XCIkaWRcIjpcIjEyMDVcIixcIlRvcFwiOjAuMCxcIkxlZnRcIjowLjAsXCJSaWdodFwiOjAuMCxcIkJvdHRvbVwiOjAuMH0sXCJQYWRkaW5nXCI6e1wiJGlkXCI6XCIxMjA2XCIsXCJUb3BcIjowLjAsXCJMZWZ0XCI6MC4wLFwiUmlnaHRcIjowLjAsXCJCb3R0b21cIjowLjB9LFwiQmFja2dyb3VuZFwiOntcIiRpZFwiOlwiMTIwN1wiLFwiQ29sb3JcIjp7XCIkaWRcIjpcIjEyMDhcIixcIkFcIjoyNTUsXCJSXCI6MTE1LFwiR1wiOjExNSxcIkJcIjoxMTV9fSxcIklzVmlzaWJsZVwiOnRydWUsXCJXaWR0aFwiOjEyLjAsXCJIZWlnaHRcIjoxNC4wLFwiQm9yZGVyU3R5bGVcIjp7XCIkaWRcIjpcIjEyMDlcIixcIkxpbmVDb2xvclwiOntcIiRyZWZcIjpcIjk3XCJ9LFwiTGluZVdlaWdodFwiOjAuMCxcIkxpbmVUeXBlXCI6MH19LFwiRGF0ZUZvcm1hdFwiOntcIiRpZFwiOlwiMTIxMFwiLFwiRm9ybWF0U3RyaW5nXCI6XCJNTU1NIGQsIHl5eXlcIixcIlNlcGFyYXRvclwiOlwiL1wiLFwiVXNlSW50ZXJuYXRpb25hbERhdGVGb3JtYXRcIjpmYWxzZSxcIkRhdGVJc1Zpc2libGVcIjp0cnVlLFwiVGltZUlzVmlzaWJsZVwiOmZhbHNlLFwiSG91ckRpZ2l0c1wiOjEsXCJBbVBtRGVzaWduYXRvclwiOjIsXCJUcmltMDBNaW51dGVzXCI6ZmFsc2UsXCJMYXN0S25vd25WaXNpYmlsaXR5U3RhdGVcIjp7XCIkaWRcIjpcIjEyMTFcIixcIkRhdGVQYXJ0SXNWaXNpYmxlXCI6dHJ1ZSxcIlRpbWVQYXJ0SXNWaXNpYmxlXCI6ZmFsc2V9fSxcIklzVmlzaWJsZVwiOnRydWUsXCJHcm91cElkXCI6XCJhMjU3MDg3OS00N2FiLTQwYjctYWIxNS04ZDdmY2ZlMTBmMzRcIn1dLFwiQ3VzdG9tU3dpbWxhbmVUYXNrU3R5bGVMaXN0XCI6W119XSxcIkN1c3RvbVN3aW1sYW5lVjJTdHlsZUxpc3RcIjpbe1wiJGlkXCI6XCIxMjEyXCIsXCJIZWFkZXJTdHlsZVwiOntcIiRpZFwiOlwiMTIxM1wiLFwiVGV4dFN0eWxlXCI6e1wiJHJlZlwiOlwiMzQzXCJ9LFwiUmVjdGFuZ2xlU3R5bGVcIjp7XCIkcmVmXCI6XCIzNDlcIn0sXCJUZXh0SXNWZXJ0aWNhbFwiOmZhbHNlfSxcIkJhY2tncm91bmRTdHlsZVwiOntcIiRyZWZcIjpcIjM1NVwifSxcIklzQWJvdmVUaW1lYmFuZFwiOmZhbHNlLFwiU3dpbWxhbmVEZWZhdWx0QWN0aXZpdHlTdHlsZVwiOntcIiRpZFwiOlwiMTIxNFwiLFwiSGVhZGVyU3R5bGVcIjp7XCIkaWRcIjpcIjEyMTVcIixcIlRleHRTdHlsZVwiOntcIiRpZFwiOlwiMTIxNlwiLFwiRm9udFNldHRpbmdzXCI6e1wiJGlkXCI6XCIxMjE3XCIsXCJGb250U2l6ZVwiOjEyLFwiRm9udE5hbWVcIjpcIkNhbGlicmlcIixcIklzQm9sZFwiOmZhbHNlLFwiSXNJdGFsaWNcIjpmYWxzZSxcIklzVW5kZXJsaW5lZFwiOmZhbHNlfSxcIkF1dG9TaXplXCI6MCxcIkZvcmVncm91bmRcIjp7XCIkaWRcIjpcIjEyMThcIixcIkNvbG9yXCI6e1wiJGlkXCI6XCIxMjE5XCIsXCJBXCI6MjU1LFwiUlwiOjAsXCJHXCI6MCxcIkJcIjowfX0sXCJCYWNrZ3JvdW5kRmlsbFR5cGVcIjowLFwiTWF4V2lkdGhcIjowLjAsXCJNYXhIZWlnaHRcIjowLjAsXCJTbWFydEZvcmVncm91bmRJc0FjdGl2ZVwiOmZhbHNlLFwiSG9yaXpvbnRhbEFsaWdubWVudFwiOjAsXCJWZXJ0aWNhbEFsaWdubWVudFwiOjAsXCJTbWFydEZvcmVncm91bmRcIjpudWxsLFwiTWFyZ2luXCI6e1wiJGlkXCI6XCIxMjIwXCIsXCJUb3BcIjowLjAsXCJMZWZ0XCI6MC4wLFwiUmlnaHRcIjowLjAsXCJCb3R0b21cIjowLjB9LFwiUGFkZGluZ1wiOntcIiRpZFwiOlwiMTIyMVwiLFwiVG9wXCI6MC4wLFwiTGVmdFwiOjAuMCxcIlJpZ2h0XCI6MC4wLFwiQm90dG9tXCI6MC4wfSxcIkJhY2tncm91bmRcIjpudWxsLFwiSXNWaXNpYmxlXCI6ZmFsc2UsXCJXaWR0aFwiOjAuMCxcIkhlaWdodFwiOjAuMCxcIkJvcmRlclN0eWxlXCI6bnVsbH0sXCJSZWN0YW5nbGVTdHlsZVwiOntcIiRpZFwiOlwiMTIyMlwiLFwiTWFyZ2luXCI6e1wiJGlkXCI6XCIxMjIzXCIsXCJUb3BcIjowLjAsXCJMZWZ0XCI6MC4wLFwiUmlnaHRcIjowLjAsXCJCb3R0b21cIjowLjB9LFwiUGFkZGluZ1wiOntcIiRpZFwiOlwiMTIyNFwiLFwiVG9wXCI6MC4wLFwiTGVmdFwiOjAuMCxcIlJpZ2h0XCI6MC4wLFwiQm90dG9tXCI6MC4wfSxcIkJhY2tncm91bmRcIjp7XCIkaWRcIjpcIjEyMjVcIixcIkNvbG9yXCI6e1wiJGlkXCI6XCIxMjI2XCIsXCJBXCI6NjMsXCJSXCI6OTEsXCJHXCI6MTU1LFwiQlwiOjIxM319LFwiSXNWaXNpYmxlXCI6ZmFsc2UsXCJXaWR0aFwiOjAuMCxcIkhlaWdodFwiOjAuMCxcIkJvcmRlclN0eWxlXCI6e1wiJGlkXCI6XCIxMjI3XCIsXCJMaW5lQ29sb3JcIjp7XCIkaWRcIjpcIjEyMjhcIixcIiR0eXBlXCI6XCJOTFJFLkNvbW1vbi5Eb20uU29saWRDb2xvckJydXNoLCBOTFJFLkNvbW1vblwiLFwiQ29sb3JcIjp7XCIkaWRcIjpcIjEyMjlcIixcIkFcIjoyNTUsXCJSXCI6MjU1LFwiR1wiOjAsXCJCXCI6MH19LFwiTGluZVdlaWdodFwiOjAuMCxcIkxpbmVUeXBlXCI6MH19fSxcIkJhY2tncm91bmRTdHlsZVwiOntcIiRpZFwiOlwiMTIzMFwiLFwiTWFyZ2luXCI6bnVsbCxcIlBhZGRpbmdcIjpudWxsLFwiQmFja2dyb3VuZFwiOntcIiRpZFwiOlwiMTIzMVwiLFwiQ29sb3JcIjp7XCIkaWRcIjpcIjEyMzJcIixcIkFcIjo1MSxcIlJcIjoxNjUsXCJHXCI6MTY1LFwiQlwiOjE2NX19LFwiSXNWaXNpYmxlXCI6ZmFsc2UsXCJXaWR0aFwiOjAuMCxcIkhlaWdodFwiOjAuMCxcIkJvcmRlclN0eWxlXCI6e1wiJGlkXCI6XCIxMjMzXCIsXCJMaW5lQ29sb3JcIjp7XCIkaWRcIjpcIjEyMzRcIixcIiR0eXBlXCI6XCJOTFJFLkNvbW1vbi5Eb20uU29saWRDb2xvckJydXNoLCBOTFJFLkNvbW1vblwiLFwiQ29sb3JcIjp7XCIkaWRcIjpcIjEyMzVcIixcIkFcIjoyNTUsXCJSXCI6MjU1LFwiR1wiOjAsXCJCXCI6MH19LFwiTGluZVdlaWdodFwiOjAuMCxcIkxpbmVUeXBlXCI6MH19LFwiQ3VzdG9tU3dpbWxhbmVNaWxlc3RvbmVTdHlsZUxpc3RcIjpbe1wiJHJlZlwiOlwiMzYxXCJ9XSxcIkN1c3RvbVN3aW1sYW5lVGFza1N0eWxlTGlzdFwiOlt7XCIkcmVmXCI6XCIzODFcIn0se1wiJHJlZlwiOlwiNDE5XCJ9LHtcIiRyZWZcIjpcIjQ1NlwifSx7XCIkcmVmXCI6XCI0OTNcIn1dLFwiSXNWaXNpYmxlXCI6dHJ1ZX0sXCJDdXN0b21Td2ltbGFuZUFjdGl2aXRpZXNTdHlsZUxpc3RcIjpbXSxcIklzVmlzaWJsZVwiOnRydWV9LHtcIiRpZFwiOlwiMTIzNlwiLFwiSGVhZGVyU3R5bGVcIjp7XCIkaWRcIjpcIjEyMzdcIixcIlRleHRTdHlsZVwiOntcIiRyZWZcIjpcIjYxMVwifSxcIlJlY3RhbmdsZVN0eWxlXCI6e1wiJHJlZlwiOlwiNjE3XCJ9LFwiVGV4dElzVmVydGljYWxcIjpmYWxzZX0sXCJCYWNrZ3JvdW5kU3R5bGVcIjp7XCIkcmVmXCI6XCI2MjNcIn0sXCJJc0Fib3ZlVGltZWJhbmRcIjpmYWxzZSxcIlN3aW1sYW5lRGVmYXVsdEFjdGl2aXR5U3R5bGVcIjp7XCIkaWRcIjpcIjEyMzhcIixcIkhlYWRlclN0eWxlXCI6e1wiJGlkXCI6XCIxMjM5XCIsXCJUZXh0U3R5bGVcIjp7XCIkaWRcIjpcIjEyNDBcIixcIkZvbnRTZXR0aW5nc1wiOntcIiRpZFwiOlwiMTI0MVwiLFwiRm9udFNpemVcIjoxMixcIkZvbnROYW1lXCI6XCJDYWxpYnJpXCIsXCJJc0JvbGRcIjpmYWxzZSxcIklzSXRhbGljXCI6ZmFsc2UsXCJJc1VuZGVybGluZWRcIjpmYWxzZX0sXCJBdXRvU2l6ZVwiOjAsXCJGb3JlZ3JvdW5kXCI6e1wiJGlkXCI6XCIxMjQyXCIsXCJDb2xvclwiOntcIiRpZFwiOlwiMTI0M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TI0NFwiLFwiVG9wXCI6MC4wLFwiTGVmdFwiOjAuMCxcIlJpZ2h0XCI6MC4wLFwiQm90dG9tXCI6MC4wfSxcIlBhZGRpbmdcIjp7XCIkaWRcIjpcIjEyNDVcIixcIlRvcFwiOjAuMCxcIkxlZnRcIjowLjAsXCJSaWdodFwiOjAuMCxcIkJvdHRvbVwiOjAuMH0sXCJCYWNrZ3JvdW5kXCI6bnVsbCxcIklzVmlzaWJsZVwiOmZhbHNlLFwiV2lkdGhcIjowLjAsXCJIZWlnaHRcIjowLjAsXCJCb3JkZXJTdHlsZVwiOm51bGx9LFwiUmVjdGFuZ2xlU3R5bGVcIjp7XCIkaWRcIjpcIjEyNDZcIixcIk1hcmdpblwiOntcIiRpZFwiOlwiMTI0N1wiLFwiVG9wXCI6MC4wLFwiTGVmdFwiOjAuMCxcIlJpZ2h0XCI6MC4wLFwiQm90dG9tXCI6MC4wfSxcIlBhZGRpbmdcIjp7XCIkaWRcIjpcIjEyNDhcIixcIlRvcFwiOjAuMCxcIkxlZnRcIjowLjAsXCJSaWdodFwiOjAuMCxcIkJvdHRvbVwiOjAuMH0sXCJCYWNrZ3JvdW5kXCI6e1wiJGlkXCI6XCIxMjQ5XCIsXCJDb2xvclwiOntcIiRpZFwiOlwiMTI1MFwiLFwiQVwiOjYzLFwiUlwiOjI1NSxcIkdcIjoxOTIsXCJCXCI6MH19LFwiSXNWaXNpYmxlXCI6ZmFsc2UsXCJXaWR0aFwiOjAuMCxcIkhlaWdodFwiOjAuMCxcIkJvcmRlclN0eWxlXCI6e1wiJGlkXCI6XCIxMjUxXCIsXCJMaW5lQ29sb3JcIjp7XCIkaWRcIjpcIjEyNTJcIixcIiR0eXBlXCI6XCJOTFJFLkNvbW1vbi5Eb20uU29saWRDb2xvckJydXNoLCBOTFJFLkNvbW1vblwiLFwiQ29sb3JcIjp7XCIkaWRcIjpcIjEyNTNcIixcIkFcIjoyNTUsXCJSXCI6MjU1LFwiR1wiOjAsXCJCXCI6MH19LFwiTGluZVdlaWdodFwiOjAuMCxcIkxpbmVUeXBlXCI6MH19fSxcIkJhY2tncm91bmRTdHlsZVwiOntcIiRpZFwiOlwiMTI1NFwiLFwiTWFyZ2luXCI6bnVsbCxcIlBhZGRpbmdcIjpudWxsLFwiQmFja2dyb3VuZFwiOntcIiRpZFwiOlwiMTI1NVwiLFwiQ29sb3JcIjp7XCIkaWRcIjpcIjEyNTZcIixcIkFcIjo1MSxcIlJcIjoxNjUsXCJHXCI6MTY1LFwiQlwiOjE2NX19LFwiSXNWaXNpYmxlXCI6ZmFsc2UsXCJXaWR0aFwiOjAuMCxcIkhlaWdodFwiOjAuMCxcIkJvcmRlclN0eWxlXCI6e1wiJGlkXCI6XCIxMjU3XCIsXCJMaW5lQ29sb3JcIjp7XCIkaWRcIjpcIjEyNThcIixcIiR0eXBlXCI6XCJOTFJFLkNvbW1vbi5Eb20uU29saWRDb2xvckJydXNoLCBOTFJFLkNvbW1vblwiLFwiQ29sb3JcIjp7XCIkaWRcIjpcIjEyNTlcIixcIkFcIjoyNTUsXCJSXCI6MjU1LFwiR1wiOjAsXCJCXCI6MH19LFwiTGluZVdlaWdodFwiOjAuMCxcIkxpbmVUeXBlXCI6MH19LFwiQ3VzdG9tU3dpbWxhbmVNaWxlc3RvbmVTdHlsZUxpc3RcIjpbe1wiJHJlZlwiOlwiNjI5XCJ9LHtcIiRyZWZcIjpcIjY0OVwifSx7XCIkcmVmXCI6XCI2NjlcIn0se1wiJHJlZlwiOlwiNjg5XCJ9LHtcIiRyZWZcIjpcIjcwOVwifV0sXCJDdXN0b21Td2ltbGFuZVRhc2tTdHlsZUxpc3RcIjpbe1wiJHJlZlwiOlwiNzI5XCJ9LHtcIiRyZWZcIjpcIjc2NlwifSx7XCIkcmVmXCI6XCI4MDNcIn1dLFwiSXNWaXNpYmxlXCI6dHJ1ZX0sXCJDdXN0b21Td2ltbGFuZUFjdGl2aXRpZXNTdHlsZUxpc3RcIjpbXSxcIklzVmlzaWJsZVwiOnRydWV9LHtcIiRpZFwiOlwiMTI2MFwiLFwiSGVhZGVyU3R5bGVcIjp7XCIkaWRcIjpcIjEyNjFcIixcIlRleHRTdHlsZVwiOntcIiRyZWZcIjpcIjg0M1wifSxcIlJlY3RhbmdsZVN0eWxlXCI6e1wiJHJlZlwiOlwiODQ5XCJ9LFwiVGV4dElzVmVydGljYWxcIjpmYWxzZX0sXCJCYWNrZ3JvdW5kU3R5bGVcIjp7XCIkcmVmXCI6XCI4NTVcIn0sXCJJc0Fib3ZlVGltZWJhbmRcIjpmYWxzZSxcIlN3aW1sYW5lRGVmYXVsdEFjdGl2aXR5U3R5bGVcIjp7XCIkaWRcIjpcIjEyNjJcIixcIkhlYWRlclN0eWxlXCI6e1wiJGlkXCI6XCIxMjYzXCIsXCJUZXh0U3R5bGVcIjp7XCIkaWRcIjpcIjEyNjRcIixcIkZvbnRTZXR0aW5nc1wiOntcIiRpZFwiOlwiMTI2NVwiLFwiRm9udFNpemVcIjoxMixcIkZvbnROYW1lXCI6XCJDYWxpYnJpXCIsXCJJc0JvbGRcIjpmYWxzZSxcIklzSXRhbGljXCI6ZmFsc2UsXCJJc1VuZGVybGluZWRcIjpmYWxzZX0sXCJBdXRvU2l6ZVwiOjAsXCJGb3JlZ3JvdW5kXCI6e1wiJGlkXCI6XCIxMjY2XCIsXCJDb2xvclwiOntcIiRpZFwiOlwiMTI2N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TI2OFwiLFwiVG9wXCI6MC4wLFwiTGVmdFwiOjAuMCxcIlJpZ2h0XCI6MC4wLFwiQm90dG9tXCI6MC4wfSxcIlBhZGRpbmdcIjp7XCIkaWRcIjpcIjEyNjlcIixcIlRvcFwiOjAuMCxcIkxlZnRcIjowLjAsXCJSaWdodFwiOjAuMCxcIkJvdHRvbVwiOjAuMH0sXCJCYWNrZ3JvdW5kXCI6bnVsbCxcIklzVmlzaWJsZVwiOmZhbHNlLFwiV2lkdGhcIjowLjAsXCJIZWlnaHRcIjowLjAsXCJCb3JkZXJTdHlsZVwiOm51bGx9LFwiUmVjdGFuZ2xlU3R5bGVcIjp7XCIkaWRcIjpcIjEyNzBcIixcIk1hcmdpblwiOntcIiRpZFwiOlwiMTI3MVwiLFwiVG9wXCI6MC4wLFwiTGVmdFwiOjAuMCxcIlJpZ2h0XCI6MC4wLFwiQm90dG9tXCI6MC4wfSxcIlBhZGRpbmdcIjp7XCIkaWRcIjpcIjEyNzJcIixcIlRvcFwiOjAuMCxcIkxlZnRcIjowLjAsXCJSaWdodFwiOjAuMCxcIkJvdHRvbVwiOjAuMH0sXCJCYWNrZ3JvdW5kXCI6e1wiJGlkXCI6XCIxMjczXCIsXCJDb2xvclwiOntcIiRpZFwiOlwiMTI3NFwiLFwiQVwiOjYzLFwiUlwiOjExMixcIkdcIjoxNzMsXCJCXCI6NzF9fSxcIklzVmlzaWJsZVwiOmZhbHNlLFwiV2lkdGhcIjowLjAsXCJIZWlnaHRcIjowLjAsXCJCb3JkZXJTdHlsZVwiOntcIiRpZFwiOlwiMTI3NVwiLFwiTGluZUNvbG9yXCI6e1wiJGlkXCI6XCIxMjc2XCIsXCIkdHlwZVwiOlwiTkxSRS5Db21tb24uRG9tLlNvbGlkQ29sb3JCcnVzaCwgTkxSRS5Db21tb25cIixcIkNvbG9yXCI6e1wiJGlkXCI6XCIxMjc3XCIsXCJBXCI6MjU1LFwiUlwiOjI1NSxcIkdcIjowLFwiQlwiOjB9fSxcIkxpbmVXZWlnaHRcIjowLjAsXCJMaW5lVHlwZVwiOjB9fX0sXCJCYWNrZ3JvdW5kU3R5bGVcIjp7XCIkaWRcIjpcIjEyNzhcIixcIk1hcmdpblwiOm51bGwsXCJQYWRkaW5nXCI6bnVsbCxcIkJhY2tncm91bmRcIjp7XCIkaWRcIjpcIjEyNzlcIixcIkNvbG9yXCI6e1wiJGlkXCI6XCIxMjgwXCIsXCJBXCI6NTEsXCJSXCI6MTY1LFwiR1wiOjE2NSxcIkJcIjoxNjV9fSxcIklzVmlzaWJsZVwiOmZhbHNlLFwiV2lkdGhcIjowLjAsXCJIZWlnaHRcIjowLjAsXCJCb3JkZXJTdHlsZVwiOntcIiRpZFwiOlwiMTI4MVwiLFwiTGluZUNvbG9yXCI6e1wiJGlkXCI6XCIxMjgyXCIsXCIkdHlwZVwiOlwiTkxSRS5Db21tb24uRG9tLlNvbGlkQ29sb3JCcnVzaCwgTkxSRS5Db21tb25cIixcIkNvbG9yXCI6e1wiJGlkXCI6XCIxMjgzXCIsXCJBXCI6MjU1LFwiUlwiOjI1NSxcIkdcIjowLFwiQlwiOjB9fSxcIkxpbmVXZWlnaHRcIjowLjAsXCJMaW5lVHlwZVwiOjB9fSxcIkN1c3RvbVN3aW1sYW5lTWlsZXN0b25lU3R5bGVMaXN0XCI6W3tcIiRyZWZcIjpcIjg2MVwifSx7XCIkcmVmXCI6XCI4ODFcIn1dLFwiQ3VzdG9tU3dpbWxhbmVUYXNrU3R5bGVMaXN0XCI6W3tcIiRyZWZcIjpcIjkwMVwifSx7XCIkcmVmXCI6XCI5MzhcIn0se1wiJHJlZlwiOlwiOTc1XCJ9LHtcIiRyZWZcIjpcIjEwMTJcIn0se1wiJHJlZlwiOlwiMTA0OVwifV0sXCJJc1Zpc2libGVcIjp0cnVlfSxcIkN1c3RvbVN3aW1sYW5lQWN0aXZpdGllc1N0eWxlTGlzdFwiOltdLFwiSXNWaXNpYmxlXCI6dHJ1ZX0se1wiJGlkXCI6XCIxMjg0XCIsXCJIZWFkZXJTdHlsZVwiOntcIiRpZFwiOlwiMTI4NVwiLFwiVGV4dFN0eWxlXCI6e1wiJHJlZlwiOlwiMTA4OVwifSxcIlJlY3RhbmdsZVN0eWxlXCI6e1wiJHJlZlwiOlwiMTA5NVwifSxcIlRleHRJc1ZlcnRpY2FsXCI6ZmFsc2V9LFwiQmFja2dyb3VuZFN0eWxlXCI6e1wiJHJlZlwiOlwiMTEwMVwifSxcIklzQWJvdmVUaW1lYmFuZFwiOmZhbHNlLFwiU3dpbWxhbmVEZWZhdWx0QWN0aXZpdHlTdHlsZVwiOntcIiRpZFwiOlwiMTI4NlwiLFwiSGVhZGVyU3R5bGVcIjp7XCIkaWRcIjpcIjEyODdcIixcIlRleHRTdHlsZVwiOntcIiRpZFwiOlwiMTI4OFwiLFwiRm9udFNldHRpbmdzXCI6e1wiJGlkXCI6XCIxMjg5XCIsXCJGb250U2l6ZVwiOjEyLFwiRm9udE5hbWVcIjpcIkNhbGlicmlcIixcIklzQm9sZFwiOmZhbHNlLFwiSXNJdGFsaWNcIjpmYWxzZSxcIklzVW5kZXJsaW5lZFwiOmZhbHNlfSxcIkF1dG9TaXplXCI6MCxcIkZvcmVncm91bmRcIjp7XCIkaWRcIjpcIjEyOTBcIixcIkNvbG9yXCI6e1wiJGlkXCI6XCIxMjkxXCIsXCJBXCI6MjU1LFwiUlwiOjAsXCJHXCI6MCxcIkJcIjowfX0sXCJCYWNrZ3JvdW5kRmlsbFR5cGVcIjowLFwiTWF4V2lkdGhcIjowLjAsXCJNYXhIZWlnaHRcIjowLjAsXCJTbWFydEZvcmVncm91bmRJc0FjdGl2ZVwiOmZhbHNlLFwiSG9yaXpvbnRhbEFsaWdubWVudFwiOjAsXCJWZXJ0aWNhbEFsaWdubWVudFwiOjAsXCJTbWFydEZvcmVncm91bmRcIjpudWxsLFwiTWFyZ2luXCI6e1wiJGlkXCI6XCIxMjkyXCIsXCJUb3BcIjowLjAsXCJMZWZ0XCI6MC4wLFwiUmlnaHRcIjowLjAsXCJCb3R0b21cIjowLjB9LFwiUGFkZGluZ1wiOntcIiRpZFwiOlwiMTI5M1wiLFwiVG9wXCI6MC4wLFwiTGVmdFwiOjAuMCxcIlJpZ2h0XCI6MC4wLFwiQm90dG9tXCI6MC4wfSxcIkJhY2tncm91bmRcIjpudWxsLFwiSXNWaXNpYmxlXCI6ZmFsc2UsXCJXaWR0aFwiOjAuMCxcIkhlaWdodFwiOjAuMCxcIkJvcmRlclN0eWxlXCI6bnVsbH0sXCJSZWN0YW5nbGVTdHlsZVwiOntcIiRpZFwiOlwiMTI5NFwiLFwiTWFyZ2luXCI6e1wiJGlkXCI6XCIxMjk1XCIsXCJUb3BcIjowLjAsXCJMZWZ0XCI6MC4wLFwiUmlnaHRcIjowLjAsXCJCb3R0b21cIjowLjB9LFwiUGFkZGluZ1wiOntcIiRpZFwiOlwiMTI5NlwiLFwiVG9wXCI6MC4wLFwiTGVmdFwiOjAuMCxcIlJpZ2h0XCI6MC4wLFwiQm90dG9tXCI6MC4wfSxcIkJhY2tncm91bmRcIjp7XCIkaWRcIjpcIjEyOTdcIixcIkNvbG9yXCI6e1wiJGlkXCI6XCIxMjk4XCIsXCJBXCI6NjMsXCJSXCI6MTY1LFwiR1wiOjE2NSxcIkJcIjoxNjV9fSxcIklzVmlzaWJsZVwiOmZhbHNlLFwiV2lkdGhcIjowLjAsXCJIZWlnaHRcIjowLjAsXCJCb3JkZXJTdHlsZVwiOntcIiRpZFwiOlwiMTI5OVwiLFwiTGluZUNvbG9yXCI6e1wiJGlkXCI6XCIxMzAwXCIsXCIkdHlwZVwiOlwiTkxSRS5Db21tb24uRG9tLlNvbGlkQ29sb3JCcnVzaCwgTkxSRS5Db21tb25cIixcIkNvbG9yXCI6e1wiJGlkXCI6XCIxMzAxXCIsXCJBXCI6MjU1LFwiUlwiOjI1NSxcIkdcIjowLFwiQlwiOjB9fSxcIkxpbmVXZWlnaHRcIjowLjAsXCJMaW5lVHlwZVwiOjB9fX0sXCJCYWNrZ3JvdW5kU3R5bGVcIjp7XCIkaWRcIjpcIjEzMDJcIixcIk1hcmdpblwiOm51bGwsXCJQYWRkaW5nXCI6bnVsbCxcIkJhY2tncm91bmRcIjp7XCIkaWRcIjpcIjEzMDNcIixcIkNvbG9yXCI6e1wiJGlkXCI6XCIxMzA0XCIsXCJBXCI6NTEsXCJSXCI6MTY1LFwiR1wiOjE2NSxcIkJcIjoxNjV9fSxcIklzVmlzaWJsZVwiOmZhbHNlLFwiV2lkdGhcIjowLjAsXCJIZWlnaHRcIjowLjAsXCJCb3JkZXJTdHlsZVwiOntcIiRpZFwiOlwiMTMwNVwiLFwiTGluZUNvbG9yXCI6e1wiJGlkXCI6XCIxMzA2XCIsXCIkdHlwZVwiOlwiTkxSRS5Db21tb24uRG9tLlNvbGlkQ29sb3JCcnVzaCwgTkxSRS5Db21tb25cIixcIkNvbG9yXCI6e1wiJGlkXCI6XCIxMzA3XCIsXCJBXCI6MjU1LFwiUlwiOjI1NSxcIkdcIjowLFwiQlwiOjB9fSxcIkxpbmVXZWlnaHRcIjowLjAsXCJMaW5lVHlwZVwiOjB9fSxcIkN1c3RvbVN3aW1sYW5lTWlsZXN0b25lU3R5bGVMaXN0XCI6W3tcIiRyZWZcIjpcIjExMDdcIn0se1wiJHJlZlwiOlwiMTEyOFwifSx7XCIkcmVmXCI6XCIxMTQ5XCJ9LHtcIiRyZWZcIjpcIjExNzBcIn0se1wiJHJlZlwiOlwiMTE5MVwifV0sXCJDdXN0b21Td2ltbGFuZVRhc2tTdHlsZUxpc3RcIjpbXSxcIklzVmlzaWJsZVwiOnRydWV9LFwiQ3VzdG9tU3dpbWxhbmVBY3Rpdml0aWVzU3R5bGVMaXN0XCI6W10sXCJJc1Zpc2libGVcIjp0cnVlfV0sXCJHcmlkbGluZVBhbmVsU3R5bGVcIjp7XCIkaWRcIjpcIjEzMDhcIixcIkdyaWRsaW5lU3R5bGVcIjp7XCIkaWRcIjpcIjEzMDlcIixcIkxpbmVDb2xvclwiOntcIiRpZFwiOlwiMTMxMFwiLFwiJHR5cGVcIjpcIk5MUkUuQ29tbW9uLkRvbS5Tb2xpZENvbG9yQnJ1c2gsIE5MUkUuQ29tbW9uXCIsXCJDb2xvclwiOntcIiRpZFwiOlwiMTMxMVwiLFwiQVwiOjM4LFwiUlwiOjkxLFwiR1wiOjE1NSxcIkJcIjoyMTN9fSxcIkxpbmVXZWlnaHRcIjoxLjAsXCJMaW5lVHlwZVwiOjB9LFwiSXNWaXNpYmxlXCI6dHJ1ZX0sXCJBY3Rpdml0eUxpbmVQYW5lbFN0eWxlXCI6e1wiJGlkXCI6XCIxMzEyXCIsXCJBY3Rpdml0eUxpbmVTdHlsZVwiOntcIiRpZFwiOlwiMTMxM1wiLFwiTGluZUNvbG9yXCI6e1wiJGlkXCI6XCIxMzE0XCIsXCIkdHlwZVwiOlwiTkxSRS5Db21tb24uRG9tLlNvbGlkQ29sb3JCcnVzaCwgTkxSRS5Db21tb25cIixcIkNvbG9yXCI6e1wiJGlkXCI6XCIxMzE1XCIsXCJBXCI6MzgsXCJSXCI6NjgsXCJHXCI6MTE0LFwiQlwiOjE5Nn19LFwiTGluZVdlaWdodFwiOjEuMCxcIkxpbmVUeXBlXCI6MH0sXCJJc1Zpc2libGVcIjp0cnVlfSxcIkRlZmF1bHREZXBlbmRlbmN5U3R5bGVcIjp7XCIkaWRcIjpcIjEzMTZcIixcIkxpbmVTdHlsZVwiOntcIiRpZFwiOlwiMTMxN1wiLFwiTGluZUNvbG9yXCI6e1wiJGlkXCI6XCIxMzE4XCIsXCIkdHlwZVwiOlwiTkxSRS5Db21tb24uRG9tLlNvbGlkQ29sb3JCcnVzaCwgTkxSRS5Db21tb25cIixcIkNvbG9yXCI6e1wiJGlkXCI6XCIxMzE5XCIsXCJBXCI6MjU1LFwiUlwiOjAsXCJHXCI6MCxcIkJcIjowfX0sXCJMaW5lV2VpZ2h0XCI6MS4wLFwiTGluZVR5cGVcIjowfSxcIkVuZEFycm93aGVhZExpbmVTdHlsZVwiOntcIiRpZFwiOlwiMTMyMFwiLFwiS2luZFwiOjEsXCJXaWR0aFwiOjEsXCJMZW5ndGhcIjowLFwiUGFyZW50U3R5bGVcIjpudWxsfSxcIkJyaW5nVG9Gcm9udFwiOnRydWUsXCJJc1Zpc2libGVcIjp0cnVlLFwiUmFkaXVzXCI6MC4wfSxcIkNyaXRpY2FsUGF0aFN0eWxlXCI6e1wiJGlkXCI6XCIxMzIxXCIsXCJDcml0aWNhbFBhdGhTdHlsZU9wdGlvbnNcIjoxNSxcIkxpbmVTdHlsZVwiOntcIiRpZFwiOlwiMTMyMlwiLFwiTGluZUNvbG9yXCI6e1wiJGlkXCI6XCIxMzIzXCIsXCIkdHlwZVwiOlwiTkxSRS5Db21tb24uRG9tLlNvbGlkQ29sb3JCcnVzaCwgTkxSRS5Db21tb25cIixcIkNvbG9yXCI6e1wiJGlkXCI6XCIxMzI0XCIsXCJBXCI6MjU1LFwiUlwiOjIyMixcIkdcIjo1MCxcIkJcIjo1MH19LFwiTGluZVdlaWdodFwiOjEuMCxcIkxpbmVUeXBlXCI6MH0sXCJUaXRsZUZvcmVncm91bmRcIjp7XCIkaWRcIjpcIjEzMjVcIixcIkNvbG9yXCI6e1wiJGlkXCI6XCIxMzI2XCIsXCJBXCI6MjU1LFwiUlwiOjE3NixcIkdcIjoxOSxcIkJcIjoyNX19LFwiU2hhcGVzQmFja2dyb3VuZFwiOntcIiRpZFwiOlwiMTMyN1wiLFwiQ29sb3JcIjp7XCIkaWRcIjpcIjEzMjhcIixcIkFcIjoyNTUsXCJSXCI6MjUzLFwiR1wiOjIwMyxcIkJcIjoyMDh9fSxcIlNoYXBlc0JvcmRlclN0eWxlXCI6e1wiJGlkXCI6XCIxMzI5XCIsXCJMaW5lQ29sb3JcIjp7XCIkaWRcIjpcIjEzMzBcIixcIiR0eXBlXCI6XCJOTFJFLkNvbW1vbi5Eb20uU29saWRDb2xvckJydXNoLCBOTFJFLkNvbW1vblwiLFwiQ29sb3JcIjp7XCIkaWRcIjpcIjEzMzFcIixcIkFcIjoyNTUsXCJSXCI6MjIyLFwiR1wiOjUwLFwiQlwiOjUwfX0sXCJMaW5lV2VpZ2h0XCI6MS41LFwiTGluZVR5cGVcIjowfSxcIklzVmlzaWJsZVwiOmZhbHNlfX0sXCJTY2FsZVwiOntcIiRpZFwiOlwiMTMzMlwiLFwiU3RhcnREYXRlXCI6XCIwMDAxLTAxLTAxVDAwOjAwOjAwXCIsXCJFbmREYXRlXCI6XCIyMDE5LTEyLTIyVDEyOjU5OjAwXCIsXCJGb3JtYXRcIjpcIk1NTVwiLFwiVHlwZVwiOjIsXCJBdXRvRGF0ZVJhbmdlXCI6dHJ1ZSxcIldvcmtpbmdEYXlzXCI6MzEsXCJUb2RheU1hcmtlclRleHRcIjpcIlRvZGF5XCIsXCJBdXRvU2NhbGVUeXBlXCI6dHJ1ZX0sXCJTY2FsZVYyXCI6e1wiJGlkXCI6XCIxMzMzXCIsXCJTdGFydERhdGVcIjpcIjAwMDEtMDEtMDFUMDA6MDA6MDBcIixcIkVuZERhdGVcIjpcIjIwMTktMTItMjJUMTI6NTk6MDBcIixcIkF1dG9EYXRlUmFuZ2VcIjp0cnVlLFwiV29ya2luZ0RheXNcIjozMSxcIlRvZGF5TWFya2VyVGV4dFwiOlwiVG9kYXlcIixcIkF1dG9TY2FsZVR5cGVcIjp0cnVlLFwiVGltZWJhbmRTY2FsZXNcIjp7XCIkaWRcIjpcIjEzMzRcIixcIlRvcFNjYWxlTGF5ZXJcIjp7XCIkaWRcIjpcIjEzMzVcIixcIkZvcm1hdFwiOlwiTU1NXCIsXCJUeXBlXCI6Mn0sXCJNaWRkbGVTY2FsZUxheWVyXCI6e1wiJGlkXCI6XCIxMzM2XCIsXCJGb3JtYXRcIjpudWxsLFwiVHlwZVwiOjB9LFwiQm90dG9tU2NhbGVMYXllclwiOntcIiRpZFwiOlwiMTMzN1wiLFwiRm9ybWF0XCI6bnVsbCxcIlR5cGVcIjowfX19LFwiTWlsZXN0b25lc1wiOltdLFwiVGFza3NcIjpbXSxcIlN3aW1sYW5lc1wiOltdLFwiU3dpbWxhbmVzVjJcIjpbXSxcIkRlcGVuZGVuY2llc1wiOltdLFwiRGVwZW5kZW5jeVNldHRpbmdzXCI6e1wiJGlkXCI6XCIxMzM4XCIsXCJEZXBlbmRlbmN5TW9kdWxlRW5hYmxlZFwiOmZhbHNlLFwiU2NoZWR1bGluZ1NldHRpbmdzXCI6e1wiJGlkXCI6XCIxMzM5XCIsXCJEZXBlbmRlbmNpZXNTY2hlZHVsaW5nTW9kZVNldHRpbmdcIjoxLFwiRGVwZW5kZW5jaWVzUHJldmlvdXNTY2hlZHVsaW5nTW9kZVwiOjEsXCJPbkJyZWFraW5nRmxleGlibGVTY2hlZHVsaW5nTW9kZVNldHRpbmdcIjowLFwiT25CcmVha2luZ1N0cmljdFNjaGVkdWxpbmdNb2RlU2V0dGluZ1wiOjB9fSxcIlNldHRpbmdzXCI6e1wiJGlkXCI6XCIxMzQwXCIsXCJJbXBhT3B0aW9uc1wiOntcIiRpZFwiOlwiMTM0MVwiLFwiTGVmdFRvUmlnaHRcIjpmYWxzZSxcIlBheWxvYWRPcHRpb25zXCI6Mn19LFwiVGltZUNvbmZpZ3VyYXRpb25cIjp7XCIkaWRcIjpcIjEzNDJcIixcIlVzZVRpbWVcIjpmYWxzZSxcIldvcmtEYXlTdGFydFwiOlwiMDA6MDA6MDBcIixcIldvcmtEYXlFbmRcIjpcIjIzOjU5OjAwXCJ9fSJ9LCJTZXR0aW5ncyI6eyIkaWQiOiIxMTM1IiwiSW1wYU9wdGlvbnMiOnsiJGlkIjoiMTEzN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0cnVlLCJJbXBvcnRUeXBlIjo0LCJGaWxlUGF0aCI6IkM6XFxVc2Vyc1xcdXNtYTE1NzFcXFJhY2tzcGFjZSBJbmNcXFByb2Zlc3Npb25hbCBTZXJ2aWNlcy1VSyAtIFByb2plY3RzXFxNXFxNdWJhZGFsYSBJbnZlc3RtZW50c1xcW1NGIE9wcCA0NDg0ODk5XSBNSUMgQ2xvdWQgTWlncmF0aW9uIEFzc2Vzc21lbnRcXEV4ZWN1dGlvblxcQnVzaW5lc3NDYXNlICYgVENPXFxUaW1lbGluZSBEYXRhLnhsc3giLCJUaW1lQ29uZmlndXJhdGlvbiI6eyIkaWQiOiIxMTM3IiwiVXNlVGltZSI6ZmFsc2UsIldvcmtEYXlTdGFydCI6IjAwOjAwOjAwIiwiV29ya0RheUVuZCI6IjIzOjU5OjAwIn0sIkxhc3RVc2VkVGVtcGxhdGVJZCI6ImYzNzQ2MDYzLTAwNGMtNDQ1ZC05MTg3LWNlZGY3YWNlMTQzYiIsIkZpcnN0V2Vla09mWWVhciI6MCwiUGxhY2VNaWxlc3RvbmVBdFRoZUJlZ2lubmluZ09mVGhlRGF5IjpmYWxzZSwiRGVwZW5kZW5jeVNjaGVkdWxpbmdTZXR0aW5ncyI6eyIkaWQiOiIxMTM4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 name="OTLTIMEBANDSCALETYPE" val="Months"/>
  <p:tag name="OTLTIMEBANDSCALEFORMAT" val="MMM"/>
  <p:tag name="OTLTIMEBANDSHAPETYPE" val="RoundedCornerRectangleTimeband"/>
  <p:tag name="OTLTIMEBANDSHAPEHEIGHT" val="20"/>
  <p:tag name="OTLTIMEBANDSHAPEPADDINGLEFT" val="0"/>
  <p:tag name="OTLTIMEBANDCULTUREINFO" val="en-US"/>
  <p:tag name="OTLTIMEBANDQUICKPOSITION" val="Custom"/>
  <p:tag name="OTLTIMEBANDTHREEDEFFECTS" val="None"/>
  <p:tag name="OTLTIMEBANDAUTODATERANGE" val="True"/>
  <p:tag name="OTLTIMEBANDSTARTDATE" val="0001-01-01T00:00:00.0000000"/>
  <p:tag name="OTLTIMEBANDENDDATE" val="2019-12-22T12:59: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20"/>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3-01T00:00:00.0000000"/>
  <p:tag name="OTLENDDATE" val="2024-03-15T23:59:00.0000000"/>
  <p:tag name="OTLDURATIONFORMAT" val="day"/>
  <p:tag name="OTLSPACING" val="3"/>
  <p:tag name="OTLSHAPETHICKNESSTYPE" val="Custom"/>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3-15T00:00:00.0000000"/>
  <p:tag name="OTLENDDATE" val="2024-04-01T23:59:00.0000000"/>
  <p:tag name="OTLDURATIONFORMAT" val="day"/>
  <p:tag name="OTLSPACING" val="5"/>
  <p:tag name="OTLSHAPETHICKNESSTYPE" val="Thin"/>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5-01T00:00:00.0000000"/>
  <p:tag name="OTLENDDATE" val="2024-11-01T23:59:00.0000000"/>
  <p:tag name="OTLDURATIONFORMAT" val="day"/>
  <p:tag name="OTLSPACING" val="5"/>
  <p:tag name="OTLSHAPETHICKNESSTYPE" val="Thin"/>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 name="OTLELAPSEDSTYLE" val="Thin"/>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Project Kickoff"/>
  <p:tag name="OTLPOSITIONONTASK" val="None"/>
  <p:tag name="OTLRELATEDTASKID" val="00000000-0000-0000-0000-000000000000"/>
  <p:tag name="OTLDATE" val="2024-03-01T23:59:00.0000000Z"/>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LZ Compelete "/>
  <p:tag name="OTLPOSITIONONTASK" val="None"/>
  <p:tag name="OTLRELATEDTASKID" val="00000000-0000-0000-0000-000000000000"/>
  <p:tag name="OTLDATE" val="2024-04-01T23:59:00.0000000Z"/>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Wave 1 Complete "/>
  <p:tag name="OTLPOSITIONONTASK" val="None"/>
  <p:tag name="OTLRELATEDTASKID" val="00000000-0000-0000-0000-000000000000"/>
  <p:tag name="OTLDATE" val="2024-05-01T23:59:00.0000000Z"/>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Wave 2 Complete "/>
  <p:tag name="OTLPOSITIONONTASK" val="None"/>
  <p:tag name="OTLRELATEDTASKID" val="00000000-0000-0000-0000-000000000000"/>
  <p:tag name="OTLDATE" val="2024-06-01T23:59:00.0000000Z"/>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Wave 3 Complete "/>
  <p:tag name="OTLPOSITIONONTASK" val="None"/>
  <p:tag name="OTLRELATEDTASKID" val="00000000-0000-0000-0000-000000000000"/>
  <p:tag name="OTLDATE" val="2024-07-01T23:59:00.0000000Z"/>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Wave 4 Complete "/>
  <p:tag name="OTLPOSITIONONTASK" val="None"/>
  <p:tag name="OTLRELATEDTASKID" val="00000000-0000-0000-0000-000000000000"/>
  <p:tag name="OTLDATE" val="2024-08-01T23:59:00.0000000Z"/>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3-15T00:00:00.0000000"/>
  <p:tag name="OTLENDDATE" val="2024-04-01T23:59:00.0000000"/>
  <p:tag name="OTLDURATIONFORMAT" val="day"/>
  <p:tag name="OTLSPACING" val="5"/>
  <p:tag name="OTLSHAPETHICKNESSTYPE" val="Thin"/>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7-01T00:00:00.0000000"/>
  <p:tag name="OTLENDDATE" val="2024-08-01T23:59:00.0000000"/>
  <p:tag name="OTLDURATIONFORMAT" val="day"/>
  <p:tag name="OTLSPACING" val="5"/>
  <p:tag name="OTLSHAPETHICKNESSTYPE" val="Regular"/>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6-01T00:00:00.0000000"/>
  <p:tag name="OTLENDDATE" val="2024-07-01T23:59:00.0000000"/>
  <p:tag name="OTLDURATIONFORMAT" val="day"/>
  <p:tag name="OTLSPACING" val="5"/>
  <p:tag name="OTLSHAPETHICKNESSTYPE" val="Regular"/>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5-01T00:00:00.0000000"/>
  <p:tag name="OTLENDDATE" val="2024-06-01T23:59:00.0000000"/>
  <p:tag name="OTLDURATIONFORMAT" val="day"/>
  <p:tag name="OTLSPACING" val="5"/>
  <p:tag name="OTLSHAPETHICKNESSTYPE" val="Regular"/>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4-01T00:00:00.0000000"/>
  <p:tag name="OTLENDDATE" val="2024-05-01T23:59:00.0000000"/>
  <p:tag name="OTLDURATIONFORMAT" val="day"/>
  <p:tag name="OTLSPACING" val="5"/>
  <p:tag name="OTLSHAPETHICKNESSTYPE" val="Regular"/>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65B3B778-14F5-8246-A9D9-04A8D8071A60}" vid="{C9E98E11-734C-F14F-ADE3-6075149E54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1" ma:contentTypeDescription="Create a new document." ma:contentTypeScope="" ma:versionID="04a4e571a747d525770533074d9dbf39">
  <xsd:schema xmlns:xsd="http://www.w3.org/2001/XMLSchema" xmlns:xs="http://www.w3.org/2001/XMLSchema" xmlns:p="http://schemas.microsoft.com/office/2006/metadata/properties" xmlns:ns2="236d467e-fe90-4ae0-9fe2-011d77897820" xmlns:ns3="4544b03d-ed08-46e1-a5f8-632fc735be33" targetNamespace="http://schemas.microsoft.com/office/2006/metadata/properties" ma:root="true" ma:fieldsID="9966b5bb1c539bc15374ec3621cc86cd" ns2:_="" ns3:_="">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36d467e-fe90-4ae0-9fe2-011d77897820">
      <Terms xmlns="http://schemas.microsoft.com/office/infopath/2007/PartnerControls"/>
    </lcf76f155ced4ddcb4097134ff3c332f>
    <TaxCatchAll xmlns="4544b03d-ed08-46e1-a5f8-632fc735be33" xsi:nil="true"/>
    <DateandTime xmlns="236d467e-fe90-4ae0-9fe2-011d77897820" xsi:nil="true"/>
    <AssignedTo xmlns="236d467e-fe90-4ae0-9fe2-011d77897820">
      <UserInfo>
        <DisplayName/>
        <AccountId xsi:nil="true"/>
        <AccountType/>
      </UserInfo>
    </AssignedTo>
    <_Flow_SignoffStatus xmlns="236d467e-fe90-4ae0-9fe2-011d7789782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96AE8C-01C4-4899-81C1-A5621AC93956}">
  <ds:schemaRefs>
    <ds:schemaRef ds:uri="236d467e-fe90-4ae0-9fe2-011d77897820"/>
    <ds:schemaRef ds:uri="4544b03d-ed08-46e1-a5f8-632fc735be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2613BA-421B-47CA-9B7C-D78CB771B7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343442D-20EF-4DEA-A41C-7F3F93E7A903}">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1692</Words>
  <Application>Microsoft Office PowerPoint</Application>
  <PresentationFormat>Widescreen</PresentationFormat>
  <Paragraphs>392</Paragraphs>
  <Slides>23</Slides>
  <Notes>13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1_Azure 1</vt:lpstr>
      <vt:lpstr>PowerPoint Presentation</vt:lpstr>
      <vt:lpstr>PowerPoint Presentation</vt:lpstr>
      <vt:lpstr>Azure Journey</vt:lpstr>
      <vt:lpstr>Assessment Summary</vt:lpstr>
      <vt:lpstr>PowerPoint Presentation</vt:lpstr>
      <vt:lpstr>VM Operating System Analysis</vt:lpstr>
      <vt:lpstr>VM Windows Support Analysis</vt:lpstr>
      <vt:lpstr>VM Linux Readiness Conditions Conditionally endorsed Linux OS</vt:lpstr>
      <vt:lpstr>VM Overall Readiness</vt:lpstr>
      <vt:lpstr>VM Servers CPU and RAM Performance and Optimization analysis</vt:lpstr>
      <vt:lpstr>Modernization Assessment </vt:lpstr>
      <vt:lpstr>Which Azure SQL offering is right for you?</vt:lpstr>
      <vt:lpstr>PowerPoint Presentation</vt:lpstr>
      <vt:lpstr>SQL Servers CPU and RAM Performance and Optimization analysis</vt:lpstr>
      <vt:lpstr>PowerPoint Presentation</vt:lpstr>
      <vt:lpstr>PowerPoint Presentation</vt:lpstr>
      <vt:lpstr>Lift &amp; Re-size Approach – Azure TCO for VM’s</vt:lpstr>
      <vt:lpstr>Lift &amp; Re-size Approach – Azure TCO for SQL DBs</vt:lpstr>
      <vt:lpstr>Modernize Approach – Azure TCO for Azure SQL Managed Instances</vt:lpstr>
      <vt:lpstr>High Level Migration Plan Timelines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Aly (Webhelp SAS)</dc:creator>
  <cp:lastModifiedBy>Ravish Ali</cp:lastModifiedBy>
  <cp:revision>4</cp:revision>
  <dcterms:created xsi:type="dcterms:W3CDTF">2022-06-26T12:42:26Z</dcterms:created>
  <dcterms:modified xsi:type="dcterms:W3CDTF">2026-04-05T14:42:40Z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